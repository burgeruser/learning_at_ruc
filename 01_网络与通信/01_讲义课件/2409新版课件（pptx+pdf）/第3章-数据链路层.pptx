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143"/>
  </p:notesMasterIdLst>
  <p:handoutMasterIdLst>
    <p:handoutMasterId r:id="rId144"/>
  </p:handoutMasterIdLst>
  <p:sldIdLst>
    <p:sldId id="282" r:id="rId2"/>
    <p:sldId id="283" r:id="rId3"/>
    <p:sldId id="287" r:id="rId4"/>
    <p:sldId id="358" r:id="rId5"/>
    <p:sldId id="299" r:id="rId6"/>
    <p:sldId id="281" r:id="rId7"/>
    <p:sldId id="285" r:id="rId8"/>
    <p:sldId id="359" r:id="rId9"/>
    <p:sldId id="288" r:id="rId10"/>
    <p:sldId id="291" r:id="rId11"/>
    <p:sldId id="360" r:id="rId12"/>
    <p:sldId id="361" r:id="rId13"/>
    <p:sldId id="362" r:id="rId14"/>
    <p:sldId id="363" r:id="rId15"/>
    <p:sldId id="364" r:id="rId16"/>
    <p:sldId id="494" r:id="rId17"/>
    <p:sldId id="495" r:id="rId18"/>
    <p:sldId id="496" r:id="rId19"/>
    <p:sldId id="497" r:id="rId20"/>
    <p:sldId id="498" r:id="rId21"/>
    <p:sldId id="499" r:id="rId22"/>
    <p:sldId id="500" r:id="rId23"/>
    <p:sldId id="501" r:id="rId24"/>
    <p:sldId id="503" r:id="rId25"/>
    <p:sldId id="504" r:id="rId26"/>
    <p:sldId id="505" r:id="rId27"/>
    <p:sldId id="506" r:id="rId28"/>
    <p:sldId id="507" r:id="rId29"/>
    <p:sldId id="502" r:id="rId30"/>
    <p:sldId id="508" r:id="rId31"/>
    <p:sldId id="510" r:id="rId32"/>
    <p:sldId id="511" r:id="rId33"/>
    <p:sldId id="512" r:id="rId34"/>
    <p:sldId id="513" r:id="rId35"/>
    <p:sldId id="516" r:id="rId36"/>
    <p:sldId id="517" r:id="rId37"/>
    <p:sldId id="518" r:id="rId38"/>
    <p:sldId id="347" r:id="rId39"/>
    <p:sldId id="349" r:id="rId40"/>
    <p:sldId id="372" r:id="rId41"/>
    <p:sldId id="373" r:id="rId42"/>
    <p:sldId id="350" r:id="rId43"/>
    <p:sldId id="352" r:id="rId44"/>
    <p:sldId id="351" r:id="rId45"/>
    <p:sldId id="353" r:id="rId46"/>
    <p:sldId id="354" r:id="rId47"/>
    <p:sldId id="374" r:id="rId48"/>
    <p:sldId id="375" r:id="rId49"/>
    <p:sldId id="356" r:id="rId50"/>
    <p:sldId id="355" r:id="rId51"/>
    <p:sldId id="381" r:id="rId52"/>
    <p:sldId id="382" r:id="rId53"/>
    <p:sldId id="383" r:id="rId54"/>
    <p:sldId id="384" r:id="rId55"/>
    <p:sldId id="385" r:id="rId56"/>
    <p:sldId id="386" r:id="rId57"/>
    <p:sldId id="387" r:id="rId58"/>
    <p:sldId id="388" r:id="rId59"/>
    <p:sldId id="389" r:id="rId60"/>
    <p:sldId id="390" r:id="rId61"/>
    <p:sldId id="391" r:id="rId62"/>
    <p:sldId id="392" r:id="rId63"/>
    <p:sldId id="393" r:id="rId64"/>
    <p:sldId id="479" r:id="rId65"/>
    <p:sldId id="394" r:id="rId66"/>
    <p:sldId id="395" r:id="rId67"/>
    <p:sldId id="396" r:id="rId68"/>
    <p:sldId id="397" r:id="rId69"/>
    <p:sldId id="398" r:id="rId70"/>
    <p:sldId id="399" r:id="rId71"/>
    <p:sldId id="400" r:id="rId72"/>
    <p:sldId id="401" r:id="rId73"/>
    <p:sldId id="402" r:id="rId74"/>
    <p:sldId id="403" r:id="rId75"/>
    <p:sldId id="404" r:id="rId76"/>
    <p:sldId id="405" r:id="rId77"/>
    <p:sldId id="406" r:id="rId78"/>
    <p:sldId id="407" r:id="rId79"/>
    <p:sldId id="480" r:id="rId80"/>
    <p:sldId id="412" r:id="rId81"/>
    <p:sldId id="413" r:id="rId82"/>
    <p:sldId id="414" r:id="rId83"/>
    <p:sldId id="415" r:id="rId84"/>
    <p:sldId id="416" r:id="rId85"/>
    <p:sldId id="417" r:id="rId86"/>
    <p:sldId id="481" r:id="rId87"/>
    <p:sldId id="482" r:id="rId88"/>
    <p:sldId id="421" r:id="rId89"/>
    <p:sldId id="425" r:id="rId90"/>
    <p:sldId id="483" r:id="rId91"/>
    <p:sldId id="428" r:id="rId92"/>
    <p:sldId id="429" r:id="rId93"/>
    <p:sldId id="430" r:id="rId94"/>
    <p:sldId id="431" r:id="rId95"/>
    <p:sldId id="432" r:id="rId96"/>
    <p:sldId id="433" r:id="rId97"/>
    <p:sldId id="434" r:id="rId98"/>
    <p:sldId id="435" r:id="rId99"/>
    <p:sldId id="436" r:id="rId100"/>
    <p:sldId id="437" r:id="rId101"/>
    <p:sldId id="438" r:id="rId102"/>
    <p:sldId id="490" r:id="rId103"/>
    <p:sldId id="484" r:id="rId104"/>
    <p:sldId id="440" r:id="rId105"/>
    <p:sldId id="441" r:id="rId106"/>
    <p:sldId id="442" r:id="rId107"/>
    <p:sldId id="443" r:id="rId108"/>
    <p:sldId id="444" r:id="rId109"/>
    <p:sldId id="485" r:id="rId110"/>
    <p:sldId id="445" r:id="rId111"/>
    <p:sldId id="446" r:id="rId112"/>
    <p:sldId id="447" r:id="rId113"/>
    <p:sldId id="448" r:id="rId114"/>
    <p:sldId id="449" r:id="rId115"/>
    <p:sldId id="486" r:id="rId116"/>
    <p:sldId id="450" r:id="rId117"/>
    <p:sldId id="487" r:id="rId118"/>
    <p:sldId id="451" r:id="rId119"/>
    <p:sldId id="452" r:id="rId120"/>
    <p:sldId id="519" r:id="rId121"/>
    <p:sldId id="520" r:id="rId122"/>
    <p:sldId id="453" r:id="rId123"/>
    <p:sldId id="454" r:id="rId124"/>
    <p:sldId id="455" r:id="rId125"/>
    <p:sldId id="456" r:id="rId126"/>
    <p:sldId id="457" r:id="rId127"/>
    <p:sldId id="458" r:id="rId128"/>
    <p:sldId id="459" r:id="rId129"/>
    <p:sldId id="460" r:id="rId130"/>
    <p:sldId id="461" r:id="rId131"/>
    <p:sldId id="462" r:id="rId132"/>
    <p:sldId id="463" r:id="rId133"/>
    <p:sldId id="464" r:id="rId134"/>
    <p:sldId id="465" r:id="rId135"/>
    <p:sldId id="466" r:id="rId136"/>
    <p:sldId id="467" r:id="rId137"/>
    <p:sldId id="468" r:id="rId138"/>
    <p:sldId id="477" r:id="rId139"/>
    <p:sldId id="488" r:id="rId140"/>
    <p:sldId id="493" r:id="rId141"/>
    <p:sldId id="521" r:id="rId142"/>
  </p:sldIdLst>
  <p:sldSz cx="9144000" cy="5143500" type="screen16x9"/>
  <p:notesSz cx="6797675" cy="9928225"/>
  <p:embeddedFontLst>
    <p:embeddedFont>
      <p:font typeface="黑体" panose="02010609060101010101" pitchFamily="49" charset="-122"/>
      <p:regular r:id="rId145"/>
    </p:embeddedFont>
    <p:embeddedFont>
      <p:font typeface="宋体" panose="02010600030101010101" pitchFamily="2" charset="-122"/>
      <p:regular r:id="rId146"/>
    </p:embeddedFont>
    <p:embeddedFont>
      <p:font typeface="微软雅黑" panose="020B0503020204020204" pitchFamily="34" charset="-122"/>
      <p:regular r:id="rId147"/>
      <p:bold r:id="rId148"/>
    </p:embeddedFont>
    <p:embeddedFont>
      <p:font typeface="Calibri" panose="020F0502020204030204" pitchFamily="34" charset="0"/>
      <p:regular r:id="rId149"/>
      <p:bold r:id="rId150"/>
      <p:italic r:id="rId151"/>
      <p:boldItalic r:id="rId152"/>
    </p:embeddedFont>
    <p:embeddedFont>
      <p:font typeface="Calibri Light" panose="020F0302020204030204" pitchFamily="34" charset="0"/>
      <p:regular r:id="rId153"/>
      <p:italic r:id="rId154"/>
    </p:embeddedFont>
    <p:embeddedFont>
      <p:font typeface="Tahoma" panose="020B0604030504040204" pitchFamily="34" charset="0"/>
      <p:regular r:id="rId155"/>
      <p:bold r:id="rId156"/>
    </p:embeddedFont>
  </p:embeddedFont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342900" indent="1143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685800" indent="228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028700" indent="3429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371600" indent="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60">
          <p15:clr>
            <a:srgbClr val="A4A3A4"/>
          </p15:clr>
        </p15:guide>
        <p15:guide id="2" orient="horz" pos="2964">
          <p15:clr>
            <a:srgbClr val="A4A3A4"/>
          </p15:clr>
        </p15:guide>
        <p15:guide id="3" orient="horz" pos="1620">
          <p15:clr>
            <a:srgbClr val="A4A3A4"/>
          </p15:clr>
        </p15:guide>
        <p15:guide id="4" orient="horz" pos="1875">
          <p15:clr>
            <a:srgbClr val="A4A3A4"/>
          </p15:clr>
        </p15:guide>
        <p15:guide id="5" orient="horz" pos="599">
          <p15:clr>
            <a:srgbClr val="A4A3A4"/>
          </p15:clr>
        </p15:guide>
        <p15:guide id="6" pos="2863">
          <p15:clr>
            <a:srgbClr val="A4A3A4"/>
          </p15:clr>
        </p15:guide>
        <p15:guide id="7" pos="5261">
          <p15:clr>
            <a:srgbClr val="A4A3A4"/>
          </p15:clr>
        </p15:guide>
        <p15:guide id="8" pos="482">
          <p15:clr>
            <a:srgbClr val="A4A3A4"/>
          </p15:clr>
        </p15:guide>
        <p15:guide id="9" pos="2046">
          <p15:clr>
            <a:srgbClr val="A4A3A4"/>
          </p15:clr>
        </p15:guide>
        <p15:guide id="10" pos="366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9966FF"/>
    <a:srgbClr val="FFCCFF"/>
    <a:srgbClr val="003366"/>
    <a:srgbClr val="3ABADA"/>
    <a:srgbClr val="6600CC"/>
    <a:srgbClr val="6600FF"/>
    <a:srgbClr val="E7F2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71" autoAdjust="0"/>
    <p:restoredTop sz="82962" autoAdjust="0"/>
  </p:normalViewPr>
  <p:slideViewPr>
    <p:cSldViewPr snapToGrid="0">
      <p:cViewPr varScale="1">
        <p:scale>
          <a:sx n="118" d="100"/>
          <a:sy n="118" d="100"/>
        </p:scale>
        <p:origin x="808" y="192"/>
      </p:cViewPr>
      <p:guideLst>
        <p:guide orient="horz" pos="260"/>
        <p:guide orient="horz" pos="2964"/>
        <p:guide orient="horz" pos="1620"/>
        <p:guide orient="horz" pos="1875"/>
        <p:guide orient="horz" pos="599"/>
        <p:guide pos="2863"/>
        <p:guide pos="5261"/>
        <p:guide pos="482"/>
        <p:guide pos="2046"/>
        <p:guide pos="3662"/>
      </p:guideLst>
    </p:cSldViewPr>
  </p:slideViewPr>
  <p:outlineViewPr>
    <p:cViewPr>
      <p:scale>
        <a:sx n="33" d="100"/>
        <a:sy n="33" d="100"/>
      </p:scale>
      <p:origin x="0" y="-12870"/>
    </p:cViewPr>
  </p:outlineViewPr>
  <p:notesTextViewPr>
    <p:cViewPr>
      <p:scale>
        <a:sx n="1" d="1"/>
        <a:sy n="1" d="1"/>
      </p:scale>
      <p:origin x="0" y="0"/>
    </p:cViewPr>
  </p:notesTextViewPr>
  <p:sorterViewPr>
    <p:cViewPr>
      <p:scale>
        <a:sx n="200" d="100"/>
        <a:sy n="200" d="100"/>
      </p:scale>
      <p:origin x="0" y="0"/>
    </p:cViewPr>
  </p:sorterViewPr>
  <p:gridSpacing cx="72006" cy="72006"/>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theme" Target="theme/theme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font" Target="fonts/font5.fntdata"/><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tableStyles" Target="tableStyle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font" Target="fonts/font6.fntdata"/><Relationship Id="rId155" Type="http://schemas.openxmlformats.org/officeDocument/2006/relationships/font" Target="fonts/font11.fntdata"/><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font" Target="fonts/font7.fntdata"/><Relationship Id="rId156" Type="http://schemas.openxmlformats.org/officeDocument/2006/relationships/font" Target="fonts/font12.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font" Target="fonts/font2.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font" Target="fonts/font8.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font" Target="fonts/font3.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font" Target="fonts/font9.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notesMaster" Target="notesMasters/notesMaster1.xml"/><Relationship Id="rId148"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font" Target="fonts/font10.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handoutMaster" Target="handoutMasters/handoutMaster1.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pPr>
              <a:defRPr/>
            </a:pPr>
            <a:fld id="{A46C050B-EDE1-4E64-BFC8-BB6C51180921}" type="datetimeFigureOut">
              <a:rPr lang="zh-CN" altLang="en-US"/>
              <a:pPr>
                <a:defRPr/>
              </a:pPr>
              <a:t>2024/9/20</a:t>
            </a:fld>
            <a:endParaRPr lang="zh-CN" altLang="en-US"/>
          </a:p>
        </p:txBody>
      </p:sp>
      <p:sp>
        <p:nvSpPr>
          <p:cNvPr id="4" name="页脚占位符 3"/>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pPr>
              <a:defRPr/>
            </a:pPr>
            <a:endParaRPr lang="zh-CN" altLang="en-US"/>
          </a:p>
        </p:txBody>
      </p:sp>
      <p:sp>
        <p:nvSpPr>
          <p:cNvPr id="5" name="灯片编号占位符 4"/>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pPr>
              <a:defRPr/>
            </a:pPr>
            <a:fld id="{A7BD07B2-4669-4520-A96E-E20D5AA829F3}" type="slidenum">
              <a:rPr lang="zh-CN" altLang="en-US"/>
              <a:pPr>
                <a:defRPr/>
              </a:pPr>
              <a:t>‹#›</a:t>
            </a:fld>
            <a:endParaRPr lang="zh-CN" altLang="en-US"/>
          </a:p>
        </p:txBody>
      </p:sp>
    </p:spTree>
    <p:extLst>
      <p:ext uri="{BB962C8B-B14F-4D97-AF65-F5344CB8AC3E}">
        <p14:creationId xmlns:p14="http://schemas.microsoft.com/office/powerpoint/2010/main" val="22330889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49688" y="0"/>
            <a:ext cx="2946400" cy="498475"/>
          </a:xfrm>
          <a:prstGeom prst="rect">
            <a:avLst/>
          </a:prstGeom>
        </p:spPr>
        <p:txBody>
          <a:bodyPr vert="horz" lIns="91440" tIns="45720" rIns="91440" bIns="45720" rtlCol="0"/>
          <a:lstStyle>
            <a:lvl1pPr algn="r">
              <a:defRPr sz="1200"/>
            </a:lvl1pPr>
          </a:lstStyle>
          <a:p>
            <a:pPr>
              <a:defRPr/>
            </a:pPr>
            <a:fld id="{C5E0B26B-5408-4645-A28B-9030BE5E4237}" type="datetimeFigureOut">
              <a:rPr lang="zh-CN" altLang="en-US"/>
              <a:pPr>
                <a:defRPr/>
              </a:pPr>
              <a:t>2024/9/20</a:t>
            </a:fld>
            <a:endParaRPr lang="zh-CN" altLang="en-US"/>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79450" y="4778375"/>
            <a:ext cx="5438775" cy="3908425"/>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9429750"/>
            <a:ext cx="2946400" cy="498475"/>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49688" y="9429750"/>
            <a:ext cx="2946400" cy="498475"/>
          </a:xfrm>
          <a:prstGeom prst="rect">
            <a:avLst/>
          </a:prstGeom>
        </p:spPr>
        <p:txBody>
          <a:bodyPr vert="horz" lIns="91440" tIns="45720" rIns="91440" bIns="45720" rtlCol="0" anchor="b"/>
          <a:lstStyle>
            <a:lvl1pPr algn="r">
              <a:defRPr sz="1200"/>
            </a:lvl1pPr>
          </a:lstStyle>
          <a:p>
            <a:pPr>
              <a:defRPr/>
            </a:pPr>
            <a:fld id="{4ACC0ED1-A15A-4A3F-8477-BD4711CED9F9}" type="slidenum">
              <a:rPr lang="zh-CN" altLang="en-US"/>
              <a:pPr>
                <a:defRPr/>
              </a:pPr>
              <a:t>‹#›</a:t>
            </a:fld>
            <a:endParaRPr lang="zh-CN" altLang="en-US"/>
          </a:p>
        </p:txBody>
      </p:sp>
    </p:spTree>
    <p:extLst>
      <p:ext uri="{BB962C8B-B14F-4D97-AF65-F5344CB8AC3E}">
        <p14:creationId xmlns:p14="http://schemas.microsoft.com/office/powerpoint/2010/main" val="400712388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00EDF534-DCFA-0840-995D-5F9E00591A3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02B135C-6675-804E-B356-903D6780EA93}" type="slidenum">
              <a:rPr lang="en-US" altLang="zh-CN" sz="1200" smtClean="0">
                <a:latin typeface="Arial" panose="020B0604020202020204" pitchFamily="34" charset="0"/>
              </a:rPr>
              <a:pPr/>
              <a:t>1</a:t>
            </a:fld>
            <a:endParaRPr lang="en-US" altLang="zh-CN" sz="1200">
              <a:latin typeface="Arial" panose="020B0604020202020204" pitchFamily="34" charset="0"/>
            </a:endParaRPr>
          </a:p>
        </p:txBody>
      </p:sp>
      <p:sp>
        <p:nvSpPr>
          <p:cNvPr id="16386" name="Rectangle 2">
            <a:extLst>
              <a:ext uri="{FF2B5EF4-FFF2-40B4-BE49-F238E27FC236}">
                <a16:creationId xmlns:a16="http://schemas.microsoft.com/office/drawing/2014/main" id="{F16299E0-1602-7849-92C3-A83F81215580}"/>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26E7FBC5-A3EF-AB4D-BFBC-02E885BDA5F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158493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B1B3905D-0B07-604B-9956-078AA189966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CFD6B66-95EB-D649-B683-5B9B2D7AA8E9}" type="slidenum">
              <a:rPr lang="en-US" altLang="zh-CN" sz="1200" smtClean="0">
                <a:latin typeface="Arial" panose="020B0604020202020204" pitchFamily="34" charset="0"/>
              </a:rPr>
              <a:pPr/>
              <a:t>2</a:t>
            </a:fld>
            <a:endParaRPr lang="en-US" altLang="zh-CN" sz="1200">
              <a:latin typeface="Arial" panose="020B0604020202020204" pitchFamily="34" charset="0"/>
            </a:endParaRPr>
          </a:p>
        </p:txBody>
      </p:sp>
      <p:sp>
        <p:nvSpPr>
          <p:cNvPr id="18434" name="Rectangle 2">
            <a:extLst>
              <a:ext uri="{FF2B5EF4-FFF2-40B4-BE49-F238E27FC236}">
                <a16:creationId xmlns:a16="http://schemas.microsoft.com/office/drawing/2014/main" id="{BC85087F-6D11-164D-A484-39FEC80AB1C0}"/>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3EE70046-4AEA-F541-9196-35ADE0BF679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206701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46EAF35A-0F99-834B-AF25-E0E675F9F4F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B97AEAF-0CCE-9142-94FB-A6268EB35742}" type="slidenum">
              <a:rPr lang="en-US" altLang="zh-CN" sz="1200" smtClean="0">
                <a:latin typeface="Arial" panose="020B0604020202020204" pitchFamily="34" charset="0"/>
              </a:rPr>
              <a:pPr/>
              <a:t>3</a:t>
            </a:fld>
            <a:endParaRPr lang="en-US" altLang="zh-CN" sz="1200">
              <a:latin typeface="Arial" panose="020B0604020202020204" pitchFamily="34" charset="0"/>
            </a:endParaRPr>
          </a:p>
        </p:txBody>
      </p:sp>
      <p:sp>
        <p:nvSpPr>
          <p:cNvPr id="20482" name="Rectangle 2">
            <a:extLst>
              <a:ext uri="{FF2B5EF4-FFF2-40B4-BE49-F238E27FC236}">
                <a16:creationId xmlns:a16="http://schemas.microsoft.com/office/drawing/2014/main" id="{4428CBBC-A1E0-8C4B-8A6B-F06A48F0D596}"/>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id="{973A8187-F01A-C64A-BAAB-58F7E5E3E2A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871712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BC59F3F5-1F91-2948-A51C-159FEE9D0CB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BC58D33-927B-4C46-A4B8-B6CCE3AED5DA}" type="slidenum">
              <a:rPr lang="en-US" altLang="zh-CN" sz="1200" smtClean="0">
                <a:latin typeface="Arial" panose="020B0604020202020204" pitchFamily="34" charset="0"/>
              </a:rPr>
              <a:pPr/>
              <a:t>4</a:t>
            </a:fld>
            <a:endParaRPr lang="en-US" altLang="zh-CN" sz="1200">
              <a:latin typeface="Arial" panose="020B0604020202020204" pitchFamily="34" charset="0"/>
            </a:endParaRPr>
          </a:p>
        </p:txBody>
      </p:sp>
      <p:sp>
        <p:nvSpPr>
          <p:cNvPr id="22530" name="Rectangle 2">
            <a:extLst>
              <a:ext uri="{FF2B5EF4-FFF2-40B4-BE49-F238E27FC236}">
                <a16:creationId xmlns:a16="http://schemas.microsoft.com/office/drawing/2014/main" id="{800DC974-23EC-2247-82F2-7ECEA85378AC}"/>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C6617FE4-F252-9446-8A75-6CFB8343945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70092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D7E53BBF-F59B-A24A-8BEA-51DE771B8D2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58CB8883-167F-9741-96E8-DC7B42A2E03E}" type="slidenum">
              <a:rPr lang="en-US" altLang="zh-CN" sz="1200" smtClean="0">
                <a:latin typeface="Arial" panose="020B0604020202020204" pitchFamily="34" charset="0"/>
              </a:rPr>
              <a:pPr/>
              <a:t>5</a:t>
            </a:fld>
            <a:endParaRPr lang="en-US" altLang="zh-CN" sz="1200">
              <a:latin typeface="Arial" panose="020B0604020202020204" pitchFamily="34" charset="0"/>
            </a:endParaRPr>
          </a:p>
        </p:txBody>
      </p:sp>
      <p:sp>
        <p:nvSpPr>
          <p:cNvPr id="24578" name="Rectangle 2">
            <a:extLst>
              <a:ext uri="{FF2B5EF4-FFF2-40B4-BE49-F238E27FC236}">
                <a16:creationId xmlns:a16="http://schemas.microsoft.com/office/drawing/2014/main" id="{38D1E46E-C07E-0343-9A56-4A3B129046C9}"/>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074E87F3-D229-B748-8410-EE808004667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2240789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FB3A31D0-65BA-BA4F-9540-9E47C96E033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54CCD64-356C-7448-B716-D7408C8C2939}" type="slidenum">
              <a:rPr lang="en-US" altLang="zh-CN" sz="1200" smtClean="0">
                <a:latin typeface="Arial" panose="020B0604020202020204" pitchFamily="34" charset="0"/>
              </a:rPr>
              <a:pPr/>
              <a:t>6</a:t>
            </a:fld>
            <a:endParaRPr lang="en-US" altLang="zh-CN" sz="1200">
              <a:latin typeface="Arial" panose="020B0604020202020204" pitchFamily="34" charset="0"/>
            </a:endParaRPr>
          </a:p>
        </p:txBody>
      </p:sp>
      <p:sp>
        <p:nvSpPr>
          <p:cNvPr id="26626" name="Rectangle 2">
            <a:extLst>
              <a:ext uri="{FF2B5EF4-FFF2-40B4-BE49-F238E27FC236}">
                <a16:creationId xmlns:a16="http://schemas.microsoft.com/office/drawing/2014/main" id="{8339FBCF-4903-704B-8055-7AAF17F56160}"/>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751A99E5-A5F9-334A-B7AF-C0D9DF9F318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516932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275FE772-1BF0-BD4D-A88F-743BF6F34D5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79510DE-236A-B141-BAC2-F81CABE11144}" type="slidenum">
              <a:rPr lang="en-US" altLang="zh-CN" sz="1200" smtClean="0">
                <a:latin typeface="Arial" panose="020B0604020202020204" pitchFamily="34" charset="0"/>
              </a:rPr>
              <a:pPr/>
              <a:t>7</a:t>
            </a:fld>
            <a:endParaRPr lang="en-US" altLang="zh-CN" sz="1200">
              <a:latin typeface="Arial" panose="020B0604020202020204" pitchFamily="34" charset="0"/>
            </a:endParaRPr>
          </a:p>
        </p:txBody>
      </p:sp>
      <p:sp>
        <p:nvSpPr>
          <p:cNvPr id="28674" name="Rectangle 2">
            <a:extLst>
              <a:ext uri="{FF2B5EF4-FFF2-40B4-BE49-F238E27FC236}">
                <a16:creationId xmlns:a16="http://schemas.microsoft.com/office/drawing/2014/main" id="{E8873348-789C-6047-A58E-C6E8A3742C0E}"/>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E800DBA0-D582-074E-96D1-FD74CDF25E2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0441696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95AFB70D-F39C-3E42-9DFD-230B9DB145F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153D040-ADBE-9342-ACFF-1D229B4E50ED}" type="slidenum">
              <a:rPr lang="en-US" altLang="zh-CN" sz="1200" smtClean="0">
                <a:latin typeface="Arial" panose="020B0604020202020204" pitchFamily="34" charset="0"/>
              </a:rPr>
              <a:pPr/>
              <a:t>8</a:t>
            </a:fld>
            <a:endParaRPr lang="en-US" altLang="zh-CN" sz="1200">
              <a:latin typeface="Arial" panose="020B0604020202020204" pitchFamily="34" charset="0"/>
            </a:endParaRPr>
          </a:p>
        </p:txBody>
      </p:sp>
      <p:sp>
        <p:nvSpPr>
          <p:cNvPr id="30722" name="Rectangle 2">
            <a:extLst>
              <a:ext uri="{FF2B5EF4-FFF2-40B4-BE49-F238E27FC236}">
                <a16:creationId xmlns:a16="http://schemas.microsoft.com/office/drawing/2014/main" id="{D8494C49-8037-2941-B123-84D294613FA6}"/>
              </a:ext>
            </a:extLst>
          </p:cNvPr>
          <p:cNvSpPr>
            <a:spLocks noGrp="1" noRot="1" noChangeAspect="1" noChangeArrowheads="1" noTextEdit="1"/>
          </p:cNvSpPr>
          <p:nvPr>
            <p:ph type="sldImg"/>
          </p:nvPr>
        </p:nvSpPr>
        <p:spPr>
          <a:ln/>
        </p:spPr>
      </p:sp>
      <p:sp>
        <p:nvSpPr>
          <p:cNvPr id="30723" name="Rectangle 3">
            <a:extLst>
              <a:ext uri="{FF2B5EF4-FFF2-40B4-BE49-F238E27FC236}">
                <a16:creationId xmlns:a16="http://schemas.microsoft.com/office/drawing/2014/main" id="{B218F636-68EE-E540-8123-234B237DD12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8311249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C6BB4688-E5A7-6A40-A64C-B85A2E328DE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8EAC80C-8BF3-8E44-AFE0-766A14511D9B}" type="slidenum">
              <a:rPr lang="en-US" altLang="zh-CN" sz="1200" smtClean="0">
                <a:latin typeface="Arial" panose="020B0604020202020204" pitchFamily="34" charset="0"/>
              </a:rPr>
              <a:pPr/>
              <a:t>9</a:t>
            </a:fld>
            <a:endParaRPr lang="en-US" altLang="zh-CN" sz="1200">
              <a:latin typeface="Arial" panose="020B0604020202020204" pitchFamily="34" charset="0"/>
            </a:endParaRPr>
          </a:p>
        </p:txBody>
      </p:sp>
      <p:sp>
        <p:nvSpPr>
          <p:cNvPr id="32770" name="Rectangle 2">
            <a:extLst>
              <a:ext uri="{FF2B5EF4-FFF2-40B4-BE49-F238E27FC236}">
                <a16:creationId xmlns:a16="http://schemas.microsoft.com/office/drawing/2014/main" id="{546DD75E-A578-DB46-9E85-C5D292805A06}"/>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69089CF8-517D-2145-AFC5-5BEC1A2EC6B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6439036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84AFCBC2-76EF-574B-95EC-3EE40F8FF1A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20FB1E5-E692-B846-8C11-D53706D4C749}" type="slidenum">
              <a:rPr lang="en-US" altLang="zh-CN" sz="1200" smtClean="0">
                <a:latin typeface="Arial" panose="020B0604020202020204" pitchFamily="34" charset="0"/>
              </a:rPr>
              <a:pPr/>
              <a:t>10</a:t>
            </a:fld>
            <a:endParaRPr lang="en-US" altLang="zh-CN" sz="1200">
              <a:latin typeface="Arial" panose="020B0604020202020204" pitchFamily="34" charset="0"/>
            </a:endParaRPr>
          </a:p>
        </p:txBody>
      </p:sp>
      <p:sp>
        <p:nvSpPr>
          <p:cNvPr id="34818" name="Rectangle 2">
            <a:extLst>
              <a:ext uri="{FF2B5EF4-FFF2-40B4-BE49-F238E27FC236}">
                <a16:creationId xmlns:a16="http://schemas.microsoft.com/office/drawing/2014/main" id="{E07CB5DA-237E-5D4D-88C8-1B82F0E52838}"/>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3C0187EB-4665-1043-BDB0-EFC711CEE3C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5223257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6EE83D71-CF78-644C-91D0-8648BA7ED81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8EB9450-3CB6-B94E-B604-6ACE643A13EA}" type="slidenum">
              <a:rPr lang="en-US" altLang="zh-CN" sz="1200" smtClean="0">
                <a:latin typeface="Arial" panose="020B0604020202020204" pitchFamily="34" charset="0"/>
              </a:rPr>
              <a:pPr/>
              <a:t>11</a:t>
            </a:fld>
            <a:endParaRPr lang="en-US" altLang="zh-CN" sz="1200">
              <a:latin typeface="Arial" panose="020B0604020202020204" pitchFamily="34" charset="0"/>
            </a:endParaRPr>
          </a:p>
        </p:txBody>
      </p:sp>
      <p:sp>
        <p:nvSpPr>
          <p:cNvPr id="36866" name="Rectangle 2">
            <a:extLst>
              <a:ext uri="{FF2B5EF4-FFF2-40B4-BE49-F238E27FC236}">
                <a16:creationId xmlns:a16="http://schemas.microsoft.com/office/drawing/2014/main" id="{4504901E-F69D-DF4B-918D-8CCB4FA11289}"/>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0E94C051-BEB2-B441-B119-44244CA0D4B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678254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49C5C3C5-5D7B-6148-B42E-196C65199EA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344FBC3-477E-5E4F-A681-628FD8FDA54C}" type="slidenum">
              <a:rPr lang="en-US" altLang="zh-CN" sz="1200" smtClean="0">
                <a:latin typeface="Arial" panose="020B0604020202020204" pitchFamily="34" charset="0"/>
              </a:rPr>
              <a:pPr/>
              <a:t>12</a:t>
            </a:fld>
            <a:endParaRPr lang="en-US" altLang="zh-CN" sz="1200">
              <a:latin typeface="Arial" panose="020B0604020202020204" pitchFamily="34" charset="0"/>
            </a:endParaRPr>
          </a:p>
        </p:txBody>
      </p:sp>
      <p:sp>
        <p:nvSpPr>
          <p:cNvPr id="38914" name="Rectangle 2">
            <a:extLst>
              <a:ext uri="{FF2B5EF4-FFF2-40B4-BE49-F238E27FC236}">
                <a16:creationId xmlns:a16="http://schemas.microsoft.com/office/drawing/2014/main" id="{917E685D-59F7-2340-BB21-72475A0D5273}"/>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F6BC6A54-DF87-1246-86A7-2E353E2DB35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97169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FF54CF82-19E9-AA41-8555-E8B3BA98A75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FD222B6-B352-5A40-B198-6E75CE8F2EED}" type="slidenum">
              <a:rPr lang="en-US" altLang="zh-CN" sz="1200" smtClean="0">
                <a:latin typeface="Arial" panose="020B0604020202020204" pitchFamily="34" charset="0"/>
              </a:rPr>
              <a:pPr/>
              <a:t>13</a:t>
            </a:fld>
            <a:endParaRPr lang="en-US" altLang="zh-CN" sz="1200">
              <a:latin typeface="Arial" panose="020B0604020202020204" pitchFamily="34" charset="0"/>
            </a:endParaRPr>
          </a:p>
        </p:txBody>
      </p:sp>
      <p:sp>
        <p:nvSpPr>
          <p:cNvPr id="40962" name="Rectangle 2">
            <a:extLst>
              <a:ext uri="{FF2B5EF4-FFF2-40B4-BE49-F238E27FC236}">
                <a16:creationId xmlns:a16="http://schemas.microsoft.com/office/drawing/2014/main" id="{80447028-912F-794A-9E7E-1D98ABFA7579}"/>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7913C5E6-F16C-6B4F-92FF-D5C282C39C5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773499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A6345FF5-21E8-5F47-ABF1-12D458B58EB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74FBBA3-A786-4145-9DF8-A0C26578500C}" type="slidenum">
              <a:rPr lang="en-US" altLang="zh-CN" sz="1200" smtClean="0">
                <a:latin typeface="Arial" panose="020B0604020202020204" pitchFamily="34" charset="0"/>
              </a:rPr>
              <a:pPr/>
              <a:t>14</a:t>
            </a:fld>
            <a:endParaRPr lang="en-US" altLang="zh-CN" sz="1200">
              <a:latin typeface="Arial" panose="020B0604020202020204" pitchFamily="34" charset="0"/>
            </a:endParaRPr>
          </a:p>
        </p:txBody>
      </p:sp>
      <p:sp>
        <p:nvSpPr>
          <p:cNvPr id="43010" name="Rectangle 2">
            <a:extLst>
              <a:ext uri="{FF2B5EF4-FFF2-40B4-BE49-F238E27FC236}">
                <a16:creationId xmlns:a16="http://schemas.microsoft.com/office/drawing/2014/main" id="{DCE84CFE-926B-104F-8C09-D111458222FE}"/>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2E5C59A3-F03B-F640-94AC-75DA167D1A9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9258624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12364B22-51D1-6D44-89D3-E11CF45FA3D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F07F68A-F703-5A4C-A939-6243E8D23AB8}" type="slidenum">
              <a:rPr lang="en-US" altLang="zh-CN" sz="1200" smtClean="0">
                <a:latin typeface="Arial" panose="020B0604020202020204" pitchFamily="34" charset="0"/>
              </a:rPr>
              <a:pPr/>
              <a:t>15</a:t>
            </a:fld>
            <a:endParaRPr lang="en-US" altLang="zh-CN" sz="1200">
              <a:latin typeface="Arial" panose="020B0604020202020204" pitchFamily="34" charset="0"/>
            </a:endParaRPr>
          </a:p>
        </p:txBody>
      </p:sp>
      <p:sp>
        <p:nvSpPr>
          <p:cNvPr id="45058" name="Rectangle 2">
            <a:extLst>
              <a:ext uri="{FF2B5EF4-FFF2-40B4-BE49-F238E27FC236}">
                <a16:creationId xmlns:a16="http://schemas.microsoft.com/office/drawing/2014/main" id="{FC826051-B5EF-4948-A5D9-6104CAB2BA8D}"/>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3FEDBBAA-AB67-424B-BDED-478C1AB77B0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5381792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B2E84B1E-A477-EB46-AF5C-88D888C9BEC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E219CE0-E72A-6643-A0D1-1FF4398DE950}" type="slidenum">
              <a:rPr lang="en-US" altLang="zh-CN" sz="1200" smtClean="0">
                <a:latin typeface="Arial" panose="020B0604020202020204" pitchFamily="34" charset="0"/>
              </a:rPr>
              <a:pPr/>
              <a:t>16</a:t>
            </a:fld>
            <a:endParaRPr lang="en-US" altLang="zh-CN" sz="1200">
              <a:latin typeface="Arial" panose="020B0604020202020204" pitchFamily="34" charset="0"/>
            </a:endParaRPr>
          </a:p>
        </p:txBody>
      </p:sp>
      <p:sp>
        <p:nvSpPr>
          <p:cNvPr id="47106" name="Rectangle 2">
            <a:extLst>
              <a:ext uri="{FF2B5EF4-FFF2-40B4-BE49-F238E27FC236}">
                <a16:creationId xmlns:a16="http://schemas.microsoft.com/office/drawing/2014/main" id="{9AFBD7AA-41E8-8844-A896-BC550B1E40BC}"/>
              </a:ext>
            </a:extLst>
          </p:cNvPr>
          <p:cNvSpPr>
            <a:spLocks noGrp="1" noRot="1" noChangeAspect="1" noChangeArrowheads="1" noTextEdit="1"/>
          </p:cNvSpPr>
          <p:nvPr>
            <p:ph type="sldImg"/>
          </p:nvPr>
        </p:nvSpPr>
        <p:spPr>
          <a:xfrm>
            <a:off x="139700" y="768350"/>
            <a:ext cx="6819900" cy="3836988"/>
          </a:xfrm>
          <a:ln/>
        </p:spPr>
      </p:sp>
      <p:sp>
        <p:nvSpPr>
          <p:cNvPr id="47107" name="Rectangle 3">
            <a:extLst>
              <a:ext uri="{FF2B5EF4-FFF2-40B4-BE49-F238E27FC236}">
                <a16:creationId xmlns:a16="http://schemas.microsoft.com/office/drawing/2014/main" id="{29556C91-AF27-FF42-A1CE-712436911B6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044274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6AA2E80D-BF41-4E4F-BFB4-45EB6163F36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BE9145B-D921-2D49-8050-A1F754CBBD9C}" type="slidenum">
              <a:rPr lang="en-US" altLang="zh-CN" sz="1200" smtClean="0">
                <a:latin typeface="Arial" panose="020B0604020202020204" pitchFamily="34" charset="0"/>
              </a:rPr>
              <a:pPr/>
              <a:t>17</a:t>
            </a:fld>
            <a:endParaRPr lang="en-US" altLang="zh-CN" sz="1200">
              <a:latin typeface="Arial" panose="020B0604020202020204" pitchFamily="34" charset="0"/>
            </a:endParaRPr>
          </a:p>
        </p:txBody>
      </p:sp>
      <p:sp>
        <p:nvSpPr>
          <p:cNvPr id="49154" name="Rectangle 2">
            <a:extLst>
              <a:ext uri="{FF2B5EF4-FFF2-40B4-BE49-F238E27FC236}">
                <a16:creationId xmlns:a16="http://schemas.microsoft.com/office/drawing/2014/main" id="{3399E121-6785-F14F-A930-95FAD96966D7}"/>
              </a:ext>
            </a:extLst>
          </p:cNvPr>
          <p:cNvSpPr>
            <a:spLocks noGrp="1" noRot="1" noChangeAspect="1" noChangeArrowheads="1" noTextEdit="1"/>
          </p:cNvSpPr>
          <p:nvPr>
            <p:ph type="sldImg"/>
          </p:nvPr>
        </p:nvSpPr>
        <p:spPr>
          <a:xfrm>
            <a:off x="139700" y="768350"/>
            <a:ext cx="6819900" cy="3836988"/>
          </a:xfrm>
          <a:ln/>
        </p:spPr>
      </p:sp>
      <p:sp>
        <p:nvSpPr>
          <p:cNvPr id="49155" name="Rectangle 3">
            <a:extLst>
              <a:ext uri="{FF2B5EF4-FFF2-40B4-BE49-F238E27FC236}">
                <a16:creationId xmlns:a16="http://schemas.microsoft.com/office/drawing/2014/main" id="{DCB251F3-85E3-8241-A62C-9FB92B62E80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793930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1F190361-4BC4-8441-AE22-29CA04A687B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7FF1E40-3537-534F-9E51-869AB6D999E5}" type="slidenum">
              <a:rPr lang="en-US" altLang="zh-CN" sz="1200" smtClean="0">
                <a:latin typeface="Arial" panose="020B0604020202020204" pitchFamily="34" charset="0"/>
              </a:rPr>
              <a:pPr/>
              <a:t>18</a:t>
            </a:fld>
            <a:endParaRPr lang="en-US" altLang="zh-CN" sz="1200">
              <a:latin typeface="Arial" panose="020B0604020202020204" pitchFamily="34" charset="0"/>
            </a:endParaRPr>
          </a:p>
        </p:txBody>
      </p:sp>
      <p:sp>
        <p:nvSpPr>
          <p:cNvPr id="51202" name="Rectangle 2">
            <a:extLst>
              <a:ext uri="{FF2B5EF4-FFF2-40B4-BE49-F238E27FC236}">
                <a16:creationId xmlns:a16="http://schemas.microsoft.com/office/drawing/2014/main" id="{490E28F7-1AFD-704A-8BF3-5525F539194F}"/>
              </a:ext>
            </a:extLst>
          </p:cNvPr>
          <p:cNvSpPr>
            <a:spLocks noGrp="1" noRot="1" noChangeAspect="1" noChangeArrowheads="1" noTextEdit="1"/>
          </p:cNvSpPr>
          <p:nvPr>
            <p:ph type="sldImg"/>
          </p:nvPr>
        </p:nvSpPr>
        <p:spPr>
          <a:xfrm>
            <a:off x="139700" y="768350"/>
            <a:ext cx="6819900" cy="3836988"/>
          </a:xfrm>
          <a:ln/>
        </p:spPr>
      </p:sp>
      <p:sp>
        <p:nvSpPr>
          <p:cNvPr id="51203" name="Rectangle 3">
            <a:extLst>
              <a:ext uri="{FF2B5EF4-FFF2-40B4-BE49-F238E27FC236}">
                <a16:creationId xmlns:a16="http://schemas.microsoft.com/office/drawing/2014/main" id="{FA5AE39A-102C-5C40-9928-FB956B0ED5C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ea typeface="宋体" panose="02010600030101010101" pitchFamily="2" charset="-122"/>
              </a:rPr>
              <a:t>给出任意两个码字，如</a:t>
            </a:r>
            <a:r>
              <a:rPr lang="en-US" altLang="zh-CN">
                <a:latin typeface="Arial" panose="020B0604020202020204" pitchFamily="34" charset="0"/>
                <a:ea typeface="宋体" panose="02010600030101010101" pitchFamily="2" charset="-122"/>
              </a:rPr>
              <a:t>10001001</a:t>
            </a:r>
            <a:r>
              <a:rPr lang="zh-CN" altLang="en-US">
                <a:latin typeface="Arial" panose="020B0604020202020204" pitchFamily="34" charset="0"/>
                <a:ea typeface="宋体" panose="02010600030101010101" pitchFamily="2" charset="-122"/>
              </a:rPr>
              <a:t>和</a:t>
            </a:r>
            <a:r>
              <a:rPr lang="en-US" altLang="zh-CN">
                <a:latin typeface="Arial" panose="020B0604020202020204" pitchFamily="34" charset="0"/>
                <a:ea typeface="宋体" panose="02010600030101010101" pitchFamily="2" charset="-122"/>
              </a:rPr>
              <a:t>10110001</a:t>
            </a:r>
            <a:r>
              <a:rPr lang="zh-CN" altLang="en-US">
                <a:latin typeface="Arial" panose="020B0604020202020204" pitchFamily="34" charset="0"/>
                <a:ea typeface="宋体" panose="02010600030101010101" pitchFamily="2" charset="-122"/>
              </a:rPr>
              <a:t>，可以确定它们有多少个对应位不同。在此例中有</a:t>
            </a:r>
            <a:r>
              <a:rPr lang="en-US" altLang="zh-CN">
                <a:latin typeface="Arial" panose="020B0604020202020204" pitchFamily="34" charset="0"/>
                <a:ea typeface="宋体" panose="02010600030101010101" pitchFamily="2" charset="-122"/>
              </a:rPr>
              <a:t>3</a:t>
            </a:r>
            <a:r>
              <a:rPr lang="zh-CN" altLang="en-US">
                <a:latin typeface="Arial" panose="020B0604020202020204" pitchFamily="34" charset="0"/>
                <a:ea typeface="宋体" panose="02010600030101010101" pitchFamily="2" charset="-122"/>
              </a:rPr>
              <a:t>位不同。为了确定有多少位不同，只须对两个码字做异或运算，然后计算结果中</a:t>
            </a:r>
            <a:r>
              <a:rPr lang="en-US" altLang="zh-CN">
                <a:latin typeface="Arial" panose="020B0604020202020204" pitchFamily="34" charset="0"/>
                <a:ea typeface="宋体" panose="02010600030101010101" pitchFamily="2" charset="-122"/>
              </a:rPr>
              <a:t>1</a:t>
            </a:r>
            <a:r>
              <a:rPr lang="zh-CN" altLang="en-US">
                <a:latin typeface="Arial" panose="020B0604020202020204" pitchFamily="34" charset="0"/>
                <a:ea typeface="宋体" panose="02010600030101010101" pitchFamily="2" charset="-122"/>
              </a:rPr>
              <a:t>的个数。两个码字中不同位的个数，称为海明距离</a:t>
            </a:r>
            <a:r>
              <a:rPr lang="en-US" altLang="zh-CN">
                <a:latin typeface="Arial" panose="020B0604020202020204" pitchFamily="34" charset="0"/>
                <a:ea typeface="宋体" panose="02010600030101010101" pitchFamily="2" charset="-122"/>
              </a:rPr>
              <a:t>(Hamming Distance)</a:t>
            </a:r>
            <a:r>
              <a:rPr lang="zh-CN" altLang="en-US">
                <a:latin typeface="Arial" panose="020B0604020202020204" pitchFamily="34" charset="0"/>
                <a:ea typeface="宋体" panose="02010600030101010101" pitchFamily="2" charset="-122"/>
              </a:rPr>
              <a:t>。其重要性在于，假如两个码字具有海明距离</a:t>
            </a:r>
            <a:r>
              <a:rPr lang="en-US" altLang="zh-CN">
                <a:latin typeface="Arial" panose="020B0604020202020204" pitchFamily="34" charset="0"/>
                <a:ea typeface="宋体" panose="02010600030101010101" pitchFamily="2" charset="-122"/>
              </a:rPr>
              <a:t>d</a:t>
            </a:r>
            <a:r>
              <a:rPr lang="zh-CN" altLang="en-US">
                <a:latin typeface="Arial" panose="020B0604020202020204" pitchFamily="34" charset="0"/>
                <a:ea typeface="宋体" panose="02010600030101010101" pitchFamily="2" charset="-122"/>
              </a:rPr>
              <a:t>，则需要</a:t>
            </a:r>
            <a:r>
              <a:rPr lang="en-US" altLang="zh-CN">
                <a:latin typeface="Arial" panose="020B0604020202020204" pitchFamily="34" charset="0"/>
                <a:ea typeface="宋体" panose="02010600030101010101" pitchFamily="2" charset="-122"/>
              </a:rPr>
              <a:t>d</a:t>
            </a:r>
            <a:r>
              <a:rPr lang="zh-CN" altLang="en-US">
                <a:latin typeface="Arial" panose="020B0604020202020204" pitchFamily="34" charset="0"/>
                <a:ea typeface="宋体" panose="02010600030101010101" pitchFamily="2" charset="-122"/>
              </a:rPr>
              <a:t>个位差错才能将其中一个码字转换成另一个。</a:t>
            </a:r>
          </a:p>
          <a:p>
            <a:pPr eaLnBrk="1" hangingPunct="1"/>
            <a:r>
              <a:rPr lang="zh-CN" altLang="en-US">
                <a:latin typeface="Arial" panose="020B0604020202020204" pitchFamily="34" charset="0"/>
                <a:ea typeface="宋体" panose="02010600030101010101" pitchFamily="2" charset="-122"/>
              </a:rPr>
              <a:t>一种编码的校验和纠错能力取决于它的海明距离。为检测出</a:t>
            </a:r>
            <a:r>
              <a:rPr lang="en-US" altLang="zh-CN">
                <a:latin typeface="Arial" panose="020B0604020202020204" pitchFamily="34" charset="0"/>
                <a:ea typeface="宋体" panose="02010600030101010101" pitchFamily="2" charset="-122"/>
              </a:rPr>
              <a:t>d</a:t>
            </a:r>
            <a:r>
              <a:rPr lang="zh-CN" altLang="en-US">
                <a:latin typeface="Arial" panose="020B0604020202020204" pitchFamily="34" charset="0"/>
                <a:ea typeface="宋体" panose="02010600030101010101" pitchFamily="2" charset="-122"/>
              </a:rPr>
              <a:t>比特错，需要使用</a:t>
            </a:r>
            <a:r>
              <a:rPr lang="en-US" altLang="zh-CN">
                <a:latin typeface="Arial" panose="020B0604020202020204" pitchFamily="34" charset="0"/>
                <a:ea typeface="宋体" panose="02010600030101010101" pitchFamily="2" charset="-122"/>
              </a:rPr>
              <a:t>d+1</a:t>
            </a:r>
            <a:r>
              <a:rPr lang="zh-CN" altLang="en-US">
                <a:latin typeface="Arial" panose="020B0604020202020204" pitchFamily="34" charset="0"/>
                <a:ea typeface="宋体" panose="02010600030101010101" pitchFamily="2" charset="-122"/>
              </a:rPr>
              <a:t>的编码；因为</a:t>
            </a:r>
            <a:r>
              <a:rPr lang="en-US" altLang="zh-CN">
                <a:latin typeface="Arial" panose="020B0604020202020204" pitchFamily="34" charset="0"/>
                <a:ea typeface="宋体" panose="02010600030101010101" pitchFamily="2" charset="-122"/>
              </a:rPr>
              <a:t>d</a:t>
            </a:r>
            <a:r>
              <a:rPr lang="zh-CN" altLang="en-US">
                <a:latin typeface="Arial" panose="020B0604020202020204" pitchFamily="34" charset="0"/>
                <a:ea typeface="宋体" panose="02010600030101010101" pitchFamily="2" charset="-122"/>
              </a:rPr>
              <a:t>个单比特错决不可能将一个有效的码字转变成另一个有效的码字。当接收方看到无效的码字，它纠能明白发生传输错误。</a:t>
            </a:r>
          </a:p>
          <a:p>
            <a:pPr eaLnBrk="1" hangingPunct="1"/>
            <a:r>
              <a:rPr lang="zh-CN" altLang="en-US">
                <a:latin typeface="Arial" panose="020B0604020202020204" pitchFamily="34" charset="0"/>
                <a:ea typeface="宋体" panose="02010600030101010101" pitchFamily="2" charset="-122"/>
              </a:rPr>
              <a:t>例如：数据后加奇偶校验位，编码后的海明距离为</a:t>
            </a:r>
            <a:r>
              <a:rPr lang="en-US" altLang="zh-CN">
                <a:latin typeface="Arial" panose="020B0604020202020204" pitchFamily="34" charset="0"/>
                <a:ea typeface="宋体" panose="02010600030101010101" pitchFamily="2" charset="-122"/>
              </a:rPr>
              <a:t>2</a:t>
            </a:r>
            <a:r>
              <a:rPr lang="zh-CN" altLang="en-US">
                <a:latin typeface="Arial" panose="020B0604020202020204" pitchFamily="34" charset="0"/>
                <a:ea typeface="宋体" panose="02010600030101010101" pitchFamily="2" charset="-122"/>
              </a:rPr>
              <a:t>，能检测</a:t>
            </a:r>
            <a:r>
              <a:rPr lang="en-US" altLang="zh-CN">
                <a:latin typeface="Arial" panose="020B0604020202020204" pitchFamily="34" charset="0"/>
                <a:ea typeface="宋体" panose="02010600030101010101" pitchFamily="2" charset="-122"/>
              </a:rPr>
              <a:t>1</a:t>
            </a:r>
            <a:r>
              <a:rPr lang="zh-CN" altLang="en-US">
                <a:latin typeface="Arial" panose="020B0604020202020204" pitchFamily="34" charset="0"/>
                <a:ea typeface="宋体" panose="02010600030101010101" pitchFamily="2" charset="-122"/>
              </a:rPr>
              <a:t>比特错。 </a:t>
            </a:r>
            <a:br>
              <a:rPr lang="zh-CN" altLang="en-US">
                <a:latin typeface="Arial" panose="020B0604020202020204" pitchFamily="34" charset="0"/>
                <a:ea typeface="宋体" panose="02010600030101010101" pitchFamily="2" charset="-122"/>
              </a:rPr>
            </a:br>
            <a:r>
              <a:rPr lang="zh-CN" altLang="en-US">
                <a:latin typeface="Arial" panose="020B0604020202020204" pitchFamily="34" charset="0"/>
                <a:ea typeface="宋体" panose="02010600030101010101" pitchFamily="2" charset="-122"/>
              </a:rPr>
              <a:t>即比如：</a:t>
            </a:r>
            <a:r>
              <a:rPr lang="en-US" altLang="zh-CN">
                <a:latin typeface="Arial" panose="020B0604020202020204" pitchFamily="34" charset="0"/>
                <a:ea typeface="宋体" panose="02010600030101010101" pitchFamily="2" charset="-122"/>
              </a:rPr>
              <a:t>000 0</a:t>
            </a:r>
            <a:r>
              <a:rPr lang="zh-CN" altLang="en-US">
                <a:latin typeface="Arial" panose="020B0604020202020204" pitchFamily="34" charset="0"/>
                <a:ea typeface="宋体" panose="02010600030101010101" pitchFamily="2" charset="-122"/>
              </a:rPr>
              <a:t>（前三个数据位，后一个是冗余的奇偶校验位） </a:t>
            </a:r>
            <a:br>
              <a:rPr lang="zh-CN" altLang="en-US">
                <a:latin typeface="Arial" panose="020B0604020202020204" pitchFamily="34" charset="0"/>
                <a:ea typeface="宋体" panose="02010600030101010101" pitchFamily="2" charset="-122"/>
              </a:rPr>
            </a:br>
            <a:r>
              <a:rPr lang="en-US" altLang="zh-CN">
                <a:latin typeface="Arial" panose="020B0604020202020204" pitchFamily="34" charset="0"/>
                <a:ea typeface="宋体" panose="02010600030101010101" pitchFamily="2" charset="-122"/>
              </a:rPr>
              <a:t>001 1 </a:t>
            </a:r>
            <a:br>
              <a:rPr lang="en-US" altLang="zh-CN">
                <a:latin typeface="Arial" panose="020B0604020202020204" pitchFamily="34" charset="0"/>
                <a:ea typeface="宋体" panose="02010600030101010101" pitchFamily="2" charset="-122"/>
              </a:rPr>
            </a:br>
            <a:r>
              <a:rPr lang="en-US" altLang="zh-CN">
                <a:latin typeface="Arial" panose="020B0604020202020204" pitchFamily="34" charset="0"/>
                <a:ea typeface="宋体" panose="02010600030101010101" pitchFamily="2" charset="-122"/>
              </a:rPr>
              <a:t>010 1 </a:t>
            </a:r>
            <a:br>
              <a:rPr lang="en-US" altLang="zh-CN">
                <a:latin typeface="Arial" panose="020B0604020202020204" pitchFamily="34" charset="0"/>
                <a:ea typeface="宋体" panose="02010600030101010101" pitchFamily="2" charset="-122"/>
              </a:rPr>
            </a:br>
            <a:r>
              <a:rPr lang="en-US" altLang="zh-CN">
                <a:latin typeface="Arial" panose="020B0604020202020204" pitchFamily="34" charset="0"/>
                <a:ea typeface="宋体" panose="02010600030101010101" pitchFamily="2" charset="-122"/>
              </a:rPr>
              <a:t>100 1 </a:t>
            </a:r>
            <a:br>
              <a:rPr lang="en-US" altLang="zh-CN">
                <a:latin typeface="Arial" panose="020B0604020202020204" pitchFamily="34" charset="0"/>
                <a:ea typeface="宋体" panose="02010600030101010101" pitchFamily="2" charset="-122"/>
              </a:rPr>
            </a:br>
            <a:r>
              <a:rPr lang="en-US" altLang="zh-CN">
                <a:latin typeface="Arial" panose="020B0604020202020204" pitchFamily="34" charset="0"/>
                <a:ea typeface="宋体" panose="02010600030101010101" pitchFamily="2" charset="-122"/>
              </a:rPr>
              <a:t>011 0 </a:t>
            </a:r>
            <a:br>
              <a:rPr lang="en-US" altLang="zh-CN">
                <a:latin typeface="Arial" panose="020B0604020202020204" pitchFamily="34" charset="0"/>
                <a:ea typeface="宋体" panose="02010600030101010101" pitchFamily="2" charset="-122"/>
              </a:rPr>
            </a:br>
            <a:r>
              <a:rPr lang="zh-CN" altLang="en-US">
                <a:latin typeface="Arial" panose="020B0604020202020204" pitchFamily="34" charset="0"/>
                <a:ea typeface="宋体" panose="02010600030101010101" pitchFamily="2" charset="-122"/>
              </a:rPr>
              <a:t>等等 </a:t>
            </a:r>
            <a:br>
              <a:rPr lang="zh-CN" altLang="en-US">
                <a:latin typeface="Arial" panose="020B0604020202020204" pitchFamily="34" charset="0"/>
                <a:ea typeface="宋体" panose="02010600030101010101" pitchFamily="2" charset="-122"/>
              </a:rPr>
            </a:br>
            <a:r>
              <a:rPr lang="zh-CN" altLang="en-US">
                <a:latin typeface="Arial" panose="020B0604020202020204" pitchFamily="34" charset="0"/>
                <a:ea typeface="宋体" panose="02010600030101010101" pitchFamily="2" charset="-122"/>
              </a:rPr>
              <a:t>共有</a:t>
            </a:r>
            <a:r>
              <a:rPr lang="en-US" altLang="zh-CN">
                <a:latin typeface="Arial" panose="020B0604020202020204" pitchFamily="34" charset="0"/>
                <a:ea typeface="宋体" panose="02010600030101010101" pitchFamily="2" charset="-122"/>
              </a:rPr>
              <a:t>8</a:t>
            </a:r>
            <a:r>
              <a:rPr lang="zh-CN" altLang="en-US">
                <a:latin typeface="Arial" panose="020B0604020202020204" pitchFamily="34" charset="0"/>
                <a:ea typeface="宋体" panose="02010600030101010101" pitchFamily="2" charset="-122"/>
              </a:rPr>
              <a:t>个有效的码字，你会发现两位不同，即海明距离为</a:t>
            </a:r>
            <a:r>
              <a:rPr lang="en-US" altLang="zh-CN">
                <a:latin typeface="Arial" panose="020B0604020202020204" pitchFamily="34" charset="0"/>
                <a:ea typeface="宋体" panose="02010600030101010101" pitchFamily="2" charset="-122"/>
              </a:rPr>
              <a:t>2</a:t>
            </a:r>
            <a:r>
              <a:rPr lang="zh-CN" altLang="en-US">
                <a:latin typeface="Arial" panose="020B0604020202020204" pitchFamily="34" charset="0"/>
                <a:ea typeface="宋体" panose="02010600030101010101" pitchFamily="2" charset="-122"/>
              </a:rPr>
              <a:t>，也就是需要改变两位才能变成另一个有效的码字，而奇偶校验只能检测一位错。校验是花费冗余位的代价来检测更多的位，注意这里是检测而不是纠正，纠正就需要更多的位了，一般是为了纠正</a:t>
            </a:r>
            <a:r>
              <a:rPr lang="en-US" altLang="zh-CN">
                <a:latin typeface="Arial" panose="020B0604020202020204" pitchFamily="34" charset="0"/>
                <a:ea typeface="宋体" panose="02010600030101010101" pitchFamily="2" charset="-122"/>
              </a:rPr>
              <a:t>d</a:t>
            </a:r>
            <a:r>
              <a:rPr lang="zh-CN" altLang="en-US">
                <a:latin typeface="Arial" panose="020B0604020202020204" pitchFamily="34" charset="0"/>
                <a:ea typeface="宋体" panose="02010600030101010101" pitchFamily="2" charset="-122"/>
              </a:rPr>
              <a:t>个比特的错，必须用海明距离为</a:t>
            </a:r>
            <a:r>
              <a:rPr lang="en-US" altLang="zh-CN">
                <a:latin typeface="Arial" panose="020B0604020202020204" pitchFamily="34" charset="0"/>
                <a:ea typeface="宋体" panose="02010600030101010101" pitchFamily="2" charset="-122"/>
              </a:rPr>
              <a:t>2d+1</a:t>
            </a:r>
            <a:r>
              <a:rPr lang="zh-CN" altLang="en-US">
                <a:latin typeface="Arial" panose="020B0604020202020204" pitchFamily="34" charset="0"/>
                <a:ea typeface="宋体" panose="02010600030101010101" pitchFamily="2" charset="-122"/>
              </a:rPr>
              <a:t>的编码。 </a:t>
            </a:r>
            <a:br>
              <a:rPr lang="zh-CN" altLang="en-US">
                <a:latin typeface="Arial" panose="020B0604020202020204" pitchFamily="34" charset="0"/>
                <a:ea typeface="宋体" panose="02010600030101010101" pitchFamily="2" charset="-122"/>
              </a:rPr>
            </a:br>
            <a:r>
              <a:rPr lang="zh-CN" altLang="en-US">
                <a:latin typeface="Arial" panose="020B0604020202020204" pitchFamily="34" charset="0"/>
                <a:ea typeface="宋体" panose="02010600030101010101" pitchFamily="2" charset="-122"/>
              </a:rPr>
              <a:t>同样，为了纠正</a:t>
            </a:r>
            <a:r>
              <a:rPr lang="en-US" altLang="zh-CN">
                <a:latin typeface="Arial" panose="020B0604020202020204" pitchFamily="34" charset="0"/>
                <a:ea typeface="宋体" panose="02010600030101010101" pitchFamily="2" charset="-122"/>
              </a:rPr>
              <a:t>d</a:t>
            </a:r>
            <a:r>
              <a:rPr lang="zh-CN" altLang="en-US">
                <a:latin typeface="Arial" panose="020B0604020202020204" pitchFamily="34" charset="0"/>
                <a:ea typeface="宋体" panose="02010600030101010101" pitchFamily="2" charset="-122"/>
              </a:rPr>
              <a:t>比特错，必须使用距离为</a:t>
            </a:r>
            <a:r>
              <a:rPr lang="en-US" altLang="zh-CN">
                <a:latin typeface="Arial" panose="020B0604020202020204" pitchFamily="34" charset="0"/>
                <a:ea typeface="宋体" panose="02010600030101010101" pitchFamily="2" charset="-122"/>
              </a:rPr>
              <a:t>2d+1</a:t>
            </a:r>
            <a:r>
              <a:rPr lang="zh-CN" altLang="en-US">
                <a:latin typeface="Arial" panose="020B0604020202020204" pitchFamily="34" charset="0"/>
                <a:ea typeface="宋体" panose="02010600030101010101" pitchFamily="2" charset="-122"/>
              </a:rPr>
              <a:t>的编码，这是因为有效码字的距离远到即使发生</a:t>
            </a:r>
            <a:r>
              <a:rPr lang="en-US" altLang="zh-CN">
                <a:latin typeface="Arial" panose="020B0604020202020204" pitchFamily="34" charset="0"/>
                <a:ea typeface="宋体" panose="02010600030101010101" pitchFamily="2" charset="-122"/>
              </a:rPr>
              <a:t>d</a:t>
            </a:r>
            <a:r>
              <a:rPr lang="zh-CN" altLang="en-US">
                <a:latin typeface="Arial" panose="020B0604020202020204" pitchFamily="34" charset="0"/>
                <a:ea typeface="宋体" panose="02010600030101010101" pitchFamily="2" charset="-122"/>
              </a:rPr>
              <a:t>个变化，这个发生了变化的码字仍然比其它码字都接近原始码字。作为纠错码的一个简单例子，考虑如下只有</a:t>
            </a:r>
            <a:r>
              <a:rPr lang="en-US" altLang="zh-CN">
                <a:latin typeface="Arial" panose="020B0604020202020204" pitchFamily="34" charset="0"/>
                <a:ea typeface="宋体" panose="02010600030101010101" pitchFamily="2" charset="-122"/>
              </a:rPr>
              <a:t>4</a:t>
            </a:r>
            <a:r>
              <a:rPr lang="zh-CN" altLang="en-US">
                <a:latin typeface="Arial" panose="020B0604020202020204" pitchFamily="34" charset="0"/>
                <a:ea typeface="宋体" panose="02010600030101010101" pitchFamily="2" charset="-122"/>
              </a:rPr>
              <a:t>个有效码字的代码：</a:t>
            </a:r>
            <a:r>
              <a:rPr lang="en-US" altLang="zh-CN">
                <a:latin typeface="Arial" panose="020B0604020202020204" pitchFamily="34" charset="0"/>
                <a:ea typeface="宋体" panose="02010600030101010101" pitchFamily="2" charset="-122"/>
              </a:rPr>
              <a:t>0000000000</a:t>
            </a:r>
            <a:r>
              <a:rPr lang="zh-CN" altLang="en-US">
                <a:latin typeface="Arial" panose="020B0604020202020204" pitchFamily="34" charset="0"/>
                <a:ea typeface="宋体" panose="02010600030101010101" pitchFamily="2" charset="-122"/>
              </a:rPr>
              <a:t>、</a:t>
            </a:r>
            <a:r>
              <a:rPr lang="en-US" altLang="zh-CN">
                <a:latin typeface="Arial" panose="020B0604020202020204" pitchFamily="34" charset="0"/>
                <a:ea typeface="宋体" panose="02010600030101010101" pitchFamily="2" charset="-122"/>
              </a:rPr>
              <a:t>0000011111</a:t>
            </a:r>
            <a:r>
              <a:rPr lang="zh-CN" altLang="en-US">
                <a:latin typeface="Arial" panose="020B0604020202020204" pitchFamily="34" charset="0"/>
                <a:ea typeface="宋体" panose="02010600030101010101" pitchFamily="2" charset="-122"/>
              </a:rPr>
              <a:t>、</a:t>
            </a:r>
            <a:r>
              <a:rPr lang="en-US" altLang="zh-CN">
                <a:latin typeface="Arial" panose="020B0604020202020204" pitchFamily="34" charset="0"/>
                <a:ea typeface="宋体" panose="02010600030101010101" pitchFamily="2" charset="-122"/>
              </a:rPr>
              <a:t>1111100000</a:t>
            </a:r>
            <a:r>
              <a:rPr lang="zh-CN" altLang="en-US">
                <a:latin typeface="Arial" panose="020B0604020202020204" pitchFamily="34" charset="0"/>
                <a:ea typeface="宋体" panose="02010600030101010101" pitchFamily="2" charset="-122"/>
              </a:rPr>
              <a:t>和</a:t>
            </a:r>
            <a:r>
              <a:rPr lang="en-US" altLang="zh-CN">
                <a:latin typeface="Arial" panose="020B0604020202020204" pitchFamily="34" charset="0"/>
                <a:ea typeface="宋体" panose="02010600030101010101" pitchFamily="2" charset="-122"/>
              </a:rPr>
              <a:t>1111111111</a:t>
            </a:r>
            <a:r>
              <a:rPr lang="zh-CN" altLang="en-US">
                <a:latin typeface="Arial" panose="020B0604020202020204" pitchFamily="34" charset="0"/>
                <a:ea typeface="宋体" panose="02010600030101010101" pitchFamily="2" charset="-122"/>
              </a:rPr>
              <a:t>这种代码的距离为</a:t>
            </a:r>
            <a:r>
              <a:rPr lang="en-US" altLang="zh-CN">
                <a:latin typeface="Arial" panose="020B0604020202020204" pitchFamily="34" charset="0"/>
                <a:ea typeface="宋体" panose="02010600030101010101" pitchFamily="2" charset="-122"/>
              </a:rPr>
              <a:t>5</a:t>
            </a:r>
            <a:r>
              <a:rPr lang="zh-CN" altLang="en-US">
                <a:latin typeface="Arial" panose="020B0604020202020204" pitchFamily="34" charset="0"/>
                <a:ea typeface="宋体" panose="02010600030101010101" pitchFamily="2" charset="-122"/>
              </a:rPr>
              <a:t>，也就是说，它能纠正双比特错。假如码字</a:t>
            </a:r>
            <a:r>
              <a:rPr lang="en-US" altLang="zh-CN">
                <a:latin typeface="Arial" panose="020B0604020202020204" pitchFamily="34" charset="0"/>
                <a:ea typeface="宋体" panose="02010600030101010101" pitchFamily="2" charset="-122"/>
              </a:rPr>
              <a:t>0000000111</a:t>
            </a:r>
            <a:r>
              <a:rPr lang="zh-CN" altLang="en-US">
                <a:latin typeface="Arial" panose="020B0604020202020204" pitchFamily="34" charset="0"/>
                <a:ea typeface="宋体" panose="02010600030101010101" pitchFamily="2" charset="-122"/>
              </a:rPr>
              <a:t>到达后，接收方知道原始码字应该为</a:t>
            </a:r>
            <a:r>
              <a:rPr lang="en-US" altLang="zh-CN">
                <a:latin typeface="Arial" panose="020B0604020202020204" pitchFamily="34" charset="0"/>
                <a:ea typeface="宋体" panose="02010600030101010101" pitchFamily="2" charset="-122"/>
              </a:rPr>
              <a:t>0000011111</a:t>
            </a:r>
            <a:r>
              <a:rPr lang="zh-CN" altLang="en-US">
                <a:latin typeface="Arial" panose="020B0604020202020204" pitchFamily="34" charset="0"/>
                <a:ea typeface="宋体" panose="02010600030101010101" pitchFamily="2" charset="-122"/>
              </a:rPr>
              <a:t>。但是，如果出现了三位错，而将</a:t>
            </a:r>
            <a:r>
              <a:rPr lang="en-US" altLang="zh-CN">
                <a:latin typeface="Arial" panose="020B0604020202020204" pitchFamily="34" charset="0"/>
                <a:ea typeface="宋体" panose="02010600030101010101" pitchFamily="2" charset="-122"/>
              </a:rPr>
              <a:t>0000000000</a:t>
            </a:r>
            <a:r>
              <a:rPr lang="zh-CN" altLang="en-US">
                <a:latin typeface="Arial" panose="020B0604020202020204" pitchFamily="34" charset="0"/>
                <a:ea typeface="宋体" panose="02010600030101010101" pitchFamily="2" charset="-122"/>
              </a:rPr>
              <a:t>变成了</a:t>
            </a:r>
            <a:r>
              <a:rPr lang="en-US" altLang="zh-CN">
                <a:latin typeface="Arial" panose="020B0604020202020204" pitchFamily="34" charset="0"/>
                <a:ea typeface="宋体" panose="02010600030101010101" pitchFamily="2" charset="-122"/>
              </a:rPr>
              <a:t>0000000111</a:t>
            </a:r>
            <a:r>
              <a:rPr lang="zh-CN" altLang="en-US">
                <a:latin typeface="Arial" panose="020B0604020202020204" pitchFamily="34" charset="0"/>
                <a:ea typeface="宋体" panose="02010600030101010101" pitchFamily="2" charset="-122"/>
              </a:rPr>
              <a:t>，则差错将不能正确地纠正。</a:t>
            </a:r>
          </a:p>
        </p:txBody>
      </p:sp>
    </p:spTree>
    <p:extLst>
      <p:ext uri="{BB962C8B-B14F-4D97-AF65-F5344CB8AC3E}">
        <p14:creationId xmlns:p14="http://schemas.microsoft.com/office/powerpoint/2010/main" val="13070203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0870C915-4C17-F14A-9A9F-FC236CF332B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9278562-F945-2F4B-BD92-8745D8E23B93}" type="slidenum">
              <a:rPr lang="en-US" altLang="zh-CN" sz="1200" smtClean="0">
                <a:latin typeface="Arial" panose="020B0604020202020204" pitchFamily="34" charset="0"/>
              </a:rPr>
              <a:pPr/>
              <a:t>19</a:t>
            </a:fld>
            <a:endParaRPr lang="en-US" altLang="zh-CN" sz="1200">
              <a:latin typeface="Arial" panose="020B0604020202020204" pitchFamily="34" charset="0"/>
            </a:endParaRPr>
          </a:p>
        </p:txBody>
      </p:sp>
      <p:sp>
        <p:nvSpPr>
          <p:cNvPr id="53250" name="Rectangle 2">
            <a:extLst>
              <a:ext uri="{FF2B5EF4-FFF2-40B4-BE49-F238E27FC236}">
                <a16:creationId xmlns:a16="http://schemas.microsoft.com/office/drawing/2014/main" id="{424CB11C-FFDD-3140-9B12-6FA027E48BEB}"/>
              </a:ext>
            </a:extLst>
          </p:cNvPr>
          <p:cNvSpPr>
            <a:spLocks noGrp="1" noRot="1" noChangeAspect="1" noChangeArrowheads="1" noTextEdit="1"/>
          </p:cNvSpPr>
          <p:nvPr>
            <p:ph type="sldImg"/>
          </p:nvPr>
        </p:nvSpPr>
        <p:spPr>
          <a:xfrm>
            <a:off x="139700" y="768350"/>
            <a:ext cx="6819900" cy="3836988"/>
          </a:xfrm>
          <a:ln/>
        </p:spPr>
      </p:sp>
      <p:sp>
        <p:nvSpPr>
          <p:cNvPr id="53251" name="Rectangle 3">
            <a:extLst>
              <a:ext uri="{FF2B5EF4-FFF2-40B4-BE49-F238E27FC236}">
                <a16:creationId xmlns:a16="http://schemas.microsoft.com/office/drawing/2014/main" id="{6A0F9F2C-B045-D547-9778-07E64E5ABC6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ea typeface="宋体" panose="02010600030101010101" pitchFamily="2" charset="-122"/>
              </a:rPr>
              <a:t>给出任意两个码字，如</a:t>
            </a:r>
            <a:r>
              <a:rPr lang="en-US" altLang="zh-CN">
                <a:latin typeface="Arial" panose="020B0604020202020204" pitchFamily="34" charset="0"/>
                <a:ea typeface="宋体" panose="02010600030101010101" pitchFamily="2" charset="-122"/>
              </a:rPr>
              <a:t>10001001</a:t>
            </a:r>
            <a:r>
              <a:rPr lang="zh-CN" altLang="en-US">
                <a:latin typeface="Arial" panose="020B0604020202020204" pitchFamily="34" charset="0"/>
                <a:ea typeface="宋体" panose="02010600030101010101" pitchFamily="2" charset="-122"/>
              </a:rPr>
              <a:t>和</a:t>
            </a:r>
            <a:r>
              <a:rPr lang="en-US" altLang="zh-CN">
                <a:latin typeface="Arial" panose="020B0604020202020204" pitchFamily="34" charset="0"/>
                <a:ea typeface="宋体" panose="02010600030101010101" pitchFamily="2" charset="-122"/>
              </a:rPr>
              <a:t>10110001</a:t>
            </a:r>
            <a:r>
              <a:rPr lang="zh-CN" altLang="en-US">
                <a:latin typeface="Arial" panose="020B0604020202020204" pitchFamily="34" charset="0"/>
                <a:ea typeface="宋体" panose="02010600030101010101" pitchFamily="2" charset="-122"/>
              </a:rPr>
              <a:t>，可以确定它们有多少个对应位不同。在此例中有</a:t>
            </a:r>
            <a:r>
              <a:rPr lang="en-US" altLang="zh-CN">
                <a:latin typeface="Arial" panose="020B0604020202020204" pitchFamily="34" charset="0"/>
                <a:ea typeface="宋体" panose="02010600030101010101" pitchFamily="2" charset="-122"/>
              </a:rPr>
              <a:t>3</a:t>
            </a:r>
            <a:r>
              <a:rPr lang="zh-CN" altLang="en-US">
                <a:latin typeface="Arial" panose="020B0604020202020204" pitchFamily="34" charset="0"/>
                <a:ea typeface="宋体" panose="02010600030101010101" pitchFamily="2" charset="-122"/>
              </a:rPr>
              <a:t>位不同。为了确定有多少位不同，只须对两个码字做异或运算，然后计算结果中</a:t>
            </a:r>
            <a:r>
              <a:rPr lang="en-US" altLang="zh-CN">
                <a:latin typeface="Arial" panose="020B0604020202020204" pitchFamily="34" charset="0"/>
                <a:ea typeface="宋体" panose="02010600030101010101" pitchFamily="2" charset="-122"/>
              </a:rPr>
              <a:t>1</a:t>
            </a:r>
            <a:r>
              <a:rPr lang="zh-CN" altLang="en-US">
                <a:latin typeface="Arial" panose="020B0604020202020204" pitchFamily="34" charset="0"/>
                <a:ea typeface="宋体" panose="02010600030101010101" pitchFamily="2" charset="-122"/>
              </a:rPr>
              <a:t>的个数。两个码字中不同位的个数，称为海明距离</a:t>
            </a:r>
            <a:r>
              <a:rPr lang="en-US" altLang="zh-CN">
                <a:latin typeface="Arial" panose="020B0604020202020204" pitchFamily="34" charset="0"/>
                <a:ea typeface="宋体" panose="02010600030101010101" pitchFamily="2" charset="-122"/>
              </a:rPr>
              <a:t>(Hamming Distance)</a:t>
            </a:r>
            <a:r>
              <a:rPr lang="zh-CN" altLang="en-US">
                <a:latin typeface="Arial" panose="020B0604020202020204" pitchFamily="34" charset="0"/>
                <a:ea typeface="宋体" panose="02010600030101010101" pitchFamily="2" charset="-122"/>
              </a:rPr>
              <a:t>。其重要性在于，假如两个码字具有海明距离</a:t>
            </a:r>
            <a:r>
              <a:rPr lang="en-US" altLang="zh-CN">
                <a:latin typeface="Arial" panose="020B0604020202020204" pitchFamily="34" charset="0"/>
                <a:ea typeface="宋体" panose="02010600030101010101" pitchFamily="2" charset="-122"/>
              </a:rPr>
              <a:t>d</a:t>
            </a:r>
            <a:r>
              <a:rPr lang="zh-CN" altLang="en-US">
                <a:latin typeface="Arial" panose="020B0604020202020204" pitchFamily="34" charset="0"/>
                <a:ea typeface="宋体" panose="02010600030101010101" pitchFamily="2" charset="-122"/>
              </a:rPr>
              <a:t>，则需要</a:t>
            </a:r>
            <a:r>
              <a:rPr lang="en-US" altLang="zh-CN">
                <a:latin typeface="Arial" panose="020B0604020202020204" pitchFamily="34" charset="0"/>
                <a:ea typeface="宋体" panose="02010600030101010101" pitchFamily="2" charset="-122"/>
              </a:rPr>
              <a:t>d</a:t>
            </a:r>
            <a:r>
              <a:rPr lang="zh-CN" altLang="en-US">
                <a:latin typeface="Arial" panose="020B0604020202020204" pitchFamily="34" charset="0"/>
                <a:ea typeface="宋体" panose="02010600030101010101" pitchFamily="2" charset="-122"/>
              </a:rPr>
              <a:t>个位差错才能将其中一个码字转换成另一个。</a:t>
            </a:r>
          </a:p>
          <a:p>
            <a:pPr eaLnBrk="1" hangingPunct="1"/>
            <a:r>
              <a:rPr lang="zh-CN" altLang="en-US">
                <a:latin typeface="Arial" panose="020B0604020202020204" pitchFamily="34" charset="0"/>
                <a:ea typeface="宋体" panose="02010600030101010101" pitchFamily="2" charset="-122"/>
              </a:rPr>
              <a:t>一种编码的校验和纠错能力取决于它的海明距离。为检测出</a:t>
            </a:r>
            <a:r>
              <a:rPr lang="en-US" altLang="zh-CN">
                <a:latin typeface="Arial" panose="020B0604020202020204" pitchFamily="34" charset="0"/>
                <a:ea typeface="宋体" panose="02010600030101010101" pitchFamily="2" charset="-122"/>
              </a:rPr>
              <a:t>d</a:t>
            </a:r>
            <a:r>
              <a:rPr lang="zh-CN" altLang="en-US">
                <a:latin typeface="Arial" panose="020B0604020202020204" pitchFamily="34" charset="0"/>
                <a:ea typeface="宋体" panose="02010600030101010101" pitchFamily="2" charset="-122"/>
              </a:rPr>
              <a:t>比特错，需要使用</a:t>
            </a:r>
            <a:r>
              <a:rPr lang="en-US" altLang="zh-CN">
                <a:latin typeface="Arial" panose="020B0604020202020204" pitchFamily="34" charset="0"/>
                <a:ea typeface="宋体" panose="02010600030101010101" pitchFamily="2" charset="-122"/>
              </a:rPr>
              <a:t>d+1</a:t>
            </a:r>
            <a:r>
              <a:rPr lang="zh-CN" altLang="en-US">
                <a:latin typeface="Arial" panose="020B0604020202020204" pitchFamily="34" charset="0"/>
                <a:ea typeface="宋体" panose="02010600030101010101" pitchFamily="2" charset="-122"/>
              </a:rPr>
              <a:t>的编码；因为</a:t>
            </a:r>
            <a:r>
              <a:rPr lang="en-US" altLang="zh-CN">
                <a:latin typeface="Arial" panose="020B0604020202020204" pitchFamily="34" charset="0"/>
                <a:ea typeface="宋体" panose="02010600030101010101" pitchFamily="2" charset="-122"/>
              </a:rPr>
              <a:t>d</a:t>
            </a:r>
            <a:r>
              <a:rPr lang="zh-CN" altLang="en-US">
                <a:latin typeface="Arial" panose="020B0604020202020204" pitchFamily="34" charset="0"/>
                <a:ea typeface="宋体" panose="02010600030101010101" pitchFamily="2" charset="-122"/>
              </a:rPr>
              <a:t>个单比特错决不可能将一个有效的码字转变成另一个有效的码字。当接收方看到无效的码字，它纠能明白发生传输错误。</a:t>
            </a:r>
          </a:p>
          <a:p>
            <a:pPr eaLnBrk="1" hangingPunct="1"/>
            <a:r>
              <a:rPr lang="zh-CN" altLang="en-US">
                <a:latin typeface="Arial" panose="020B0604020202020204" pitchFamily="34" charset="0"/>
                <a:ea typeface="宋体" panose="02010600030101010101" pitchFamily="2" charset="-122"/>
              </a:rPr>
              <a:t>例如：数据后加奇偶校验位，编码后的海明距离为</a:t>
            </a:r>
            <a:r>
              <a:rPr lang="en-US" altLang="zh-CN">
                <a:latin typeface="Arial" panose="020B0604020202020204" pitchFamily="34" charset="0"/>
                <a:ea typeface="宋体" panose="02010600030101010101" pitchFamily="2" charset="-122"/>
              </a:rPr>
              <a:t>2</a:t>
            </a:r>
            <a:r>
              <a:rPr lang="zh-CN" altLang="en-US">
                <a:latin typeface="Arial" panose="020B0604020202020204" pitchFamily="34" charset="0"/>
                <a:ea typeface="宋体" panose="02010600030101010101" pitchFamily="2" charset="-122"/>
              </a:rPr>
              <a:t>，能检测</a:t>
            </a:r>
            <a:r>
              <a:rPr lang="en-US" altLang="zh-CN">
                <a:latin typeface="Arial" panose="020B0604020202020204" pitchFamily="34" charset="0"/>
                <a:ea typeface="宋体" panose="02010600030101010101" pitchFamily="2" charset="-122"/>
              </a:rPr>
              <a:t>1</a:t>
            </a:r>
            <a:r>
              <a:rPr lang="zh-CN" altLang="en-US">
                <a:latin typeface="Arial" panose="020B0604020202020204" pitchFamily="34" charset="0"/>
                <a:ea typeface="宋体" panose="02010600030101010101" pitchFamily="2" charset="-122"/>
              </a:rPr>
              <a:t>比特错。 </a:t>
            </a:r>
            <a:br>
              <a:rPr lang="zh-CN" altLang="en-US">
                <a:latin typeface="Arial" panose="020B0604020202020204" pitchFamily="34" charset="0"/>
                <a:ea typeface="宋体" panose="02010600030101010101" pitchFamily="2" charset="-122"/>
              </a:rPr>
            </a:br>
            <a:r>
              <a:rPr lang="zh-CN" altLang="en-US">
                <a:latin typeface="Arial" panose="020B0604020202020204" pitchFamily="34" charset="0"/>
                <a:ea typeface="宋体" panose="02010600030101010101" pitchFamily="2" charset="-122"/>
              </a:rPr>
              <a:t>即比如：</a:t>
            </a:r>
            <a:r>
              <a:rPr lang="en-US" altLang="zh-CN">
                <a:latin typeface="Arial" panose="020B0604020202020204" pitchFamily="34" charset="0"/>
                <a:ea typeface="宋体" panose="02010600030101010101" pitchFamily="2" charset="-122"/>
              </a:rPr>
              <a:t>000 0</a:t>
            </a:r>
            <a:r>
              <a:rPr lang="zh-CN" altLang="en-US">
                <a:latin typeface="Arial" panose="020B0604020202020204" pitchFamily="34" charset="0"/>
                <a:ea typeface="宋体" panose="02010600030101010101" pitchFamily="2" charset="-122"/>
              </a:rPr>
              <a:t>（前三个数据位，后一个是冗余的奇偶校验位） </a:t>
            </a:r>
            <a:br>
              <a:rPr lang="zh-CN" altLang="en-US">
                <a:latin typeface="Arial" panose="020B0604020202020204" pitchFamily="34" charset="0"/>
                <a:ea typeface="宋体" panose="02010600030101010101" pitchFamily="2" charset="-122"/>
              </a:rPr>
            </a:br>
            <a:r>
              <a:rPr lang="en-US" altLang="zh-CN">
                <a:latin typeface="Arial" panose="020B0604020202020204" pitchFamily="34" charset="0"/>
                <a:ea typeface="宋体" panose="02010600030101010101" pitchFamily="2" charset="-122"/>
              </a:rPr>
              <a:t>001 1 </a:t>
            </a:r>
            <a:br>
              <a:rPr lang="en-US" altLang="zh-CN">
                <a:latin typeface="Arial" panose="020B0604020202020204" pitchFamily="34" charset="0"/>
                <a:ea typeface="宋体" panose="02010600030101010101" pitchFamily="2" charset="-122"/>
              </a:rPr>
            </a:br>
            <a:r>
              <a:rPr lang="en-US" altLang="zh-CN">
                <a:latin typeface="Arial" panose="020B0604020202020204" pitchFamily="34" charset="0"/>
                <a:ea typeface="宋体" panose="02010600030101010101" pitchFamily="2" charset="-122"/>
              </a:rPr>
              <a:t>010 1 </a:t>
            </a:r>
            <a:br>
              <a:rPr lang="en-US" altLang="zh-CN">
                <a:latin typeface="Arial" panose="020B0604020202020204" pitchFamily="34" charset="0"/>
                <a:ea typeface="宋体" panose="02010600030101010101" pitchFamily="2" charset="-122"/>
              </a:rPr>
            </a:br>
            <a:r>
              <a:rPr lang="en-US" altLang="zh-CN">
                <a:latin typeface="Arial" panose="020B0604020202020204" pitchFamily="34" charset="0"/>
                <a:ea typeface="宋体" panose="02010600030101010101" pitchFamily="2" charset="-122"/>
              </a:rPr>
              <a:t>100 1 </a:t>
            </a:r>
            <a:br>
              <a:rPr lang="en-US" altLang="zh-CN">
                <a:latin typeface="Arial" panose="020B0604020202020204" pitchFamily="34" charset="0"/>
                <a:ea typeface="宋体" panose="02010600030101010101" pitchFamily="2" charset="-122"/>
              </a:rPr>
            </a:br>
            <a:r>
              <a:rPr lang="en-US" altLang="zh-CN">
                <a:latin typeface="Arial" panose="020B0604020202020204" pitchFamily="34" charset="0"/>
                <a:ea typeface="宋体" panose="02010600030101010101" pitchFamily="2" charset="-122"/>
              </a:rPr>
              <a:t>011 0 </a:t>
            </a:r>
            <a:br>
              <a:rPr lang="en-US" altLang="zh-CN">
                <a:latin typeface="Arial" panose="020B0604020202020204" pitchFamily="34" charset="0"/>
                <a:ea typeface="宋体" panose="02010600030101010101" pitchFamily="2" charset="-122"/>
              </a:rPr>
            </a:br>
            <a:r>
              <a:rPr lang="zh-CN" altLang="en-US">
                <a:latin typeface="Arial" panose="020B0604020202020204" pitchFamily="34" charset="0"/>
                <a:ea typeface="宋体" panose="02010600030101010101" pitchFamily="2" charset="-122"/>
              </a:rPr>
              <a:t>等等 </a:t>
            </a:r>
            <a:br>
              <a:rPr lang="zh-CN" altLang="en-US">
                <a:latin typeface="Arial" panose="020B0604020202020204" pitchFamily="34" charset="0"/>
                <a:ea typeface="宋体" panose="02010600030101010101" pitchFamily="2" charset="-122"/>
              </a:rPr>
            </a:br>
            <a:r>
              <a:rPr lang="zh-CN" altLang="en-US">
                <a:latin typeface="Arial" panose="020B0604020202020204" pitchFamily="34" charset="0"/>
                <a:ea typeface="宋体" panose="02010600030101010101" pitchFamily="2" charset="-122"/>
              </a:rPr>
              <a:t>共有</a:t>
            </a:r>
            <a:r>
              <a:rPr lang="en-US" altLang="zh-CN">
                <a:latin typeface="Arial" panose="020B0604020202020204" pitchFamily="34" charset="0"/>
                <a:ea typeface="宋体" panose="02010600030101010101" pitchFamily="2" charset="-122"/>
              </a:rPr>
              <a:t>8</a:t>
            </a:r>
            <a:r>
              <a:rPr lang="zh-CN" altLang="en-US">
                <a:latin typeface="Arial" panose="020B0604020202020204" pitchFamily="34" charset="0"/>
                <a:ea typeface="宋体" panose="02010600030101010101" pitchFamily="2" charset="-122"/>
              </a:rPr>
              <a:t>个有效的码字，你会发现两位不同，即海明距离为</a:t>
            </a:r>
            <a:r>
              <a:rPr lang="en-US" altLang="zh-CN">
                <a:latin typeface="Arial" panose="020B0604020202020204" pitchFamily="34" charset="0"/>
                <a:ea typeface="宋体" panose="02010600030101010101" pitchFamily="2" charset="-122"/>
              </a:rPr>
              <a:t>2</a:t>
            </a:r>
            <a:r>
              <a:rPr lang="zh-CN" altLang="en-US">
                <a:latin typeface="Arial" panose="020B0604020202020204" pitchFamily="34" charset="0"/>
                <a:ea typeface="宋体" panose="02010600030101010101" pitchFamily="2" charset="-122"/>
              </a:rPr>
              <a:t>，也就是需要改变两位才能变成另一个有效的码字，而奇偶校验只能检测一位错。校验是花费冗余位的代价来检测更多的位，注意这里是检测而不是纠正，纠正就需要更多的位了，一般是为了纠正</a:t>
            </a:r>
            <a:r>
              <a:rPr lang="en-US" altLang="zh-CN">
                <a:latin typeface="Arial" panose="020B0604020202020204" pitchFamily="34" charset="0"/>
                <a:ea typeface="宋体" panose="02010600030101010101" pitchFamily="2" charset="-122"/>
              </a:rPr>
              <a:t>d</a:t>
            </a:r>
            <a:r>
              <a:rPr lang="zh-CN" altLang="en-US">
                <a:latin typeface="Arial" panose="020B0604020202020204" pitchFamily="34" charset="0"/>
                <a:ea typeface="宋体" panose="02010600030101010101" pitchFamily="2" charset="-122"/>
              </a:rPr>
              <a:t>个比特的错，必须用海明距离为</a:t>
            </a:r>
            <a:r>
              <a:rPr lang="en-US" altLang="zh-CN">
                <a:latin typeface="Arial" panose="020B0604020202020204" pitchFamily="34" charset="0"/>
                <a:ea typeface="宋体" panose="02010600030101010101" pitchFamily="2" charset="-122"/>
              </a:rPr>
              <a:t>2d+1</a:t>
            </a:r>
            <a:r>
              <a:rPr lang="zh-CN" altLang="en-US">
                <a:latin typeface="Arial" panose="020B0604020202020204" pitchFamily="34" charset="0"/>
                <a:ea typeface="宋体" panose="02010600030101010101" pitchFamily="2" charset="-122"/>
              </a:rPr>
              <a:t>的编码。 </a:t>
            </a:r>
            <a:br>
              <a:rPr lang="zh-CN" altLang="en-US">
                <a:latin typeface="Arial" panose="020B0604020202020204" pitchFamily="34" charset="0"/>
                <a:ea typeface="宋体" panose="02010600030101010101" pitchFamily="2" charset="-122"/>
              </a:rPr>
            </a:br>
            <a:r>
              <a:rPr lang="zh-CN" altLang="en-US">
                <a:latin typeface="Arial" panose="020B0604020202020204" pitchFamily="34" charset="0"/>
                <a:ea typeface="宋体" panose="02010600030101010101" pitchFamily="2" charset="-122"/>
              </a:rPr>
              <a:t>同样，为了纠正</a:t>
            </a:r>
            <a:r>
              <a:rPr lang="en-US" altLang="zh-CN">
                <a:latin typeface="Arial" panose="020B0604020202020204" pitchFamily="34" charset="0"/>
                <a:ea typeface="宋体" panose="02010600030101010101" pitchFamily="2" charset="-122"/>
              </a:rPr>
              <a:t>d</a:t>
            </a:r>
            <a:r>
              <a:rPr lang="zh-CN" altLang="en-US">
                <a:latin typeface="Arial" panose="020B0604020202020204" pitchFamily="34" charset="0"/>
                <a:ea typeface="宋体" panose="02010600030101010101" pitchFamily="2" charset="-122"/>
              </a:rPr>
              <a:t>比特错，必须使用距离为</a:t>
            </a:r>
            <a:r>
              <a:rPr lang="en-US" altLang="zh-CN">
                <a:latin typeface="Arial" panose="020B0604020202020204" pitchFamily="34" charset="0"/>
                <a:ea typeface="宋体" panose="02010600030101010101" pitchFamily="2" charset="-122"/>
              </a:rPr>
              <a:t>2d+1</a:t>
            </a:r>
            <a:r>
              <a:rPr lang="zh-CN" altLang="en-US">
                <a:latin typeface="Arial" panose="020B0604020202020204" pitchFamily="34" charset="0"/>
                <a:ea typeface="宋体" panose="02010600030101010101" pitchFamily="2" charset="-122"/>
              </a:rPr>
              <a:t>的编码，这是因为有效码字的距离远到即使发生</a:t>
            </a:r>
            <a:r>
              <a:rPr lang="en-US" altLang="zh-CN">
                <a:latin typeface="Arial" panose="020B0604020202020204" pitchFamily="34" charset="0"/>
                <a:ea typeface="宋体" panose="02010600030101010101" pitchFamily="2" charset="-122"/>
              </a:rPr>
              <a:t>d</a:t>
            </a:r>
            <a:r>
              <a:rPr lang="zh-CN" altLang="en-US">
                <a:latin typeface="Arial" panose="020B0604020202020204" pitchFamily="34" charset="0"/>
                <a:ea typeface="宋体" panose="02010600030101010101" pitchFamily="2" charset="-122"/>
              </a:rPr>
              <a:t>个变化，这个发生了变化的码字仍然比其它码字都接近原始码字。作为纠错码的一个简单例子，考虑如下只有</a:t>
            </a:r>
            <a:r>
              <a:rPr lang="en-US" altLang="zh-CN">
                <a:latin typeface="Arial" panose="020B0604020202020204" pitchFamily="34" charset="0"/>
                <a:ea typeface="宋体" panose="02010600030101010101" pitchFamily="2" charset="-122"/>
              </a:rPr>
              <a:t>4</a:t>
            </a:r>
            <a:r>
              <a:rPr lang="zh-CN" altLang="en-US">
                <a:latin typeface="Arial" panose="020B0604020202020204" pitchFamily="34" charset="0"/>
                <a:ea typeface="宋体" panose="02010600030101010101" pitchFamily="2" charset="-122"/>
              </a:rPr>
              <a:t>个有效码字的代码：</a:t>
            </a:r>
            <a:r>
              <a:rPr lang="en-US" altLang="zh-CN">
                <a:latin typeface="Arial" panose="020B0604020202020204" pitchFamily="34" charset="0"/>
                <a:ea typeface="宋体" panose="02010600030101010101" pitchFamily="2" charset="-122"/>
              </a:rPr>
              <a:t>0000000000</a:t>
            </a:r>
            <a:r>
              <a:rPr lang="zh-CN" altLang="en-US">
                <a:latin typeface="Arial" panose="020B0604020202020204" pitchFamily="34" charset="0"/>
                <a:ea typeface="宋体" panose="02010600030101010101" pitchFamily="2" charset="-122"/>
              </a:rPr>
              <a:t>、</a:t>
            </a:r>
            <a:r>
              <a:rPr lang="en-US" altLang="zh-CN">
                <a:latin typeface="Arial" panose="020B0604020202020204" pitchFamily="34" charset="0"/>
                <a:ea typeface="宋体" panose="02010600030101010101" pitchFamily="2" charset="-122"/>
              </a:rPr>
              <a:t>0000011111</a:t>
            </a:r>
            <a:r>
              <a:rPr lang="zh-CN" altLang="en-US">
                <a:latin typeface="Arial" panose="020B0604020202020204" pitchFamily="34" charset="0"/>
                <a:ea typeface="宋体" panose="02010600030101010101" pitchFamily="2" charset="-122"/>
              </a:rPr>
              <a:t>、</a:t>
            </a:r>
            <a:r>
              <a:rPr lang="en-US" altLang="zh-CN">
                <a:latin typeface="Arial" panose="020B0604020202020204" pitchFamily="34" charset="0"/>
                <a:ea typeface="宋体" panose="02010600030101010101" pitchFamily="2" charset="-122"/>
              </a:rPr>
              <a:t>1111100000</a:t>
            </a:r>
            <a:r>
              <a:rPr lang="zh-CN" altLang="en-US">
                <a:latin typeface="Arial" panose="020B0604020202020204" pitchFamily="34" charset="0"/>
                <a:ea typeface="宋体" panose="02010600030101010101" pitchFamily="2" charset="-122"/>
              </a:rPr>
              <a:t>和</a:t>
            </a:r>
            <a:r>
              <a:rPr lang="en-US" altLang="zh-CN">
                <a:latin typeface="Arial" panose="020B0604020202020204" pitchFamily="34" charset="0"/>
                <a:ea typeface="宋体" panose="02010600030101010101" pitchFamily="2" charset="-122"/>
              </a:rPr>
              <a:t>1111111111</a:t>
            </a:r>
            <a:r>
              <a:rPr lang="zh-CN" altLang="en-US">
                <a:latin typeface="Arial" panose="020B0604020202020204" pitchFamily="34" charset="0"/>
                <a:ea typeface="宋体" panose="02010600030101010101" pitchFamily="2" charset="-122"/>
              </a:rPr>
              <a:t>这种代码的距离为</a:t>
            </a:r>
            <a:r>
              <a:rPr lang="en-US" altLang="zh-CN">
                <a:latin typeface="Arial" panose="020B0604020202020204" pitchFamily="34" charset="0"/>
                <a:ea typeface="宋体" panose="02010600030101010101" pitchFamily="2" charset="-122"/>
              </a:rPr>
              <a:t>5</a:t>
            </a:r>
            <a:r>
              <a:rPr lang="zh-CN" altLang="en-US">
                <a:latin typeface="Arial" panose="020B0604020202020204" pitchFamily="34" charset="0"/>
                <a:ea typeface="宋体" panose="02010600030101010101" pitchFamily="2" charset="-122"/>
              </a:rPr>
              <a:t>，也就是说，它能纠正双比特错。假如码字</a:t>
            </a:r>
            <a:r>
              <a:rPr lang="en-US" altLang="zh-CN">
                <a:latin typeface="Arial" panose="020B0604020202020204" pitchFamily="34" charset="0"/>
                <a:ea typeface="宋体" panose="02010600030101010101" pitchFamily="2" charset="-122"/>
              </a:rPr>
              <a:t>0000000111</a:t>
            </a:r>
            <a:r>
              <a:rPr lang="zh-CN" altLang="en-US">
                <a:latin typeface="Arial" panose="020B0604020202020204" pitchFamily="34" charset="0"/>
                <a:ea typeface="宋体" panose="02010600030101010101" pitchFamily="2" charset="-122"/>
              </a:rPr>
              <a:t>到达后，接收方知道原始码字应该为</a:t>
            </a:r>
            <a:r>
              <a:rPr lang="en-US" altLang="zh-CN">
                <a:latin typeface="Arial" panose="020B0604020202020204" pitchFamily="34" charset="0"/>
                <a:ea typeface="宋体" panose="02010600030101010101" pitchFamily="2" charset="-122"/>
              </a:rPr>
              <a:t>0000011111</a:t>
            </a:r>
            <a:r>
              <a:rPr lang="zh-CN" altLang="en-US">
                <a:latin typeface="Arial" panose="020B0604020202020204" pitchFamily="34" charset="0"/>
                <a:ea typeface="宋体" panose="02010600030101010101" pitchFamily="2" charset="-122"/>
              </a:rPr>
              <a:t>。但是，如果出现了三位错，而将</a:t>
            </a:r>
            <a:r>
              <a:rPr lang="en-US" altLang="zh-CN">
                <a:latin typeface="Arial" panose="020B0604020202020204" pitchFamily="34" charset="0"/>
                <a:ea typeface="宋体" panose="02010600030101010101" pitchFamily="2" charset="-122"/>
              </a:rPr>
              <a:t>0000000000</a:t>
            </a:r>
            <a:r>
              <a:rPr lang="zh-CN" altLang="en-US">
                <a:latin typeface="Arial" panose="020B0604020202020204" pitchFamily="34" charset="0"/>
                <a:ea typeface="宋体" panose="02010600030101010101" pitchFamily="2" charset="-122"/>
              </a:rPr>
              <a:t>变成了</a:t>
            </a:r>
            <a:r>
              <a:rPr lang="en-US" altLang="zh-CN">
                <a:latin typeface="Arial" panose="020B0604020202020204" pitchFamily="34" charset="0"/>
                <a:ea typeface="宋体" panose="02010600030101010101" pitchFamily="2" charset="-122"/>
              </a:rPr>
              <a:t>0000000111</a:t>
            </a:r>
            <a:r>
              <a:rPr lang="zh-CN" altLang="en-US">
                <a:latin typeface="Arial" panose="020B0604020202020204" pitchFamily="34" charset="0"/>
                <a:ea typeface="宋体" panose="02010600030101010101" pitchFamily="2" charset="-122"/>
              </a:rPr>
              <a:t>，则差错将不能正确地纠正。</a:t>
            </a:r>
          </a:p>
        </p:txBody>
      </p:sp>
    </p:spTree>
    <p:extLst>
      <p:ext uri="{BB962C8B-B14F-4D97-AF65-F5344CB8AC3E}">
        <p14:creationId xmlns:p14="http://schemas.microsoft.com/office/powerpoint/2010/main" val="15965938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F8CE8029-0527-214F-9E89-B5C807993B4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D59B8D8-F0FB-3D40-AE68-5F888A42C5DF}" type="slidenum">
              <a:rPr lang="en-US" altLang="zh-CN" sz="1200" smtClean="0">
                <a:latin typeface="Arial" panose="020B0604020202020204" pitchFamily="34" charset="0"/>
              </a:rPr>
              <a:pPr/>
              <a:t>20</a:t>
            </a:fld>
            <a:endParaRPr lang="en-US" altLang="zh-CN" sz="1200">
              <a:latin typeface="Arial" panose="020B0604020202020204" pitchFamily="34" charset="0"/>
            </a:endParaRPr>
          </a:p>
        </p:txBody>
      </p:sp>
      <p:sp>
        <p:nvSpPr>
          <p:cNvPr id="55298" name="Rectangle 2">
            <a:extLst>
              <a:ext uri="{FF2B5EF4-FFF2-40B4-BE49-F238E27FC236}">
                <a16:creationId xmlns:a16="http://schemas.microsoft.com/office/drawing/2014/main" id="{5FD853E4-BB80-9940-85BD-935802AEEFFC}"/>
              </a:ext>
            </a:extLst>
          </p:cNvPr>
          <p:cNvSpPr>
            <a:spLocks noGrp="1" noRot="1" noChangeAspect="1" noChangeArrowheads="1" noTextEdit="1"/>
          </p:cNvSpPr>
          <p:nvPr>
            <p:ph type="sldImg"/>
          </p:nvPr>
        </p:nvSpPr>
        <p:spPr>
          <a:xfrm>
            <a:off x="139700" y="768350"/>
            <a:ext cx="6819900" cy="3836988"/>
          </a:xfrm>
          <a:ln/>
        </p:spPr>
      </p:sp>
      <p:sp>
        <p:nvSpPr>
          <p:cNvPr id="55299" name="Rectangle 3">
            <a:extLst>
              <a:ext uri="{FF2B5EF4-FFF2-40B4-BE49-F238E27FC236}">
                <a16:creationId xmlns:a16="http://schemas.microsoft.com/office/drawing/2014/main" id="{62DF0F78-5375-1F4B-AB41-8DFF5F7CACB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474366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C0F8A7FB-D383-874E-911B-95177723243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4708E3C-30B3-314B-ABD5-81057619BAE6}" type="slidenum">
              <a:rPr lang="en-US" altLang="zh-CN" sz="1200" smtClean="0">
                <a:latin typeface="Arial" panose="020B0604020202020204" pitchFamily="34" charset="0"/>
              </a:rPr>
              <a:pPr/>
              <a:t>21</a:t>
            </a:fld>
            <a:endParaRPr lang="en-US" altLang="zh-CN" sz="1200">
              <a:latin typeface="Arial" panose="020B0604020202020204" pitchFamily="34" charset="0"/>
            </a:endParaRPr>
          </a:p>
        </p:txBody>
      </p:sp>
      <p:sp>
        <p:nvSpPr>
          <p:cNvPr id="57346" name="Rectangle 2">
            <a:extLst>
              <a:ext uri="{FF2B5EF4-FFF2-40B4-BE49-F238E27FC236}">
                <a16:creationId xmlns:a16="http://schemas.microsoft.com/office/drawing/2014/main" id="{7DB91BC2-3FD3-2E48-AE4F-0E3D5429EFBB}"/>
              </a:ext>
            </a:extLst>
          </p:cNvPr>
          <p:cNvSpPr>
            <a:spLocks noGrp="1" noRot="1" noChangeAspect="1" noChangeArrowheads="1" noTextEdit="1"/>
          </p:cNvSpPr>
          <p:nvPr>
            <p:ph type="sldImg"/>
          </p:nvPr>
        </p:nvSpPr>
        <p:spPr>
          <a:xfrm>
            <a:off x="139700" y="768350"/>
            <a:ext cx="6819900" cy="3836988"/>
          </a:xfrm>
          <a:ln/>
        </p:spPr>
      </p:sp>
      <p:sp>
        <p:nvSpPr>
          <p:cNvPr id="57347" name="Rectangle 3">
            <a:extLst>
              <a:ext uri="{FF2B5EF4-FFF2-40B4-BE49-F238E27FC236}">
                <a16:creationId xmlns:a16="http://schemas.microsoft.com/office/drawing/2014/main" id="{F651B705-4ED4-7D4C-9964-FB43F92B9F3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1022567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a:extLst>
              <a:ext uri="{FF2B5EF4-FFF2-40B4-BE49-F238E27FC236}">
                <a16:creationId xmlns:a16="http://schemas.microsoft.com/office/drawing/2014/main" id="{32436A60-1BBE-6244-B5E9-0A8921B63CF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2A120C2-120E-B147-BBE7-D478273F34A6}" type="slidenum">
              <a:rPr lang="en-US" altLang="zh-CN" sz="1200" smtClean="0">
                <a:latin typeface="Arial" panose="020B0604020202020204" pitchFamily="34" charset="0"/>
              </a:rPr>
              <a:pPr/>
              <a:t>22</a:t>
            </a:fld>
            <a:endParaRPr lang="en-US" altLang="zh-CN" sz="1200">
              <a:latin typeface="Arial" panose="020B0604020202020204" pitchFamily="34" charset="0"/>
            </a:endParaRPr>
          </a:p>
        </p:txBody>
      </p:sp>
      <p:sp>
        <p:nvSpPr>
          <p:cNvPr id="59394" name="Rectangle 2">
            <a:extLst>
              <a:ext uri="{FF2B5EF4-FFF2-40B4-BE49-F238E27FC236}">
                <a16:creationId xmlns:a16="http://schemas.microsoft.com/office/drawing/2014/main" id="{4F5EC86E-5898-6A4C-818F-217E057971C4}"/>
              </a:ext>
            </a:extLst>
          </p:cNvPr>
          <p:cNvSpPr>
            <a:spLocks noGrp="1" noRot="1" noChangeAspect="1" noChangeArrowheads="1" noTextEdit="1"/>
          </p:cNvSpPr>
          <p:nvPr>
            <p:ph type="sldImg"/>
          </p:nvPr>
        </p:nvSpPr>
        <p:spPr>
          <a:xfrm>
            <a:off x="139700" y="768350"/>
            <a:ext cx="6819900" cy="3836988"/>
          </a:xfrm>
          <a:ln/>
        </p:spPr>
      </p:sp>
      <p:sp>
        <p:nvSpPr>
          <p:cNvPr id="59395" name="Rectangle 3">
            <a:extLst>
              <a:ext uri="{FF2B5EF4-FFF2-40B4-BE49-F238E27FC236}">
                <a16:creationId xmlns:a16="http://schemas.microsoft.com/office/drawing/2014/main" id="{78B78A9D-935C-2048-85CD-8082B15B2BC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993223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11B0C4FB-5E3F-0B48-9832-14CC49F9F53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348AFCE-C064-BB48-8A69-9F689CA2E986}" type="slidenum">
              <a:rPr lang="en-US" altLang="zh-CN" sz="1200" smtClean="0">
                <a:latin typeface="Arial" panose="020B0604020202020204" pitchFamily="34" charset="0"/>
              </a:rPr>
              <a:pPr/>
              <a:t>23</a:t>
            </a:fld>
            <a:endParaRPr lang="en-US" altLang="zh-CN" sz="1200">
              <a:latin typeface="Arial" panose="020B0604020202020204" pitchFamily="34" charset="0"/>
            </a:endParaRPr>
          </a:p>
        </p:txBody>
      </p:sp>
      <p:sp>
        <p:nvSpPr>
          <p:cNvPr id="61442" name="Rectangle 2">
            <a:extLst>
              <a:ext uri="{FF2B5EF4-FFF2-40B4-BE49-F238E27FC236}">
                <a16:creationId xmlns:a16="http://schemas.microsoft.com/office/drawing/2014/main" id="{015C5ADF-EAF7-1D4A-9300-30408284FFE8}"/>
              </a:ext>
            </a:extLst>
          </p:cNvPr>
          <p:cNvSpPr>
            <a:spLocks noGrp="1" noRot="1" noChangeAspect="1" noChangeArrowheads="1" noTextEdit="1"/>
          </p:cNvSpPr>
          <p:nvPr>
            <p:ph type="sldImg"/>
          </p:nvPr>
        </p:nvSpPr>
        <p:spPr>
          <a:xfrm>
            <a:off x="139700" y="768350"/>
            <a:ext cx="6819900" cy="3836988"/>
          </a:xfrm>
          <a:ln/>
        </p:spPr>
      </p:sp>
      <p:sp>
        <p:nvSpPr>
          <p:cNvPr id="61443" name="Rectangle 3">
            <a:extLst>
              <a:ext uri="{FF2B5EF4-FFF2-40B4-BE49-F238E27FC236}">
                <a16:creationId xmlns:a16="http://schemas.microsoft.com/office/drawing/2014/main" id="{9D4A735C-C8B0-C641-A1A2-E350CB8D312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5928196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FF97FFD8-ECB5-844F-903E-E9858E7544A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5ED8D06E-5551-AF4F-B7B0-76B72E6E39C8}" type="slidenum">
              <a:rPr lang="en-US" altLang="zh-CN" sz="1200" smtClean="0">
                <a:latin typeface="Arial" panose="020B0604020202020204" pitchFamily="34" charset="0"/>
              </a:rPr>
              <a:pPr/>
              <a:t>24</a:t>
            </a:fld>
            <a:endParaRPr lang="en-US" altLang="zh-CN" sz="1200">
              <a:latin typeface="Arial" panose="020B0604020202020204" pitchFamily="34" charset="0"/>
            </a:endParaRPr>
          </a:p>
        </p:txBody>
      </p:sp>
      <p:sp>
        <p:nvSpPr>
          <p:cNvPr id="65538" name="Rectangle 2">
            <a:extLst>
              <a:ext uri="{FF2B5EF4-FFF2-40B4-BE49-F238E27FC236}">
                <a16:creationId xmlns:a16="http://schemas.microsoft.com/office/drawing/2014/main" id="{521DB570-307A-3843-98E8-61A4E55F286D}"/>
              </a:ext>
            </a:extLst>
          </p:cNvPr>
          <p:cNvSpPr>
            <a:spLocks noGrp="1" noRot="1" noChangeAspect="1" noChangeArrowheads="1" noTextEdit="1"/>
          </p:cNvSpPr>
          <p:nvPr>
            <p:ph type="sldImg"/>
          </p:nvPr>
        </p:nvSpPr>
        <p:spPr>
          <a:xfrm>
            <a:off x="139700" y="768350"/>
            <a:ext cx="6819900" cy="3836988"/>
          </a:xfrm>
          <a:ln/>
        </p:spPr>
      </p:sp>
      <p:sp>
        <p:nvSpPr>
          <p:cNvPr id="65539" name="Rectangle 3">
            <a:extLst>
              <a:ext uri="{FF2B5EF4-FFF2-40B4-BE49-F238E27FC236}">
                <a16:creationId xmlns:a16="http://schemas.microsoft.com/office/drawing/2014/main" id="{11A44394-D8EE-D34A-B2C0-54972782BCA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6351521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a:extLst>
              <a:ext uri="{FF2B5EF4-FFF2-40B4-BE49-F238E27FC236}">
                <a16:creationId xmlns:a16="http://schemas.microsoft.com/office/drawing/2014/main" id="{4D570E41-E1EA-CB4E-81B1-8C3A74D8720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D3CDF0A-D4B0-5A46-B9EF-BF577EA86E75}" type="slidenum">
              <a:rPr lang="en-US" altLang="zh-CN" sz="1200" smtClean="0">
                <a:latin typeface="Arial" panose="020B0604020202020204" pitchFamily="34" charset="0"/>
              </a:rPr>
              <a:pPr/>
              <a:t>25</a:t>
            </a:fld>
            <a:endParaRPr lang="en-US" altLang="zh-CN" sz="1200">
              <a:latin typeface="Arial" panose="020B0604020202020204" pitchFamily="34" charset="0"/>
            </a:endParaRPr>
          </a:p>
        </p:txBody>
      </p:sp>
      <p:sp>
        <p:nvSpPr>
          <p:cNvPr id="67586" name="Rectangle 2">
            <a:extLst>
              <a:ext uri="{FF2B5EF4-FFF2-40B4-BE49-F238E27FC236}">
                <a16:creationId xmlns:a16="http://schemas.microsoft.com/office/drawing/2014/main" id="{06DD7B72-71FE-2943-9736-F229758F66E0}"/>
              </a:ext>
            </a:extLst>
          </p:cNvPr>
          <p:cNvSpPr>
            <a:spLocks noGrp="1" noRot="1" noChangeAspect="1" noChangeArrowheads="1" noTextEdit="1"/>
          </p:cNvSpPr>
          <p:nvPr>
            <p:ph type="sldImg"/>
          </p:nvPr>
        </p:nvSpPr>
        <p:spPr>
          <a:xfrm>
            <a:off x="139700" y="768350"/>
            <a:ext cx="6819900" cy="3836988"/>
          </a:xfrm>
          <a:ln/>
        </p:spPr>
      </p:sp>
      <p:sp>
        <p:nvSpPr>
          <p:cNvPr id="67587" name="Rectangle 3">
            <a:extLst>
              <a:ext uri="{FF2B5EF4-FFF2-40B4-BE49-F238E27FC236}">
                <a16:creationId xmlns:a16="http://schemas.microsoft.com/office/drawing/2014/main" id="{881AD10B-68F3-204A-8273-D0FD8B11EFA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854889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a:extLst>
              <a:ext uri="{FF2B5EF4-FFF2-40B4-BE49-F238E27FC236}">
                <a16:creationId xmlns:a16="http://schemas.microsoft.com/office/drawing/2014/main" id="{5000DB4B-618F-BE43-AC43-821164CC66B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C4BB2AC-B551-4D45-9746-9C48C3C604EE}" type="slidenum">
              <a:rPr lang="en-US" altLang="zh-CN" sz="1200" smtClean="0">
                <a:latin typeface="Arial" panose="020B0604020202020204" pitchFamily="34" charset="0"/>
              </a:rPr>
              <a:pPr/>
              <a:t>26</a:t>
            </a:fld>
            <a:endParaRPr lang="en-US" altLang="zh-CN" sz="1200">
              <a:latin typeface="Arial" panose="020B0604020202020204" pitchFamily="34" charset="0"/>
            </a:endParaRPr>
          </a:p>
        </p:txBody>
      </p:sp>
      <p:sp>
        <p:nvSpPr>
          <p:cNvPr id="69634" name="Rectangle 2">
            <a:extLst>
              <a:ext uri="{FF2B5EF4-FFF2-40B4-BE49-F238E27FC236}">
                <a16:creationId xmlns:a16="http://schemas.microsoft.com/office/drawing/2014/main" id="{6835BAC9-B5A6-164D-8C7F-294F9AAE5A03}"/>
              </a:ext>
            </a:extLst>
          </p:cNvPr>
          <p:cNvSpPr>
            <a:spLocks noGrp="1" noRot="1" noChangeAspect="1" noChangeArrowheads="1" noTextEdit="1"/>
          </p:cNvSpPr>
          <p:nvPr>
            <p:ph type="sldImg"/>
          </p:nvPr>
        </p:nvSpPr>
        <p:spPr>
          <a:xfrm>
            <a:off x="139700" y="768350"/>
            <a:ext cx="6819900" cy="3836988"/>
          </a:xfrm>
          <a:ln/>
        </p:spPr>
      </p:sp>
      <p:sp>
        <p:nvSpPr>
          <p:cNvPr id="69635" name="Rectangle 3">
            <a:extLst>
              <a:ext uri="{FF2B5EF4-FFF2-40B4-BE49-F238E27FC236}">
                <a16:creationId xmlns:a16="http://schemas.microsoft.com/office/drawing/2014/main" id="{58EB9978-8733-0A48-B62C-0BFE1133EAF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826463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a:extLst>
              <a:ext uri="{FF2B5EF4-FFF2-40B4-BE49-F238E27FC236}">
                <a16:creationId xmlns:a16="http://schemas.microsoft.com/office/drawing/2014/main" id="{F897E4A9-9E6C-D148-A8D0-EEC2F24B7FB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B14C8C9-577C-864A-9FD3-39A52E6FC59C}" type="slidenum">
              <a:rPr lang="en-US" altLang="zh-CN" sz="1200" smtClean="0">
                <a:latin typeface="Arial" panose="020B0604020202020204" pitchFamily="34" charset="0"/>
              </a:rPr>
              <a:pPr/>
              <a:t>27</a:t>
            </a:fld>
            <a:endParaRPr lang="en-US" altLang="zh-CN" sz="1200">
              <a:latin typeface="Arial" panose="020B0604020202020204" pitchFamily="34" charset="0"/>
            </a:endParaRPr>
          </a:p>
        </p:txBody>
      </p:sp>
      <p:sp>
        <p:nvSpPr>
          <p:cNvPr id="71682" name="Rectangle 2">
            <a:extLst>
              <a:ext uri="{FF2B5EF4-FFF2-40B4-BE49-F238E27FC236}">
                <a16:creationId xmlns:a16="http://schemas.microsoft.com/office/drawing/2014/main" id="{6C81A424-A961-1546-B067-ED6445617799}"/>
              </a:ext>
            </a:extLst>
          </p:cNvPr>
          <p:cNvSpPr>
            <a:spLocks noGrp="1" noRot="1" noChangeAspect="1" noChangeArrowheads="1" noTextEdit="1"/>
          </p:cNvSpPr>
          <p:nvPr>
            <p:ph type="sldImg"/>
          </p:nvPr>
        </p:nvSpPr>
        <p:spPr>
          <a:xfrm>
            <a:off x="139700" y="768350"/>
            <a:ext cx="6819900" cy="3836988"/>
          </a:xfrm>
          <a:ln/>
        </p:spPr>
      </p:sp>
      <p:sp>
        <p:nvSpPr>
          <p:cNvPr id="71683" name="Rectangle 3">
            <a:extLst>
              <a:ext uri="{FF2B5EF4-FFF2-40B4-BE49-F238E27FC236}">
                <a16:creationId xmlns:a16="http://schemas.microsoft.com/office/drawing/2014/main" id="{72AE07BC-F6A7-FC45-B7A0-E13644E4211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587040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a:extLst>
              <a:ext uri="{FF2B5EF4-FFF2-40B4-BE49-F238E27FC236}">
                <a16:creationId xmlns:a16="http://schemas.microsoft.com/office/drawing/2014/main" id="{3DFB938B-4E22-904F-BBE0-094B9C9C624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F69D255-38B1-2843-B09C-7FCBECDD1E5D}" type="slidenum">
              <a:rPr lang="en-US" altLang="zh-CN" sz="1200" smtClean="0">
                <a:latin typeface="Arial" panose="020B0604020202020204" pitchFamily="34" charset="0"/>
              </a:rPr>
              <a:pPr/>
              <a:t>28</a:t>
            </a:fld>
            <a:endParaRPr lang="en-US" altLang="zh-CN" sz="1200">
              <a:latin typeface="Arial" panose="020B0604020202020204" pitchFamily="34" charset="0"/>
            </a:endParaRPr>
          </a:p>
        </p:txBody>
      </p:sp>
      <p:sp>
        <p:nvSpPr>
          <p:cNvPr id="73730" name="Rectangle 2">
            <a:extLst>
              <a:ext uri="{FF2B5EF4-FFF2-40B4-BE49-F238E27FC236}">
                <a16:creationId xmlns:a16="http://schemas.microsoft.com/office/drawing/2014/main" id="{CBFDED9B-D95F-4E49-93EC-6C3000DE5F4A}"/>
              </a:ext>
            </a:extLst>
          </p:cNvPr>
          <p:cNvSpPr>
            <a:spLocks noGrp="1" noRot="1" noChangeAspect="1" noChangeArrowheads="1" noTextEdit="1"/>
          </p:cNvSpPr>
          <p:nvPr>
            <p:ph type="sldImg"/>
          </p:nvPr>
        </p:nvSpPr>
        <p:spPr>
          <a:xfrm>
            <a:off x="139700" y="768350"/>
            <a:ext cx="6819900" cy="3836988"/>
          </a:xfrm>
          <a:ln/>
        </p:spPr>
      </p:sp>
      <p:sp>
        <p:nvSpPr>
          <p:cNvPr id="73731" name="Rectangle 3">
            <a:extLst>
              <a:ext uri="{FF2B5EF4-FFF2-40B4-BE49-F238E27FC236}">
                <a16:creationId xmlns:a16="http://schemas.microsoft.com/office/drawing/2014/main" id="{5C8C5E25-6334-AE4E-9AC9-BD80C628FAE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98016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a:extLst>
              <a:ext uri="{FF2B5EF4-FFF2-40B4-BE49-F238E27FC236}">
                <a16:creationId xmlns:a16="http://schemas.microsoft.com/office/drawing/2014/main" id="{BA3494DD-34C9-894E-81C5-3B761DA9102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3AFB00A-AB47-3444-9799-DB6048AB73CC}" type="slidenum">
              <a:rPr lang="en-US" altLang="zh-CN" sz="1200" smtClean="0">
                <a:latin typeface="Arial" panose="020B0604020202020204" pitchFamily="34" charset="0"/>
              </a:rPr>
              <a:pPr/>
              <a:t>29</a:t>
            </a:fld>
            <a:endParaRPr lang="en-US" altLang="zh-CN" sz="1200">
              <a:latin typeface="Arial" panose="020B0604020202020204" pitchFamily="34" charset="0"/>
            </a:endParaRPr>
          </a:p>
        </p:txBody>
      </p:sp>
      <p:sp>
        <p:nvSpPr>
          <p:cNvPr id="63490" name="Rectangle 2">
            <a:extLst>
              <a:ext uri="{FF2B5EF4-FFF2-40B4-BE49-F238E27FC236}">
                <a16:creationId xmlns:a16="http://schemas.microsoft.com/office/drawing/2014/main" id="{BD0E714C-69DC-1848-B65A-182592AE205B}"/>
              </a:ext>
            </a:extLst>
          </p:cNvPr>
          <p:cNvSpPr>
            <a:spLocks noGrp="1" noRot="1" noChangeAspect="1" noChangeArrowheads="1" noTextEdit="1"/>
          </p:cNvSpPr>
          <p:nvPr>
            <p:ph type="sldImg"/>
          </p:nvPr>
        </p:nvSpPr>
        <p:spPr>
          <a:xfrm>
            <a:off x="139700" y="768350"/>
            <a:ext cx="6819900" cy="3836988"/>
          </a:xfrm>
          <a:ln/>
        </p:spPr>
      </p:sp>
      <p:sp>
        <p:nvSpPr>
          <p:cNvPr id="63491" name="Rectangle 3">
            <a:extLst>
              <a:ext uri="{FF2B5EF4-FFF2-40B4-BE49-F238E27FC236}">
                <a16:creationId xmlns:a16="http://schemas.microsoft.com/office/drawing/2014/main" id="{8CFB5B4D-8AE8-594A-9E28-1C60CABCE59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3886583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a:extLst>
              <a:ext uri="{FF2B5EF4-FFF2-40B4-BE49-F238E27FC236}">
                <a16:creationId xmlns:a16="http://schemas.microsoft.com/office/drawing/2014/main" id="{B9BD3107-B11A-2947-825A-70941D8F9AE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309EAD6-8D40-0E42-889B-13D012F84B40}" type="slidenum">
              <a:rPr lang="en-US" altLang="zh-CN" sz="1200" smtClean="0">
                <a:latin typeface="Arial" panose="020B0604020202020204" pitchFamily="34" charset="0"/>
              </a:rPr>
              <a:pPr/>
              <a:t>30</a:t>
            </a:fld>
            <a:endParaRPr lang="en-US" altLang="zh-CN" sz="1200">
              <a:latin typeface="Arial" panose="020B0604020202020204" pitchFamily="34" charset="0"/>
            </a:endParaRPr>
          </a:p>
        </p:txBody>
      </p:sp>
      <p:sp>
        <p:nvSpPr>
          <p:cNvPr id="75778" name="Rectangle 2">
            <a:extLst>
              <a:ext uri="{FF2B5EF4-FFF2-40B4-BE49-F238E27FC236}">
                <a16:creationId xmlns:a16="http://schemas.microsoft.com/office/drawing/2014/main" id="{4CB9F71A-2175-764B-8D98-167A79B5B5C4}"/>
              </a:ext>
            </a:extLst>
          </p:cNvPr>
          <p:cNvSpPr>
            <a:spLocks noGrp="1" noRot="1" noChangeAspect="1" noChangeArrowheads="1" noTextEdit="1"/>
          </p:cNvSpPr>
          <p:nvPr>
            <p:ph type="sldImg"/>
          </p:nvPr>
        </p:nvSpPr>
        <p:spPr>
          <a:xfrm>
            <a:off x="139700" y="768350"/>
            <a:ext cx="6819900" cy="3836988"/>
          </a:xfrm>
          <a:ln/>
        </p:spPr>
      </p:sp>
      <p:sp>
        <p:nvSpPr>
          <p:cNvPr id="75779" name="Rectangle 3">
            <a:extLst>
              <a:ext uri="{FF2B5EF4-FFF2-40B4-BE49-F238E27FC236}">
                <a16:creationId xmlns:a16="http://schemas.microsoft.com/office/drawing/2014/main" id="{6673775D-F1C9-CB49-BDD4-4965676B2AB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201984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id="{DA2600D0-FC07-A54E-8663-651B23A3E7E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A9629C1-8C4C-FF4A-93A5-31DAD4C69156}" type="slidenum">
              <a:rPr lang="en-US" altLang="zh-CN" sz="1200" smtClean="0">
                <a:latin typeface="Arial" panose="020B0604020202020204" pitchFamily="34" charset="0"/>
              </a:rPr>
              <a:pPr/>
              <a:t>31</a:t>
            </a:fld>
            <a:endParaRPr lang="en-US" altLang="zh-CN" sz="1200">
              <a:latin typeface="Arial" panose="020B0604020202020204" pitchFamily="34" charset="0"/>
            </a:endParaRPr>
          </a:p>
        </p:txBody>
      </p:sp>
      <p:sp>
        <p:nvSpPr>
          <p:cNvPr id="79874" name="Rectangle 2">
            <a:extLst>
              <a:ext uri="{FF2B5EF4-FFF2-40B4-BE49-F238E27FC236}">
                <a16:creationId xmlns:a16="http://schemas.microsoft.com/office/drawing/2014/main" id="{A538D5F1-E6FD-974C-8C6E-A5561635CE03}"/>
              </a:ext>
            </a:extLst>
          </p:cNvPr>
          <p:cNvSpPr>
            <a:spLocks noGrp="1" noRot="1" noChangeAspect="1" noChangeArrowheads="1" noTextEdit="1"/>
          </p:cNvSpPr>
          <p:nvPr>
            <p:ph type="sldImg"/>
          </p:nvPr>
        </p:nvSpPr>
        <p:spPr>
          <a:xfrm>
            <a:off x="139700" y="768350"/>
            <a:ext cx="6819900" cy="3836988"/>
          </a:xfrm>
          <a:ln/>
        </p:spPr>
      </p:sp>
      <p:sp>
        <p:nvSpPr>
          <p:cNvPr id="79875" name="Rectangle 3">
            <a:extLst>
              <a:ext uri="{FF2B5EF4-FFF2-40B4-BE49-F238E27FC236}">
                <a16:creationId xmlns:a16="http://schemas.microsoft.com/office/drawing/2014/main" id="{6E388949-68E3-8348-9271-3CA15ABD881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181185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6369F488-7207-FB46-901C-D69E2D2B560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A8EFE44-D747-9A45-B7C3-9C5C37FEDC52}" type="slidenum">
              <a:rPr lang="en-US" altLang="zh-CN" sz="1200" smtClean="0">
                <a:latin typeface="Arial" panose="020B0604020202020204" pitchFamily="34" charset="0"/>
              </a:rPr>
              <a:pPr/>
              <a:t>32</a:t>
            </a:fld>
            <a:endParaRPr lang="en-US" altLang="zh-CN" sz="1200">
              <a:latin typeface="Arial" panose="020B0604020202020204" pitchFamily="34" charset="0"/>
            </a:endParaRPr>
          </a:p>
        </p:txBody>
      </p:sp>
      <p:sp>
        <p:nvSpPr>
          <p:cNvPr id="81922" name="Rectangle 2">
            <a:extLst>
              <a:ext uri="{FF2B5EF4-FFF2-40B4-BE49-F238E27FC236}">
                <a16:creationId xmlns:a16="http://schemas.microsoft.com/office/drawing/2014/main" id="{F410E8C9-1B3C-6040-A3FB-3DCC057872E7}"/>
              </a:ext>
            </a:extLst>
          </p:cNvPr>
          <p:cNvSpPr>
            <a:spLocks noGrp="1" noRot="1" noChangeAspect="1" noChangeArrowheads="1" noTextEdit="1"/>
          </p:cNvSpPr>
          <p:nvPr>
            <p:ph type="sldImg"/>
          </p:nvPr>
        </p:nvSpPr>
        <p:spPr>
          <a:xfrm>
            <a:off x="139700" y="768350"/>
            <a:ext cx="6819900" cy="3836988"/>
          </a:xfrm>
          <a:ln/>
        </p:spPr>
      </p:sp>
      <p:sp>
        <p:nvSpPr>
          <p:cNvPr id="81923" name="Rectangle 3">
            <a:extLst>
              <a:ext uri="{FF2B5EF4-FFF2-40B4-BE49-F238E27FC236}">
                <a16:creationId xmlns:a16="http://schemas.microsoft.com/office/drawing/2014/main" id="{1A202F78-B926-EF46-847E-3A7D7F8C551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2585015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a:extLst>
              <a:ext uri="{FF2B5EF4-FFF2-40B4-BE49-F238E27FC236}">
                <a16:creationId xmlns:a16="http://schemas.microsoft.com/office/drawing/2014/main" id="{6E977E5E-FEA6-6547-B5D4-896015B1659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6E55917-0DCF-BA48-988F-6DC06529D5C9}" type="slidenum">
              <a:rPr lang="en-US" altLang="zh-CN" sz="1200" smtClean="0">
                <a:latin typeface="Arial" panose="020B0604020202020204" pitchFamily="34" charset="0"/>
              </a:rPr>
              <a:pPr/>
              <a:t>33</a:t>
            </a:fld>
            <a:endParaRPr lang="en-US" altLang="zh-CN" sz="1200">
              <a:latin typeface="Arial" panose="020B0604020202020204" pitchFamily="34" charset="0"/>
            </a:endParaRPr>
          </a:p>
        </p:txBody>
      </p:sp>
      <p:sp>
        <p:nvSpPr>
          <p:cNvPr id="83970" name="Rectangle 2">
            <a:extLst>
              <a:ext uri="{FF2B5EF4-FFF2-40B4-BE49-F238E27FC236}">
                <a16:creationId xmlns:a16="http://schemas.microsoft.com/office/drawing/2014/main" id="{3C7D0D93-D3B5-D140-B5A9-718A93233D71}"/>
              </a:ext>
            </a:extLst>
          </p:cNvPr>
          <p:cNvSpPr>
            <a:spLocks noGrp="1" noRot="1" noChangeAspect="1" noChangeArrowheads="1" noTextEdit="1"/>
          </p:cNvSpPr>
          <p:nvPr>
            <p:ph type="sldImg"/>
          </p:nvPr>
        </p:nvSpPr>
        <p:spPr>
          <a:xfrm>
            <a:off x="139700" y="768350"/>
            <a:ext cx="6819900" cy="3836988"/>
          </a:xfrm>
          <a:ln/>
        </p:spPr>
      </p:sp>
      <p:sp>
        <p:nvSpPr>
          <p:cNvPr id="83971" name="Rectangle 3">
            <a:extLst>
              <a:ext uri="{FF2B5EF4-FFF2-40B4-BE49-F238E27FC236}">
                <a16:creationId xmlns:a16="http://schemas.microsoft.com/office/drawing/2014/main" id="{5242C60D-64E6-7E4C-9D1D-7F1CF1323EF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50807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7">
            <a:extLst>
              <a:ext uri="{FF2B5EF4-FFF2-40B4-BE49-F238E27FC236}">
                <a16:creationId xmlns:a16="http://schemas.microsoft.com/office/drawing/2014/main" id="{96C82040-729A-6849-9A39-88ACE0267F1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FE61945-CA81-3C4C-A865-5CBCCFD531B9}" type="slidenum">
              <a:rPr lang="en-US" altLang="zh-CN" sz="1200" smtClean="0">
                <a:latin typeface="Arial" panose="020B0604020202020204" pitchFamily="34" charset="0"/>
              </a:rPr>
              <a:pPr/>
              <a:t>34</a:t>
            </a:fld>
            <a:endParaRPr lang="en-US" altLang="zh-CN" sz="1200">
              <a:latin typeface="Arial" panose="020B0604020202020204" pitchFamily="34" charset="0"/>
            </a:endParaRPr>
          </a:p>
        </p:txBody>
      </p:sp>
      <p:sp>
        <p:nvSpPr>
          <p:cNvPr id="86018" name="Rectangle 2">
            <a:extLst>
              <a:ext uri="{FF2B5EF4-FFF2-40B4-BE49-F238E27FC236}">
                <a16:creationId xmlns:a16="http://schemas.microsoft.com/office/drawing/2014/main" id="{BE1FA2BB-C908-8642-9858-CB9438EA1E2B}"/>
              </a:ext>
            </a:extLst>
          </p:cNvPr>
          <p:cNvSpPr>
            <a:spLocks noGrp="1" noRot="1" noChangeAspect="1" noChangeArrowheads="1" noTextEdit="1"/>
          </p:cNvSpPr>
          <p:nvPr>
            <p:ph type="sldImg"/>
          </p:nvPr>
        </p:nvSpPr>
        <p:spPr>
          <a:xfrm>
            <a:off x="139700" y="768350"/>
            <a:ext cx="6819900" cy="3836988"/>
          </a:xfrm>
          <a:ln/>
        </p:spPr>
      </p:sp>
      <p:sp>
        <p:nvSpPr>
          <p:cNvPr id="86019" name="Rectangle 3">
            <a:extLst>
              <a:ext uri="{FF2B5EF4-FFF2-40B4-BE49-F238E27FC236}">
                <a16:creationId xmlns:a16="http://schemas.microsoft.com/office/drawing/2014/main" id="{4C0A20F8-467F-9F40-BD75-E1BD1DCE010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635786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7">
            <a:extLst>
              <a:ext uri="{FF2B5EF4-FFF2-40B4-BE49-F238E27FC236}">
                <a16:creationId xmlns:a16="http://schemas.microsoft.com/office/drawing/2014/main" id="{A8EC9944-6FA1-384F-AF72-C8D88557BA7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7941F09-F691-8C4D-8AF1-984CD8E23F1F}" type="slidenum">
              <a:rPr lang="en-US" altLang="zh-CN" sz="1200" smtClean="0">
                <a:latin typeface="Arial" panose="020B0604020202020204" pitchFamily="34" charset="0"/>
              </a:rPr>
              <a:pPr/>
              <a:t>35</a:t>
            </a:fld>
            <a:endParaRPr lang="en-US" altLang="zh-CN" sz="1200">
              <a:latin typeface="Arial" panose="020B0604020202020204" pitchFamily="34" charset="0"/>
            </a:endParaRPr>
          </a:p>
        </p:txBody>
      </p:sp>
      <p:sp>
        <p:nvSpPr>
          <p:cNvPr id="92162" name="Rectangle 2">
            <a:extLst>
              <a:ext uri="{FF2B5EF4-FFF2-40B4-BE49-F238E27FC236}">
                <a16:creationId xmlns:a16="http://schemas.microsoft.com/office/drawing/2014/main" id="{8FF9FC19-7B55-2441-A07E-9A88ECEA1731}"/>
              </a:ext>
            </a:extLst>
          </p:cNvPr>
          <p:cNvSpPr>
            <a:spLocks noGrp="1" noRot="1" noChangeAspect="1" noChangeArrowheads="1" noTextEdit="1"/>
          </p:cNvSpPr>
          <p:nvPr>
            <p:ph type="sldImg"/>
          </p:nvPr>
        </p:nvSpPr>
        <p:spPr>
          <a:xfrm>
            <a:off x="139700" y="768350"/>
            <a:ext cx="6819900" cy="3836988"/>
          </a:xfrm>
          <a:ln/>
        </p:spPr>
      </p:sp>
      <p:sp>
        <p:nvSpPr>
          <p:cNvPr id="92163" name="Rectangle 3">
            <a:extLst>
              <a:ext uri="{FF2B5EF4-FFF2-40B4-BE49-F238E27FC236}">
                <a16:creationId xmlns:a16="http://schemas.microsoft.com/office/drawing/2014/main" id="{2B0779F9-43AC-E749-8023-E643BE349DF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1148622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7">
            <a:extLst>
              <a:ext uri="{FF2B5EF4-FFF2-40B4-BE49-F238E27FC236}">
                <a16:creationId xmlns:a16="http://schemas.microsoft.com/office/drawing/2014/main" id="{0C7B920C-1246-C340-A652-39BB883C088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665C1AC-62C6-6345-875D-0C05BF6D6DF9}" type="slidenum">
              <a:rPr lang="en-US" altLang="zh-CN" sz="1200" smtClean="0">
                <a:latin typeface="Arial" panose="020B0604020202020204" pitchFamily="34" charset="0"/>
              </a:rPr>
              <a:pPr/>
              <a:t>36</a:t>
            </a:fld>
            <a:endParaRPr lang="en-US" altLang="zh-CN" sz="1200">
              <a:latin typeface="Arial" panose="020B0604020202020204" pitchFamily="34" charset="0"/>
            </a:endParaRPr>
          </a:p>
        </p:txBody>
      </p:sp>
      <p:sp>
        <p:nvSpPr>
          <p:cNvPr id="94210" name="Rectangle 2">
            <a:extLst>
              <a:ext uri="{FF2B5EF4-FFF2-40B4-BE49-F238E27FC236}">
                <a16:creationId xmlns:a16="http://schemas.microsoft.com/office/drawing/2014/main" id="{298731F0-CF3A-1A44-878B-26577FA4DE9E}"/>
              </a:ext>
            </a:extLst>
          </p:cNvPr>
          <p:cNvSpPr>
            <a:spLocks noGrp="1" noRot="1" noChangeAspect="1" noChangeArrowheads="1" noTextEdit="1"/>
          </p:cNvSpPr>
          <p:nvPr>
            <p:ph type="sldImg"/>
          </p:nvPr>
        </p:nvSpPr>
        <p:spPr>
          <a:xfrm>
            <a:off x="139700" y="768350"/>
            <a:ext cx="6819900" cy="3836988"/>
          </a:xfrm>
          <a:ln/>
        </p:spPr>
      </p:sp>
      <p:sp>
        <p:nvSpPr>
          <p:cNvPr id="94211" name="Rectangle 3">
            <a:extLst>
              <a:ext uri="{FF2B5EF4-FFF2-40B4-BE49-F238E27FC236}">
                <a16:creationId xmlns:a16="http://schemas.microsoft.com/office/drawing/2014/main" id="{9CA13817-1F22-B646-9FFD-5FA07DF8790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80242535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7">
            <a:extLst>
              <a:ext uri="{FF2B5EF4-FFF2-40B4-BE49-F238E27FC236}">
                <a16:creationId xmlns:a16="http://schemas.microsoft.com/office/drawing/2014/main" id="{46E7A5D4-213F-BD43-91F3-8A7CE58CA75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54F96BA7-DC9A-C547-AFE3-44C53D795173}" type="slidenum">
              <a:rPr lang="en-US" altLang="zh-CN" sz="1200" smtClean="0">
                <a:latin typeface="Arial" panose="020B0604020202020204" pitchFamily="34" charset="0"/>
              </a:rPr>
              <a:pPr/>
              <a:t>37</a:t>
            </a:fld>
            <a:endParaRPr lang="en-US" altLang="zh-CN" sz="1200">
              <a:latin typeface="Arial" panose="020B0604020202020204" pitchFamily="34" charset="0"/>
            </a:endParaRPr>
          </a:p>
        </p:txBody>
      </p:sp>
      <p:sp>
        <p:nvSpPr>
          <p:cNvPr id="96258" name="Rectangle 2">
            <a:extLst>
              <a:ext uri="{FF2B5EF4-FFF2-40B4-BE49-F238E27FC236}">
                <a16:creationId xmlns:a16="http://schemas.microsoft.com/office/drawing/2014/main" id="{FA300F56-500B-3544-8CEA-E023845DE32A}"/>
              </a:ext>
            </a:extLst>
          </p:cNvPr>
          <p:cNvSpPr>
            <a:spLocks noGrp="1" noRot="1" noChangeAspect="1" noChangeArrowheads="1" noTextEdit="1"/>
          </p:cNvSpPr>
          <p:nvPr>
            <p:ph type="sldImg"/>
          </p:nvPr>
        </p:nvSpPr>
        <p:spPr>
          <a:xfrm>
            <a:off x="139700" y="768350"/>
            <a:ext cx="6819900" cy="3836988"/>
          </a:xfrm>
          <a:ln/>
        </p:spPr>
      </p:sp>
      <p:sp>
        <p:nvSpPr>
          <p:cNvPr id="96259" name="Rectangle 3">
            <a:extLst>
              <a:ext uri="{FF2B5EF4-FFF2-40B4-BE49-F238E27FC236}">
                <a16:creationId xmlns:a16="http://schemas.microsoft.com/office/drawing/2014/main" id="{0731AE15-DCF6-3243-95F6-7000506B580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318021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7">
            <a:extLst>
              <a:ext uri="{FF2B5EF4-FFF2-40B4-BE49-F238E27FC236}">
                <a16:creationId xmlns:a16="http://schemas.microsoft.com/office/drawing/2014/main" id="{219761E4-7CB1-3E43-90CB-B28426B52BF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449845C-305C-9B43-A64E-2E76CA54B254}" type="slidenum">
              <a:rPr lang="en-US" altLang="zh-CN" sz="1200" smtClean="0">
                <a:latin typeface="Arial" panose="020B0604020202020204" pitchFamily="34" charset="0"/>
              </a:rPr>
              <a:pPr/>
              <a:t>38</a:t>
            </a:fld>
            <a:endParaRPr lang="en-US" altLang="zh-CN" sz="1200">
              <a:latin typeface="Arial" panose="020B0604020202020204" pitchFamily="34" charset="0"/>
            </a:endParaRPr>
          </a:p>
        </p:txBody>
      </p:sp>
      <p:sp>
        <p:nvSpPr>
          <p:cNvPr id="98306" name="Rectangle 2">
            <a:extLst>
              <a:ext uri="{FF2B5EF4-FFF2-40B4-BE49-F238E27FC236}">
                <a16:creationId xmlns:a16="http://schemas.microsoft.com/office/drawing/2014/main" id="{83C446F8-7412-CA4F-B511-D318D11DF6BD}"/>
              </a:ext>
            </a:extLst>
          </p:cNvPr>
          <p:cNvSpPr>
            <a:spLocks noGrp="1" noRot="1" noChangeAspect="1" noChangeArrowheads="1" noTextEdit="1"/>
          </p:cNvSpPr>
          <p:nvPr>
            <p:ph type="sldImg"/>
          </p:nvPr>
        </p:nvSpPr>
        <p:spPr>
          <a:ln/>
        </p:spPr>
      </p:sp>
      <p:sp>
        <p:nvSpPr>
          <p:cNvPr id="98307" name="Rectangle 3">
            <a:extLst>
              <a:ext uri="{FF2B5EF4-FFF2-40B4-BE49-F238E27FC236}">
                <a16:creationId xmlns:a16="http://schemas.microsoft.com/office/drawing/2014/main" id="{F580AECB-7D33-3946-870B-819BE27336B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0554017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7">
            <a:extLst>
              <a:ext uri="{FF2B5EF4-FFF2-40B4-BE49-F238E27FC236}">
                <a16:creationId xmlns:a16="http://schemas.microsoft.com/office/drawing/2014/main" id="{EFB506BF-8527-7E42-A061-D5E959EF980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B76BF77-1F5C-8644-9853-0FC6CC83F423}" type="slidenum">
              <a:rPr lang="en-US" altLang="zh-CN" sz="1200" smtClean="0">
                <a:latin typeface="Arial" panose="020B0604020202020204" pitchFamily="34" charset="0"/>
              </a:rPr>
              <a:pPr/>
              <a:t>39</a:t>
            </a:fld>
            <a:endParaRPr lang="en-US" altLang="zh-CN" sz="1200">
              <a:latin typeface="Arial" panose="020B0604020202020204" pitchFamily="34" charset="0"/>
            </a:endParaRPr>
          </a:p>
        </p:txBody>
      </p:sp>
      <p:sp>
        <p:nvSpPr>
          <p:cNvPr id="100354" name="Rectangle 2">
            <a:extLst>
              <a:ext uri="{FF2B5EF4-FFF2-40B4-BE49-F238E27FC236}">
                <a16:creationId xmlns:a16="http://schemas.microsoft.com/office/drawing/2014/main" id="{3F49FAED-2939-1E4D-860B-74326023A956}"/>
              </a:ext>
            </a:extLst>
          </p:cNvPr>
          <p:cNvSpPr>
            <a:spLocks noGrp="1" noRot="1" noChangeAspect="1" noChangeArrowheads="1" noTextEdit="1"/>
          </p:cNvSpPr>
          <p:nvPr>
            <p:ph type="sldImg"/>
          </p:nvPr>
        </p:nvSpPr>
        <p:spPr>
          <a:ln/>
        </p:spPr>
      </p:sp>
      <p:sp>
        <p:nvSpPr>
          <p:cNvPr id="100355" name="Rectangle 3">
            <a:extLst>
              <a:ext uri="{FF2B5EF4-FFF2-40B4-BE49-F238E27FC236}">
                <a16:creationId xmlns:a16="http://schemas.microsoft.com/office/drawing/2014/main" id="{35D38940-4473-7C45-9590-81C55F379AD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8441412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7">
            <a:extLst>
              <a:ext uri="{FF2B5EF4-FFF2-40B4-BE49-F238E27FC236}">
                <a16:creationId xmlns:a16="http://schemas.microsoft.com/office/drawing/2014/main" id="{0FB656B8-1066-B046-813C-7AD175F7AF7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9C7583A-E3A7-1C40-AC6E-E90D0E211B66}" type="slidenum">
              <a:rPr lang="en-US" altLang="zh-CN" sz="1200" smtClean="0">
                <a:latin typeface="Arial" panose="020B0604020202020204" pitchFamily="34" charset="0"/>
              </a:rPr>
              <a:pPr/>
              <a:t>40</a:t>
            </a:fld>
            <a:endParaRPr lang="en-US" altLang="zh-CN" sz="1200">
              <a:latin typeface="Arial" panose="020B0604020202020204" pitchFamily="34" charset="0"/>
            </a:endParaRPr>
          </a:p>
        </p:txBody>
      </p:sp>
      <p:sp>
        <p:nvSpPr>
          <p:cNvPr id="102402" name="Rectangle 2">
            <a:extLst>
              <a:ext uri="{FF2B5EF4-FFF2-40B4-BE49-F238E27FC236}">
                <a16:creationId xmlns:a16="http://schemas.microsoft.com/office/drawing/2014/main" id="{CCED425A-A499-E94F-85D0-E2478123AED7}"/>
              </a:ext>
            </a:extLst>
          </p:cNvPr>
          <p:cNvSpPr>
            <a:spLocks noGrp="1" noRot="1" noChangeAspect="1" noChangeArrowheads="1" noTextEdit="1"/>
          </p:cNvSpPr>
          <p:nvPr>
            <p:ph type="sldImg"/>
          </p:nvPr>
        </p:nvSpPr>
        <p:spPr>
          <a:ln/>
        </p:spPr>
      </p:sp>
      <p:sp>
        <p:nvSpPr>
          <p:cNvPr id="102403" name="Rectangle 3">
            <a:extLst>
              <a:ext uri="{FF2B5EF4-FFF2-40B4-BE49-F238E27FC236}">
                <a16:creationId xmlns:a16="http://schemas.microsoft.com/office/drawing/2014/main" id="{A31DDA3A-5B4D-E145-AFA1-8EE80631AB5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1005374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7">
            <a:extLst>
              <a:ext uri="{FF2B5EF4-FFF2-40B4-BE49-F238E27FC236}">
                <a16:creationId xmlns:a16="http://schemas.microsoft.com/office/drawing/2014/main" id="{1A66DF06-4620-2F42-9AED-2DD6EA389D0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0BF391B-8BBD-5C45-8292-BD1AC2A92290}" type="slidenum">
              <a:rPr lang="en-US" altLang="zh-CN" sz="1200" smtClean="0">
                <a:latin typeface="Arial" panose="020B0604020202020204" pitchFamily="34" charset="0"/>
              </a:rPr>
              <a:pPr/>
              <a:t>41</a:t>
            </a:fld>
            <a:endParaRPr lang="en-US" altLang="zh-CN" sz="1200">
              <a:latin typeface="Arial" panose="020B0604020202020204" pitchFamily="34" charset="0"/>
            </a:endParaRPr>
          </a:p>
        </p:txBody>
      </p:sp>
      <p:sp>
        <p:nvSpPr>
          <p:cNvPr id="104450" name="Rectangle 2">
            <a:extLst>
              <a:ext uri="{FF2B5EF4-FFF2-40B4-BE49-F238E27FC236}">
                <a16:creationId xmlns:a16="http://schemas.microsoft.com/office/drawing/2014/main" id="{BB1D3ADF-9CA5-1145-B932-A5791BE06B82}"/>
              </a:ext>
            </a:extLst>
          </p:cNvPr>
          <p:cNvSpPr>
            <a:spLocks noGrp="1" noRot="1" noChangeAspect="1" noChangeArrowheads="1" noTextEdit="1"/>
          </p:cNvSpPr>
          <p:nvPr>
            <p:ph type="sldImg"/>
          </p:nvPr>
        </p:nvSpPr>
        <p:spPr>
          <a:ln/>
        </p:spPr>
      </p:sp>
      <p:sp>
        <p:nvSpPr>
          <p:cNvPr id="104451" name="Rectangle 3">
            <a:extLst>
              <a:ext uri="{FF2B5EF4-FFF2-40B4-BE49-F238E27FC236}">
                <a16:creationId xmlns:a16="http://schemas.microsoft.com/office/drawing/2014/main" id="{9D79845E-782F-B149-BC6E-3138836EAB1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3952536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7">
            <a:extLst>
              <a:ext uri="{FF2B5EF4-FFF2-40B4-BE49-F238E27FC236}">
                <a16:creationId xmlns:a16="http://schemas.microsoft.com/office/drawing/2014/main" id="{6E2CF000-F7F3-5942-A83F-49407D86300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11FEF9B-08B9-8D46-8D63-383EAD77827C}" type="slidenum">
              <a:rPr lang="en-US" altLang="zh-CN" sz="1200" smtClean="0">
                <a:latin typeface="Arial" panose="020B0604020202020204" pitchFamily="34" charset="0"/>
              </a:rPr>
              <a:pPr/>
              <a:t>42</a:t>
            </a:fld>
            <a:endParaRPr lang="en-US" altLang="zh-CN" sz="1200">
              <a:latin typeface="Arial" panose="020B0604020202020204" pitchFamily="34" charset="0"/>
            </a:endParaRPr>
          </a:p>
        </p:txBody>
      </p:sp>
      <p:sp>
        <p:nvSpPr>
          <p:cNvPr id="106498" name="Rectangle 2">
            <a:extLst>
              <a:ext uri="{FF2B5EF4-FFF2-40B4-BE49-F238E27FC236}">
                <a16:creationId xmlns:a16="http://schemas.microsoft.com/office/drawing/2014/main" id="{C80A5562-86A1-674A-A2D2-6945676ACA55}"/>
              </a:ext>
            </a:extLst>
          </p:cNvPr>
          <p:cNvSpPr>
            <a:spLocks noGrp="1" noRot="1" noChangeAspect="1" noChangeArrowheads="1" noTextEdit="1"/>
          </p:cNvSpPr>
          <p:nvPr>
            <p:ph type="sldImg"/>
          </p:nvPr>
        </p:nvSpPr>
        <p:spPr>
          <a:ln/>
        </p:spPr>
      </p:sp>
      <p:sp>
        <p:nvSpPr>
          <p:cNvPr id="106499" name="Rectangle 3">
            <a:extLst>
              <a:ext uri="{FF2B5EF4-FFF2-40B4-BE49-F238E27FC236}">
                <a16:creationId xmlns:a16="http://schemas.microsoft.com/office/drawing/2014/main" id="{DC6BC698-C4EF-CC46-92EA-76E2223DE68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6032699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7">
            <a:extLst>
              <a:ext uri="{FF2B5EF4-FFF2-40B4-BE49-F238E27FC236}">
                <a16:creationId xmlns:a16="http://schemas.microsoft.com/office/drawing/2014/main" id="{8844EF60-DB5A-A743-A48D-0F873670AC4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7464FB9-B9C3-164B-8008-01266E315497}" type="slidenum">
              <a:rPr lang="en-US" altLang="zh-CN" sz="1200" smtClean="0">
                <a:latin typeface="Arial" panose="020B0604020202020204" pitchFamily="34" charset="0"/>
              </a:rPr>
              <a:pPr/>
              <a:t>43</a:t>
            </a:fld>
            <a:endParaRPr lang="en-US" altLang="zh-CN" sz="1200">
              <a:latin typeface="Arial" panose="020B0604020202020204" pitchFamily="34" charset="0"/>
            </a:endParaRPr>
          </a:p>
        </p:txBody>
      </p:sp>
      <p:sp>
        <p:nvSpPr>
          <p:cNvPr id="108546" name="Rectangle 2">
            <a:extLst>
              <a:ext uri="{FF2B5EF4-FFF2-40B4-BE49-F238E27FC236}">
                <a16:creationId xmlns:a16="http://schemas.microsoft.com/office/drawing/2014/main" id="{E527413A-7C7E-CC4F-9FA3-7FD03791122D}"/>
              </a:ext>
            </a:extLst>
          </p:cNvPr>
          <p:cNvSpPr>
            <a:spLocks noGrp="1" noRot="1" noChangeAspect="1" noChangeArrowheads="1" noTextEdit="1"/>
          </p:cNvSpPr>
          <p:nvPr>
            <p:ph type="sldImg"/>
          </p:nvPr>
        </p:nvSpPr>
        <p:spPr>
          <a:ln/>
        </p:spPr>
      </p:sp>
      <p:sp>
        <p:nvSpPr>
          <p:cNvPr id="108547" name="Rectangle 3">
            <a:extLst>
              <a:ext uri="{FF2B5EF4-FFF2-40B4-BE49-F238E27FC236}">
                <a16:creationId xmlns:a16="http://schemas.microsoft.com/office/drawing/2014/main" id="{5FF0DB07-6584-5543-86F6-1FCD699289B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2600937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7">
            <a:extLst>
              <a:ext uri="{FF2B5EF4-FFF2-40B4-BE49-F238E27FC236}">
                <a16:creationId xmlns:a16="http://schemas.microsoft.com/office/drawing/2014/main" id="{20774B7C-2AB8-4C43-B42D-7B34C8EB1F4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188C601-A4FB-1B46-8B8B-493A5AF4CEAF}" type="slidenum">
              <a:rPr lang="en-US" altLang="zh-CN" sz="1200" smtClean="0">
                <a:latin typeface="Arial" panose="020B0604020202020204" pitchFamily="34" charset="0"/>
              </a:rPr>
              <a:pPr/>
              <a:t>44</a:t>
            </a:fld>
            <a:endParaRPr lang="en-US" altLang="zh-CN" sz="1200">
              <a:latin typeface="Arial" panose="020B0604020202020204" pitchFamily="34" charset="0"/>
            </a:endParaRPr>
          </a:p>
        </p:txBody>
      </p:sp>
      <p:sp>
        <p:nvSpPr>
          <p:cNvPr id="110594" name="Rectangle 2">
            <a:extLst>
              <a:ext uri="{FF2B5EF4-FFF2-40B4-BE49-F238E27FC236}">
                <a16:creationId xmlns:a16="http://schemas.microsoft.com/office/drawing/2014/main" id="{BAD16C6C-C425-4D47-A984-2C67DD9D835D}"/>
              </a:ext>
            </a:extLst>
          </p:cNvPr>
          <p:cNvSpPr>
            <a:spLocks noGrp="1" noRot="1" noChangeAspect="1" noChangeArrowheads="1" noTextEdit="1"/>
          </p:cNvSpPr>
          <p:nvPr>
            <p:ph type="sldImg"/>
          </p:nvPr>
        </p:nvSpPr>
        <p:spPr>
          <a:ln/>
        </p:spPr>
      </p:sp>
      <p:sp>
        <p:nvSpPr>
          <p:cNvPr id="110595" name="Rectangle 3">
            <a:extLst>
              <a:ext uri="{FF2B5EF4-FFF2-40B4-BE49-F238E27FC236}">
                <a16:creationId xmlns:a16="http://schemas.microsoft.com/office/drawing/2014/main" id="{E1D2BF52-2916-5F41-AEEE-D1891F50B8B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245976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7">
            <a:extLst>
              <a:ext uri="{FF2B5EF4-FFF2-40B4-BE49-F238E27FC236}">
                <a16:creationId xmlns:a16="http://schemas.microsoft.com/office/drawing/2014/main" id="{BE3FCDF3-5D83-6143-8677-62D88E35434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E689C29-5D2C-3E4D-BD1A-E1590407D731}" type="slidenum">
              <a:rPr lang="en-US" altLang="zh-CN" sz="1200" smtClean="0">
                <a:latin typeface="Arial" panose="020B0604020202020204" pitchFamily="34" charset="0"/>
              </a:rPr>
              <a:pPr/>
              <a:t>45</a:t>
            </a:fld>
            <a:endParaRPr lang="en-US" altLang="zh-CN" sz="1200">
              <a:latin typeface="Arial" panose="020B0604020202020204" pitchFamily="34" charset="0"/>
            </a:endParaRPr>
          </a:p>
        </p:txBody>
      </p:sp>
      <p:sp>
        <p:nvSpPr>
          <p:cNvPr id="112642" name="Rectangle 2">
            <a:extLst>
              <a:ext uri="{FF2B5EF4-FFF2-40B4-BE49-F238E27FC236}">
                <a16:creationId xmlns:a16="http://schemas.microsoft.com/office/drawing/2014/main" id="{6B0710E2-813D-594F-82AC-44036BB4CA1C}"/>
              </a:ext>
            </a:extLst>
          </p:cNvPr>
          <p:cNvSpPr>
            <a:spLocks noGrp="1" noRot="1" noChangeAspect="1" noChangeArrowheads="1" noTextEdit="1"/>
          </p:cNvSpPr>
          <p:nvPr>
            <p:ph type="sldImg"/>
          </p:nvPr>
        </p:nvSpPr>
        <p:spPr>
          <a:ln/>
        </p:spPr>
      </p:sp>
      <p:sp>
        <p:nvSpPr>
          <p:cNvPr id="112643" name="Rectangle 3">
            <a:extLst>
              <a:ext uri="{FF2B5EF4-FFF2-40B4-BE49-F238E27FC236}">
                <a16:creationId xmlns:a16="http://schemas.microsoft.com/office/drawing/2014/main" id="{3C522603-927C-6C4A-8038-ED7463FB7C9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84535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7">
            <a:extLst>
              <a:ext uri="{FF2B5EF4-FFF2-40B4-BE49-F238E27FC236}">
                <a16:creationId xmlns:a16="http://schemas.microsoft.com/office/drawing/2014/main" id="{0372960D-3A79-D043-B674-0BF9C90F02F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0EB2C40-8621-C547-812E-2517E21E3190}" type="slidenum">
              <a:rPr lang="en-US" altLang="zh-CN" sz="1200" smtClean="0">
                <a:latin typeface="Arial" panose="020B0604020202020204" pitchFamily="34" charset="0"/>
              </a:rPr>
              <a:pPr/>
              <a:t>46</a:t>
            </a:fld>
            <a:endParaRPr lang="en-US" altLang="zh-CN" sz="1200">
              <a:latin typeface="Arial" panose="020B0604020202020204" pitchFamily="34" charset="0"/>
            </a:endParaRPr>
          </a:p>
        </p:txBody>
      </p:sp>
      <p:sp>
        <p:nvSpPr>
          <p:cNvPr id="114690" name="Rectangle 2">
            <a:extLst>
              <a:ext uri="{FF2B5EF4-FFF2-40B4-BE49-F238E27FC236}">
                <a16:creationId xmlns:a16="http://schemas.microsoft.com/office/drawing/2014/main" id="{0B70E5EE-3A16-3440-A45F-405B57C4555F}"/>
              </a:ext>
            </a:extLst>
          </p:cNvPr>
          <p:cNvSpPr>
            <a:spLocks noGrp="1" noRot="1" noChangeAspect="1" noChangeArrowheads="1" noTextEdit="1"/>
          </p:cNvSpPr>
          <p:nvPr>
            <p:ph type="sldImg"/>
          </p:nvPr>
        </p:nvSpPr>
        <p:spPr>
          <a:ln/>
        </p:spPr>
      </p:sp>
      <p:sp>
        <p:nvSpPr>
          <p:cNvPr id="114691" name="Rectangle 3">
            <a:extLst>
              <a:ext uri="{FF2B5EF4-FFF2-40B4-BE49-F238E27FC236}">
                <a16:creationId xmlns:a16="http://schemas.microsoft.com/office/drawing/2014/main" id="{F67E2599-0E43-0447-81C4-A8668719D15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4315750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7">
            <a:extLst>
              <a:ext uri="{FF2B5EF4-FFF2-40B4-BE49-F238E27FC236}">
                <a16:creationId xmlns:a16="http://schemas.microsoft.com/office/drawing/2014/main" id="{2FEFCDF7-9AE5-874A-8555-39340827FEF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4B208B6-939D-0344-959A-86733860663D}" type="slidenum">
              <a:rPr lang="en-US" altLang="zh-CN" sz="1200" smtClean="0">
                <a:latin typeface="Arial" panose="020B0604020202020204" pitchFamily="34" charset="0"/>
              </a:rPr>
              <a:pPr/>
              <a:t>47</a:t>
            </a:fld>
            <a:endParaRPr lang="en-US" altLang="zh-CN" sz="1200">
              <a:latin typeface="Arial" panose="020B0604020202020204" pitchFamily="34" charset="0"/>
            </a:endParaRPr>
          </a:p>
        </p:txBody>
      </p:sp>
      <p:sp>
        <p:nvSpPr>
          <p:cNvPr id="116738" name="Rectangle 2">
            <a:extLst>
              <a:ext uri="{FF2B5EF4-FFF2-40B4-BE49-F238E27FC236}">
                <a16:creationId xmlns:a16="http://schemas.microsoft.com/office/drawing/2014/main" id="{0A2E95A3-F746-2C48-ADA2-C48B7C7FEF04}"/>
              </a:ext>
            </a:extLst>
          </p:cNvPr>
          <p:cNvSpPr>
            <a:spLocks noGrp="1" noRot="1" noChangeAspect="1" noChangeArrowheads="1" noTextEdit="1"/>
          </p:cNvSpPr>
          <p:nvPr>
            <p:ph type="sldImg"/>
          </p:nvPr>
        </p:nvSpPr>
        <p:spPr>
          <a:ln/>
        </p:spPr>
      </p:sp>
      <p:sp>
        <p:nvSpPr>
          <p:cNvPr id="116739" name="Rectangle 3">
            <a:extLst>
              <a:ext uri="{FF2B5EF4-FFF2-40B4-BE49-F238E27FC236}">
                <a16:creationId xmlns:a16="http://schemas.microsoft.com/office/drawing/2014/main" id="{A1BAFBF7-2044-7144-81EB-D440C6EE473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730268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7">
            <a:extLst>
              <a:ext uri="{FF2B5EF4-FFF2-40B4-BE49-F238E27FC236}">
                <a16:creationId xmlns:a16="http://schemas.microsoft.com/office/drawing/2014/main" id="{8C2909DD-27BD-8B4B-9BAD-75CF87CE1B7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6C2877F-FD9A-4448-8791-D1C0786C387A}" type="slidenum">
              <a:rPr lang="en-US" altLang="zh-CN" sz="1200" smtClean="0">
                <a:latin typeface="Arial" panose="020B0604020202020204" pitchFamily="34" charset="0"/>
              </a:rPr>
              <a:pPr/>
              <a:t>48</a:t>
            </a:fld>
            <a:endParaRPr lang="en-US" altLang="zh-CN" sz="1200">
              <a:latin typeface="Arial" panose="020B0604020202020204" pitchFamily="34" charset="0"/>
            </a:endParaRPr>
          </a:p>
        </p:txBody>
      </p:sp>
      <p:sp>
        <p:nvSpPr>
          <p:cNvPr id="118786" name="Rectangle 2">
            <a:extLst>
              <a:ext uri="{FF2B5EF4-FFF2-40B4-BE49-F238E27FC236}">
                <a16:creationId xmlns:a16="http://schemas.microsoft.com/office/drawing/2014/main" id="{C152B3D1-5E2A-5644-84B6-B95A41C44EA1}"/>
              </a:ext>
            </a:extLst>
          </p:cNvPr>
          <p:cNvSpPr>
            <a:spLocks noGrp="1" noRot="1" noChangeAspect="1" noChangeArrowheads="1" noTextEdit="1"/>
          </p:cNvSpPr>
          <p:nvPr>
            <p:ph type="sldImg"/>
          </p:nvPr>
        </p:nvSpPr>
        <p:spPr>
          <a:ln/>
        </p:spPr>
      </p:sp>
      <p:sp>
        <p:nvSpPr>
          <p:cNvPr id="118787" name="Rectangle 3">
            <a:extLst>
              <a:ext uri="{FF2B5EF4-FFF2-40B4-BE49-F238E27FC236}">
                <a16:creationId xmlns:a16="http://schemas.microsoft.com/office/drawing/2014/main" id="{045DE131-BFD8-FB47-9813-8AAD7A67233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6778880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7">
            <a:extLst>
              <a:ext uri="{FF2B5EF4-FFF2-40B4-BE49-F238E27FC236}">
                <a16:creationId xmlns:a16="http://schemas.microsoft.com/office/drawing/2014/main" id="{B90EB36E-23C9-824E-B446-47D57253354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ED4DDFC-48A2-E442-8E67-B04D5D677637}" type="slidenum">
              <a:rPr lang="en-US" altLang="zh-CN" sz="1200" smtClean="0">
                <a:latin typeface="Arial" panose="020B0604020202020204" pitchFamily="34" charset="0"/>
              </a:rPr>
              <a:pPr/>
              <a:t>49</a:t>
            </a:fld>
            <a:endParaRPr lang="en-US" altLang="zh-CN" sz="1200">
              <a:latin typeface="Arial" panose="020B0604020202020204" pitchFamily="34" charset="0"/>
            </a:endParaRPr>
          </a:p>
        </p:txBody>
      </p:sp>
      <p:sp>
        <p:nvSpPr>
          <p:cNvPr id="120834" name="Rectangle 2">
            <a:extLst>
              <a:ext uri="{FF2B5EF4-FFF2-40B4-BE49-F238E27FC236}">
                <a16:creationId xmlns:a16="http://schemas.microsoft.com/office/drawing/2014/main" id="{46FCBE9D-F023-1849-B226-D14570D016E2}"/>
              </a:ext>
            </a:extLst>
          </p:cNvPr>
          <p:cNvSpPr>
            <a:spLocks noGrp="1" noRot="1" noChangeAspect="1" noChangeArrowheads="1" noTextEdit="1"/>
          </p:cNvSpPr>
          <p:nvPr>
            <p:ph type="sldImg"/>
          </p:nvPr>
        </p:nvSpPr>
        <p:spPr>
          <a:ln/>
        </p:spPr>
      </p:sp>
      <p:sp>
        <p:nvSpPr>
          <p:cNvPr id="120835" name="Rectangle 3">
            <a:extLst>
              <a:ext uri="{FF2B5EF4-FFF2-40B4-BE49-F238E27FC236}">
                <a16:creationId xmlns:a16="http://schemas.microsoft.com/office/drawing/2014/main" id="{5F4359A7-8513-614E-AE39-A4A86931DB9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11892629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7">
            <a:extLst>
              <a:ext uri="{FF2B5EF4-FFF2-40B4-BE49-F238E27FC236}">
                <a16:creationId xmlns:a16="http://schemas.microsoft.com/office/drawing/2014/main" id="{3AE22E24-7405-4F43-8652-E290F6BAC8C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602C931-0AF4-A546-9377-896AD0B0B540}" type="slidenum">
              <a:rPr lang="en-US" altLang="zh-CN" sz="1200" smtClean="0">
                <a:latin typeface="Arial" panose="020B0604020202020204" pitchFamily="34" charset="0"/>
              </a:rPr>
              <a:pPr/>
              <a:t>50</a:t>
            </a:fld>
            <a:endParaRPr lang="en-US" altLang="zh-CN" sz="1200">
              <a:latin typeface="Arial" panose="020B0604020202020204" pitchFamily="34" charset="0"/>
            </a:endParaRPr>
          </a:p>
        </p:txBody>
      </p:sp>
      <p:sp>
        <p:nvSpPr>
          <p:cNvPr id="122882" name="Rectangle 2">
            <a:extLst>
              <a:ext uri="{FF2B5EF4-FFF2-40B4-BE49-F238E27FC236}">
                <a16:creationId xmlns:a16="http://schemas.microsoft.com/office/drawing/2014/main" id="{69715DB0-7527-C741-BCE9-99C4813B7515}"/>
              </a:ext>
            </a:extLst>
          </p:cNvPr>
          <p:cNvSpPr>
            <a:spLocks noGrp="1" noRot="1" noChangeAspect="1" noChangeArrowheads="1" noTextEdit="1"/>
          </p:cNvSpPr>
          <p:nvPr>
            <p:ph type="sldImg"/>
          </p:nvPr>
        </p:nvSpPr>
        <p:spPr>
          <a:ln/>
        </p:spPr>
      </p:sp>
      <p:sp>
        <p:nvSpPr>
          <p:cNvPr id="122883" name="Rectangle 3">
            <a:extLst>
              <a:ext uri="{FF2B5EF4-FFF2-40B4-BE49-F238E27FC236}">
                <a16:creationId xmlns:a16="http://schemas.microsoft.com/office/drawing/2014/main" id="{C036CE62-99EB-4143-817A-5C935545F7D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8617281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7">
            <a:extLst>
              <a:ext uri="{FF2B5EF4-FFF2-40B4-BE49-F238E27FC236}">
                <a16:creationId xmlns:a16="http://schemas.microsoft.com/office/drawing/2014/main" id="{47EC2992-F05B-AB4E-9900-13886044817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911D5ED-610D-9F49-8CDD-0794D06DD989}" type="slidenum">
              <a:rPr lang="en-US" altLang="zh-CN" sz="1200" smtClean="0">
                <a:latin typeface="Arial" panose="020B0604020202020204" pitchFamily="34" charset="0"/>
              </a:rPr>
              <a:pPr/>
              <a:t>51</a:t>
            </a:fld>
            <a:endParaRPr lang="en-US" altLang="zh-CN" sz="1200">
              <a:latin typeface="Arial" panose="020B0604020202020204" pitchFamily="34" charset="0"/>
            </a:endParaRPr>
          </a:p>
        </p:txBody>
      </p:sp>
      <p:sp>
        <p:nvSpPr>
          <p:cNvPr id="126978" name="Rectangle 2">
            <a:extLst>
              <a:ext uri="{FF2B5EF4-FFF2-40B4-BE49-F238E27FC236}">
                <a16:creationId xmlns:a16="http://schemas.microsoft.com/office/drawing/2014/main" id="{53818B4A-2DC7-B643-A2FD-C0E97D1E6026}"/>
              </a:ext>
            </a:extLst>
          </p:cNvPr>
          <p:cNvSpPr>
            <a:spLocks noGrp="1" noRot="1" noChangeAspect="1" noChangeArrowheads="1" noTextEdit="1"/>
          </p:cNvSpPr>
          <p:nvPr>
            <p:ph type="sldImg"/>
          </p:nvPr>
        </p:nvSpPr>
        <p:spPr>
          <a:ln/>
        </p:spPr>
      </p:sp>
      <p:sp>
        <p:nvSpPr>
          <p:cNvPr id="126979" name="Rectangle 3">
            <a:extLst>
              <a:ext uri="{FF2B5EF4-FFF2-40B4-BE49-F238E27FC236}">
                <a16:creationId xmlns:a16="http://schemas.microsoft.com/office/drawing/2014/main" id="{A8DBAC40-C582-8B4A-9C7D-7C9031849F1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8582744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Rectangle 7">
            <a:extLst>
              <a:ext uri="{FF2B5EF4-FFF2-40B4-BE49-F238E27FC236}">
                <a16:creationId xmlns:a16="http://schemas.microsoft.com/office/drawing/2014/main" id="{BBF69A98-63DD-A047-AFEB-EB81EC65CEE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D612262-5BBD-A642-AAA4-2E082751563E}" type="slidenum">
              <a:rPr lang="en-US" altLang="zh-CN" sz="1200" smtClean="0">
                <a:latin typeface="Arial" panose="020B0604020202020204" pitchFamily="34" charset="0"/>
              </a:rPr>
              <a:pPr/>
              <a:t>52</a:t>
            </a:fld>
            <a:endParaRPr lang="en-US" altLang="zh-CN" sz="1200">
              <a:latin typeface="Arial" panose="020B0604020202020204" pitchFamily="34" charset="0"/>
            </a:endParaRPr>
          </a:p>
        </p:txBody>
      </p:sp>
      <p:sp>
        <p:nvSpPr>
          <p:cNvPr id="129026" name="Rectangle 2">
            <a:extLst>
              <a:ext uri="{FF2B5EF4-FFF2-40B4-BE49-F238E27FC236}">
                <a16:creationId xmlns:a16="http://schemas.microsoft.com/office/drawing/2014/main" id="{E7784E71-C29D-FF48-A39A-4687FE274537}"/>
              </a:ext>
            </a:extLst>
          </p:cNvPr>
          <p:cNvSpPr>
            <a:spLocks noGrp="1" noRot="1" noChangeAspect="1" noChangeArrowheads="1" noTextEdit="1"/>
          </p:cNvSpPr>
          <p:nvPr>
            <p:ph type="sldImg"/>
          </p:nvPr>
        </p:nvSpPr>
        <p:spPr>
          <a:ln/>
        </p:spPr>
      </p:sp>
      <p:sp>
        <p:nvSpPr>
          <p:cNvPr id="129027" name="Rectangle 3">
            <a:extLst>
              <a:ext uri="{FF2B5EF4-FFF2-40B4-BE49-F238E27FC236}">
                <a16:creationId xmlns:a16="http://schemas.microsoft.com/office/drawing/2014/main" id="{7DF36060-A5DA-4A46-977A-DC1DB0260C6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81738341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7">
            <a:extLst>
              <a:ext uri="{FF2B5EF4-FFF2-40B4-BE49-F238E27FC236}">
                <a16:creationId xmlns:a16="http://schemas.microsoft.com/office/drawing/2014/main" id="{A5F4190F-CD88-1440-8215-5071C36B260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FDE34A2-B113-B242-9AD3-7D3D9885EC2D}" type="slidenum">
              <a:rPr lang="en-US" altLang="zh-CN" sz="1200" smtClean="0">
                <a:latin typeface="Arial" panose="020B0604020202020204" pitchFamily="34" charset="0"/>
              </a:rPr>
              <a:pPr/>
              <a:t>53</a:t>
            </a:fld>
            <a:endParaRPr lang="en-US" altLang="zh-CN" sz="1200">
              <a:latin typeface="Arial" panose="020B0604020202020204" pitchFamily="34" charset="0"/>
            </a:endParaRPr>
          </a:p>
        </p:txBody>
      </p:sp>
      <p:sp>
        <p:nvSpPr>
          <p:cNvPr id="131074" name="Rectangle 2">
            <a:extLst>
              <a:ext uri="{FF2B5EF4-FFF2-40B4-BE49-F238E27FC236}">
                <a16:creationId xmlns:a16="http://schemas.microsoft.com/office/drawing/2014/main" id="{62837179-C3D4-0641-8AEB-FD08D01958B5}"/>
              </a:ext>
            </a:extLst>
          </p:cNvPr>
          <p:cNvSpPr>
            <a:spLocks noGrp="1" noRot="1" noChangeAspect="1" noChangeArrowheads="1" noTextEdit="1"/>
          </p:cNvSpPr>
          <p:nvPr>
            <p:ph type="sldImg"/>
          </p:nvPr>
        </p:nvSpPr>
        <p:spPr>
          <a:ln/>
        </p:spPr>
      </p:sp>
      <p:sp>
        <p:nvSpPr>
          <p:cNvPr id="131075" name="Rectangle 3">
            <a:extLst>
              <a:ext uri="{FF2B5EF4-FFF2-40B4-BE49-F238E27FC236}">
                <a16:creationId xmlns:a16="http://schemas.microsoft.com/office/drawing/2014/main" id="{2E1BAC50-632E-2942-B1FB-A0E38E29D71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8070182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7">
            <a:extLst>
              <a:ext uri="{FF2B5EF4-FFF2-40B4-BE49-F238E27FC236}">
                <a16:creationId xmlns:a16="http://schemas.microsoft.com/office/drawing/2014/main" id="{7901A373-C0CF-9E41-A9E8-0123C61620A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68566DF-32F5-1447-9235-98C5C1D44C74}" type="slidenum">
              <a:rPr lang="en-US" altLang="zh-CN" sz="1200" smtClean="0">
                <a:latin typeface="Arial" panose="020B0604020202020204" pitchFamily="34" charset="0"/>
              </a:rPr>
              <a:pPr/>
              <a:t>54</a:t>
            </a:fld>
            <a:endParaRPr lang="en-US" altLang="zh-CN" sz="1200">
              <a:latin typeface="Arial" panose="020B0604020202020204" pitchFamily="34" charset="0"/>
            </a:endParaRPr>
          </a:p>
        </p:txBody>
      </p:sp>
      <p:sp>
        <p:nvSpPr>
          <p:cNvPr id="133122" name="Rectangle 2">
            <a:extLst>
              <a:ext uri="{FF2B5EF4-FFF2-40B4-BE49-F238E27FC236}">
                <a16:creationId xmlns:a16="http://schemas.microsoft.com/office/drawing/2014/main" id="{27606FA1-0109-A94E-9AA2-6ACC465DE28C}"/>
              </a:ext>
            </a:extLst>
          </p:cNvPr>
          <p:cNvSpPr>
            <a:spLocks noGrp="1" noRot="1" noChangeAspect="1" noChangeArrowheads="1" noTextEdit="1"/>
          </p:cNvSpPr>
          <p:nvPr>
            <p:ph type="sldImg"/>
          </p:nvPr>
        </p:nvSpPr>
        <p:spPr>
          <a:ln/>
        </p:spPr>
      </p:sp>
      <p:sp>
        <p:nvSpPr>
          <p:cNvPr id="133123" name="Rectangle 3">
            <a:extLst>
              <a:ext uri="{FF2B5EF4-FFF2-40B4-BE49-F238E27FC236}">
                <a16:creationId xmlns:a16="http://schemas.microsoft.com/office/drawing/2014/main" id="{02786E29-F591-344B-A6D1-4F586FA0B39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4642922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Rectangle 7">
            <a:extLst>
              <a:ext uri="{FF2B5EF4-FFF2-40B4-BE49-F238E27FC236}">
                <a16:creationId xmlns:a16="http://schemas.microsoft.com/office/drawing/2014/main" id="{A1C32AD9-16B0-7341-9860-560A0A0C9FF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9176E03-F58A-594E-A98D-AED6F9609B58}" type="slidenum">
              <a:rPr lang="en-US" altLang="zh-CN" sz="1200" smtClean="0">
                <a:latin typeface="Arial" panose="020B0604020202020204" pitchFamily="34" charset="0"/>
              </a:rPr>
              <a:pPr/>
              <a:t>55</a:t>
            </a:fld>
            <a:endParaRPr lang="en-US" altLang="zh-CN" sz="1200">
              <a:latin typeface="Arial" panose="020B0604020202020204" pitchFamily="34" charset="0"/>
            </a:endParaRPr>
          </a:p>
        </p:txBody>
      </p:sp>
      <p:sp>
        <p:nvSpPr>
          <p:cNvPr id="135170" name="Rectangle 2">
            <a:extLst>
              <a:ext uri="{FF2B5EF4-FFF2-40B4-BE49-F238E27FC236}">
                <a16:creationId xmlns:a16="http://schemas.microsoft.com/office/drawing/2014/main" id="{86EF9EE1-58AB-7045-8D81-B32009C6368D}"/>
              </a:ext>
            </a:extLst>
          </p:cNvPr>
          <p:cNvSpPr>
            <a:spLocks noGrp="1" noRot="1" noChangeAspect="1" noChangeArrowheads="1" noTextEdit="1"/>
          </p:cNvSpPr>
          <p:nvPr>
            <p:ph type="sldImg"/>
          </p:nvPr>
        </p:nvSpPr>
        <p:spPr>
          <a:ln/>
        </p:spPr>
      </p:sp>
      <p:sp>
        <p:nvSpPr>
          <p:cNvPr id="135171" name="Rectangle 3">
            <a:extLst>
              <a:ext uri="{FF2B5EF4-FFF2-40B4-BE49-F238E27FC236}">
                <a16:creationId xmlns:a16="http://schemas.microsoft.com/office/drawing/2014/main" id="{89277DE3-E8FB-3E46-AA8E-2F04167448E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9869408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7">
            <a:extLst>
              <a:ext uri="{FF2B5EF4-FFF2-40B4-BE49-F238E27FC236}">
                <a16:creationId xmlns:a16="http://schemas.microsoft.com/office/drawing/2014/main" id="{D602AD71-4557-BA4D-B62F-A4612343E6F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F147BD3-F8AC-EE46-AAA7-6905174E0BD3}" type="slidenum">
              <a:rPr lang="en-US" altLang="zh-CN" sz="1200" smtClean="0">
                <a:latin typeface="Arial" panose="020B0604020202020204" pitchFamily="34" charset="0"/>
              </a:rPr>
              <a:pPr/>
              <a:t>56</a:t>
            </a:fld>
            <a:endParaRPr lang="en-US" altLang="zh-CN" sz="1200">
              <a:latin typeface="Arial" panose="020B0604020202020204" pitchFamily="34" charset="0"/>
            </a:endParaRPr>
          </a:p>
        </p:txBody>
      </p:sp>
      <p:sp>
        <p:nvSpPr>
          <p:cNvPr id="137218" name="Rectangle 2">
            <a:extLst>
              <a:ext uri="{FF2B5EF4-FFF2-40B4-BE49-F238E27FC236}">
                <a16:creationId xmlns:a16="http://schemas.microsoft.com/office/drawing/2014/main" id="{5795E09E-4EE9-184D-91A5-E4826DA96550}"/>
              </a:ext>
            </a:extLst>
          </p:cNvPr>
          <p:cNvSpPr>
            <a:spLocks noGrp="1" noRot="1" noChangeAspect="1" noChangeArrowheads="1" noTextEdit="1"/>
          </p:cNvSpPr>
          <p:nvPr>
            <p:ph type="sldImg"/>
          </p:nvPr>
        </p:nvSpPr>
        <p:spPr>
          <a:ln/>
        </p:spPr>
      </p:sp>
      <p:sp>
        <p:nvSpPr>
          <p:cNvPr id="137219" name="Rectangle 3">
            <a:extLst>
              <a:ext uri="{FF2B5EF4-FFF2-40B4-BE49-F238E27FC236}">
                <a16:creationId xmlns:a16="http://schemas.microsoft.com/office/drawing/2014/main" id="{7AF32F21-A738-EB41-A5C2-A84932FDE7A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7372145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Rectangle 7">
            <a:extLst>
              <a:ext uri="{FF2B5EF4-FFF2-40B4-BE49-F238E27FC236}">
                <a16:creationId xmlns:a16="http://schemas.microsoft.com/office/drawing/2014/main" id="{911BEA18-6654-814C-A5A8-6AE0697FEF6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E90BE73-F460-4046-BA8C-8DEDE253053D}" type="slidenum">
              <a:rPr lang="en-US" altLang="zh-CN" sz="1200" smtClean="0">
                <a:latin typeface="Arial" panose="020B0604020202020204" pitchFamily="34" charset="0"/>
              </a:rPr>
              <a:pPr/>
              <a:t>57</a:t>
            </a:fld>
            <a:endParaRPr lang="en-US" altLang="zh-CN" sz="1200">
              <a:latin typeface="Arial" panose="020B0604020202020204" pitchFamily="34" charset="0"/>
            </a:endParaRPr>
          </a:p>
        </p:txBody>
      </p:sp>
      <p:sp>
        <p:nvSpPr>
          <p:cNvPr id="139266" name="Rectangle 2">
            <a:extLst>
              <a:ext uri="{FF2B5EF4-FFF2-40B4-BE49-F238E27FC236}">
                <a16:creationId xmlns:a16="http://schemas.microsoft.com/office/drawing/2014/main" id="{C18798C6-C5E4-5D4F-A89C-49D8316B3095}"/>
              </a:ext>
            </a:extLst>
          </p:cNvPr>
          <p:cNvSpPr>
            <a:spLocks noGrp="1" noRot="1" noChangeAspect="1" noChangeArrowheads="1" noTextEdit="1"/>
          </p:cNvSpPr>
          <p:nvPr>
            <p:ph type="sldImg"/>
          </p:nvPr>
        </p:nvSpPr>
        <p:spPr>
          <a:ln/>
        </p:spPr>
      </p:sp>
      <p:sp>
        <p:nvSpPr>
          <p:cNvPr id="139267" name="Rectangle 3">
            <a:extLst>
              <a:ext uri="{FF2B5EF4-FFF2-40B4-BE49-F238E27FC236}">
                <a16:creationId xmlns:a16="http://schemas.microsoft.com/office/drawing/2014/main" id="{DC2628B6-030E-A945-A49B-9CE52221619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1935335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7">
            <a:extLst>
              <a:ext uri="{FF2B5EF4-FFF2-40B4-BE49-F238E27FC236}">
                <a16:creationId xmlns:a16="http://schemas.microsoft.com/office/drawing/2014/main" id="{42F7F558-899B-3C4B-9EF2-E57DD4CFE5E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1D01AA0-3EEB-AC42-AD70-F66CE0753CBA}" type="slidenum">
              <a:rPr lang="en-US" altLang="zh-CN" sz="1200" smtClean="0">
                <a:latin typeface="Arial" panose="020B0604020202020204" pitchFamily="34" charset="0"/>
              </a:rPr>
              <a:pPr/>
              <a:t>58</a:t>
            </a:fld>
            <a:endParaRPr lang="en-US" altLang="zh-CN" sz="1200">
              <a:latin typeface="Arial" panose="020B0604020202020204" pitchFamily="34" charset="0"/>
            </a:endParaRPr>
          </a:p>
        </p:txBody>
      </p:sp>
      <p:sp>
        <p:nvSpPr>
          <p:cNvPr id="141314" name="Rectangle 2">
            <a:extLst>
              <a:ext uri="{FF2B5EF4-FFF2-40B4-BE49-F238E27FC236}">
                <a16:creationId xmlns:a16="http://schemas.microsoft.com/office/drawing/2014/main" id="{573C4050-0727-4245-AF40-2FAF82C22D09}"/>
              </a:ext>
            </a:extLst>
          </p:cNvPr>
          <p:cNvSpPr>
            <a:spLocks noGrp="1" noRot="1" noChangeAspect="1" noChangeArrowheads="1" noTextEdit="1"/>
          </p:cNvSpPr>
          <p:nvPr>
            <p:ph type="sldImg"/>
          </p:nvPr>
        </p:nvSpPr>
        <p:spPr>
          <a:ln/>
        </p:spPr>
      </p:sp>
      <p:sp>
        <p:nvSpPr>
          <p:cNvPr id="141315" name="Rectangle 3">
            <a:extLst>
              <a:ext uri="{FF2B5EF4-FFF2-40B4-BE49-F238E27FC236}">
                <a16:creationId xmlns:a16="http://schemas.microsoft.com/office/drawing/2014/main" id="{242F0B64-7F3A-DE44-B8CD-8CF6A1E8316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83673206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Rectangle 7">
            <a:extLst>
              <a:ext uri="{FF2B5EF4-FFF2-40B4-BE49-F238E27FC236}">
                <a16:creationId xmlns:a16="http://schemas.microsoft.com/office/drawing/2014/main" id="{AA3AFE70-0E81-D042-9F0A-5324D5CDC22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30503FD-9CC3-A24E-A78C-331A2C2ADC8C}" type="slidenum">
              <a:rPr lang="en-US" altLang="zh-CN" sz="1200" smtClean="0">
                <a:latin typeface="Arial" panose="020B0604020202020204" pitchFamily="34" charset="0"/>
              </a:rPr>
              <a:pPr/>
              <a:t>59</a:t>
            </a:fld>
            <a:endParaRPr lang="en-US" altLang="zh-CN" sz="1200">
              <a:latin typeface="Arial" panose="020B0604020202020204" pitchFamily="34" charset="0"/>
            </a:endParaRPr>
          </a:p>
        </p:txBody>
      </p:sp>
      <p:sp>
        <p:nvSpPr>
          <p:cNvPr id="143362" name="Rectangle 2">
            <a:extLst>
              <a:ext uri="{FF2B5EF4-FFF2-40B4-BE49-F238E27FC236}">
                <a16:creationId xmlns:a16="http://schemas.microsoft.com/office/drawing/2014/main" id="{981A385A-7E16-404A-A28D-EB54051774A1}"/>
              </a:ext>
            </a:extLst>
          </p:cNvPr>
          <p:cNvSpPr>
            <a:spLocks noGrp="1" noRot="1" noChangeAspect="1" noChangeArrowheads="1" noTextEdit="1"/>
          </p:cNvSpPr>
          <p:nvPr>
            <p:ph type="sldImg"/>
          </p:nvPr>
        </p:nvSpPr>
        <p:spPr>
          <a:ln/>
        </p:spPr>
      </p:sp>
      <p:sp>
        <p:nvSpPr>
          <p:cNvPr id="143363" name="Rectangle 3">
            <a:extLst>
              <a:ext uri="{FF2B5EF4-FFF2-40B4-BE49-F238E27FC236}">
                <a16:creationId xmlns:a16="http://schemas.microsoft.com/office/drawing/2014/main" id="{4A555DDE-3D24-2947-B165-A437662F396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0761888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Rectangle 7">
            <a:extLst>
              <a:ext uri="{FF2B5EF4-FFF2-40B4-BE49-F238E27FC236}">
                <a16:creationId xmlns:a16="http://schemas.microsoft.com/office/drawing/2014/main" id="{F3CA7277-756C-5641-83FD-732EE4CE1BA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7BBDC90-76A7-9544-9189-FAF4B6E303EF}" type="slidenum">
              <a:rPr lang="en-US" altLang="zh-CN" sz="1200" smtClean="0">
                <a:latin typeface="Arial" panose="020B0604020202020204" pitchFamily="34" charset="0"/>
              </a:rPr>
              <a:pPr/>
              <a:t>60</a:t>
            </a:fld>
            <a:endParaRPr lang="en-US" altLang="zh-CN" sz="1200">
              <a:latin typeface="Arial" panose="020B0604020202020204" pitchFamily="34" charset="0"/>
            </a:endParaRPr>
          </a:p>
        </p:txBody>
      </p:sp>
      <p:sp>
        <p:nvSpPr>
          <p:cNvPr id="145410" name="Rectangle 2">
            <a:extLst>
              <a:ext uri="{FF2B5EF4-FFF2-40B4-BE49-F238E27FC236}">
                <a16:creationId xmlns:a16="http://schemas.microsoft.com/office/drawing/2014/main" id="{B81A161A-D7F1-4F48-B9A9-A74C4AE7B6C4}"/>
              </a:ext>
            </a:extLst>
          </p:cNvPr>
          <p:cNvSpPr>
            <a:spLocks noGrp="1" noRot="1" noChangeAspect="1" noChangeArrowheads="1" noTextEdit="1"/>
          </p:cNvSpPr>
          <p:nvPr>
            <p:ph type="sldImg"/>
          </p:nvPr>
        </p:nvSpPr>
        <p:spPr>
          <a:ln/>
        </p:spPr>
      </p:sp>
      <p:sp>
        <p:nvSpPr>
          <p:cNvPr id="145411" name="Rectangle 3">
            <a:extLst>
              <a:ext uri="{FF2B5EF4-FFF2-40B4-BE49-F238E27FC236}">
                <a16:creationId xmlns:a16="http://schemas.microsoft.com/office/drawing/2014/main" id="{B0740D3B-CC0D-554B-A376-C37EB5E8A3E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63183050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Rectangle 7">
            <a:extLst>
              <a:ext uri="{FF2B5EF4-FFF2-40B4-BE49-F238E27FC236}">
                <a16:creationId xmlns:a16="http://schemas.microsoft.com/office/drawing/2014/main" id="{D3E51139-2DDF-8547-9D68-6E32AD1FCC1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F7D0AC7-1CE1-764E-9C9E-92F8F7639A48}" type="slidenum">
              <a:rPr lang="en-US" altLang="zh-CN" sz="1200" smtClean="0">
                <a:latin typeface="Arial" panose="020B0604020202020204" pitchFamily="34" charset="0"/>
              </a:rPr>
              <a:pPr/>
              <a:t>61</a:t>
            </a:fld>
            <a:endParaRPr lang="en-US" altLang="zh-CN" sz="1200">
              <a:latin typeface="Arial" panose="020B0604020202020204" pitchFamily="34" charset="0"/>
            </a:endParaRPr>
          </a:p>
        </p:txBody>
      </p:sp>
      <p:sp>
        <p:nvSpPr>
          <p:cNvPr id="147458" name="Rectangle 2">
            <a:extLst>
              <a:ext uri="{FF2B5EF4-FFF2-40B4-BE49-F238E27FC236}">
                <a16:creationId xmlns:a16="http://schemas.microsoft.com/office/drawing/2014/main" id="{8D4976B4-FA42-5C4E-AAB7-766D07EDA221}"/>
              </a:ext>
            </a:extLst>
          </p:cNvPr>
          <p:cNvSpPr>
            <a:spLocks noGrp="1" noRot="1" noChangeAspect="1" noChangeArrowheads="1" noTextEdit="1"/>
          </p:cNvSpPr>
          <p:nvPr>
            <p:ph type="sldImg"/>
          </p:nvPr>
        </p:nvSpPr>
        <p:spPr>
          <a:ln/>
        </p:spPr>
      </p:sp>
      <p:sp>
        <p:nvSpPr>
          <p:cNvPr id="147459" name="Rectangle 3">
            <a:extLst>
              <a:ext uri="{FF2B5EF4-FFF2-40B4-BE49-F238E27FC236}">
                <a16:creationId xmlns:a16="http://schemas.microsoft.com/office/drawing/2014/main" id="{CA98420E-4A19-FA4F-9C11-D5FD6393A6C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4924375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Rectangle 7">
            <a:extLst>
              <a:ext uri="{FF2B5EF4-FFF2-40B4-BE49-F238E27FC236}">
                <a16:creationId xmlns:a16="http://schemas.microsoft.com/office/drawing/2014/main" id="{E17A56BB-EEB5-DA4B-8527-719C6F993D8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770EE33-4B79-714D-8139-A4CD249584EE}" type="slidenum">
              <a:rPr lang="en-US" altLang="zh-CN" sz="1200" smtClean="0">
                <a:latin typeface="Arial" panose="020B0604020202020204" pitchFamily="34" charset="0"/>
              </a:rPr>
              <a:pPr/>
              <a:t>62</a:t>
            </a:fld>
            <a:endParaRPr lang="en-US" altLang="zh-CN" sz="1200">
              <a:latin typeface="Arial" panose="020B0604020202020204" pitchFamily="34" charset="0"/>
            </a:endParaRPr>
          </a:p>
        </p:txBody>
      </p:sp>
      <p:sp>
        <p:nvSpPr>
          <p:cNvPr id="149506" name="Rectangle 2">
            <a:extLst>
              <a:ext uri="{FF2B5EF4-FFF2-40B4-BE49-F238E27FC236}">
                <a16:creationId xmlns:a16="http://schemas.microsoft.com/office/drawing/2014/main" id="{FF96CAE0-7735-E84E-870B-F793110B2E22}"/>
              </a:ext>
            </a:extLst>
          </p:cNvPr>
          <p:cNvSpPr>
            <a:spLocks noGrp="1" noRot="1" noChangeAspect="1" noChangeArrowheads="1" noTextEdit="1"/>
          </p:cNvSpPr>
          <p:nvPr>
            <p:ph type="sldImg"/>
          </p:nvPr>
        </p:nvSpPr>
        <p:spPr>
          <a:ln/>
        </p:spPr>
      </p:sp>
      <p:sp>
        <p:nvSpPr>
          <p:cNvPr id="149507" name="Rectangle 3">
            <a:extLst>
              <a:ext uri="{FF2B5EF4-FFF2-40B4-BE49-F238E27FC236}">
                <a16:creationId xmlns:a16="http://schemas.microsoft.com/office/drawing/2014/main" id="{720B0EFD-B500-134E-85E9-12FE199A791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5834222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Rectangle 7">
            <a:extLst>
              <a:ext uri="{FF2B5EF4-FFF2-40B4-BE49-F238E27FC236}">
                <a16:creationId xmlns:a16="http://schemas.microsoft.com/office/drawing/2014/main" id="{00A44FD7-AD22-024F-9A65-AD81774FC3F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68D5132-64C1-8B4D-B88E-7E48B5B04F6E}" type="slidenum">
              <a:rPr lang="en-US" altLang="zh-CN" sz="1200" smtClean="0">
                <a:latin typeface="Arial" panose="020B0604020202020204" pitchFamily="34" charset="0"/>
              </a:rPr>
              <a:pPr/>
              <a:t>63</a:t>
            </a:fld>
            <a:endParaRPr lang="en-US" altLang="zh-CN" sz="1200">
              <a:latin typeface="Arial" panose="020B0604020202020204" pitchFamily="34" charset="0"/>
            </a:endParaRPr>
          </a:p>
        </p:txBody>
      </p:sp>
      <p:sp>
        <p:nvSpPr>
          <p:cNvPr id="151554" name="Rectangle 2">
            <a:extLst>
              <a:ext uri="{FF2B5EF4-FFF2-40B4-BE49-F238E27FC236}">
                <a16:creationId xmlns:a16="http://schemas.microsoft.com/office/drawing/2014/main" id="{9EA61F60-C188-5844-B75E-80B03441669B}"/>
              </a:ext>
            </a:extLst>
          </p:cNvPr>
          <p:cNvSpPr>
            <a:spLocks noGrp="1" noRot="1" noChangeAspect="1" noChangeArrowheads="1" noTextEdit="1"/>
          </p:cNvSpPr>
          <p:nvPr>
            <p:ph type="sldImg"/>
          </p:nvPr>
        </p:nvSpPr>
        <p:spPr>
          <a:ln/>
        </p:spPr>
      </p:sp>
      <p:sp>
        <p:nvSpPr>
          <p:cNvPr id="151555" name="Rectangle 3">
            <a:extLst>
              <a:ext uri="{FF2B5EF4-FFF2-40B4-BE49-F238E27FC236}">
                <a16:creationId xmlns:a16="http://schemas.microsoft.com/office/drawing/2014/main" id="{D042DB80-5E60-7749-96AD-1A104805422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11932526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Rectangle 7">
            <a:extLst>
              <a:ext uri="{FF2B5EF4-FFF2-40B4-BE49-F238E27FC236}">
                <a16:creationId xmlns:a16="http://schemas.microsoft.com/office/drawing/2014/main" id="{1781D452-B4F1-2243-B92F-3DBE6B4C8D6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5F3FEFA-3072-0843-91EB-286562EB173C}" type="slidenum">
              <a:rPr lang="en-US" altLang="zh-CN" sz="1200" smtClean="0">
                <a:latin typeface="Arial" panose="020B0604020202020204" pitchFamily="34" charset="0"/>
              </a:rPr>
              <a:pPr/>
              <a:t>64</a:t>
            </a:fld>
            <a:endParaRPr lang="en-US" altLang="zh-CN" sz="1200">
              <a:latin typeface="Arial" panose="020B0604020202020204" pitchFamily="34" charset="0"/>
            </a:endParaRPr>
          </a:p>
        </p:txBody>
      </p:sp>
      <p:sp>
        <p:nvSpPr>
          <p:cNvPr id="153602" name="Rectangle 2">
            <a:extLst>
              <a:ext uri="{FF2B5EF4-FFF2-40B4-BE49-F238E27FC236}">
                <a16:creationId xmlns:a16="http://schemas.microsoft.com/office/drawing/2014/main" id="{250E7FE2-FD8A-5045-B598-3DD2209097C0}"/>
              </a:ext>
            </a:extLst>
          </p:cNvPr>
          <p:cNvSpPr>
            <a:spLocks noGrp="1" noRot="1" noChangeAspect="1" noChangeArrowheads="1" noTextEdit="1"/>
          </p:cNvSpPr>
          <p:nvPr>
            <p:ph type="sldImg"/>
          </p:nvPr>
        </p:nvSpPr>
        <p:spPr>
          <a:ln/>
        </p:spPr>
      </p:sp>
      <p:sp>
        <p:nvSpPr>
          <p:cNvPr id="153603" name="Rectangle 3">
            <a:extLst>
              <a:ext uri="{FF2B5EF4-FFF2-40B4-BE49-F238E27FC236}">
                <a16:creationId xmlns:a16="http://schemas.microsoft.com/office/drawing/2014/main" id="{BFEC5CA8-E863-724A-B464-804EC1FAC63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1101196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Rectangle 7">
            <a:extLst>
              <a:ext uri="{FF2B5EF4-FFF2-40B4-BE49-F238E27FC236}">
                <a16:creationId xmlns:a16="http://schemas.microsoft.com/office/drawing/2014/main" id="{10559962-2B86-724A-82BD-9C75BF42C86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96B233F-7CC3-FB40-8090-C52C0C3993A6}" type="slidenum">
              <a:rPr lang="en-US" altLang="zh-CN" sz="1200" smtClean="0">
                <a:latin typeface="Arial" panose="020B0604020202020204" pitchFamily="34" charset="0"/>
              </a:rPr>
              <a:pPr/>
              <a:t>65</a:t>
            </a:fld>
            <a:endParaRPr lang="en-US" altLang="zh-CN" sz="1200">
              <a:latin typeface="Arial" panose="020B0604020202020204" pitchFamily="34" charset="0"/>
            </a:endParaRPr>
          </a:p>
        </p:txBody>
      </p:sp>
      <p:sp>
        <p:nvSpPr>
          <p:cNvPr id="155650" name="Rectangle 2">
            <a:extLst>
              <a:ext uri="{FF2B5EF4-FFF2-40B4-BE49-F238E27FC236}">
                <a16:creationId xmlns:a16="http://schemas.microsoft.com/office/drawing/2014/main" id="{D2E2D78C-C331-744E-9911-AFA349DE639F}"/>
              </a:ext>
            </a:extLst>
          </p:cNvPr>
          <p:cNvSpPr>
            <a:spLocks noGrp="1" noRot="1" noChangeAspect="1" noChangeArrowheads="1" noTextEdit="1"/>
          </p:cNvSpPr>
          <p:nvPr>
            <p:ph type="sldImg"/>
          </p:nvPr>
        </p:nvSpPr>
        <p:spPr>
          <a:ln/>
        </p:spPr>
      </p:sp>
      <p:sp>
        <p:nvSpPr>
          <p:cNvPr id="155651" name="Rectangle 3">
            <a:extLst>
              <a:ext uri="{FF2B5EF4-FFF2-40B4-BE49-F238E27FC236}">
                <a16:creationId xmlns:a16="http://schemas.microsoft.com/office/drawing/2014/main" id="{A46D1F64-7F4D-1A4C-8764-92E12E69084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3958506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Rectangle 7">
            <a:extLst>
              <a:ext uri="{FF2B5EF4-FFF2-40B4-BE49-F238E27FC236}">
                <a16:creationId xmlns:a16="http://schemas.microsoft.com/office/drawing/2014/main" id="{2016733B-CC3C-D345-A803-27529FD8C11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CC0714A-9AAA-F149-B7DC-057AB43F6222}" type="slidenum">
              <a:rPr lang="en-US" altLang="zh-CN" sz="1200" smtClean="0">
                <a:latin typeface="Arial" panose="020B0604020202020204" pitchFamily="34" charset="0"/>
              </a:rPr>
              <a:pPr/>
              <a:t>66</a:t>
            </a:fld>
            <a:endParaRPr lang="en-US" altLang="zh-CN" sz="1200">
              <a:latin typeface="Arial" panose="020B0604020202020204" pitchFamily="34" charset="0"/>
            </a:endParaRPr>
          </a:p>
        </p:txBody>
      </p:sp>
      <p:sp>
        <p:nvSpPr>
          <p:cNvPr id="157698" name="Rectangle 2">
            <a:extLst>
              <a:ext uri="{FF2B5EF4-FFF2-40B4-BE49-F238E27FC236}">
                <a16:creationId xmlns:a16="http://schemas.microsoft.com/office/drawing/2014/main" id="{9FC0DEEE-0BBE-964E-90B0-7FC07E4EBE86}"/>
              </a:ext>
            </a:extLst>
          </p:cNvPr>
          <p:cNvSpPr>
            <a:spLocks noGrp="1" noRot="1" noChangeAspect="1" noChangeArrowheads="1" noTextEdit="1"/>
          </p:cNvSpPr>
          <p:nvPr>
            <p:ph type="sldImg"/>
          </p:nvPr>
        </p:nvSpPr>
        <p:spPr>
          <a:ln/>
        </p:spPr>
      </p:sp>
      <p:sp>
        <p:nvSpPr>
          <p:cNvPr id="157699" name="Rectangle 3">
            <a:extLst>
              <a:ext uri="{FF2B5EF4-FFF2-40B4-BE49-F238E27FC236}">
                <a16:creationId xmlns:a16="http://schemas.microsoft.com/office/drawing/2014/main" id="{B726CDB5-6B0E-4942-A2C1-27A3C24EB06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60380080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Rectangle 7">
            <a:extLst>
              <a:ext uri="{FF2B5EF4-FFF2-40B4-BE49-F238E27FC236}">
                <a16:creationId xmlns:a16="http://schemas.microsoft.com/office/drawing/2014/main" id="{61AE409F-E295-8347-AA7C-65701C09A0C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05CB52A-A09C-2A49-B6FF-2DCF5DD51773}" type="slidenum">
              <a:rPr lang="en-US" altLang="zh-CN" sz="1200" smtClean="0">
                <a:latin typeface="Arial" panose="020B0604020202020204" pitchFamily="34" charset="0"/>
              </a:rPr>
              <a:pPr/>
              <a:t>67</a:t>
            </a:fld>
            <a:endParaRPr lang="en-US" altLang="zh-CN" sz="1200">
              <a:latin typeface="Arial" panose="020B0604020202020204" pitchFamily="34" charset="0"/>
            </a:endParaRPr>
          </a:p>
        </p:txBody>
      </p:sp>
      <p:sp>
        <p:nvSpPr>
          <p:cNvPr id="159746" name="Rectangle 2">
            <a:extLst>
              <a:ext uri="{FF2B5EF4-FFF2-40B4-BE49-F238E27FC236}">
                <a16:creationId xmlns:a16="http://schemas.microsoft.com/office/drawing/2014/main" id="{9AD03802-A03B-8141-A8F3-14EEA64D4B73}"/>
              </a:ext>
            </a:extLst>
          </p:cNvPr>
          <p:cNvSpPr>
            <a:spLocks noGrp="1" noRot="1" noChangeAspect="1" noChangeArrowheads="1" noTextEdit="1"/>
          </p:cNvSpPr>
          <p:nvPr>
            <p:ph type="sldImg"/>
          </p:nvPr>
        </p:nvSpPr>
        <p:spPr>
          <a:ln/>
        </p:spPr>
      </p:sp>
      <p:sp>
        <p:nvSpPr>
          <p:cNvPr id="159747" name="Rectangle 3">
            <a:extLst>
              <a:ext uri="{FF2B5EF4-FFF2-40B4-BE49-F238E27FC236}">
                <a16:creationId xmlns:a16="http://schemas.microsoft.com/office/drawing/2014/main" id="{06C4C987-275D-624D-BD07-94218F97BE2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4617000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Rectangle 7">
            <a:extLst>
              <a:ext uri="{FF2B5EF4-FFF2-40B4-BE49-F238E27FC236}">
                <a16:creationId xmlns:a16="http://schemas.microsoft.com/office/drawing/2014/main" id="{C98FC270-1C31-7046-82BE-34543F36C1D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A101377-EC1C-9044-9E07-5488B10005CB}" type="slidenum">
              <a:rPr lang="en-US" altLang="zh-CN" sz="1200" smtClean="0">
                <a:latin typeface="Arial" panose="020B0604020202020204" pitchFamily="34" charset="0"/>
              </a:rPr>
              <a:pPr/>
              <a:t>68</a:t>
            </a:fld>
            <a:endParaRPr lang="en-US" altLang="zh-CN" sz="1200">
              <a:latin typeface="Arial" panose="020B0604020202020204" pitchFamily="34" charset="0"/>
            </a:endParaRPr>
          </a:p>
        </p:txBody>
      </p:sp>
      <p:sp>
        <p:nvSpPr>
          <p:cNvPr id="161794" name="Rectangle 2">
            <a:extLst>
              <a:ext uri="{FF2B5EF4-FFF2-40B4-BE49-F238E27FC236}">
                <a16:creationId xmlns:a16="http://schemas.microsoft.com/office/drawing/2014/main" id="{4B2CCAC1-744A-9844-A87E-A9A535480F95}"/>
              </a:ext>
            </a:extLst>
          </p:cNvPr>
          <p:cNvSpPr>
            <a:spLocks noGrp="1" noRot="1" noChangeAspect="1" noChangeArrowheads="1" noTextEdit="1"/>
          </p:cNvSpPr>
          <p:nvPr>
            <p:ph type="sldImg"/>
          </p:nvPr>
        </p:nvSpPr>
        <p:spPr>
          <a:ln/>
        </p:spPr>
      </p:sp>
      <p:sp>
        <p:nvSpPr>
          <p:cNvPr id="161795" name="Rectangle 3">
            <a:extLst>
              <a:ext uri="{FF2B5EF4-FFF2-40B4-BE49-F238E27FC236}">
                <a16:creationId xmlns:a16="http://schemas.microsoft.com/office/drawing/2014/main" id="{AD7B538E-02B4-A44E-AD28-2AFD01E7E89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51950866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Rectangle 7">
            <a:extLst>
              <a:ext uri="{FF2B5EF4-FFF2-40B4-BE49-F238E27FC236}">
                <a16:creationId xmlns:a16="http://schemas.microsoft.com/office/drawing/2014/main" id="{853C2FB7-DB6E-774B-85FA-EF0BC3257DA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77A1A9A-8065-554E-8BB3-278AF010D0CA}" type="slidenum">
              <a:rPr lang="en-US" altLang="zh-CN" sz="1200" smtClean="0">
                <a:latin typeface="Arial" panose="020B0604020202020204" pitchFamily="34" charset="0"/>
              </a:rPr>
              <a:pPr/>
              <a:t>69</a:t>
            </a:fld>
            <a:endParaRPr lang="en-US" altLang="zh-CN" sz="1200">
              <a:latin typeface="Arial" panose="020B0604020202020204" pitchFamily="34" charset="0"/>
            </a:endParaRPr>
          </a:p>
        </p:txBody>
      </p:sp>
      <p:sp>
        <p:nvSpPr>
          <p:cNvPr id="163842" name="Rectangle 2">
            <a:extLst>
              <a:ext uri="{FF2B5EF4-FFF2-40B4-BE49-F238E27FC236}">
                <a16:creationId xmlns:a16="http://schemas.microsoft.com/office/drawing/2014/main" id="{48EB3869-6897-824A-8B07-C049DC9B30D1}"/>
              </a:ext>
            </a:extLst>
          </p:cNvPr>
          <p:cNvSpPr>
            <a:spLocks noGrp="1" noRot="1" noChangeAspect="1" noChangeArrowheads="1" noTextEdit="1"/>
          </p:cNvSpPr>
          <p:nvPr>
            <p:ph type="sldImg"/>
          </p:nvPr>
        </p:nvSpPr>
        <p:spPr>
          <a:ln/>
        </p:spPr>
      </p:sp>
      <p:sp>
        <p:nvSpPr>
          <p:cNvPr id="163843" name="Rectangle 3">
            <a:extLst>
              <a:ext uri="{FF2B5EF4-FFF2-40B4-BE49-F238E27FC236}">
                <a16:creationId xmlns:a16="http://schemas.microsoft.com/office/drawing/2014/main" id="{4C3C5CCD-B7C4-D947-96FF-78A00E917C9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22109611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Rectangle 7">
            <a:extLst>
              <a:ext uri="{FF2B5EF4-FFF2-40B4-BE49-F238E27FC236}">
                <a16:creationId xmlns:a16="http://schemas.microsoft.com/office/drawing/2014/main" id="{4EA3D4FF-FCE3-674B-AA60-4E8A44C1895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79BB724-CCA0-8342-8F70-609FE32D620A}" type="slidenum">
              <a:rPr lang="en-US" altLang="zh-CN" sz="1200" smtClean="0">
                <a:latin typeface="Arial" panose="020B0604020202020204" pitchFamily="34" charset="0"/>
              </a:rPr>
              <a:pPr/>
              <a:t>70</a:t>
            </a:fld>
            <a:endParaRPr lang="en-US" altLang="zh-CN" sz="1200">
              <a:latin typeface="Arial" panose="020B0604020202020204" pitchFamily="34" charset="0"/>
            </a:endParaRPr>
          </a:p>
        </p:txBody>
      </p:sp>
      <p:sp>
        <p:nvSpPr>
          <p:cNvPr id="165890" name="Rectangle 2">
            <a:extLst>
              <a:ext uri="{FF2B5EF4-FFF2-40B4-BE49-F238E27FC236}">
                <a16:creationId xmlns:a16="http://schemas.microsoft.com/office/drawing/2014/main" id="{A734AAFA-AE1C-EA40-BE79-D93386F2D61A}"/>
              </a:ext>
            </a:extLst>
          </p:cNvPr>
          <p:cNvSpPr>
            <a:spLocks noGrp="1" noRot="1" noChangeAspect="1" noChangeArrowheads="1" noTextEdit="1"/>
          </p:cNvSpPr>
          <p:nvPr>
            <p:ph type="sldImg"/>
          </p:nvPr>
        </p:nvSpPr>
        <p:spPr>
          <a:ln/>
        </p:spPr>
      </p:sp>
      <p:sp>
        <p:nvSpPr>
          <p:cNvPr id="165891" name="Rectangle 3">
            <a:extLst>
              <a:ext uri="{FF2B5EF4-FFF2-40B4-BE49-F238E27FC236}">
                <a16:creationId xmlns:a16="http://schemas.microsoft.com/office/drawing/2014/main" id="{71306721-4225-C844-B23F-1CA03B8E92B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0379264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Rectangle 7">
            <a:extLst>
              <a:ext uri="{FF2B5EF4-FFF2-40B4-BE49-F238E27FC236}">
                <a16:creationId xmlns:a16="http://schemas.microsoft.com/office/drawing/2014/main" id="{39F678C8-691F-7F44-B175-D8A8D002E40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49BF03F-5316-954D-BE23-CDE2B3AC1D57}" type="slidenum">
              <a:rPr lang="en-US" altLang="zh-CN" sz="1200" smtClean="0">
                <a:latin typeface="Arial" panose="020B0604020202020204" pitchFamily="34" charset="0"/>
              </a:rPr>
              <a:pPr/>
              <a:t>71</a:t>
            </a:fld>
            <a:endParaRPr lang="en-US" altLang="zh-CN" sz="1200">
              <a:latin typeface="Arial" panose="020B0604020202020204" pitchFamily="34" charset="0"/>
            </a:endParaRPr>
          </a:p>
        </p:txBody>
      </p:sp>
      <p:sp>
        <p:nvSpPr>
          <p:cNvPr id="167938" name="Rectangle 2">
            <a:extLst>
              <a:ext uri="{FF2B5EF4-FFF2-40B4-BE49-F238E27FC236}">
                <a16:creationId xmlns:a16="http://schemas.microsoft.com/office/drawing/2014/main" id="{B6945E83-C501-5242-87DD-B2D7C3F94013}"/>
              </a:ext>
            </a:extLst>
          </p:cNvPr>
          <p:cNvSpPr>
            <a:spLocks noGrp="1" noRot="1" noChangeAspect="1" noChangeArrowheads="1" noTextEdit="1"/>
          </p:cNvSpPr>
          <p:nvPr>
            <p:ph type="sldImg"/>
          </p:nvPr>
        </p:nvSpPr>
        <p:spPr>
          <a:ln/>
        </p:spPr>
      </p:sp>
      <p:sp>
        <p:nvSpPr>
          <p:cNvPr id="167939" name="Rectangle 3">
            <a:extLst>
              <a:ext uri="{FF2B5EF4-FFF2-40B4-BE49-F238E27FC236}">
                <a16:creationId xmlns:a16="http://schemas.microsoft.com/office/drawing/2014/main" id="{E29A58FA-CAA5-E44C-B0C2-E624C1B1DFE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5664679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Rectangle 7">
            <a:extLst>
              <a:ext uri="{FF2B5EF4-FFF2-40B4-BE49-F238E27FC236}">
                <a16:creationId xmlns:a16="http://schemas.microsoft.com/office/drawing/2014/main" id="{1A1D488C-FBA9-0C45-9C55-690EDD47201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C980BF8-10A4-4945-83C3-7F566639787E}" type="slidenum">
              <a:rPr lang="en-US" altLang="zh-CN" sz="1200" smtClean="0">
                <a:latin typeface="Arial" panose="020B0604020202020204" pitchFamily="34" charset="0"/>
              </a:rPr>
              <a:pPr/>
              <a:t>72</a:t>
            </a:fld>
            <a:endParaRPr lang="en-US" altLang="zh-CN" sz="1200">
              <a:latin typeface="Arial" panose="020B0604020202020204" pitchFamily="34" charset="0"/>
            </a:endParaRPr>
          </a:p>
        </p:txBody>
      </p:sp>
      <p:sp>
        <p:nvSpPr>
          <p:cNvPr id="169986" name="Rectangle 2">
            <a:extLst>
              <a:ext uri="{FF2B5EF4-FFF2-40B4-BE49-F238E27FC236}">
                <a16:creationId xmlns:a16="http://schemas.microsoft.com/office/drawing/2014/main" id="{CC0F1F35-331C-4A42-B739-7625C6E1D993}"/>
              </a:ext>
            </a:extLst>
          </p:cNvPr>
          <p:cNvSpPr>
            <a:spLocks noGrp="1" noRot="1" noChangeAspect="1" noChangeArrowheads="1" noTextEdit="1"/>
          </p:cNvSpPr>
          <p:nvPr>
            <p:ph type="sldImg"/>
          </p:nvPr>
        </p:nvSpPr>
        <p:spPr>
          <a:ln/>
        </p:spPr>
      </p:sp>
      <p:sp>
        <p:nvSpPr>
          <p:cNvPr id="169987" name="Rectangle 3">
            <a:extLst>
              <a:ext uri="{FF2B5EF4-FFF2-40B4-BE49-F238E27FC236}">
                <a16:creationId xmlns:a16="http://schemas.microsoft.com/office/drawing/2014/main" id="{4A9F7993-ECCE-CE4F-B8A0-7ABAFF61797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95016755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Rectangle 7">
            <a:extLst>
              <a:ext uri="{FF2B5EF4-FFF2-40B4-BE49-F238E27FC236}">
                <a16:creationId xmlns:a16="http://schemas.microsoft.com/office/drawing/2014/main" id="{A3017EDA-A0AD-4947-AC87-5DE8C569673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3BA6058-E9EA-8C48-8A3C-24381139E0B3}" type="slidenum">
              <a:rPr lang="en-US" altLang="zh-CN" sz="1200" smtClean="0">
                <a:latin typeface="Arial" panose="020B0604020202020204" pitchFamily="34" charset="0"/>
              </a:rPr>
              <a:pPr/>
              <a:t>73</a:t>
            </a:fld>
            <a:endParaRPr lang="en-US" altLang="zh-CN" sz="1200">
              <a:latin typeface="Arial" panose="020B0604020202020204" pitchFamily="34" charset="0"/>
            </a:endParaRPr>
          </a:p>
        </p:txBody>
      </p:sp>
      <p:sp>
        <p:nvSpPr>
          <p:cNvPr id="172034" name="Rectangle 2">
            <a:extLst>
              <a:ext uri="{FF2B5EF4-FFF2-40B4-BE49-F238E27FC236}">
                <a16:creationId xmlns:a16="http://schemas.microsoft.com/office/drawing/2014/main" id="{6E90C15F-8D32-1549-821D-47105F675C6C}"/>
              </a:ext>
            </a:extLst>
          </p:cNvPr>
          <p:cNvSpPr>
            <a:spLocks noGrp="1" noRot="1" noChangeAspect="1" noChangeArrowheads="1" noTextEdit="1"/>
          </p:cNvSpPr>
          <p:nvPr>
            <p:ph type="sldImg"/>
          </p:nvPr>
        </p:nvSpPr>
        <p:spPr>
          <a:ln/>
        </p:spPr>
      </p:sp>
      <p:sp>
        <p:nvSpPr>
          <p:cNvPr id="172035" name="Rectangle 3">
            <a:extLst>
              <a:ext uri="{FF2B5EF4-FFF2-40B4-BE49-F238E27FC236}">
                <a16:creationId xmlns:a16="http://schemas.microsoft.com/office/drawing/2014/main" id="{677B1428-54A5-4C4F-8891-6ED4C418F41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3994478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Rectangle 7">
            <a:extLst>
              <a:ext uri="{FF2B5EF4-FFF2-40B4-BE49-F238E27FC236}">
                <a16:creationId xmlns:a16="http://schemas.microsoft.com/office/drawing/2014/main" id="{CF030E54-0D47-B046-A5F3-FBC5C40C2DE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D5260B6-FC81-CF47-9F7A-EAD2494889D4}" type="slidenum">
              <a:rPr lang="en-US" altLang="zh-CN" sz="1200" smtClean="0">
                <a:latin typeface="Arial" panose="020B0604020202020204" pitchFamily="34" charset="0"/>
              </a:rPr>
              <a:pPr/>
              <a:t>74</a:t>
            </a:fld>
            <a:endParaRPr lang="en-US" altLang="zh-CN" sz="1200">
              <a:latin typeface="Arial" panose="020B0604020202020204" pitchFamily="34" charset="0"/>
            </a:endParaRPr>
          </a:p>
        </p:txBody>
      </p:sp>
      <p:sp>
        <p:nvSpPr>
          <p:cNvPr id="174082" name="Rectangle 2">
            <a:extLst>
              <a:ext uri="{FF2B5EF4-FFF2-40B4-BE49-F238E27FC236}">
                <a16:creationId xmlns:a16="http://schemas.microsoft.com/office/drawing/2014/main" id="{C5174E05-518D-8144-96E5-469CDB14D9E5}"/>
              </a:ext>
            </a:extLst>
          </p:cNvPr>
          <p:cNvSpPr>
            <a:spLocks noGrp="1" noRot="1" noChangeAspect="1" noChangeArrowheads="1" noTextEdit="1"/>
          </p:cNvSpPr>
          <p:nvPr>
            <p:ph type="sldImg"/>
          </p:nvPr>
        </p:nvSpPr>
        <p:spPr>
          <a:ln/>
        </p:spPr>
      </p:sp>
      <p:sp>
        <p:nvSpPr>
          <p:cNvPr id="174083" name="Rectangle 3">
            <a:extLst>
              <a:ext uri="{FF2B5EF4-FFF2-40B4-BE49-F238E27FC236}">
                <a16:creationId xmlns:a16="http://schemas.microsoft.com/office/drawing/2014/main" id="{43F0CC3D-5965-8140-8AC5-8CAF49AF511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4932812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Rectangle 7">
            <a:extLst>
              <a:ext uri="{FF2B5EF4-FFF2-40B4-BE49-F238E27FC236}">
                <a16:creationId xmlns:a16="http://schemas.microsoft.com/office/drawing/2014/main" id="{85764C2B-DA6F-7D4B-8081-FA92B42BC20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2EB2C46-D890-AD4B-814E-6ABD537FBE0D}" type="slidenum">
              <a:rPr lang="en-US" altLang="zh-CN" sz="1200" smtClean="0">
                <a:latin typeface="Arial" panose="020B0604020202020204" pitchFamily="34" charset="0"/>
              </a:rPr>
              <a:pPr/>
              <a:t>75</a:t>
            </a:fld>
            <a:endParaRPr lang="en-US" altLang="zh-CN" sz="1200">
              <a:latin typeface="Arial" panose="020B0604020202020204" pitchFamily="34" charset="0"/>
            </a:endParaRPr>
          </a:p>
        </p:txBody>
      </p:sp>
      <p:sp>
        <p:nvSpPr>
          <p:cNvPr id="176130" name="Rectangle 2">
            <a:extLst>
              <a:ext uri="{FF2B5EF4-FFF2-40B4-BE49-F238E27FC236}">
                <a16:creationId xmlns:a16="http://schemas.microsoft.com/office/drawing/2014/main" id="{32E1D6A2-855C-E940-BA74-1E2AA681CF92}"/>
              </a:ext>
            </a:extLst>
          </p:cNvPr>
          <p:cNvSpPr>
            <a:spLocks noGrp="1" noRot="1" noChangeAspect="1" noChangeArrowheads="1" noTextEdit="1"/>
          </p:cNvSpPr>
          <p:nvPr>
            <p:ph type="sldImg"/>
          </p:nvPr>
        </p:nvSpPr>
        <p:spPr>
          <a:ln/>
        </p:spPr>
      </p:sp>
      <p:sp>
        <p:nvSpPr>
          <p:cNvPr id="176131" name="Rectangle 3">
            <a:extLst>
              <a:ext uri="{FF2B5EF4-FFF2-40B4-BE49-F238E27FC236}">
                <a16:creationId xmlns:a16="http://schemas.microsoft.com/office/drawing/2014/main" id="{AFB93EB7-8A0B-6144-8B0A-1F34B4D39B7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0387045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Rectangle 7">
            <a:extLst>
              <a:ext uri="{FF2B5EF4-FFF2-40B4-BE49-F238E27FC236}">
                <a16:creationId xmlns:a16="http://schemas.microsoft.com/office/drawing/2014/main" id="{C01746B1-2C36-4249-A991-A503DB3065E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994FB94-590F-9C4E-BD4F-F153410A2E19}" type="slidenum">
              <a:rPr lang="en-US" altLang="zh-CN" sz="1200" smtClean="0">
                <a:latin typeface="Arial" panose="020B0604020202020204" pitchFamily="34" charset="0"/>
              </a:rPr>
              <a:pPr/>
              <a:t>76</a:t>
            </a:fld>
            <a:endParaRPr lang="en-US" altLang="zh-CN" sz="1200">
              <a:latin typeface="Arial" panose="020B0604020202020204" pitchFamily="34" charset="0"/>
            </a:endParaRPr>
          </a:p>
        </p:txBody>
      </p:sp>
      <p:sp>
        <p:nvSpPr>
          <p:cNvPr id="178178" name="Rectangle 2">
            <a:extLst>
              <a:ext uri="{FF2B5EF4-FFF2-40B4-BE49-F238E27FC236}">
                <a16:creationId xmlns:a16="http://schemas.microsoft.com/office/drawing/2014/main" id="{DA82C675-422E-274F-ADE2-7C417BA6E764}"/>
              </a:ext>
            </a:extLst>
          </p:cNvPr>
          <p:cNvSpPr>
            <a:spLocks noGrp="1" noRot="1" noChangeAspect="1" noChangeArrowheads="1" noTextEdit="1"/>
          </p:cNvSpPr>
          <p:nvPr>
            <p:ph type="sldImg"/>
          </p:nvPr>
        </p:nvSpPr>
        <p:spPr>
          <a:ln/>
        </p:spPr>
      </p:sp>
      <p:sp>
        <p:nvSpPr>
          <p:cNvPr id="178179" name="Rectangle 3">
            <a:extLst>
              <a:ext uri="{FF2B5EF4-FFF2-40B4-BE49-F238E27FC236}">
                <a16:creationId xmlns:a16="http://schemas.microsoft.com/office/drawing/2014/main" id="{3233FB8C-764A-E94C-A0D5-3495A45342D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5096581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5" name="Rectangle 7">
            <a:extLst>
              <a:ext uri="{FF2B5EF4-FFF2-40B4-BE49-F238E27FC236}">
                <a16:creationId xmlns:a16="http://schemas.microsoft.com/office/drawing/2014/main" id="{9312F0E1-6A33-0F43-80B8-CE87B2D89AC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86B2155-31C5-3848-8241-26DAEBD1023F}" type="slidenum">
              <a:rPr lang="en-US" altLang="zh-CN" sz="1200" smtClean="0">
                <a:latin typeface="Arial" panose="020B0604020202020204" pitchFamily="34" charset="0"/>
              </a:rPr>
              <a:pPr/>
              <a:t>77</a:t>
            </a:fld>
            <a:endParaRPr lang="en-US" altLang="zh-CN" sz="1200">
              <a:latin typeface="Arial" panose="020B0604020202020204" pitchFamily="34" charset="0"/>
            </a:endParaRPr>
          </a:p>
        </p:txBody>
      </p:sp>
      <p:sp>
        <p:nvSpPr>
          <p:cNvPr id="180226" name="Rectangle 2">
            <a:extLst>
              <a:ext uri="{FF2B5EF4-FFF2-40B4-BE49-F238E27FC236}">
                <a16:creationId xmlns:a16="http://schemas.microsoft.com/office/drawing/2014/main" id="{4A37CEBD-EC81-BC49-9FAA-904262CC89FB}"/>
              </a:ext>
            </a:extLst>
          </p:cNvPr>
          <p:cNvSpPr>
            <a:spLocks noGrp="1" noRot="1" noChangeAspect="1" noChangeArrowheads="1" noTextEdit="1"/>
          </p:cNvSpPr>
          <p:nvPr>
            <p:ph type="sldImg"/>
          </p:nvPr>
        </p:nvSpPr>
        <p:spPr>
          <a:ln/>
        </p:spPr>
      </p:sp>
      <p:sp>
        <p:nvSpPr>
          <p:cNvPr id="180227" name="Rectangle 3">
            <a:extLst>
              <a:ext uri="{FF2B5EF4-FFF2-40B4-BE49-F238E27FC236}">
                <a16:creationId xmlns:a16="http://schemas.microsoft.com/office/drawing/2014/main" id="{A0A6494F-99BD-5E4A-899C-A0FD2687834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8704054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3" name="Rectangle 7">
            <a:extLst>
              <a:ext uri="{FF2B5EF4-FFF2-40B4-BE49-F238E27FC236}">
                <a16:creationId xmlns:a16="http://schemas.microsoft.com/office/drawing/2014/main" id="{514A37CB-8988-2446-B565-33FD34BAF2A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9B06D65-85BC-7749-A405-9331C1625D54}" type="slidenum">
              <a:rPr lang="en-US" altLang="zh-CN" sz="1200" smtClean="0">
                <a:latin typeface="Arial" panose="020B0604020202020204" pitchFamily="34" charset="0"/>
              </a:rPr>
              <a:pPr/>
              <a:t>78</a:t>
            </a:fld>
            <a:endParaRPr lang="en-US" altLang="zh-CN" sz="1200">
              <a:latin typeface="Arial" panose="020B0604020202020204" pitchFamily="34" charset="0"/>
            </a:endParaRPr>
          </a:p>
        </p:txBody>
      </p:sp>
      <p:sp>
        <p:nvSpPr>
          <p:cNvPr id="182274" name="Rectangle 2">
            <a:extLst>
              <a:ext uri="{FF2B5EF4-FFF2-40B4-BE49-F238E27FC236}">
                <a16:creationId xmlns:a16="http://schemas.microsoft.com/office/drawing/2014/main" id="{149B9210-F82C-9C43-9EBD-1CC343B15BF9}"/>
              </a:ext>
            </a:extLst>
          </p:cNvPr>
          <p:cNvSpPr>
            <a:spLocks noGrp="1" noRot="1" noChangeAspect="1" noChangeArrowheads="1" noTextEdit="1"/>
          </p:cNvSpPr>
          <p:nvPr>
            <p:ph type="sldImg"/>
          </p:nvPr>
        </p:nvSpPr>
        <p:spPr>
          <a:ln/>
        </p:spPr>
      </p:sp>
      <p:sp>
        <p:nvSpPr>
          <p:cNvPr id="182275" name="Rectangle 3">
            <a:extLst>
              <a:ext uri="{FF2B5EF4-FFF2-40B4-BE49-F238E27FC236}">
                <a16:creationId xmlns:a16="http://schemas.microsoft.com/office/drawing/2014/main" id="{5739998C-E89A-A64A-B32B-316B0E2314C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2719613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5" name="Rectangle 7">
            <a:extLst>
              <a:ext uri="{FF2B5EF4-FFF2-40B4-BE49-F238E27FC236}">
                <a16:creationId xmlns:a16="http://schemas.microsoft.com/office/drawing/2014/main" id="{B75EAC33-710C-D349-BD51-8242EBACB51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5A10250-AF66-014B-A932-B11A7BDAB025}" type="slidenum">
              <a:rPr lang="en-US" altLang="zh-CN" sz="1200" smtClean="0">
                <a:latin typeface="Arial" panose="020B0604020202020204" pitchFamily="34" charset="0"/>
              </a:rPr>
              <a:pPr/>
              <a:t>80</a:t>
            </a:fld>
            <a:endParaRPr lang="en-US" altLang="zh-CN" sz="1200">
              <a:latin typeface="Arial" panose="020B0604020202020204" pitchFamily="34" charset="0"/>
            </a:endParaRPr>
          </a:p>
        </p:txBody>
      </p:sp>
      <p:sp>
        <p:nvSpPr>
          <p:cNvPr id="185346" name="Rectangle 2">
            <a:extLst>
              <a:ext uri="{FF2B5EF4-FFF2-40B4-BE49-F238E27FC236}">
                <a16:creationId xmlns:a16="http://schemas.microsoft.com/office/drawing/2014/main" id="{6CE87B51-4078-DE4F-B1FC-0E4712B8E37F}"/>
              </a:ext>
            </a:extLst>
          </p:cNvPr>
          <p:cNvSpPr>
            <a:spLocks noGrp="1" noRot="1" noChangeAspect="1" noChangeArrowheads="1" noTextEdit="1"/>
          </p:cNvSpPr>
          <p:nvPr>
            <p:ph type="sldImg"/>
          </p:nvPr>
        </p:nvSpPr>
        <p:spPr>
          <a:ln/>
        </p:spPr>
      </p:sp>
      <p:sp>
        <p:nvSpPr>
          <p:cNvPr id="185347" name="Rectangle 3">
            <a:extLst>
              <a:ext uri="{FF2B5EF4-FFF2-40B4-BE49-F238E27FC236}">
                <a16:creationId xmlns:a16="http://schemas.microsoft.com/office/drawing/2014/main" id="{9ABC424E-A741-FD44-8115-5C31AFC1CD6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4536686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Rectangle 7">
            <a:extLst>
              <a:ext uri="{FF2B5EF4-FFF2-40B4-BE49-F238E27FC236}">
                <a16:creationId xmlns:a16="http://schemas.microsoft.com/office/drawing/2014/main" id="{7965387E-B3BF-514E-88F5-C665829EDC1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DA66057-93F5-CF46-8545-42DCA1C1E29F}" type="slidenum">
              <a:rPr lang="en-US" altLang="zh-CN" sz="1200" smtClean="0">
                <a:latin typeface="Arial" panose="020B0604020202020204" pitchFamily="34" charset="0"/>
              </a:rPr>
              <a:pPr/>
              <a:t>81</a:t>
            </a:fld>
            <a:endParaRPr lang="en-US" altLang="zh-CN" sz="1200">
              <a:latin typeface="Arial" panose="020B0604020202020204" pitchFamily="34" charset="0"/>
            </a:endParaRPr>
          </a:p>
        </p:txBody>
      </p:sp>
      <p:sp>
        <p:nvSpPr>
          <p:cNvPr id="187394" name="Rectangle 2">
            <a:extLst>
              <a:ext uri="{FF2B5EF4-FFF2-40B4-BE49-F238E27FC236}">
                <a16:creationId xmlns:a16="http://schemas.microsoft.com/office/drawing/2014/main" id="{53A2951E-63FA-1645-9645-4780F7F69634}"/>
              </a:ext>
            </a:extLst>
          </p:cNvPr>
          <p:cNvSpPr>
            <a:spLocks noGrp="1" noRot="1" noChangeAspect="1" noChangeArrowheads="1" noTextEdit="1"/>
          </p:cNvSpPr>
          <p:nvPr>
            <p:ph type="sldImg"/>
          </p:nvPr>
        </p:nvSpPr>
        <p:spPr>
          <a:ln/>
        </p:spPr>
      </p:sp>
      <p:sp>
        <p:nvSpPr>
          <p:cNvPr id="187395" name="Rectangle 3">
            <a:extLst>
              <a:ext uri="{FF2B5EF4-FFF2-40B4-BE49-F238E27FC236}">
                <a16:creationId xmlns:a16="http://schemas.microsoft.com/office/drawing/2014/main" id="{11AD4B4C-4623-C349-BC32-A5091A2A7A9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0377361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1" name="Rectangle 7">
            <a:extLst>
              <a:ext uri="{FF2B5EF4-FFF2-40B4-BE49-F238E27FC236}">
                <a16:creationId xmlns:a16="http://schemas.microsoft.com/office/drawing/2014/main" id="{DEE82AD3-E68A-544F-BA38-C44E8179A4A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331C757-46E2-8646-98E7-0F09F290D341}" type="slidenum">
              <a:rPr lang="en-US" altLang="zh-CN" sz="1200" smtClean="0">
                <a:latin typeface="Arial" panose="020B0604020202020204" pitchFamily="34" charset="0"/>
              </a:rPr>
              <a:pPr/>
              <a:t>82</a:t>
            </a:fld>
            <a:endParaRPr lang="en-US" altLang="zh-CN" sz="1200">
              <a:latin typeface="Arial" panose="020B0604020202020204" pitchFamily="34" charset="0"/>
            </a:endParaRPr>
          </a:p>
        </p:txBody>
      </p:sp>
      <p:sp>
        <p:nvSpPr>
          <p:cNvPr id="189442" name="Rectangle 2">
            <a:extLst>
              <a:ext uri="{FF2B5EF4-FFF2-40B4-BE49-F238E27FC236}">
                <a16:creationId xmlns:a16="http://schemas.microsoft.com/office/drawing/2014/main" id="{95B8B4DB-F557-234C-9089-29BBA722DC1C}"/>
              </a:ext>
            </a:extLst>
          </p:cNvPr>
          <p:cNvSpPr>
            <a:spLocks noGrp="1" noRot="1" noChangeAspect="1" noChangeArrowheads="1" noTextEdit="1"/>
          </p:cNvSpPr>
          <p:nvPr>
            <p:ph type="sldImg"/>
          </p:nvPr>
        </p:nvSpPr>
        <p:spPr>
          <a:ln/>
        </p:spPr>
      </p:sp>
      <p:sp>
        <p:nvSpPr>
          <p:cNvPr id="189443" name="Rectangle 3">
            <a:extLst>
              <a:ext uri="{FF2B5EF4-FFF2-40B4-BE49-F238E27FC236}">
                <a16:creationId xmlns:a16="http://schemas.microsoft.com/office/drawing/2014/main" id="{4611373A-272A-4742-B012-98518186D21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3296369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89" name="Rectangle 7">
            <a:extLst>
              <a:ext uri="{FF2B5EF4-FFF2-40B4-BE49-F238E27FC236}">
                <a16:creationId xmlns:a16="http://schemas.microsoft.com/office/drawing/2014/main" id="{5D5F6B94-44C5-8A46-8713-46DFC94B10A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3D361E7-EE6D-6840-B87E-A9B3273FA684}" type="slidenum">
              <a:rPr lang="en-US" altLang="zh-CN" sz="1200" smtClean="0">
                <a:latin typeface="Arial" panose="020B0604020202020204" pitchFamily="34" charset="0"/>
              </a:rPr>
              <a:pPr/>
              <a:t>83</a:t>
            </a:fld>
            <a:endParaRPr lang="en-US" altLang="zh-CN" sz="1200">
              <a:latin typeface="Arial" panose="020B0604020202020204" pitchFamily="34" charset="0"/>
            </a:endParaRPr>
          </a:p>
        </p:txBody>
      </p:sp>
      <p:sp>
        <p:nvSpPr>
          <p:cNvPr id="191490" name="Rectangle 2">
            <a:extLst>
              <a:ext uri="{FF2B5EF4-FFF2-40B4-BE49-F238E27FC236}">
                <a16:creationId xmlns:a16="http://schemas.microsoft.com/office/drawing/2014/main" id="{9DADA91C-28D0-2843-A394-2505AEDFBE9C}"/>
              </a:ext>
            </a:extLst>
          </p:cNvPr>
          <p:cNvSpPr>
            <a:spLocks noGrp="1" noRot="1" noChangeAspect="1" noChangeArrowheads="1" noTextEdit="1"/>
          </p:cNvSpPr>
          <p:nvPr>
            <p:ph type="sldImg"/>
          </p:nvPr>
        </p:nvSpPr>
        <p:spPr>
          <a:ln/>
        </p:spPr>
      </p:sp>
      <p:sp>
        <p:nvSpPr>
          <p:cNvPr id="191491" name="Rectangle 3">
            <a:extLst>
              <a:ext uri="{FF2B5EF4-FFF2-40B4-BE49-F238E27FC236}">
                <a16:creationId xmlns:a16="http://schemas.microsoft.com/office/drawing/2014/main" id="{1CD4BA7A-EF5E-CE4E-83A9-3BD91ADAD1B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7029086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7" name="Rectangle 7">
            <a:extLst>
              <a:ext uri="{FF2B5EF4-FFF2-40B4-BE49-F238E27FC236}">
                <a16:creationId xmlns:a16="http://schemas.microsoft.com/office/drawing/2014/main" id="{9368C22E-FECF-3048-83F8-1B941164690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1DAF921-ACCF-FD4D-99BE-542459491DA4}" type="slidenum">
              <a:rPr lang="en-US" altLang="zh-CN" sz="1200" smtClean="0">
                <a:latin typeface="Arial" panose="020B0604020202020204" pitchFamily="34" charset="0"/>
              </a:rPr>
              <a:pPr/>
              <a:t>84</a:t>
            </a:fld>
            <a:endParaRPr lang="en-US" altLang="zh-CN" sz="1200">
              <a:latin typeface="Arial" panose="020B0604020202020204" pitchFamily="34" charset="0"/>
            </a:endParaRPr>
          </a:p>
        </p:txBody>
      </p:sp>
      <p:sp>
        <p:nvSpPr>
          <p:cNvPr id="193538" name="Rectangle 2">
            <a:extLst>
              <a:ext uri="{FF2B5EF4-FFF2-40B4-BE49-F238E27FC236}">
                <a16:creationId xmlns:a16="http://schemas.microsoft.com/office/drawing/2014/main" id="{289D06D4-9A33-224E-800B-202F2CBC6ABA}"/>
              </a:ext>
            </a:extLst>
          </p:cNvPr>
          <p:cNvSpPr>
            <a:spLocks noGrp="1" noRot="1" noChangeAspect="1" noChangeArrowheads="1" noTextEdit="1"/>
          </p:cNvSpPr>
          <p:nvPr>
            <p:ph type="sldImg"/>
          </p:nvPr>
        </p:nvSpPr>
        <p:spPr>
          <a:ln/>
        </p:spPr>
      </p:sp>
      <p:sp>
        <p:nvSpPr>
          <p:cNvPr id="193539" name="Rectangle 3">
            <a:extLst>
              <a:ext uri="{FF2B5EF4-FFF2-40B4-BE49-F238E27FC236}">
                <a16:creationId xmlns:a16="http://schemas.microsoft.com/office/drawing/2014/main" id="{32B9F3B7-BA09-6543-B3FD-722E9B32C3E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3880714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5" name="Rectangle 7">
            <a:extLst>
              <a:ext uri="{FF2B5EF4-FFF2-40B4-BE49-F238E27FC236}">
                <a16:creationId xmlns:a16="http://schemas.microsoft.com/office/drawing/2014/main" id="{C04FE042-8D22-0642-BDAB-0538CF023E5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488DA83-4D9E-DC4E-B719-B88870960A22}" type="slidenum">
              <a:rPr lang="en-US" altLang="zh-CN" sz="1200" smtClean="0">
                <a:latin typeface="Arial" panose="020B0604020202020204" pitchFamily="34" charset="0"/>
              </a:rPr>
              <a:pPr/>
              <a:t>85</a:t>
            </a:fld>
            <a:endParaRPr lang="en-US" altLang="zh-CN" sz="1200">
              <a:latin typeface="Arial" panose="020B0604020202020204" pitchFamily="34" charset="0"/>
            </a:endParaRPr>
          </a:p>
        </p:txBody>
      </p:sp>
      <p:sp>
        <p:nvSpPr>
          <p:cNvPr id="195586" name="Rectangle 2">
            <a:extLst>
              <a:ext uri="{FF2B5EF4-FFF2-40B4-BE49-F238E27FC236}">
                <a16:creationId xmlns:a16="http://schemas.microsoft.com/office/drawing/2014/main" id="{9A90701A-AE72-6548-AE5F-EA8A87954E36}"/>
              </a:ext>
            </a:extLst>
          </p:cNvPr>
          <p:cNvSpPr>
            <a:spLocks noGrp="1" noRot="1" noChangeAspect="1" noChangeArrowheads="1" noTextEdit="1"/>
          </p:cNvSpPr>
          <p:nvPr>
            <p:ph type="sldImg"/>
          </p:nvPr>
        </p:nvSpPr>
        <p:spPr>
          <a:ln/>
        </p:spPr>
      </p:sp>
      <p:sp>
        <p:nvSpPr>
          <p:cNvPr id="195587" name="Rectangle 3">
            <a:extLst>
              <a:ext uri="{FF2B5EF4-FFF2-40B4-BE49-F238E27FC236}">
                <a16:creationId xmlns:a16="http://schemas.microsoft.com/office/drawing/2014/main" id="{F630500D-2A97-AF47-99A6-0EDF08E7414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4869471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1" name="Rectangle 7">
            <a:extLst>
              <a:ext uri="{FF2B5EF4-FFF2-40B4-BE49-F238E27FC236}">
                <a16:creationId xmlns:a16="http://schemas.microsoft.com/office/drawing/2014/main" id="{B0F4EE21-42B1-3045-8F09-90A81DFC015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662D670-FE5E-AD44-AC30-CF558EE33BF5}" type="slidenum">
              <a:rPr lang="en-US" altLang="zh-CN" sz="1200" smtClean="0">
                <a:latin typeface="Arial" panose="020B0604020202020204" pitchFamily="34" charset="0"/>
              </a:rPr>
              <a:pPr/>
              <a:t>88</a:t>
            </a:fld>
            <a:endParaRPr lang="en-US" altLang="zh-CN" sz="1200">
              <a:latin typeface="Arial" panose="020B0604020202020204" pitchFamily="34" charset="0"/>
            </a:endParaRPr>
          </a:p>
        </p:txBody>
      </p:sp>
      <p:sp>
        <p:nvSpPr>
          <p:cNvPr id="199682" name="Rectangle 2">
            <a:extLst>
              <a:ext uri="{FF2B5EF4-FFF2-40B4-BE49-F238E27FC236}">
                <a16:creationId xmlns:a16="http://schemas.microsoft.com/office/drawing/2014/main" id="{B26FB459-856C-3F42-9576-AA8F97602B97}"/>
              </a:ext>
            </a:extLst>
          </p:cNvPr>
          <p:cNvSpPr>
            <a:spLocks noGrp="1" noRot="1" noChangeAspect="1" noChangeArrowheads="1" noTextEdit="1"/>
          </p:cNvSpPr>
          <p:nvPr>
            <p:ph type="sldImg"/>
          </p:nvPr>
        </p:nvSpPr>
        <p:spPr>
          <a:ln/>
        </p:spPr>
      </p:sp>
      <p:sp>
        <p:nvSpPr>
          <p:cNvPr id="199683" name="Rectangle 3">
            <a:extLst>
              <a:ext uri="{FF2B5EF4-FFF2-40B4-BE49-F238E27FC236}">
                <a16:creationId xmlns:a16="http://schemas.microsoft.com/office/drawing/2014/main" id="{CFCCC644-59A6-8647-AE94-D7798585F11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5333063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29" name="Rectangle 7">
            <a:extLst>
              <a:ext uri="{FF2B5EF4-FFF2-40B4-BE49-F238E27FC236}">
                <a16:creationId xmlns:a16="http://schemas.microsoft.com/office/drawing/2014/main" id="{D86610C5-FB46-6C49-85AE-2B338D56D83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A193AB2-A4CA-B240-9A32-66D69D43AF49}" type="slidenum">
              <a:rPr lang="en-US" altLang="zh-CN" sz="1200" smtClean="0">
                <a:latin typeface="Arial" panose="020B0604020202020204" pitchFamily="34" charset="0"/>
              </a:rPr>
              <a:pPr/>
              <a:t>89</a:t>
            </a:fld>
            <a:endParaRPr lang="en-US" altLang="zh-CN" sz="1200">
              <a:latin typeface="Arial" panose="020B0604020202020204" pitchFamily="34" charset="0"/>
            </a:endParaRPr>
          </a:p>
        </p:txBody>
      </p:sp>
      <p:sp>
        <p:nvSpPr>
          <p:cNvPr id="201730" name="Rectangle 2">
            <a:extLst>
              <a:ext uri="{FF2B5EF4-FFF2-40B4-BE49-F238E27FC236}">
                <a16:creationId xmlns:a16="http://schemas.microsoft.com/office/drawing/2014/main" id="{C2963758-AE86-2047-804C-37F575E1C215}"/>
              </a:ext>
            </a:extLst>
          </p:cNvPr>
          <p:cNvSpPr>
            <a:spLocks noGrp="1" noRot="1" noChangeAspect="1" noChangeArrowheads="1" noTextEdit="1"/>
          </p:cNvSpPr>
          <p:nvPr>
            <p:ph type="sldImg"/>
          </p:nvPr>
        </p:nvSpPr>
        <p:spPr>
          <a:ln/>
        </p:spPr>
      </p:sp>
      <p:sp>
        <p:nvSpPr>
          <p:cNvPr id="201731" name="Rectangle 3">
            <a:extLst>
              <a:ext uri="{FF2B5EF4-FFF2-40B4-BE49-F238E27FC236}">
                <a16:creationId xmlns:a16="http://schemas.microsoft.com/office/drawing/2014/main" id="{2AB3F7B2-4530-7D4C-B25C-E89A7C4FF34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0821835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1" name="Rectangle 7">
            <a:extLst>
              <a:ext uri="{FF2B5EF4-FFF2-40B4-BE49-F238E27FC236}">
                <a16:creationId xmlns:a16="http://schemas.microsoft.com/office/drawing/2014/main" id="{8D7C035D-13E5-1D40-9A86-7586948A6A9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813BEC0-0696-3F47-972C-685E7A3A74D8}" type="slidenum">
              <a:rPr lang="en-US" altLang="zh-CN" sz="1200" smtClean="0">
                <a:latin typeface="Arial" panose="020B0604020202020204" pitchFamily="34" charset="0"/>
              </a:rPr>
              <a:pPr/>
              <a:t>91</a:t>
            </a:fld>
            <a:endParaRPr lang="en-US" altLang="zh-CN" sz="1200">
              <a:latin typeface="Arial" panose="020B0604020202020204" pitchFamily="34" charset="0"/>
            </a:endParaRPr>
          </a:p>
        </p:txBody>
      </p:sp>
      <p:sp>
        <p:nvSpPr>
          <p:cNvPr id="204802" name="Rectangle 2">
            <a:extLst>
              <a:ext uri="{FF2B5EF4-FFF2-40B4-BE49-F238E27FC236}">
                <a16:creationId xmlns:a16="http://schemas.microsoft.com/office/drawing/2014/main" id="{43E09A9A-8AE7-EB48-B7E9-5D44DFBD86BB}"/>
              </a:ext>
            </a:extLst>
          </p:cNvPr>
          <p:cNvSpPr>
            <a:spLocks noGrp="1" noRot="1" noChangeAspect="1" noChangeArrowheads="1" noTextEdit="1"/>
          </p:cNvSpPr>
          <p:nvPr>
            <p:ph type="sldImg"/>
          </p:nvPr>
        </p:nvSpPr>
        <p:spPr>
          <a:ln/>
        </p:spPr>
      </p:sp>
      <p:sp>
        <p:nvSpPr>
          <p:cNvPr id="204803" name="Rectangle 3">
            <a:extLst>
              <a:ext uri="{FF2B5EF4-FFF2-40B4-BE49-F238E27FC236}">
                <a16:creationId xmlns:a16="http://schemas.microsoft.com/office/drawing/2014/main" id="{D22B406C-2AC3-0B4F-9A78-FAF0DDCD126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4918287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49" name="Rectangle 7">
            <a:extLst>
              <a:ext uri="{FF2B5EF4-FFF2-40B4-BE49-F238E27FC236}">
                <a16:creationId xmlns:a16="http://schemas.microsoft.com/office/drawing/2014/main" id="{BD143C97-020E-F34D-90BC-A371D4085FE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E14C02C-D05F-C040-9310-6F50556D20DF}" type="slidenum">
              <a:rPr lang="en-US" altLang="zh-CN" sz="1200" smtClean="0">
                <a:latin typeface="Arial" panose="020B0604020202020204" pitchFamily="34" charset="0"/>
              </a:rPr>
              <a:pPr/>
              <a:t>92</a:t>
            </a:fld>
            <a:endParaRPr lang="en-US" altLang="zh-CN" sz="1200">
              <a:latin typeface="Arial" panose="020B0604020202020204" pitchFamily="34" charset="0"/>
            </a:endParaRPr>
          </a:p>
        </p:txBody>
      </p:sp>
      <p:sp>
        <p:nvSpPr>
          <p:cNvPr id="206850" name="Rectangle 2">
            <a:extLst>
              <a:ext uri="{FF2B5EF4-FFF2-40B4-BE49-F238E27FC236}">
                <a16:creationId xmlns:a16="http://schemas.microsoft.com/office/drawing/2014/main" id="{A7A114E5-52C7-C04B-85B8-0436239F446C}"/>
              </a:ext>
            </a:extLst>
          </p:cNvPr>
          <p:cNvSpPr>
            <a:spLocks noGrp="1" noRot="1" noChangeAspect="1" noChangeArrowheads="1" noTextEdit="1"/>
          </p:cNvSpPr>
          <p:nvPr>
            <p:ph type="sldImg"/>
          </p:nvPr>
        </p:nvSpPr>
        <p:spPr>
          <a:ln/>
        </p:spPr>
      </p:sp>
      <p:sp>
        <p:nvSpPr>
          <p:cNvPr id="206851" name="Rectangle 3">
            <a:extLst>
              <a:ext uri="{FF2B5EF4-FFF2-40B4-BE49-F238E27FC236}">
                <a16:creationId xmlns:a16="http://schemas.microsoft.com/office/drawing/2014/main" id="{98CE024A-5E7A-1F4E-A9DD-DC3E0B78323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141468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7" name="Rectangle 7">
            <a:extLst>
              <a:ext uri="{FF2B5EF4-FFF2-40B4-BE49-F238E27FC236}">
                <a16:creationId xmlns:a16="http://schemas.microsoft.com/office/drawing/2014/main" id="{D36B6F43-4198-5B4C-AC35-9B4BCDFBC0E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4C1AA4D-BAA7-A447-B782-121076751640}" type="slidenum">
              <a:rPr lang="en-US" altLang="zh-CN" sz="1200" smtClean="0">
                <a:latin typeface="Arial" panose="020B0604020202020204" pitchFamily="34" charset="0"/>
              </a:rPr>
              <a:pPr/>
              <a:t>93</a:t>
            </a:fld>
            <a:endParaRPr lang="en-US" altLang="zh-CN" sz="1200">
              <a:latin typeface="Arial" panose="020B0604020202020204" pitchFamily="34" charset="0"/>
            </a:endParaRPr>
          </a:p>
        </p:txBody>
      </p:sp>
      <p:sp>
        <p:nvSpPr>
          <p:cNvPr id="208898" name="Rectangle 2">
            <a:extLst>
              <a:ext uri="{FF2B5EF4-FFF2-40B4-BE49-F238E27FC236}">
                <a16:creationId xmlns:a16="http://schemas.microsoft.com/office/drawing/2014/main" id="{BCB3F427-73CA-2E44-B43A-AF650B23F5C2}"/>
              </a:ext>
            </a:extLst>
          </p:cNvPr>
          <p:cNvSpPr>
            <a:spLocks noGrp="1" noRot="1" noChangeAspect="1" noChangeArrowheads="1" noTextEdit="1"/>
          </p:cNvSpPr>
          <p:nvPr>
            <p:ph type="sldImg"/>
          </p:nvPr>
        </p:nvSpPr>
        <p:spPr>
          <a:ln/>
        </p:spPr>
      </p:sp>
      <p:sp>
        <p:nvSpPr>
          <p:cNvPr id="208899" name="Rectangle 3">
            <a:extLst>
              <a:ext uri="{FF2B5EF4-FFF2-40B4-BE49-F238E27FC236}">
                <a16:creationId xmlns:a16="http://schemas.microsoft.com/office/drawing/2014/main" id="{A87E31BA-A99F-C846-92F0-BB1EFBBEA29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10561135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5" name="Rectangle 7">
            <a:extLst>
              <a:ext uri="{FF2B5EF4-FFF2-40B4-BE49-F238E27FC236}">
                <a16:creationId xmlns:a16="http://schemas.microsoft.com/office/drawing/2014/main" id="{7B9AEE01-2211-3141-924F-1732C115A97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67F4764-DF76-1C4A-9E1B-9BB92D340A84}" type="slidenum">
              <a:rPr lang="en-US" altLang="zh-CN" sz="1200" smtClean="0">
                <a:latin typeface="Arial" panose="020B0604020202020204" pitchFamily="34" charset="0"/>
              </a:rPr>
              <a:pPr/>
              <a:t>94</a:t>
            </a:fld>
            <a:endParaRPr lang="en-US" altLang="zh-CN" sz="1200">
              <a:latin typeface="Arial" panose="020B0604020202020204" pitchFamily="34" charset="0"/>
            </a:endParaRPr>
          </a:p>
        </p:txBody>
      </p:sp>
      <p:sp>
        <p:nvSpPr>
          <p:cNvPr id="210946" name="Rectangle 2">
            <a:extLst>
              <a:ext uri="{FF2B5EF4-FFF2-40B4-BE49-F238E27FC236}">
                <a16:creationId xmlns:a16="http://schemas.microsoft.com/office/drawing/2014/main" id="{899A5312-79A5-6A42-A85A-868FB021063A}"/>
              </a:ext>
            </a:extLst>
          </p:cNvPr>
          <p:cNvSpPr>
            <a:spLocks noGrp="1" noRot="1" noChangeAspect="1" noChangeArrowheads="1" noTextEdit="1"/>
          </p:cNvSpPr>
          <p:nvPr>
            <p:ph type="sldImg"/>
          </p:nvPr>
        </p:nvSpPr>
        <p:spPr>
          <a:ln/>
        </p:spPr>
      </p:sp>
      <p:sp>
        <p:nvSpPr>
          <p:cNvPr id="210947" name="Rectangle 3">
            <a:extLst>
              <a:ext uri="{FF2B5EF4-FFF2-40B4-BE49-F238E27FC236}">
                <a16:creationId xmlns:a16="http://schemas.microsoft.com/office/drawing/2014/main" id="{F90DBACB-7926-3D40-B57E-CB3DA44F287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88366056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3" name="Rectangle 7">
            <a:extLst>
              <a:ext uri="{FF2B5EF4-FFF2-40B4-BE49-F238E27FC236}">
                <a16:creationId xmlns:a16="http://schemas.microsoft.com/office/drawing/2014/main" id="{6479E187-A459-644E-AE43-2D17FD6DF12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F9E960D-E740-A347-916F-45C5162DF71E}" type="slidenum">
              <a:rPr lang="en-US" altLang="zh-CN" sz="1200" smtClean="0">
                <a:latin typeface="Arial" panose="020B0604020202020204" pitchFamily="34" charset="0"/>
              </a:rPr>
              <a:pPr/>
              <a:t>95</a:t>
            </a:fld>
            <a:endParaRPr lang="en-US" altLang="zh-CN" sz="1200">
              <a:latin typeface="Arial" panose="020B0604020202020204" pitchFamily="34" charset="0"/>
            </a:endParaRPr>
          </a:p>
        </p:txBody>
      </p:sp>
      <p:sp>
        <p:nvSpPr>
          <p:cNvPr id="212994" name="Rectangle 2">
            <a:extLst>
              <a:ext uri="{FF2B5EF4-FFF2-40B4-BE49-F238E27FC236}">
                <a16:creationId xmlns:a16="http://schemas.microsoft.com/office/drawing/2014/main" id="{D06F3099-0499-704D-B67C-3D4F32A02485}"/>
              </a:ext>
            </a:extLst>
          </p:cNvPr>
          <p:cNvSpPr>
            <a:spLocks noGrp="1" noRot="1" noChangeAspect="1" noChangeArrowheads="1" noTextEdit="1"/>
          </p:cNvSpPr>
          <p:nvPr>
            <p:ph type="sldImg"/>
          </p:nvPr>
        </p:nvSpPr>
        <p:spPr>
          <a:ln/>
        </p:spPr>
      </p:sp>
      <p:sp>
        <p:nvSpPr>
          <p:cNvPr id="212995" name="Rectangle 3">
            <a:extLst>
              <a:ext uri="{FF2B5EF4-FFF2-40B4-BE49-F238E27FC236}">
                <a16:creationId xmlns:a16="http://schemas.microsoft.com/office/drawing/2014/main" id="{9D98FCEC-8F07-CD47-A82A-2FD44EA2EAB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94238197"/>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1" name="Rectangle 7">
            <a:extLst>
              <a:ext uri="{FF2B5EF4-FFF2-40B4-BE49-F238E27FC236}">
                <a16:creationId xmlns:a16="http://schemas.microsoft.com/office/drawing/2014/main" id="{280ABF1C-38FE-F44C-9DCC-32F37E6575D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D1D4BF0-4B5F-5D4B-9AEF-92562FE6B9A8}" type="slidenum">
              <a:rPr lang="en-US" altLang="zh-CN" sz="1200" smtClean="0">
                <a:latin typeface="Arial" panose="020B0604020202020204" pitchFamily="34" charset="0"/>
              </a:rPr>
              <a:pPr/>
              <a:t>96</a:t>
            </a:fld>
            <a:endParaRPr lang="en-US" altLang="zh-CN" sz="1200">
              <a:latin typeface="Arial" panose="020B0604020202020204" pitchFamily="34" charset="0"/>
            </a:endParaRPr>
          </a:p>
        </p:txBody>
      </p:sp>
      <p:sp>
        <p:nvSpPr>
          <p:cNvPr id="215042" name="Rectangle 2">
            <a:extLst>
              <a:ext uri="{FF2B5EF4-FFF2-40B4-BE49-F238E27FC236}">
                <a16:creationId xmlns:a16="http://schemas.microsoft.com/office/drawing/2014/main" id="{5F4EFDC1-4C35-6740-B4E2-CC349FF3829F}"/>
              </a:ext>
            </a:extLst>
          </p:cNvPr>
          <p:cNvSpPr>
            <a:spLocks noGrp="1" noRot="1" noChangeAspect="1" noChangeArrowheads="1" noTextEdit="1"/>
          </p:cNvSpPr>
          <p:nvPr>
            <p:ph type="sldImg"/>
          </p:nvPr>
        </p:nvSpPr>
        <p:spPr>
          <a:ln/>
        </p:spPr>
      </p:sp>
      <p:sp>
        <p:nvSpPr>
          <p:cNvPr id="215043" name="Rectangle 3">
            <a:extLst>
              <a:ext uri="{FF2B5EF4-FFF2-40B4-BE49-F238E27FC236}">
                <a16:creationId xmlns:a16="http://schemas.microsoft.com/office/drawing/2014/main" id="{276C0ADF-EDEB-5242-B51F-30A28F55041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2092243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89" name="Rectangle 7">
            <a:extLst>
              <a:ext uri="{FF2B5EF4-FFF2-40B4-BE49-F238E27FC236}">
                <a16:creationId xmlns:a16="http://schemas.microsoft.com/office/drawing/2014/main" id="{C46119B5-24A4-3C42-A9F1-4EF65A1887B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0B893BA-B22D-5441-8AC9-2CD460AFCCAB}" type="slidenum">
              <a:rPr lang="en-US" altLang="zh-CN" sz="1200" smtClean="0">
                <a:latin typeface="Arial" panose="020B0604020202020204" pitchFamily="34" charset="0"/>
              </a:rPr>
              <a:pPr/>
              <a:t>97</a:t>
            </a:fld>
            <a:endParaRPr lang="en-US" altLang="zh-CN" sz="1200">
              <a:latin typeface="Arial" panose="020B0604020202020204" pitchFamily="34" charset="0"/>
            </a:endParaRPr>
          </a:p>
        </p:txBody>
      </p:sp>
      <p:sp>
        <p:nvSpPr>
          <p:cNvPr id="217090" name="Rectangle 2">
            <a:extLst>
              <a:ext uri="{FF2B5EF4-FFF2-40B4-BE49-F238E27FC236}">
                <a16:creationId xmlns:a16="http://schemas.microsoft.com/office/drawing/2014/main" id="{89927309-DD80-DA4A-BC94-6CBCD7062324}"/>
              </a:ext>
            </a:extLst>
          </p:cNvPr>
          <p:cNvSpPr>
            <a:spLocks noGrp="1" noRot="1" noChangeAspect="1" noChangeArrowheads="1" noTextEdit="1"/>
          </p:cNvSpPr>
          <p:nvPr>
            <p:ph type="sldImg"/>
          </p:nvPr>
        </p:nvSpPr>
        <p:spPr>
          <a:ln/>
        </p:spPr>
      </p:sp>
      <p:sp>
        <p:nvSpPr>
          <p:cNvPr id="217091" name="Rectangle 3">
            <a:extLst>
              <a:ext uri="{FF2B5EF4-FFF2-40B4-BE49-F238E27FC236}">
                <a16:creationId xmlns:a16="http://schemas.microsoft.com/office/drawing/2014/main" id="{94C99196-F3E7-9C4D-976E-8651EE29B42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46726745"/>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7" name="Rectangle 7">
            <a:extLst>
              <a:ext uri="{FF2B5EF4-FFF2-40B4-BE49-F238E27FC236}">
                <a16:creationId xmlns:a16="http://schemas.microsoft.com/office/drawing/2014/main" id="{3B975C9B-4D02-7A42-8362-47B75B82FD9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5BB26CA1-A329-AE44-A87C-61E0C6D95B69}" type="slidenum">
              <a:rPr lang="en-US" altLang="zh-CN" sz="1200" smtClean="0">
                <a:latin typeface="Arial" panose="020B0604020202020204" pitchFamily="34" charset="0"/>
              </a:rPr>
              <a:pPr/>
              <a:t>98</a:t>
            </a:fld>
            <a:endParaRPr lang="en-US" altLang="zh-CN" sz="1200">
              <a:latin typeface="Arial" panose="020B0604020202020204" pitchFamily="34" charset="0"/>
            </a:endParaRPr>
          </a:p>
        </p:txBody>
      </p:sp>
      <p:sp>
        <p:nvSpPr>
          <p:cNvPr id="219138" name="Rectangle 2">
            <a:extLst>
              <a:ext uri="{FF2B5EF4-FFF2-40B4-BE49-F238E27FC236}">
                <a16:creationId xmlns:a16="http://schemas.microsoft.com/office/drawing/2014/main" id="{21C33C15-DE65-BE4F-8BE9-9CD5B77B1AEA}"/>
              </a:ext>
            </a:extLst>
          </p:cNvPr>
          <p:cNvSpPr>
            <a:spLocks noGrp="1" noRot="1" noChangeAspect="1" noChangeArrowheads="1" noTextEdit="1"/>
          </p:cNvSpPr>
          <p:nvPr>
            <p:ph type="sldImg"/>
          </p:nvPr>
        </p:nvSpPr>
        <p:spPr>
          <a:ln/>
        </p:spPr>
      </p:sp>
      <p:sp>
        <p:nvSpPr>
          <p:cNvPr id="219139" name="Rectangle 3">
            <a:extLst>
              <a:ext uri="{FF2B5EF4-FFF2-40B4-BE49-F238E27FC236}">
                <a16:creationId xmlns:a16="http://schemas.microsoft.com/office/drawing/2014/main" id="{E98E492E-C718-EA4F-A4CA-E485881A1C3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0061074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5" name="Rectangle 7">
            <a:extLst>
              <a:ext uri="{FF2B5EF4-FFF2-40B4-BE49-F238E27FC236}">
                <a16:creationId xmlns:a16="http://schemas.microsoft.com/office/drawing/2014/main" id="{0406A183-9FED-BA48-8696-3900AF118E3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F229575-DDCE-8343-80E1-B33F009BA45D}" type="slidenum">
              <a:rPr lang="en-US" altLang="zh-CN" sz="1200" smtClean="0">
                <a:latin typeface="Arial" panose="020B0604020202020204" pitchFamily="34" charset="0"/>
              </a:rPr>
              <a:pPr/>
              <a:t>99</a:t>
            </a:fld>
            <a:endParaRPr lang="en-US" altLang="zh-CN" sz="1200">
              <a:latin typeface="Arial" panose="020B0604020202020204" pitchFamily="34" charset="0"/>
            </a:endParaRPr>
          </a:p>
        </p:txBody>
      </p:sp>
      <p:sp>
        <p:nvSpPr>
          <p:cNvPr id="221186" name="Rectangle 2">
            <a:extLst>
              <a:ext uri="{FF2B5EF4-FFF2-40B4-BE49-F238E27FC236}">
                <a16:creationId xmlns:a16="http://schemas.microsoft.com/office/drawing/2014/main" id="{84FA469F-0329-AB4D-B89A-DBA195C11705}"/>
              </a:ext>
            </a:extLst>
          </p:cNvPr>
          <p:cNvSpPr>
            <a:spLocks noGrp="1" noRot="1" noChangeAspect="1" noChangeArrowheads="1" noTextEdit="1"/>
          </p:cNvSpPr>
          <p:nvPr>
            <p:ph type="sldImg"/>
          </p:nvPr>
        </p:nvSpPr>
        <p:spPr>
          <a:ln/>
        </p:spPr>
      </p:sp>
      <p:sp>
        <p:nvSpPr>
          <p:cNvPr id="221187" name="Rectangle 3">
            <a:extLst>
              <a:ext uri="{FF2B5EF4-FFF2-40B4-BE49-F238E27FC236}">
                <a16:creationId xmlns:a16="http://schemas.microsoft.com/office/drawing/2014/main" id="{BB888078-FEB4-2549-8075-3D93E6C61AC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78462087"/>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3" name="Rectangle 7">
            <a:extLst>
              <a:ext uri="{FF2B5EF4-FFF2-40B4-BE49-F238E27FC236}">
                <a16:creationId xmlns:a16="http://schemas.microsoft.com/office/drawing/2014/main" id="{F733BE92-CD42-C74D-8917-496447C87A4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BFB643E-753B-1F4B-B6BB-B5C8D9AA6FAD}" type="slidenum">
              <a:rPr lang="en-US" altLang="zh-CN" sz="1200" smtClean="0">
                <a:latin typeface="Arial" panose="020B0604020202020204" pitchFamily="34" charset="0"/>
              </a:rPr>
              <a:pPr/>
              <a:t>100</a:t>
            </a:fld>
            <a:endParaRPr lang="en-US" altLang="zh-CN" sz="1200">
              <a:latin typeface="Arial" panose="020B0604020202020204" pitchFamily="34" charset="0"/>
            </a:endParaRPr>
          </a:p>
        </p:txBody>
      </p:sp>
      <p:sp>
        <p:nvSpPr>
          <p:cNvPr id="223234" name="Rectangle 2">
            <a:extLst>
              <a:ext uri="{FF2B5EF4-FFF2-40B4-BE49-F238E27FC236}">
                <a16:creationId xmlns:a16="http://schemas.microsoft.com/office/drawing/2014/main" id="{D1CDFCE2-B20D-C84F-A1E1-6B6433148F09}"/>
              </a:ext>
            </a:extLst>
          </p:cNvPr>
          <p:cNvSpPr>
            <a:spLocks noGrp="1" noRot="1" noChangeAspect="1" noChangeArrowheads="1" noTextEdit="1"/>
          </p:cNvSpPr>
          <p:nvPr>
            <p:ph type="sldImg"/>
          </p:nvPr>
        </p:nvSpPr>
        <p:spPr>
          <a:ln/>
        </p:spPr>
      </p:sp>
      <p:sp>
        <p:nvSpPr>
          <p:cNvPr id="223235" name="Rectangle 3">
            <a:extLst>
              <a:ext uri="{FF2B5EF4-FFF2-40B4-BE49-F238E27FC236}">
                <a16:creationId xmlns:a16="http://schemas.microsoft.com/office/drawing/2014/main" id="{15FC3DD0-2595-BC4C-92B0-315ECA0C850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4932239"/>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1" name="Rectangle 7">
            <a:extLst>
              <a:ext uri="{FF2B5EF4-FFF2-40B4-BE49-F238E27FC236}">
                <a16:creationId xmlns:a16="http://schemas.microsoft.com/office/drawing/2014/main" id="{3485E583-933E-8844-B4A5-8450187ACE0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71E18A1-1ED6-3E4B-B235-540C014134D7}" type="slidenum">
              <a:rPr lang="en-US" altLang="zh-CN" sz="1200" smtClean="0">
                <a:latin typeface="Arial" panose="020B0604020202020204" pitchFamily="34" charset="0"/>
              </a:rPr>
              <a:pPr/>
              <a:t>101</a:t>
            </a:fld>
            <a:endParaRPr lang="en-US" altLang="zh-CN" sz="1200">
              <a:latin typeface="Arial" panose="020B0604020202020204" pitchFamily="34" charset="0"/>
            </a:endParaRPr>
          </a:p>
        </p:txBody>
      </p:sp>
      <p:sp>
        <p:nvSpPr>
          <p:cNvPr id="225282" name="Rectangle 2">
            <a:extLst>
              <a:ext uri="{FF2B5EF4-FFF2-40B4-BE49-F238E27FC236}">
                <a16:creationId xmlns:a16="http://schemas.microsoft.com/office/drawing/2014/main" id="{34B3E09D-5DD4-9F4B-87B8-2FEF9510CE38}"/>
              </a:ext>
            </a:extLst>
          </p:cNvPr>
          <p:cNvSpPr>
            <a:spLocks noGrp="1" noRot="1" noChangeAspect="1" noChangeArrowheads="1" noTextEdit="1"/>
          </p:cNvSpPr>
          <p:nvPr>
            <p:ph type="sldImg"/>
          </p:nvPr>
        </p:nvSpPr>
        <p:spPr>
          <a:ln/>
        </p:spPr>
      </p:sp>
      <p:sp>
        <p:nvSpPr>
          <p:cNvPr id="225283" name="Rectangle 3">
            <a:extLst>
              <a:ext uri="{FF2B5EF4-FFF2-40B4-BE49-F238E27FC236}">
                <a16:creationId xmlns:a16="http://schemas.microsoft.com/office/drawing/2014/main" id="{C248A8C3-765C-4042-BE22-FC83488C5DB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58639235"/>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3" name="Rectangle 7">
            <a:extLst>
              <a:ext uri="{FF2B5EF4-FFF2-40B4-BE49-F238E27FC236}">
                <a16:creationId xmlns:a16="http://schemas.microsoft.com/office/drawing/2014/main" id="{4BEA8AEC-C673-C540-917B-3B5D92E0763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7A3A520-34A5-8642-8704-CE3BB1EC6E8C}" type="slidenum">
              <a:rPr lang="en-US" altLang="zh-CN" sz="1200" smtClean="0">
                <a:latin typeface="Arial" panose="020B0604020202020204" pitchFamily="34" charset="0"/>
              </a:rPr>
              <a:pPr/>
              <a:t>103</a:t>
            </a:fld>
            <a:endParaRPr lang="en-US" altLang="zh-CN" sz="1200">
              <a:latin typeface="Arial" panose="020B0604020202020204" pitchFamily="34" charset="0"/>
            </a:endParaRPr>
          </a:p>
        </p:txBody>
      </p:sp>
      <p:sp>
        <p:nvSpPr>
          <p:cNvPr id="228354" name="Rectangle 2">
            <a:extLst>
              <a:ext uri="{FF2B5EF4-FFF2-40B4-BE49-F238E27FC236}">
                <a16:creationId xmlns:a16="http://schemas.microsoft.com/office/drawing/2014/main" id="{34DD5E44-B59D-3E42-B815-1ED838227CCC}"/>
              </a:ext>
            </a:extLst>
          </p:cNvPr>
          <p:cNvSpPr>
            <a:spLocks noGrp="1" noRot="1" noChangeAspect="1" noChangeArrowheads="1" noTextEdit="1"/>
          </p:cNvSpPr>
          <p:nvPr>
            <p:ph type="sldImg"/>
          </p:nvPr>
        </p:nvSpPr>
        <p:spPr>
          <a:ln/>
        </p:spPr>
      </p:sp>
      <p:sp>
        <p:nvSpPr>
          <p:cNvPr id="228355" name="Rectangle 3">
            <a:extLst>
              <a:ext uri="{FF2B5EF4-FFF2-40B4-BE49-F238E27FC236}">
                <a16:creationId xmlns:a16="http://schemas.microsoft.com/office/drawing/2014/main" id="{9699FDB4-E7C6-9F42-9A80-5551D977D25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901002"/>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1" name="Rectangle 7">
            <a:extLst>
              <a:ext uri="{FF2B5EF4-FFF2-40B4-BE49-F238E27FC236}">
                <a16:creationId xmlns:a16="http://schemas.microsoft.com/office/drawing/2014/main" id="{D64464AB-515D-544B-A12C-32A6DBDC229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3D81752-B225-A142-B1D9-1DD3AA15D0CF}" type="slidenum">
              <a:rPr lang="en-US" altLang="zh-CN" sz="1200" smtClean="0">
                <a:latin typeface="Arial" panose="020B0604020202020204" pitchFamily="34" charset="0"/>
              </a:rPr>
              <a:pPr/>
              <a:t>104</a:t>
            </a:fld>
            <a:endParaRPr lang="en-US" altLang="zh-CN" sz="1200">
              <a:latin typeface="Arial" panose="020B0604020202020204" pitchFamily="34" charset="0"/>
            </a:endParaRPr>
          </a:p>
        </p:txBody>
      </p:sp>
      <p:sp>
        <p:nvSpPr>
          <p:cNvPr id="230402" name="Rectangle 2">
            <a:extLst>
              <a:ext uri="{FF2B5EF4-FFF2-40B4-BE49-F238E27FC236}">
                <a16:creationId xmlns:a16="http://schemas.microsoft.com/office/drawing/2014/main" id="{FB88AAFB-D825-AB49-BBF0-2644B89187F1}"/>
              </a:ext>
            </a:extLst>
          </p:cNvPr>
          <p:cNvSpPr>
            <a:spLocks noGrp="1" noRot="1" noChangeAspect="1" noChangeArrowheads="1" noTextEdit="1"/>
          </p:cNvSpPr>
          <p:nvPr>
            <p:ph type="sldImg"/>
          </p:nvPr>
        </p:nvSpPr>
        <p:spPr>
          <a:ln/>
        </p:spPr>
      </p:sp>
      <p:sp>
        <p:nvSpPr>
          <p:cNvPr id="230403" name="Rectangle 3">
            <a:extLst>
              <a:ext uri="{FF2B5EF4-FFF2-40B4-BE49-F238E27FC236}">
                <a16:creationId xmlns:a16="http://schemas.microsoft.com/office/drawing/2014/main" id="{445A54AE-9D1F-6343-88A3-C22CB28F9E9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99751785"/>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49" name="Rectangle 7">
            <a:extLst>
              <a:ext uri="{FF2B5EF4-FFF2-40B4-BE49-F238E27FC236}">
                <a16:creationId xmlns:a16="http://schemas.microsoft.com/office/drawing/2014/main" id="{199AF11C-06FF-1A40-B240-A2E1DBCB426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55E493D5-5F18-F543-A6C8-E08422E9F017}" type="slidenum">
              <a:rPr lang="en-US" altLang="zh-CN" sz="1200" smtClean="0">
                <a:latin typeface="Arial" panose="020B0604020202020204" pitchFamily="34" charset="0"/>
              </a:rPr>
              <a:pPr/>
              <a:t>105</a:t>
            </a:fld>
            <a:endParaRPr lang="en-US" altLang="zh-CN" sz="1200">
              <a:latin typeface="Arial" panose="020B0604020202020204" pitchFamily="34" charset="0"/>
            </a:endParaRPr>
          </a:p>
        </p:txBody>
      </p:sp>
      <p:sp>
        <p:nvSpPr>
          <p:cNvPr id="232450" name="Rectangle 2">
            <a:extLst>
              <a:ext uri="{FF2B5EF4-FFF2-40B4-BE49-F238E27FC236}">
                <a16:creationId xmlns:a16="http://schemas.microsoft.com/office/drawing/2014/main" id="{851E7F4D-A01E-4649-A981-22D4FD25C418}"/>
              </a:ext>
            </a:extLst>
          </p:cNvPr>
          <p:cNvSpPr>
            <a:spLocks noGrp="1" noRot="1" noChangeAspect="1" noChangeArrowheads="1" noTextEdit="1"/>
          </p:cNvSpPr>
          <p:nvPr>
            <p:ph type="sldImg"/>
          </p:nvPr>
        </p:nvSpPr>
        <p:spPr>
          <a:ln/>
        </p:spPr>
      </p:sp>
      <p:sp>
        <p:nvSpPr>
          <p:cNvPr id="232451" name="Rectangle 3">
            <a:extLst>
              <a:ext uri="{FF2B5EF4-FFF2-40B4-BE49-F238E27FC236}">
                <a16:creationId xmlns:a16="http://schemas.microsoft.com/office/drawing/2014/main" id="{65D35A73-F2A9-8B44-BF74-468A54CDD00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78999327"/>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7" name="Rectangle 7">
            <a:extLst>
              <a:ext uri="{FF2B5EF4-FFF2-40B4-BE49-F238E27FC236}">
                <a16:creationId xmlns:a16="http://schemas.microsoft.com/office/drawing/2014/main" id="{4A726A08-005D-E84D-B6B6-A3BF2763CD8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C4CAAE7-705D-BE4A-8CF8-2D402387F166}" type="slidenum">
              <a:rPr lang="en-US" altLang="zh-CN" sz="1200" smtClean="0">
                <a:latin typeface="Arial" panose="020B0604020202020204" pitchFamily="34" charset="0"/>
              </a:rPr>
              <a:pPr/>
              <a:t>106</a:t>
            </a:fld>
            <a:endParaRPr lang="en-US" altLang="zh-CN" sz="1200">
              <a:latin typeface="Arial" panose="020B0604020202020204" pitchFamily="34" charset="0"/>
            </a:endParaRPr>
          </a:p>
        </p:txBody>
      </p:sp>
      <p:sp>
        <p:nvSpPr>
          <p:cNvPr id="234498" name="Rectangle 2">
            <a:extLst>
              <a:ext uri="{FF2B5EF4-FFF2-40B4-BE49-F238E27FC236}">
                <a16:creationId xmlns:a16="http://schemas.microsoft.com/office/drawing/2014/main" id="{5FA8F903-38C3-4E4D-A453-D290D5059FCC}"/>
              </a:ext>
            </a:extLst>
          </p:cNvPr>
          <p:cNvSpPr>
            <a:spLocks noGrp="1" noRot="1" noChangeAspect="1" noChangeArrowheads="1" noTextEdit="1"/>
          </p:cNvSpPr>
          <p:nvPr>
            <p:ph type="sldImg"/>
          </p:nvPr>
        </p:nvSpPr>
        <p:spPr>
          <a:ln/>
        </p:spPr>
      </p:sp>
      <p:sp>
        <p:nvSpPr>
          <p:cNvPr id="234499" name="Rectangle 3">
            <a:extLst>
              <a:ext uri="{FF2B5EF4-FFF2-40B4-BE49-F238E27FC236}">
                <a16:creationId xmlns:a16="http://schemas.microsoft.com/office/drawing/2014/main" id="{2FF161AD-1020-3E4B-B001-C4AF9D17B0E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30829996"/>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5" name="Rectangle 7">
            <a:extLst>
              <a:ext uri="{FF2B5EF4-FFF2-40B4-BE49-F238E27FC236}">
                <a16:creationId xmlns:a16="http://schemas.microsoft.com/office/drawing/2014/main" id="{7A9ED66F-223C-5A42-A8B3-DC39025B28C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7DEEEC6-3759-D64D-BB03-B2AB3655D4DB}" type="slidenum">
              <a:rPr lang="en-US" altLang="zh-CN" sz="1200" smtClean="0">
                <a:latin typeface="Arial" panose="020B0604020202020204" pitchFamily="34" charset="0"/>
              </a:rPr>
              <a:pPr/>
              <a:t>107</a:t>
            </a:fld>
            <a:endParaRPr lang="en-US" altLang="zh-CN" sz="1200">
              <a:latin typeface="Arial" panose="020B0604020202020204" pitchFamily="34" charset="0"/>
            </a:endParaRPr>
          </a:p>
        </p:txBody>
      </p:sp>
      <p:sp>
        <p:nvSpPr>
          <p:cNvPr id="236546" name="Rectangle 2">
            <a:extLst>
              <a:ext uri="{FF2B5EF4-FFF2-40B4-BE49-F238E27FC236}">
                <a16:creationId xmlns:a16="http://schemas.microsoft.com/office/drawing/2014/main" id="{4637004E-77DF-B346-9189-EDF744AC65B5}"/>
              </a:ext>
            </a:extLst>
          </p:cNvPr>
          <p:cNvSpPr>
            <a:spLocks noGrp="1" noRot="1" noChangeAspect="1" noChangeArrowheads="1" noTextEdit="1"/>
          </p:cNvSpPr>
          <p:nvPr>
            <p:ph type="sldImg"/>
          </p:nvPr>
        </p:nvSpPr>
        <p:spPr>
          <a:ln/>
        </p:spPr>
      </p:sp>
      <p:sp>
        <p:nvSpPr>
          <p:cNvPr id="236547" name="Rectangle 3">
            <a:extLst>
              <a:ext uri="{FF2B5EF4-FFF2-40B4-BE49-F238E27FC236}">
                <a16:creationId xmlns:a16="http://schemas.microsoft.com/office/drawing/2014/main" id="{85190EA3-95DA-4547-919F-9913E15EE0B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87255908"/>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3" name="Rectangle 7">
            <a:extLst>
              <a:ext uri="{FF2B5EF4-FFF2-40B4-BE49-F238E27FC236}">
                <a16:creationId xmlns:a16="http://schemas.microsoft.com/office/drawing/2014/main" id="{5D328FDB-D618-A449-B526-3EC731DB2B8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3F13C48-E2FF-4548-B796-3011E5F0F37E}" type="slidenum">
              <a:rPr lang="en-US" altLang="zh-CN" sz="1200" smtClean="0">
                <a:latin typeface="Arial" panose="020B0604020202020204" pitchFamily="34" charset="0"/>
              </a:rPr>
              <a:pPr/>
              <a:t>108</a:t>
            </a:fld>
            <a:endParaRPr lang="en-US" altLang="zh-CN" sz="1200">
              <a:latin typeface="Arial" panose="020B0604020202020204" pitchFamily="34" charset="0"/>
            </a:endParaRPr>
          </a:p>
        </p:txBody>
      </p:sp>
      <p:sp>
        <p:nvSpPr>
          <p:cNvPr id="238594" name="Rectangle 2">
            <a:extLst>
              <a:ext uri="{FF2B5EF4-FFF2-40B4-BE49-F238E27FC236}">
                <a16:creationId xmlns:a16="http://schemas.microsoft.com/office/drawing/2014/main" id="{69E201CF-9006-F74D-B744-BAFB8664CA17}"/>
              </a:ext>
            </a:extLst>
          </p:cNvPr>
          <p:cNvSpPr>
            <a:spLocks noGrp="1" noRot="1" noChangeAspect="1" noChangeArrowheads="1" noTextEdit="1"/>
          </p:cNvSpPr>
          <p:nvPr>
            <p:ph type="sldImg"/>
          </p:nvPr>
        </p:nvSpPr>
        <p:spPr>
          <a:ln/>
        </p:spPr>
      </p:sp>
      <p:sp>
        <p:nvSpPr>
          <p:cNvPr id="238595" name="Rectangle 3">
            <a:extLst>
              <a:ext uri="{FF2B5EF4-FFF2-40B4-BE49-F238E27FC236}">
                <a16:creationId xmlns:a16="http://schemas.microsoft.com/office/drawing/2014/main" id="{6557D9FA-4F10-6D44-A442-11142969755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145076090"/>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5" name="Rectangle 7">
            <a:extLst>
              <a:ext uri="{FF2B5EF4-FFF2-40B4-BE49-F238E27FC236}">
                <a16:creationId xmlns:a16="http://schemas.microsoft.com/office/drawing/2014/main" id="{4D02AAF8-BEC9-2948-ABE1-F0C30AFFA1D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B0064AB-7D7D-9448-A460-D38D03E517A7}" type="slidenum">
              <a:rPr lang="en-US" altLang="zh-CN" sz="1200" smtClean="0">
                <a:latin typeface="Arial" panose="020B0604020202020204" pitchFamily="34" charset="0"/>
              </a:rPr>
              <a:pPr/>
              <a:t>110</a:t>
            </a:fld>
            <a:endParaRPr lang="en-US" altLang="zh-CN" sz="1200">
              <a:latin typeface="Arial" panose="020B0604020202020204" pitchFamily="34" charset="0"/>
            </a:endParaRPr>
          </a:p>
        </p:txBody>
      </p:sp>
      <p:sp>
        <p:nvSpPr>
          <p:cNvPr id="241666" name="Rectangle 2">
            <a:extLst>
              <a:ext uri="{FF2B5EF4-FFF2-40B4-BE49-F238E27FC236}">
                <a16:creationId xmlns:a16="http://schemas.microsoft.com/office/drawing/2014/main" id="{326CBF5A-E28B-F342-8364-85DC43415B7B}"/>
              </a:ext>
            </a:extLst>
          </p:cNvPr>
          <p:cNvSpPr>
            <a:spLocks noGrp="1" noRot="1" noChangeAspect="1" noChangeArrowheads="1" noTextEdit="1"/>
          </p:cNvSpPr>
          <p:nvPr>
            <p:ph type="sldImg"/>
          </p:nvPr>
        </p:nvSpPr>
        <p:spPr>
          <a:ln/>
        </p:spPr>
      </p:sp>
      <p:sp>
        <p:nvSpPr>
          <p:cNvPr id="241667" name="Rectangle 3">
            <a:extLst>
              <a:ext uri="{FF2B5EF4-FFF2-40B4-BE49-F238E27FC236}">
                <a16:creationId xmlns:a16="http://schemas.microsoft.com/office/drawing/2014/main" id="{84FD8797-3FA9-3946-A845-2C601217335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8550064"/>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3" name="Rectangle 7">
            <a:extLst>
              <a:ext uri="{FF2B5EF4-FFF2-40B4-BE49-F238E27FC236}">
                <a16:creationId xmlns:a16="http://schemas.microsoft.com/office/drawing/2014/main" id="{16591C9E-8AA5-0646-AE2C-8575A0DDE58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82AD298-4E27-1445-BAF8-B785414E84FE}" type="slidenum">
              <a:rPr lang="en-US" altLang="zh-CN" sz="1200" smtClean="0">
                <a:latin typeface="Arial" panose="020B0604020202020204" pitchFamily="34" charset="0"/>
              </a:rPr>
              <a:pPr/>
              <a:t>111</a:t>
            </a:fld>
            <a:endParaRPr lang="en-US" altLang="zh-CN" sz="1200">
              <a:latin typeface="Arial" panose="020B0604020202020204" pitchFamily="34" charset="0"/>
            </a:endParaRPr>
          </a:p>
        </p:txBody>
      </p:sp>
      <p:sp>
        <p:nvSpPr>
          <p:cNvPr id="243714" name="Rectangle 2">
            <a:extLst>
              <a:ext uri="{FF2B5EF4-FFF2-40B4-BE49-F238E27FC236}">
                <a16:creationId xmlns:a16="http://schemas.microsoft.com/office/drawing/2014/main" id="{CBB1EE0F-ED29-734F-A95D-047E7ABD1C04}"/>
              </a:ext>
            </a:extLst>
          </p:cNvPr>
          <p:cNvSpPr>
            <a:spLocks noGrp="1" noRot="1" noChangeAspect="1" noChangeArrowheads="1" noTextEdit="1"/>
          </p:cNvSpPr>
          <p:nvPr>
            <p:ph type="sldImg"/>
          </p:nvPr>
        </p:nvSpPr>
        <p:spPr>
          <a:ln/>
        </p:spPr>
      </p:sp>
      <p:sp>
        <p:nvSpPr>
          <p:cNvPr id="243715" name="Rectangle 3">
            <a:extLst>
              <a:ext uri="{FF2B5EF4-FFF2-40B4-BE49-F238E27FC236}">
                <a16:creationId xmlns:a16="http://schemas.microsoft.com/office/drawing/2014/main" id="{29BDAAF7-A716-444D-97B2-72304718031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79444315"/>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1" name="Rectangle 7">
            <a:extLst>
              <a:ext uri="{FF2B5EF4-FFF2-40B4-BE49-F238E27FC236}">
                <a16:creationId xmlns:a16="http://schemas.microsoft.com/office/drawing/2014/main" id="{C71B24A1-722B-AD48-A5F3-7AD66351070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46B174E-6661-8840-97AB-56F29C2E0732}" type="slidenum">
              <a:rPr lang="en-US" altLang="zh-CN" sz="1200" smtClean="0">
                <a:latin typeface="Arial" panose="020B0604020202020204" pitchFamily="34" charset="0"/>
              </a:rPr>
              <a:pPr/>
              <a:t>112</a:t>
            </a:fld>
            <a:endParaRPr lang="en-US" altLang="zh-CN" sz="1200">
              <a:latin typeface="Arial" panose="020B0604020202020204" pitchFamily="34" charset="0"/>
            </a:endParaRPr>
          </a:p>
        </p:txBody>
      </p:sp>
      <p:sp>
        <p:nvSpPr>
          <p:cNvPr id="245762" name="Rectangle 2">
            <a:extLst>
              <a:ext uri="{FF2B5EF4-FFF2-40B4-BE49-F238E27FC236}">
                <a16:creationId xmlns:a16="http://schemas.microsoft.com/office/drawing/2014/main" id="{637D28C3-E889-1B4C-B627-70C99094B491}"/>
              </a:ext>
            </a:extLst>
          </p:cNvPr>
          <p:cNvSpPr>
            <a:spLocks noGrp="1" noRot="1" noChangeAspect="1" noChangeArrowheads="1" noTextEdit="1"/>
          </p:cNvSpPr>
          <p:nvPr>
            <p:ph type="sldImg"/>
          </p:nvPr>
        </p:nvSpPr>
        <p:spPr>
          <a:ln/>
        </p:spPr>
      </p:sp>
      <p:sp>
        <p:nvSpPr>
          <p:cNvPr id="245763" name="Rectangle 3">
            <a:extLst>
              <a:ext uri="{FF2B5EF4-FFF2-40B4-BE49-F238E27FC236}">
                <a16:creationId xmlns:a16="http://schemas.microsoft.com/office/drawing/2014/main" id="{57F9B1C9-DAB7-BD43-ADDE-14980D6430C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7841627"/>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09" name="Rectangle 7">
            <a:extLst>
              <a:ext uri="{FF2B5EF4-FFF2-40B4-BE49-F238E27FC236}">
                <a16:creationId xmlns:a16="http://schemas.microsoft.com/office/drawing/2014/main" id="{20AA1AD7-EE68-FA4A-BF5F-161FDEE45D6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A788FBA-AF93-2A47-97DB-B8BF1FE889DD}" type="slidenum">
              <a:rPr lang="en-US" altLang="zh-CN" sz="1200" smtClean="0">
                <a:latin typeface="Arial" panose="020B0604020202020204" pitchFamily="34" charset="0"/>
              </a:rPr>
              <a:pPr/>
              <a:t>113</a:t>
            </a:fld>
            <a:endParaRPr lang="en-US" altLang="zh-CN" sz="1200">
              <a:latin typeface="Arial" panose="020B0604020202020204" pitchFamily="34" charset="0"/>
            </a:endParaRPr>
          </a:p>
        </p:txBody>
      </p:sp>
      <p:sp>
        <p:nvSpPr>
          <p:cNvPr id="247810" name="Rectangle 2">
            <a:extLst>
              <a:ext uri="{FF2B5EF4-FFF2-40B4-BE49-F238E27FC236}">
                <a16:creationId xmlns:a16="http://schemas.microsoft.com/office/drawing/2014/main" id="{0B2E9997-B334-DC47-A679-7F97D5C36FBC}"/>
              </a:ext>
            </a:extLst>
          </p:cNvPr>
          <p:cNvSpPr>
            <a:spLocks noGrp="1" noRot="1" noChangeAspect="1" noChangeArrowheads="1" noTextEdit="1"/>
          </p:cNvSpPr>
          <p:nvPr>
            <p:ph type="sldImg"/>
          </p:nvPr>
        </p:nvSpPr>
        <p:spPr>
          <a:ln/>
        </p:spPr>
      </p:sp>
      <p:sp>
        <p:nvSpPr>
          <p:cNvPr id="247811" name="Rectangle 3">
            <a:extLst>
              <a:ext uri="{FF2B5EF4-FFF2-40B4-BE49-F238E27FC236}">
                <a16:creationId xmlns:a16="http://schemas.microsoft.com/office/drawing/2014/main" id="{5740FABB-DEEC-604C-A8A6-8963DC2F4A5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5140739"/>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7" name="Rectangle 7">
            <a:extLst>
              <a:ext uri="{FF2B5EF4-FFF2-40B4-BE49-F238E27FC236}">
                <a16:creationId xmlns:a16="http://schemas.microsoft.com/office/drawing/2014/main" id="{D215D09D-7B29-744B-BA8F-0918B2DA0E0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55BF35F-FA94-084C-8364-29AFE6D979E2}" type="slidenum">
              <a:rPr lang="en-US" altLang="zh-CN" sz="1200" smtClean="0">
                <a:latin typeface="Arial" panose="020B0604020202020204" pitchFamily="34" charset="0"/>
              </a:rPr>
              <a:pPr/>
              <a:t>114</a:t>
            </a:fld>
            <a:endParaRPr lang="en-US" altLang="zh-CN" sz="1200">
              <a:latin typeface="Arial" panose="020B0604020202020204" pitchFamily="34" charset="0"/>
            </a:endParaRPr>
          </a:p>
        </p:txBody>
      </p:sp>
      <p:sp>
        <p:nvSpPr>
          <p:cNvPr id="249858" name="Rectangle 2">
            <a:extLst>
              <a:ext uri="{FF2B5EF4-FFF2-40B4-BE49-F238E27FC236}">
                <a16:creationId xmlns:a16="http://schemas.microsoft.com/office/drawing/2014/main" id="{810E16F0-A2E8-EF4D-B412-98D5CA411976}"/>
              </a:ext>
            </a:extLst>
          </p:cNvPr>
          <p:cNvSpPr>
            <a:spLocks noGrp="1" noRot="1" noChangeAspect="1" noChangeArrowheads="1" noTextEdit="1"/>
          </p:cNvSpPr>
          <p:nvPr>
            <p:ph type="sldImg"/>
          </p:nvPr>
        </p:nvSpPr>
        <p:spPr>
          <a:ln/>
        </p:spPr>
      </p:sp>
      <p:sp>
        <p:nvSpPr>
          <p:cNvPr id="249859" name="Rectangle 3">
            <a:extLst>
              <a:ext uri="{FF2B5EF4-FFF2-40B4-BE49-F238E27FC236}">
                <a16:creationId xmlns:a16="http://schemas.microsoft.com/office/drawing/2014/main" id="{49194E21-699D-284B-A32A-20FCE789361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49414972"/>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29" name="Rectangle 7">
            <a:extLst>
              <a:ext uri="{FF2B5EF4-FFF2-40B4-BE49-F238E27FC236}">
                <a16:creationId xmlns:a16="http://schemas.microsoft.com/office/drawing/2014/main" id="{18C6050E-F6B2-F64C-BA91-5E983B31C0E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D5A95AC-81B5-E54B-B215-0941BEA68A15}" type="slidenum">
              <a:rPr lang="en-US" altLang="zh-CN" sz="1200" smtClean="0">
                <a:latin typeface="Arial" panose="020B0604020202020204" pitchFamily="34" charset="0"/>
              </a:rPr>
              <a:pPr/>
              <a:t>116</a:t>
            </a:fld>
            <a:endParaRPr lang="en-US" altLang="zh-CN" sz="1200">
              <a:latin typeface="Arial" panose="020B0604020202020204" pitchFamily="34" charset="0"/>
            </a:endParaRPr>
          </a:p>
        </p:txBody>
      </p:sp>
      <p:sp>
        <p:nvSpPr>
          <p:cNvPr id="252930" name="Rectangle 2">
            <a:extLst>
              <a:ext uri="{FF2B5EF4-FFF2-40B4-BE49-F238E27FC236}">
                <a16:creationId xmlns:a16="http://schemas.microsoft.com/office/drawing/2014/main" id="{DA0F150D-E796-4147-BC71-369279C73A6B}"/>
              </a:ext>
            </a:extLst>
          </p:cNvPr>
          <p:cNvSpPr>
            <a:spLocks noGrp="1" noRot="1" noChangeAspect="1" noChangeArrowheads="1" noTextEdit="1"/>
          </p:cNvSpPr>
          <p:nvPr>
            <p:ph type="sldImg"/>
          </p:nvPr>
        </p:nvSpPr>
        <p:spPr>
          <a:ln/>
        </p:spPr>
      </p:sp>
      <p:sp>
        <p:nvSpPr>
          <p:cNvPr id="252931" name="Rectangle 3">
            <a:extLst>
              <a:ext uri="{FF2B5EF4-FFF2-40B4-BE49-F238E27FC236}">
                <a16:creationId xmlns:a16="http://schemas.microsoft.com/office/drawing/2014/main" id="{5F488E31-48A0-C54F-996F-5F7C9834867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01643223"/>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1" name="Rectangle 7">
            <a:extLst>
              <a:ext uri="{FF2B5EF4-FFF2-40B4-BE49-F238E27FC236}">
                <a16:creationId xmlns:a16="http://schemas.microsoft.com/office/drawing/2014/main" id="{9AD69395-8E2F-304A-B66E-CE517B5BD0E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E5C8663-CF08-E749-A4E3-ADE867BAA2F8}" type="slidenum">
              <a:rPr lang="en-US" altLang="zh-CN" sz="1200" smtClean="0">
                <a:latin typeface="Arial" panose="020B0604020202020204" pitchFamily="34" charset="0"/>
              </a:rPr>
              <a:pPr/>
              <a:t>118</a:t>
            </a:fld>
            <a:endParaRPr lang="en-US" altLang="zh-CN" sz="1200">
              <a:latin typeface="Arial" panose="020B0604020202020204" pitchFamily="34" charset="0"/>
            </a:endParaRPr>
          </a:p>
        </p:txBody>
      </p:sp>
      <p:sp>
        <p:nvSpPr>
          <p:cNvPr id="256002" name="Rectangle 2">
            <a:extLst>
              <a:ext uri="{FF2B5EF4-FFF2-40B4-BE49-F238E27FC236}">
                <a16:creationId xmlns:a16="http://schemas.microsoft.com/office/drawing/2014/main" id="{54E7ED88-969E-234E-9C51-B69ACED5B954}"/>
              </a:ext>
            </a:extLst>
          </p:cNvPr>
          <p:cNvSpPr>
            <a:spLocks noGrp="1" noRot="1" noChangeAspect="1" noChangeArrowheads="1" noTextEdit="1"/>
          </p:cNvSpPr>
          <p:nvPr>
            <p:ph type="sldImg"/>
          </p:nvPr>
        </p:nvSpPr>
        <p:spPr>
          <a:ln/>
        </p:spPr>
      </p:sp>
      <p:sp>
        <p:nvSpPr>
          <p:cNvPr id="256003" name="Rectangle 3">
            <a:extLst>
              <a:ext uri="{FF2B5EF4-FFF2-40B4-BE49-F238E27FC236}">
                <a16:creationId xmlns:a16="http://schemas.microsoft.com/office/drawing/2014/main" id="{5C23BA2D-E6C4-1B47-80AC-88551AED439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77199077"/>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49" name="Rectangle 7">
            <a:extLst>
              <a:ext uri="{FF2B5EF4-FFF2-40B4-BE49-F238E27FC236}">
                <a16:creationId xmlns:a16="http://schemas.microsoft.com/office/drawing/2014/main" id="{618F778E-7E3F-E443-941F-8B32FA04BE1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001AECD-229F-4E42-BF0C-006F485E7AC4}" type="slidenum">
              <a:rPr lang="en-US" altLang="zh-CN" sz="1200" smtClean="0">
                <a:latin typeface="Arial" panose="020B0604020202020204" pitchFamily="34" charset="0"/>
              </a:rPr>
              <a:pPr/>
              <a:t>119</a:t>
            </a:fld>
            <a:endParaRPr lang="en-US" altLang="zh-CN" sz="1200">
              <a:latin typeface="Arial" panose="020B0604020202020204" pitchFamily="34" charset="0"/>
            </a:endParaRPr>
          </a:p>
        </p:txBody>
      </p:sp>
      <p:sp>
        <p:nvSpPr>
          <p:cNvPr id="258050" name="Rectangle 2">
            <a:extLst>
              <a:ext uri="{FF2B5EF4-FFF2-40B4-BE49-F238E27FC236}">
                <a16:creationId xmlns:a16="http://schemas.microsoft.com/office/drawing/2014/main" id="{C44DC8A6-BB65-6745-BDC9-C94A85F12F20}"/>
              </a:ext>
            </a:extLst>
          </p:cNvPr>
          <p:cNvSpPr>
            <a:spLocks noGrp="1" noRot="1" noChangeAspect="1" noChangeArrowheads="1" noTextEdit="1"/>
          </p:cNvSpPr>
          <p:nvPr>
            <p:ph type="sldImg"/>
          </p:nvPr>
        </p:nvSpPr>
        <p:spPr>
          <a:ln/>
        </p:spPr>
      </p:sp>
      <p:sp>
        <p:nvSpPr>
          <p:cNvPr id="258051" name="Rectangle 3">
            <a:extLst>
              <a:ext uri="{FF2B5EF4-FFF2-40B4-BE49-F238E27FC236}">
                <a16:creationId xmlns:a16="http://schemas.microsoft.com/office/drawing/2014/main" id="{AD6CA194-21F0-3740-BEF4-F24C7141177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8842670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7" name="Rectangle 7">
            <a:extLst>
              <a:ext uri="{FF2B5EF4-FFF2-40B4-BE49-F238E27FC236}">
                <a16:creationId xmlns:a16="http://schemas.microsoft.com/office/drawing/2014/main" id="{E8310FA7-6AC1-484C-9FC7-004EFB5F022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EC17E05-244C-AD4B-BB31-608AB2BDA1C5}" type="slidenum">
              <a:rPr lang="en-US" altLang="zh-CN" sz="1200" smtClean="0">
                <a:latin typeface="Arial" panose="020B0604020202020204" pitchFamily="34" charset="0"/>
              </a:rPr>
              <a:pPr/>
              <a:t>120</a:t>
            </a:fld>
            <a:endParaRPr lang="en-US" altLang="zh-CN" sz="1200">
              <a:latin typeface="Arial" panose="020B0604020202020204" pitchFamily="34" charset="0"/>
            </a:endParaRPr>
          </a:p>
        </p:txBody>
      </p:sp>
      <p:sp>
        <p:nvSpPr>
          <p:cNvPr id="260098" name="Rectangle 2">
            <a:extLst>
              <a:ext uri="{FF2B5EF4-FFF2-40B4-BE49-F238E27FC236}">
                <a16:creationId xmlns:a16="http://schemas.microsoft.com/office/drawing/2014/main" id="{EB9EEB5C-C0A2-8B44-97B6-E316F1EBDD6F}"/>
              </a:ext>
            </a:extLst>
          </p:cNvPr>
          <p:cNvSpPr>
            <a:spLocks noGrp="1" noRot="1" noChangeAspect="1" noChangeArrowheads="1" noTextEdit="1"/>
          </p:cNvSpPr>
          <p:nvPr>
            <p:ph type="sldImg"/>
          </p:nvPr>
        </p:nvSpPr>
        <p:spPr>
          <a:xfrm>
            <a:off x="139700" y="768350"/>
            <a:ext cx="6819900" cy="3836988"/>
          </a:xfrm>
          <a:ln/>
        </p:spPr>
      </p:sp>
      <p:sp>
        <p:nvSpPr>
          <p:cNvPr id="260099" name="Rectangle 3">
            <a:extLst>
              <a:ext uri="{FF2B5EF4-FFF2-40B4-BE49-F238E27FC236}">
                <a16:creationId xmlns:a16="http://schemas.microsoft.com/office/drawing/2014/main" id="{F11E87FD-4565-9243-81F8-CA93195DF9D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64573982"/>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5" name="Rectangle 7">
            <a:extLst>
              <a:ext uri="{FF2B5EF4-FFF2-40B4-BE49-F238E27FC236}">
                <a16:creationId xmlns:a16="http://schemas.microsoft.com/office/drawing/2014/main" id="{9EAB3758-095C-3844-87AC-9BEB14B2372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2ADA0F1-FF39-344C-8B09-6653FD9773D9}" type="slidenum">
              <a:rPr lang="en-US" altLang="zh-CN" sz="1200" smtClean="0">
                <a:latin typeface="Arial" panose="020B0604020202020204" pitchFamily="34" charset="0"/>
              </a:rPr>
              <a:pPr/>
              <a:t>121</a:t>
            </a:fld>
            <a:endParaRPr lang="en-US" altLang="zh-CN" sz="1200">
              <a:latin typeface="Arial" panose="020B0604020202020204" pitchFamily="34" charset="0"/>
            </a:endParaRPr>
          </a:p>
        </p:txBody>
      </p:sp>
      <p:sp>
        <p:nvSpPr>
          <p:cNvPr id="262146" name="Rectangle 2">
            <a:extLst>
              <a:ext uri="{FF2B5EF4-FFF2-40B4-BE49-F238E27FC236}">
                <a16:creationId xmlns:a16="http://schemas.microsoft.com/office/drawing/2014/main" id="{7EC2AE04-99DF-044D-BAED-D64DE40D04C9}"/>
              </a:ext>
            </a:extLst>
          </p:cNvPr>
          <p:cNvSpPr>
            <a:spLocks noGrp="1" noRot="1" noChangeAspect="1" noChangeArrowheads="1" noTextEdit="1"/>
          </p:cNvSpPr>
          <p:nvPr>
            <p:ph type="sldImg"/>
          </p:nvPr>
        </p:nvSpPr>
        <p:spPr>
          <a:xfrm>
            <a:off x="139700" y="768350"/>
            <a:ext cx="6819900" cy="3836988"/>
          </a:xfrm>
          <a:ln/>
        </p:spPr>
      </p:sp>
      <p:sp>
        <p:nvSpPr>
          <p:cNvPr id="262147" name="Rectangle 3">
            <a:extLst>
              <a:ext uri="{FF2B5EF4-FFF2-40B4-BE49-F238E27FC236}">
                <a16:creationId xmlns:a16="http://schemas.microsoft.com/office/drawing/2014/main" id="{081C96BC-75DB-9743-8536-660736687B7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69263345"/>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3" name="Rectangle 7">
            <a:extLst>
              <a:ext uri="{FF2B5EF4-FFF2-40B4-BE49-F238E27FC236}">
                <a16:creationId xmlns:a16="http://schemas.microsoft.com/office/drawing/2014/main" id="{880B71C3-DE85-7A4A-8AA9-3A36F41A709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A5661D6-3A35-9744-BEA6-582CB8EC2607}" type="slidenum">
              <a:rPr lang="en-US" altLang="zh-CN" sz="1200" smtClean="0">
                <a:latin typeface="Arial" panose="020B0604020202020204" pitchFamily="34" charset="0"/>
              </a:rPr>
              <a:pPr/>
              <a:t>122</a:t>
            </a:fld>
            <a:endParaRPr lang="en-US" altLang="zh-CN" sz="1200">
              <a:latin typeface="Arial" panose="020B0604020202020204" pitchFamily="34" charset="0"/>
            </a:endParaRPr>
          </a:p>
        </p:txBody>
      </p:sp>
      <p:sp>
        <p:nvSpPr>
          <p:cNvPr id="264194" name="Rectangle 2">
            <a:extLst>
              <a:ext uri="{FF2B5EF4-FFF2-40B4-BE49-F238E27FC236}">
                <a16:creationId xmlns:a16="http://schemas.microsoft.com/office/drawing/2014/main" id="{49DC94B6-74CC-5B4A-9F27-EE93742D56FB}"/>
              </a:ext>
            </a:extLst>
          </p:cNvPr>
          <p:cNvSpPr>
            <a:spLocks noGrp="1" noRot="1" noChangeAspect="1" noChangeArrowheads="1" noTextEdit="1"/>
          </p:cNvSpPr>
          <p:nvPr>
            <p:ph type="sldImg"/>
          </p:nvPr>
        </p:nvSpPr>
        <p:spPr>
          <a:ln/>
        </p:spPr>
      </p:sp>
      <p:sp>
        <p:nvSpPr>
          <p:cNvPr id="264195" name="Rectangle 3">
            <a:extLst>
              <a:ext uri="{FF2B5EF4-FFF2-40B4-BE49-F238E27FC236}">
                <a16:creationId xmlns:a16="http://schemas.microsoft.com/office/drawing/2014/main" id="{72C4B8BA-0614-C64C-974A-3FB48F27926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186966989"/>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1" name="Rectangle 7">
            <a:extLst>
              <a:ext uri="{FF2B5EF4-FFF2-40B4-BE49-F238E27FC236}">
                <a16:creationId xmlns:a16="http://schemas.microsoft.com/office/drawing/2014/main" id="{076D6E26-2849-A74D-935E-2AF34DCE337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6E6B3CB-A079-144A-A9A7-5A3AF860E9FF}" type="slidenum">
              <a:rPr lang="en-US" altLang="zh-CN" sz="1200" smtClean="0">
                <a:latin typeface="Arial" panose="020B0604020202020204" pitchFamily="34" charset="0"/>
              </a:rPr>
              <a:pPr/>
              <a:t>123</a:t>
            </a:fld>
            <a:endParaRPr lang="en-US" altLang="zh-CN" sz="1200">
              <a:latin typeface="Arial" panose="020B0604020202020204" pitchFamily="34" charset="0"/>
            </a:endParaRPr>
          </a:p>
        </p:txBody>
      </p:sp>
      <p:sp>
        <p:nvSpPr>
          <p:cNvPr id="266242" name="Rectangle 2">
            <a:extLst>
              <a:ext uri="{FF2B5EF4-FFF2-40B4-BE49-F238E27FC236}">
                <a16:creationId xmlns:a16="http://schemas.microsoft.com/office/drawing/2014/main" id="{816AF114-E65E-E346-86F2-AE740D5FAD1E}"/>
              </a:ext>
            </a:extLst>
          </p:cNvPr>
          <p:cNvSpPr>
            <a:spLocks noGrp="1" noRot="1" noChangeAspect="1" noChangeArrowheads="1" noTextEdit="1"/>
          </p:cNvSpPr>
          <p:nvPr>
            <p:ph type="sldImg"/>
          </p:nvPr>
        </p:nvSpPr>
        <p:spPr>
          <a:ln/>
        </p:spPr>
      </p:sp>
      <p:sp>
        <p:nvSpPr>
          <p:cNvPr id="266243" name="Rectangle 3">
            <a:extLst>
              <a:ext uri="{FF2B5EF4-FFF2-40B4-BE49-F238E27FC236}">
                <a16:creationId xmlns:a16="http://schemas.microsoft.com/office/drawing/2014/main" id="{C3B01A85-D2DE-BD45-A6CA-95D46193784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967460598"/>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89" name="Rectangle 7">
            <a:extLst>
              <a:ext uri="{FF2B5EF4-FFF2-40B4-BE49-F238E27FC236}">
                <a16:creationId xmlns:a16="http://schemas.microsoft.com/office/drawing/2014/main" id="{D3662A74-0CA1-244D-BB91-4133F762EDF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9F1F264-1EF0-E442-83BB-A5142D6E2E86}" type="slidenum">
              <a:rPr lang="en-US" altLang="zh-CN" sz="1200" smtClean="0">
                <a:latin typeface="Arial" panose="020B0604020202020204" pitchFamily="34" charset="0"/>
              </a:rPr>
              <a:pPr/>
              <a:t>124</a:t>
            </a:fld>
            <a:endParaRPr lang="en-US" altLang="zh-CN" sz="1200">
              <a:latin typeface="Arial" panose="020B0604020202020204" pitchFamily="34" charset="0"/>
            </a:endParaRPr>
          </a:p>
        </p:txBody>
      </p:sp>
      <p:sp>
        <p:nvSpPr>
          <p:cNvPr id="268290" name="Rectangle 2">
            <a:extLst>
              <a:ext uri="{FF2B5EF4-FFF2-40B4-BE49-F238E27FC236}">
                <a16:creationId xmlns:a16="http://schemas.microsoft.com/office/drawing/2014/main" id="{E8D52483-880A-1546-AC55-EF9A168B1700}"/>
              </a:ext>
            </a:extLst>
          </p:cNvPr>
          <p:cNvSpPr>
            <a:spLocks noGrp="1" noRot="1" noChangeAspect="1" noChangeArrowheads="1" noTextEdit="1"/>
          </p:cNvSpPr>
          <p:nvPr>
            <p:ph type="sldImg"/>
          </p:nvPr>
        </p:nvSpPr>
        <p:spPr>
          <a:ln/>
        </p:spPr>
      </p:sp>
      <p:sp>
        <p:nvSpPr>
          <p:cNvPr id="268291" name="Rectangle 3">
            <a:extLst>
              <a:ext uri="{FF2B5EF4-FFF2-40B4-BE49-F238E27FC236}">
                <a16:creationId xmlns:a16="http://schemas.microsoft.com/office/drawing/2014/main" id="{E52B181A-C481-684F-B828-765FFD3DB67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4080602"/>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7" name="Rectangle 7">
            <a:extLst>
              <a:ext uri="{FF2B5EF4-FFF2-40B4-BE49-F238E27FC236}">
                <a16:creationId xmlns:a16="http://schemas.microsoft.com/office/drawing/2014/main" id="{536A17E1-79CB-2E40-91D5-DB061F1294D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4ECCCA6-FAE2-344D-BB36-FD7C14BEBB08}" type="slidenum">
              <a:rPr lang="en-US" altLang="zh-CN" sz="1200" smtClean="0">
                <a:latin typeface="Arial" panose="020B0604020202020204" pitchFamily="34" charset="0"/>
              </a:rPr>
              <a:pPr/>
              <a:t>125</a:t>
            </a:fld>
            <a:endParaRPr lang="en-US" altLang="zh-CN" sz="1200">
              <a:latin typeface="Arial" panose="020B0604020202020204" pitchFamily="34" charset="0"/>
            </a:endParaRPr>
          </a:p>
        </p:txBody>
      </p:sp>
      <p:sp>
        <p:nvSpPr>
          <p:cNvPr id="270338" name="Rectangle 2">
            <a:extLst>
              <a:ext uri="{FF2B5EF4-FFF2-40B4-BE49-F238E27FC236}">
                <a16:creationId xmlns:a16="http://schemas.microsoft.com/office/drawing/2014/main" id="{82D631E2-451F-364E-B9A6-292A37186146}"/>
              </a:ext>
            </a:extLst>
          </p:cNvPr>
          <p:cNvSpPr>
            <a:spLocks noGrp="1" noRot="1" noChangeAspect="1" noChangeArrowheads="1" noTextEdit="1"/>
          </p:cNvSpPr>
          <p:nvPr>
            <p:ph type="sldImg"/>
          </p:nvPr>
        </p:nvSpPr>
        <p:spPr>
          <a:ln/>
        </p:spPr>
      </p:sp>
      <p:sp>
        <p:nvSpPr>
          <p:cNvPr id="270339" name="Rectangle 3">
            <a:extLst>
              <a:ext uri="{FF2B5EF4-FFF2-40B4-BE49-F238E27FC236}">
                <a16:creationId xmlns:a16="http://schemas.microsoft.com/office/drawing/2014/main" id="{E8BDA647-AE84-6B47-A9D8-5DDD25A91C9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61349547"/>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5" name="Rectangle 7">
            <a:extLst>
              <a:ext uri="{FF2B5EF4-FFF2-40B4-BE49-F238E27FC236}">
                <a16:creationId xmlns:a16="http://schemas.microsoft.com/office/drawing/2014/main" id="{6F5A7FB4-B012-F747-9777-87842B13337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BA32FC9-402E-7344-8FFD-D6AC01B4F50A}" type="slidenum">
              <a:rPr lang="en-US" altLang="zh-CN" sz="1200" smtClean="0">
                <a:latin typeface="Arial" panose="020B0604020202020204" pitchFamily="34" charset="0"/>
              </a:rPr>
              <a:pPr/>
              <a:t>126</a:t>
            </a:fld>
            <a:endParaRPr lang="en-US" altLang="zh-CN" sz="1200">
              <a:latin typeface="Arial" panose="020B0604020202020204" pitchFamily="34" charset="0"/>
            </a:endParaRPr>
          </a:p>
        </p:txBody>
      </p:sp>
      <p:sp>
        <p:nvSpPr>
          <p:cNvPr id="272386" name="Rectangle 2">
            <a:extLst>
              <a:ext uri="{FF2B5EF4-FFF2-40B4-BE49-F238E27FC236}">
                <a16:creationId xmlns:a16="http://schemas.microsoft.com/office/drawing/2014/main" id="{2206C5D1-4182-8642-81A7-53686A05C5CA}"/>
              </a:ext>
            </a:extLst>
          </p:cNvPr>
          <p:cNvSpPr>
            <a:spLocks noGrp="1" noRot="1" noChangeAspect="1" noChangeArrowheads="1" noTextEdit="1"/>
          </p:cNvSpPr>
          <p:nvPr>
            <p:ph type="sldImg"/>
          </p:nvPr>
        </p:nvSpPr>
        <p:spPr>
          <a:ln/>
        </p:spPr>
      </p:sp>
      <p:sp>
        <p:nvSpPr>
          <p:cNvPr id="272387" name="Rectangle 3">
            <a:extLst>
              <a:ext uri="{FF2B5EF4-FFF2-40B4-BE49-F238E27FC236}">
                <a16:creationId xmlns:a16="http://schemas.microsoft.com/office/drawing/2014/main" id="{D65B75E0-2D84-2641-93ED-27865171023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87138405"/>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3" name="Rectangle 7">
            <a:extLst>
              <a:ext uri="{FF2B5EF4-FFF2-40B4-BE49-F238E27FC236}">
                <a16:creationId xmlns:a16="http://schemas.microsoft.com/office/drawing/2014/main" id="{D2459B14-DA14-AE43-8CF3-7672AB7743F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BE7E77A-7A42-6B4C-A178-9706A9873157}" type="slidenum">
              <a:rPr lang="en-US" altLang="zh-CN" sz="1200" smtClean="0">
                <a:latin typeface="Arial" panose="020B0604020202020204" pitchFamily="34" charset="0"/>
              </a:rPr>
              <a:pPr/>
              <a:t>127</a:t>
            </a:fld>
            <a:endParaRPr lang="en-US" altLang="zh-CN" sz="1200">
              <a:latin typeface="Arial" panose="020B0604020202020204" pitchFamily="34" charset="0"/>
            </a:endParaRPr>
          </a:p>
        </p:txBody>
      </p:sp>
      <p:sp>
        <p:nvSpPr>
          <p:cNvPr id="274434" name="Rectangle 2">
            <a:extLst>
              <a:ext uri="{FF2B5EF4-FFF2-40B4-BE49-F238E27FC236}">
                <a16:creationId xmlns:a16="http://schemas.microsoft.com/office/drawing/2014/main" id="{4003B78D-B7D6-984C-91DD-ACCCBC2CE388}"/>
              </a:ext>
            </a:extLst>
          </p:cNvPr>
          <p:cNvSpPr>
            <a:spLocks noGrp="1" noRot="1" noChangeAspect="1" noChangeArrowheads="1" noTextEdit="1"/>
          </p:cNvSpPr>
          <p:nvPr>
            <p:ph type="sldImg"/>
          </p:nvPr>
        </p:nvSpPr>
        <p:spPr>
          <a:ln/>
        </p:spPr>
      </p:sp>
      <p:sp>
        <p:nvSpPr>
          <p:cNvPr id="274435" name="Rectangle 3">
            <a:extLst>
              <a:ext uri="{FF2B5EF4-FFF2-40B4-BE49-F238E27FC236}">
                <a16:creationId xmlns:a16="http://schemas.microsoft.com/office/drawing/2014/main" id="{3332DEC1-B504-5842-ACCF-05A8EFBF2D7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744394236"/>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1" name="Rectangle 7">
            <a:extLst>
              <a:ext uri="{FF2B5EF4-FFF2-40B4-BE49-F238E27FC236}">
                <a16:creationId xmlns:a16="http://schemas.microsoft.com/office/drawing/2014/main" id="{E2B140D4-449E-2C48-BEFE-17815885CBA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81FFF90-510F-F947-9DEF-50690D68307C}" type="slidenum">
              <a:rPr lang="en-US" altLang="zh-CN" sz="1200" smtClean="0">
                <a:latin typeface="Arial" panose="020B0604020202020204" pitchFamily="34" charset="0"/>
              </a:rPr>
              <a:pPr/>
              <a:t>128</a:t>
            </a:fld>
            <a:endParaRPr lang="en-US" altLang="zh-CN" sz="1200">
              <a:latin typeface="Arial" panose="020B0604020202020204" pitchFamily="34" charset="0"/>
            </a:endParaRPr>
          </a:p>
        </p:txBody>
      </p:sp>
      <p:sp>
        <p:nvSpPr>
          <p:cNvPr id="276482" name="Rectangle 2">
            <a:extLst>
              <a:ext uri="{FF2B5EF4-FFF2-40B4-BE49-F238E27FC236}">
                <a16:creationId xmlns:a16="http://schemas.microsoft.com/office/drawing/2014/main" id="{184B64C3-C080-4845-8985-04C55806C567}"/>
              </a:ext>
            </a:extLst>
          </p:cNvPr>
          <p:cNvSpPr>
            <a:spLocks noGrp="1" noRot="1" noChangeAspect="1" noChangeArrowheads="1" noTextEdit="1"/>
          </p:cNvSpPr>
          <p:nvPr>
            <p:ph type="sldImg"/>
          </p:nvPr>
        </p:nvSpPr>
        <p:spPr>
          <a:ln/>
        </p:spPr>
      </p:sp>
      <p:sp>
        <p:nvSpPr>
          <p:cNvPr id="276483" name="Rectangle 3">
            <a:extLst>
              <a:ext uri="{FF2B5EF4-FFF2-40B4-BE49-F238E27FC236}">
                <a16:creationId xmlns:a16="http://schemas.microsoft.com/office/drawing/2014/main" id="{450ED9FA-C6A7-5D49-81A0-E300592E7F8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66291566"/>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29" name="Rectangle 7">
            <a:extLst>
              <a:ext uri="{FF2B5EF4-FFF2-40B4-BE49-F238E27FC236}">
                <a16:creationId xmlns:a16="http://schemas.microsoft.com/office/drawing/2014/main" id="{B929CDBF-CAEB-A243-928A-E24A0991F51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872C210-B6BD-5846-9333-DCE82ED94CD8}" type="slidenum">
              <a:rPr lang="en-US" altLang="zh-CN" sz="1200" smtClean="0">
                <a:latin typeface="Arial" panose="020B0604020202020204" pitchFamily="34" charset="0"/>
              </a:rPr>
              <a:pPr/>
              <a:t>129</a:t>
            </a:fld>
            <a:endParaRPr lang="en-US" altLang="zh-CN" sz="1200">
              <a:latin typeface="Arial" panose="020B0604020202020204" pitchFamily="34" charset="0"/>
            </a:endParaRPr>
          </a:p>
        </p:txBody>
      </p:sp>
      <p:sp>
        <p:nvSpPr>
          <p:cNvPr id="278530" name="Rectangle 2">
            <a:extLst>
              <a:ext uri="{FF2B5EF4-FFF2-40B4-BE49-F238E27FC236}">
                <a16:creationId xmlns:a16="http://schemas.microsoft.com/office/drawing/2014/main" id="{4317D648-881D-7C44-BC2E-E9401C78DB6C}"/>
              </a:ext>
            </a:extLst>
          </p:cNvPr>
          <p:cNvSpPr>
            <a:spLocks noGrp="1" noRot="1" noChangeAspect="1" noChangeArrowheads="1" noTextEdit="1"/>
          </p:cNvSpPr>
          <p:nvPr>
            <p:ph type="sldImg"/>
          </p:nvPr>
        </p:nvSpPr>
        <p:spPr>
          <a:ln/>
        </p:spPr>
      </p:sp>
      <p:sp>
        <p:nvSpPr>
          <p:cNvPr id="278531" name="Rectangle 3">
            <a:extLst>
              <a:ext uri="{FF2B5EF4-FFF2-40B4-BE49-F238E27FC236}">
                <a16:creationId xmlns:a16="http://schemas.microsoft.com/office/drawing/2014/main" id="{A1F21FDD-BC01-4B49-8BD1-E0FCAEC8F48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3067713"/>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7" name="Rectangle 7">
            <a:extLst>
              <a:ext uri="{FF2B5EF4-FFF2-40B4-BE49-F238E27FC236}">
                <a16:creationId xmlns:a16="http://schemas.microsoft.com/office/drawing/2014/main" id="{D8C41EFA-BEE1-5440-B138-83E58083BCA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C3FD5B5-3273-A94E-8874-F2B187B1202A}" type="slidenum">
              <a:rPr lang="en-US" altLang="zh-CN" sz="1200" smtClean="0">
                <a:latin typeface="Arial" panose="020B0604020202020204" pitchFamily="34" charset="0"/>
              </a:rPr>
              <a:pPr/>
              <a:t>130</a:t>
            </a:fld>
            <a:endParaRPr lang="en-US" altLang="zh-CN" sz="1200">
              <a:latin typeface="Arial" panose="020B0604020202020204" pitchFamily="34" charset="0"/>
            </a:endParaRPr>
          </a:p>
        </p:txBody>
      </p:sp>
      <p:sp>
        <p:nvSpPr>
          <p:cNvPr id="280578" name="Rectangle 2">
            <a:extLst>
              <a:ext uri="{FF2B5EF4-FFF2-40B4-BE49-F238E27FC236}">
                <a16:creationId xmlns:a16="http://schemas.microsoft.com/office/drawing/2014/main" id="{5A12E09E-0419-AF48-B416-3D8FA3285993}"/>
              </a:ext>
            </a:extLst>
          </p:cNvPr>
          <p:cNvSpPr>
            <a:spLocks noGrp="1" noRot="1" noChangeAspect="1" noChangeArrowheads="1" noTextEdit="1"/>
          </p:cNvSpPr>
          <p:nvPr>
            <p:ph type="sldImg"/>
          </p:nvPr>
        </p:nvSpPr>
        <p:spPr>
          <a:ln/>
        </p:spPr>
      </p:sp>
      <p:sp>
        <p:nvSpPr>
          <p:cNvPr id="280579" name="Rectangle 3">
            <a:extLst>
              <a:ext uri="{FF2B5EF4-FFF2-40B4-BE49-F238E27FC236}">
                <a16:creationId xmlns:a16="http://schemas.microsoft.com/office/drawing/2014/main" id="{524B7CCA-E926-8747-93CC-226ACC1C11C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560641676"/>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5" name="Rectangle 7">
            <a:extLst>
              <a:ext uri="{FF2B5EF4-FFF2-40B4-BE49-F238E27FC236}">
                <a16:creationId xmlns:a16="http://schemas.microsoft.com/office/drawing/2014/main" id="{1FEC5CC7-FACA-5645-8671-493328C0EB8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5F37026-1FF3-324D-A1D8-224A3FF8F96B}" type="slidenum">
              <a:rPr lang="en-US" altLang="zh-CN" sz="1200" smtClean="0">
                <a:latin typeface="Arial" panose="020B0604020202020204" pitchFamily="34" charset="0"/>
              </a:rPr>
              <a:pPr/>
              <a:t>131</a:t>
            </a:fld>
            <a:endParaRPr lang="en-US" altLang="zh-CN" sz="1200">
              <a:latin typeface="Arial" panose="020B0604020202020204" pitchFamily="34" charset="0"/>
            </a:endParaRPr>
          </a:p>
        </p:txBody>
      </p:sp>
      <p:sp>
        <p:nvSpPr>
          <p:cNvPr id="282626" name="Rectangle 2">
            <a:extLst>
              <a:ext uri="{FF2B5EF4-FFF2-40B4-BE49-F238E27FC236}">
                <a16:creationId xmlns:a16="http://schemas.microsoft.com/office/drawing/2014/main" id="{2B3C7293-FC62-A347-AD7B-9BAD770FE682}"/>
              </a:ext>
            </a:extLst>
          </p:cNvPr>
          <p:cNvSpPr>
            <a:spLocks noGrp="1" noRot="1" noChangeAspect="1" noChangeArrowheads="1" noTextEdit="1"/>
          </p:cNvSpPr>
          <p:nvPr>
            <p:ph type="sldImg"/>
          </p:nvPr>
        </p:nvSpPr>
        <p:spPr>
          <a:ln/>
        </p:spPr>
      </p:sp>
      <p:sp>
        <p:nvSpPr>
          <p:cNvPr id="282627" name="Rectangle 3">
            <a:extLst>
              <a:ext uri="{FF2B5EF4-FFF2-40B4-BE49-F238E27FC236}">
                <a16:creationId xmlns:a16="http://schemas.microsoft.com/office/drawing/2014/main" id="{E759F9A3-168D-B84C-81D4-782FC25CA8C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947985167"/>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3" name="Rectangle 7">
            <a:extLst>
              <a:ext uri="{FF2B5EF4-FFF2-40B4-BE49-F238E27FC236}">
                <a16:creationId xmlns:a16="http://schemas.microsoft.com/office/drawing/2014/main" id="{E9E75A49-C810-964F-8D0A-D61A6689FB1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DC4A5B7-06DC-9246-AD71-8DCA55BFA066}" type="slidenum">
              <a:rPr lang="en-US" altLang="zh-CN" sz="1200" smtClean="0">
                <a:latin typeface="Arial" panose="020B0604020202020204" pitchFamily="34" charset="0"/>
              </a:rPr>
              <a:pPr/>
              <a:t>132</a:t>
            </a:fld>
            <a:endParaRPr lang="en-US" altLang="zh-CN" sz="1200">
              <a:latin typeface="Arial" panose="020B0604020202020204" pitchFamily="34" charset="0"/>
            </a:endParaRPr>
          </a:p>
        </p:txBody>
      </p:sp>
      <p:sp>
        <p:nvSpPr>
          <p:cNvPr id="284674" name="Rectangle 2">
            <a:extLst>
              <a:ext uri="{FF2B5EF4-FFF2-40B4-BE49-F238E27FC236}">
                <a16:creationId xmlns:a16="http://schemas.microsoft.com/office/drawing/2014/main" id="{F5225525-B348-2C42-BCF6-DA9D50826453}"/>
              </a:ext>
            </a:extLst>
          </p:cNvPr>
          <p:cNvSpPr>
            <a:spLocks noGrp="1" noRot="1" noChangeAspect="1" noChangeArrowheads="1" noTextEdit="1"/>
          </p:cNvSpPr>
          <p:nvPr>
            <p:ph type="sldImg"/>
          </p:nvPr>
        </p:nvSpPr>
        <p:spPr>
          <a:ln/>
        </p:spPr>
      </p:sp>
      <p:sp>
        <p:nvSpPr>
          <p:cNvPr id="284675" name="Rectangle 3">
            <a:extLst>
              <a:ext uri="{FF2B5EF4-FFF2-40B4-BE49-F238E27FC236}">
                <a16:creationId xmlns:a16="http://schemas.microsoft.com/office/drawing/2014/main" id="{333020FE-5753-B744-92FF-34D94F8F8F3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01892497"/>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1" name="Rectangle 7">
            <a:extLst>
              <a:ext uri="{FF2B5EF4-FFF2-40B4-BE49-F238E27FC236}">
                <a16:creationId xmlns:a16="http://schemas.microsoft.com/office/drawing/2014/main" id="{D8410A7B-34BD-8444-9DBE-EE87D8A8448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4FA223B-C9DF-F143-B7E1-B35C7A1317B1}" type="slidenum">
              <a:rPr lang="en-US" altLang="zh-CN" sz="1200" smtClean="0">
                <a:latin typeface="Arial" panose="020B0604020202020204" pitchFamily="34" charset="0"/>
              </a:rPr>
              <a:pPr/>
              <a:t>133</a:t>
            </a:fld>
            <a:endParaRPr lang="en-US" altLang="zh-CN" sz="1200">
              <a:latin typeface="Arial" panose="020B0604020202020204" pitchFamily="34" charset="0"/>
            </a:endParaRPr>
          </a:p>
        </p:txBody>
      </p:sp>
      <p:sp>
        <p:nvSpPr>
          <p:cNvPr id="286722" name="Rectangle 2">
            <a:extLst>
              <a:ext uri="{FF2B5EF4-FFF2-40B4-BE49-F238E27FC236}">
                <a16:creationId xmlns:a16="http://schemas.microsoft.com/office/drawing/2014/main" id="{84DD0EE6-D297-2E48-B895-F1FBFC612913}"/>
              </a:ext>
            </a:extLst>
          </p:cNvPr>
          <p:cNvSpPr>
            <a:spLocks noGrp="1" noRot="1" noChangeAspect="1" noChangeArrowheads="1" noTextEdit="1"/>
          </p:cNvSpPr>
          <p:nvPr>
            <p:ph type="sldImg"/>
          </p:nvPr>
        </p:nvSpPr>
        <p:spPr>
          <a:ln/>
        </p:spPr>
      </p:sp>
      <p:sp>
        <p:nvSpPr>
          <p:cNvPr id="286723" name="Rectangle 3">
            <a:extLst>
              <a:ext uri="{FF2B5EF4-FFF2-40B4-BE49-F238E27FC236}">
                <a16:creationId xmlns:a16="http://schemas.microsoft.com/office/drawing/2014/main" id="{0DA42311-A3B6-AE40-B2BF-02473282A0F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09626682"/>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69" name="Rectangle 7">
            <a:extLst>
              <a:ext uri="{FF2B5EF4-FFF2-40B4-BE49-F238E27FC236}">
                <a16:creationId xmlns:a16="http://schemas.microsoft.com/office/drawing/2014/main" id="{F1D45291-4E2B-A04D-8103-F012C9C0EFA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E4ACFC2-DE45-B945-BB5D-C94C90F4D1CB}" type="slidenum">
              <a:rPr lang="en-US" altLang="zh-CN" sz="1200" smtClean="0">
                <a:latin typeface="Arial" panose="020B0604020202020204" pitchFamily="34" charset="0"/>
              </a:rPr>
              <a:pPr/>
              <a:t>134</a:t>
            </a:fld>
            <a:endParaRPr lang="en-US" altLang="zh-CN" sz="1200">
              <a:latin typeface="Arial" panose="020B0604020202020204" pitchFamily="34" charset="0"/>
            </a:endParaRPr>
          </a:p>
        </p:txBody>
      </p:sp>
      <p:sp>
        <p:nvSpPr>
          <p:cNvPr id="288770" name="Rectangle 2">
            <a:extLst>
              <a:ext uri="{FF2B5EF4-FFF2-40B4-BE49-F238E27FC236}">
                <a16:creationId xmlns:a16="http://schemas.microsoft.com/office/drawing/2014/main" id="{62E9C994-7548-0143-89BF-B02E8AE716FD}"/>
              </a:ext>
            </a:extLst>
          </p:cNvPr>
          <p:cNvSpPr>
            <a:spLocks noGrp="1" noRot="1" noChangeAspect="1" noChangeArrowheads="1" noTextEdit="1"/>
          </p:cNvSpPr>
          <p:nvPr>
            <p:ph type="sldImg"/>
          </p:nvPr>
        </p:nvSpPr>
        <p:spPr>
          <a:ln/>
        </p:spPr>
      </p:sp>
      <p:sp>
        <p:nvSpPr>
          <p:cNvPr id="288771" name="Rectangle 3">
            <a:extLst>
              <a:ext uri="{FF2B5EF4-FFF2-40B4-BE49-F238E27FC236}">
                <a16:creationId xmlns:a16="http://schemas.microsoft.com/office/drawing/2014/main" id="{D7B275AC-B6E2-4A42-9030-A60CA99A0AA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66772376"/>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7" name="Rectangle 7">
            <a:extLst>
              <a:ext uri="{FF2B5EF4-FFF2-40B4-BE49-F238E27FC236}">
                <a16:creationId xmlns:a16="http://schemas.microsoft.com/office/drawing/2014/main" id="{6EB10071-0C94-1647-BB20-2FAA9A51F55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337E301-BC4B-5B4B-8623-85F0B60F08EC}" type="slidenum">
              <a:rPr lang="en-US" altLang="zh-CN" sz="1200" smtClean="0">
                <a:latin typeface="Arial" panose="020B0604020202020204" pitchFamily="34" charset="0"/>
              </a:rPr>
              <a:pPr/>
              <a:t>135</a:t>
            </a:fld>
            <a:endParaRPr lang="en-US" altLang="zh-CN" sz="1200">
              <a:latin typeface="Arial" panose="020B0604020202020204" pitchFamily="34" charset="0"/>
            </a:endParaRPr>
          </a:p>
        </p:txBody>
      </p:sp>
      <p:sp>
        <p:nvSpPr>
          <p:cNvPr id="290818" name="Rectangle 2">
            <a:extLst>
              <a:ext uri="{FF2B5EF4-FFF2-40B4-BE49-F238E27FC236}">
                <a16:creationId xmlns:a16="http://schemas.microsoft.com/office/drawing/2014/main" id="{2465EC99-B773-7E42-8BC2-F7B7D5676CD0}"/>
              </a:ext>
            </a:extLst>
          </p:cNvPr>
          <p:cNvSpPr>
            <a:spLocks noGrp="1" noRot="1" noChangeAspect="1" noChangeArrowheads="1" noTextEdit="1"/>
          </p:cNvSpPr>
          <p:nvPr>
            <p:ph type="sldImg"/>
          </p:nvPr>
        </p:nvSpPr>
        <p:spPr>
          <a:ln/>
        </p:spPr>
      </p:sp>
      <p:sp>
        <p:nvSpPr>
          <p:cNvPr id="290819" name="Rectangle 3">
            <a:extLst>
              <a:ext uri="{FF2B5EF4-FFF2-40B4-BE49-F238E27FC236}">
                <a16:creationId xmlns:a16="http://schemas.microsoft.com/office/drawing/2014/main" id="{80D7E17D-D858-004C-9B50-BEF65F37237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13886709"/>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5" name="Rectangle 7">
            <a:extLst>
              <a:ext uri="{FF2B5EF4-FFF2-40B4-BE49-F238E27FC236}">
                <a16:creationId xmlns:a16="http://schemas.microsoft.com/office/drawing/2014/main" id="{075DBB94-2082-0D47-84F2-BDB8D4365F4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9003D09-C441-3E4A-8B0F-DF9E21FF413A}" type="slidenum">
              <a:rPr lang="en-US" altLang="zh-CN" sz="1200" smtClean="0">
                <a:latin typeface="Arial" panose="020B0604020202020204" pitchFamily="34" charset="0"/>
              </a:rPr>
              <a:pPr/>
              <a:t>136</a:t>
            </a:fld>
            <a:endParaRPr lang="en-US" altLang="zh-CN" sz="1200">
              <a:latin typeface="Arial" panose="020B0604020202020204" pitchFamily="34" charset="0"/>
            </a:endParaRPr>
          </a:p>
        </p:txBody>
      </p:sp>
      <p:sp>
        <p:nvSpPr>
          <p:cNvPr id="292866" name="Rectangle 2">
            <a:extLst>
              <a:ext uri="{FF2B5EF4-FFF2-40B4-BE49-F238E27FC236}">
                <a16:creationId xmlns:a16="http://schemas.microsoft.com/office/drawing/2014/main" id="{CAE00072-8305-BF40-B855-293C8F682510}"/>
              </a:ext>
            </a:extLst>
          </p:cNvPr>
          <p:cNvSpPr>
            <a:spLocks noGrp="1" noRot="1" noChangeAspect="1" noChangeArrowheads="1" noTextEdit="1"/>
          </p:cNvSpPr>
          <p:nvPr>
            <p:ph type="sldImg"/>
          </p:nvPr>
        </p:nvSpPr>
        <p:spPr>
          <a:ln/>
        </p:spPr>
      </p:sp>
      <p:sp>
        <p:nvSpPr>
          <p:cNvPr id="292867" name="Rectangle 3">
            <a:extLst>
              <a:ext uri="{FF2B5EF4-FFF2-40B4-BE49-F238E27FC236}">
                <a16:creationId xmlns:a16="http://schemas.microsoft.com/office/drawing/2014/main" id="{2A84A567-C00C-284D-ACF0-05413847971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5675057"/>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3" name="Rectangle 7">
            <a:extLst>
              <a:ext uri="{FF2B5EF4-FFF2-40B4-BE49-F238E27FC236}">
                <a16:creationId xmlns:a16="http://schemas.microsoft.com/office/drawing/2014/main" id="{060BA35D-BFC1-794E-92C1-6B4B973E89A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BC3A110-9D80-A141-A2AE-55C861B007A1}" type="slidenum">
              <a:rPr lang="en-US" altLang="zh-CN" sz="1200" smtClean="0">
                <a:latin typeface="Arial" panose="020B0604020202020204" pitchFamily="34" charset="0"/>
              </a:rPr>
              <a:pPr/>
              <a:t>137</a:t>
            </a:fld>
            <a:endParaRPr lang="en-US" altLang="zh-CN" sz="1200">
              <a:latin typeface="Arial" panose="020B0604020202020204" pitchFamily="34" charset="0"/>
            </a:endParaRPr>
          </a:p>
        </p:txBody>
      </p:sp>
      <p:sp>
        <p:nvSpPr>
          <p:cNvPr id="294914" name="Rectangle 2">
            <a:extLst>
              <a:ext uri="{FF2B5EF4-FFF2-40B4-BE49-F238E27FC236}">
                <a16:creationId xmlns:a16="http://schemas.microsoft.com/office/drawing/2014/main" id="{CC4876B7-E3DE-9147-B2B0-1A3AE69E6E02}"/>
              </a:ext>
            </a:extLst>
          </p:cNvPr>
          <p:cNvSpPr>
            <a:spLocks noGrp="1" noRot="1" noChangeAspect="1" noChangeArrowheads="1" noTextEdit="1"/>
          </p:cNvSpPr>
          <p:nvPr>
            <p:ph type="sldImg"/>
          </p:nvPr>
        </p:nvSpPr>
        <p:spPr>
          <a:ln/>
        </p:spPr>
      </p:sp>
      <p:sp>
        <p:nvSpPr>
          <p:cNvPr id="294915" name="Rectangle 3">
            <a:extLst>
              <a:ext uri="{FF2B5EF4-FFF2-40B4-BE49-F238E27FC236}">
                <a16:creationId xmlns:a16="http://schemas.microsoft.com/office/drawing/2014/main" id="{4F5BC05D-A217-EE48-A452-95201D8FF33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40602993"/>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7" name="Rectangle 7">
            <a:extLst>
              <a:ext uri="{FF2B5EF4-FFF2-40B4-BE49-F238E27FC236}">
                <a16:creationId xmlns:a16="http://schemas.microsoft.com/office/drawing/2014/main" id="{A9128222-921D-B847-BEBB-024E6F46C05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CDE3396-47A3-EF4D-8C9E-0FD8C944308F}" type="slidenum">
              <a:rPr lang="en-US" altLang="zh-CN" sz="1200" smtClean="0">
                <a:latin typeface="Arial" panose="020B0604020202020204" pitchFamily="34" charset="0"/>
              </a:rPr>
              <a:pPr/>
              <a:t>138</a:t>
            </a:fld>
            <a:endParaRPr lang="en-US" altLang="zh-CN" sz="1200">
              <a:latin typeface="Arial" panose="020B0604020202020204" pitchFamily="34" charset="0"/>
            </a:endParaRPr>
          </a:p>
        </p:txBody>
      </p:sp>
      <p:sp>
        <p:nvSpPr>
          <p:cNvPr id="311298" name="Rectangle 2">
            <a:extLst>
              <a:ext uri="{FF2B5EF4-FFF2-40B4-BE49-F238E27FC236}">
                <a16:creationId xmlns:a16="http://schemas.microsoft.com/office/drawing/2014/main" id="{4B655531-856A-D247-B7CF-815A16F68C1C}"/>
              </a:ext>
            </a:extLst>
          </p:cNvPr>
          <p:cNvSpPr>
            <a:spLocks noGrp="1" noRot="1" noChangeAspect="1" noChangeArrowheads="1" noTextEdit="1"/>
          </p:cNvSpPr>
          <p:nvPr>
            <p:ph type="sldImg"/>
          </p:nvPr>
        </p:nvSpPr>
        <p:spPr>
          <a:ln/>
        </p:spPr>
      </p:sp>
      <p:sp>
        <p:nvSpPr>
          <p:cNvPr id="311299" name="Rectangle 3">
            <a:extLst>
              <a:ext uri="{FF2B5EF4-FFF2-40B4-BE49-F238E27FC236}">
                <a16:creationId xmlns:a16="http://schemas.microsoft.com/office/drawing/2014/main" id="{C17D01D0-5A10-064A-90D0-A13B0F63FE6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917613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D5C0BC42-EF27-463F-9615-4680CD467AA5}" type="slidenum">
              <a:rPr lang="zh-CN" altLang="en-US"/>
              <a:pPr>
                <a:defRPr/>
              </a:pPr>
              <a:t>‹#›</a:t>
            </a:fld>
            <a:endParaRPr lang="zh-CN" altLang="en-US" sz="1400"/>
          </a:p>
        </p:txBody>
      </p:sp>
    </p:spTree>
    <p:extLst>
      <p:ext uri="{BB962C8B-B14F-4D97-AF65-F5344CB8AC3E}">
        <p14:creationId xmlns:p14="http://schemas.microsoft.com/office/powerpoint/2010/main" val="295031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4" name="组合 10"/>
          <p:cNvGrpSpPr>
            <a:grpSpLocks/>
          </p:cNvGrpSpPr>
          <p:nvPr userDrawn="1"/>
        </p:nvGrpSpPr>
        <p:grpSpPr bwMode="auto">
          <a:xfrm>
            <a:off x="8077200" y="247650"/>
            <a:ext cx="642938" cy="571500"/>
            <a:chOff x="8086750" y="247634"/>
            <a:chExt cx="642942" cy="571504"/>
          </a:xfrm>
        </p:grpSpPr>
        <p:sp>
          <p:nvSpPr>
            <p:cNvPr id="5" name="矩形 4"/>
            <p:cNvSpPr/>
            <p:nvPr userDrawn="1"/>
          </p:nvSpPr>
          <p:spPr>
            <a:xfrm>
              <a:off x="8543953" y="247634"/>
              <a:ext cx="171451" cy="17145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6" name="矩形 5"/>
            <p:cNvSpPr/>
            <p:nvPr userDrawn="1"/>
          </p:nvSpPr>
          <p:spPr>
            <a:xfrm>
              <a:off x="8229626" y="247634"/>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7" name="矩形 6"/>
            <p:cNvSpPr/>
            <p:nvPr userDrawn="1"/>
          </p:nvSpPr>
          <p:spPr>
            <a:xfrm>
              <a:off x="8586816" y="533386"/>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8" name="矩形 7"/>
            <p:cNvSpPr/>
            <p:nvPr userDrawn="1"/>
          </p:nvSpPr>
          <p:spPr>
            <a:xfrm>
              <a:off x="8301064" y="461949"/>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9" name="矩形 8"/>
            <p:cNvSpPr/>
            <p:nvPr userDrawn="1"/>
          </p:nvSpPr>
          <p:spPr>
            <a:xfrm>
              <a:off x="8086750" y="676262"/>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grpSp>
      <p:grpSp>
        <p:nvGrpSpPr>
          <p:cNvPr id="10" name="组合 1"/>
          <p:cNvGrpSpPr>
            <a:grpSpLocks/>
          </p:cNvGrpSpPr>
          <p:nvPr userDrawn="1"/>
        </p:nvGrpSpPr>
        <p:grpSpPr bwMode="auto">
          <a:xfrm>
            <a:off x="160255" y="872395"/>
            <a:ext cx="8803047" cy="82961"/>
            <a:chOff x="0" y="0"/>
            <a:chExt cx="10080625" cy="103239"/>
          </a:xfrm>
        </p:grpSpPr>
        <p:sp>
          <p:nvSpPr>
            <p:cNvPr id="11" name="矩形 2"/>
            <p:cNvSpPr>
              <a:spLocks noChangeArrowheads="1"/>
            </p:cNvSpPr>
            <p:nvPr/>
          </p:nvSpPr>
          <p:spPr bwMode="auto">
            <a:xfrm>
              <a:off x="0" y="0"/>
              <a:ext cx="1983524" cy="103239"/>
            </a:xfrm>
            <a:prstGeom prst="rect">
              <a:avLst/>
            </a:prstGeom>
            <a:solidFill>
              <a:srgbClr val="3F762A"/>
            </a:solidFill>
            <a:ln>
              <a:noFill/>
            </a:ln>
            <a:extLst>
              <a:ext uri="{91240B29-F687-4F45-9708-019B960494DF}">
                <a14:hiddenLine xmlns:a14="http://schemas.microsoft.com/office/drawing/2010/main" w="12700">
                  <a:solidFill>
                    <a:srgbClr val="000000"/>
                  </a:solidFill>
                  <a:bevel/>
                  <a:headEnd/>
                  <a:tailEnd/>
                </a14:hiddenLine>
              </a:ext>
            </a:extLst>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2" name="直接连接符 3"/>
            <p:cNvSpPr>
              <a:spLocks noChangeShapeType="1"/>
            </p:cNvSpPr>
            <p:nvPr/>
          </p:nvSpPr>
          <p:spPr bwMode="auto">
            <a:xfrm flipV="1">
              <a:off x="1983524" y="77429"/>
              <a:ext cx="8097101" cy="0"/>
            </a:xfrm>
            <a:prstGeom prst="line">
              <a:avLst/>
            </a:prstGeom>
            <a:noFill/>
            <a:ln w="25400">
              <a:solidFill>
                <a:schemeClr val="accent1"/>
              </a:solidFill>
              <a:bevel/>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 name="内容占位符 2"/>
          <p:cNvSpPr>
            <a:spLocks noGrp="1"/>
          </p:cNvSpPr>
          <p:nvPr>
            <p:ph idx="1"/>
          </p:nvPr>
        </p:nvSpPr>
        <p:spPr>
          <a:xfrm>
            <a:off x="133563" y="1104900"/>
            <a:ext cx="8804953" cy="3708326"/>
          </a:xfrm>
        </p:spPr>
        <p:txBody>
          <a:bodyPr/>
          <a:lstStyle>
            <a:lvl1pPr marL="273050" indent="-273050">
              <a:lnSpc>
                <a:spcPct val="100000"/>
              </a:lnSpc>
              <a:buFont typeface="Wingdings" pitchFamily="2" charset="2"/>
              <a:buChar char="l"/>
              <a:tabLst/>
              <a:defRPr sz="2400" baseline="0">
                <a:latin typeface="Times New Roman" panose="02020603050405020304" pitchFamily="18" charset="0"/>
                <a:ea typeface="微软雅黑" panose="020B0503020204020204" pitchFamily="34" charset="-122"/>
              </a:defRPr>
            </a:lvl1pPr>
            <a:lvl2pPr marL="538163" indent="-254000">
              <a:lnSpc>
                <a:spcPct val="100000"/>
              </a:lnSpc>
              <a:buClr>
                <a:srgbClr val="C00000"/>
              </a:buClr>
              <a:buFont typeface="Wingdings" pitchFamily="2" charset="2"/>
              <a:buChar char="Ø"/>
              <a:tabLst/>
              <a:defRPr sz="2000" baseline="0">
                <a:solidFill>
                  <a:srgbClr val="C00000"/>
                </a:solidFill>
                <a:latin typeface="Times New Roman" panose="02020603050405020304" pitchFamily="18" charset="0"/>
                <a:ea typeface="微软雅黑" panose="020B0503020204020204" pitchFamily="34" charset="-122"/>
              </a:defRPr>
            </a:lvl2pPr>
            <a:lvl3pPr marL="893763" indent="-265113">
              <a:lnSpc>
                <a:spcPct val="100000"/>
              </a:lnSpc>
              <a:buClr>
                <a:srgbClr val="002060"/>
              </a:buClr>
              <a:buFont typeface="Wingdings" pitchFamily="2" charset="2"/>
              <a:buChar char="u"/>
              <a:tabLst/>
              <a:defRPr sz="1800" baseline="0">
                <a:solidFill>
                  <a:srgbClr val="002060"/>
                </a:solidFill>
                <a:latin typeface="Times New Roman" panose="02020603050405020304" pitchFamily="18" charset="0"/>
                <a:ea typeface="微软雅黑" panose="020B0503020204020204" pitchFamily="34" charset="-122"/>
              </a:defRPr>
            </a:lvl3pPr>
            <a:lvl4pPr marL="1208088" indent="-263525">
              <a:lnSpc>
                <a:spcPct val="100000"/>
              </a:lnSpc>
              <a:buFont typeface="Wingdings" pitchFamily="2" charset="2"/>
              <a:buChar char="ü"/>
              <a:tabLst/>
              <a:defRPr sz="1800" baseline="0">
                <a:solidFill>
                  <a:srgbClr val="00B050"/>
                </a:solidFill>
                <a:latin typeface="Times New Roman" panose="02020603050405020304" pitchFamily="18" charset="0"/>
                <a:ea typeface="微软雅黑" panose="020B0503020204020204" pitchFamily="34" charset="-122"/>
              </a:defRPr>
            </a:lvl4pPr>
            <a:lvl5pPr marL="1512888" indent="-233363">
              <a:lnSpc>
                <a:spcPct val="100000"/>
              </a:lnSpc>
              <a:tabLst/>
              <a:defRPr sz="1800" baseline="0">
                <a:latin typeface="Times New Roman" panose="02020603050405020304" pitchFamily="18"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3" name="灯片编号占位符 5"/>
          <p:cNvSpPr>
            <a:spLocks noGrp="1" noChangeArrowheads="1"/>
          </p:cNvSpPr>
          <p:nvPr>
            <p:ph type="sldNum" sz="quarter" idx="10"/>
          </p:nvPr>
        </p:nvSpPr>
        <p:spPr>
          <a:xfrm>
            <a:off x="8577262" y="4868863"/>
            <a:ext cx="528637" cy="274637"/>
          </a:xfrm>
        </p:spPr>
        <p:txBody>
          <a:bodyPr/>
          <a:lstStyle>
            <a:lvl1pPr algn="r" eaLnBrk="1" hangingPunct="1">
              <a:buFont typeface="Arial" panose="020B0604020202020204" pitchFamily="34" charset="0"/>
              <a:buNone/>
              <a:defRPr/>
            </a:lvl1pPr>
          </a:lstStyle>
          <a:p>
            <a:pPr>
              <a:defRPr/>
            </a:pPr>
            <a:fld id="{C50E9340-F481-4835-BB46-3567A1160972}" type="slidenum">
              <a:rPr lang="zh-CN" altLang="en-US"/>
              <a:pPr>
                <a:defRPr/>
              </a:pPr>
              <a:t>‹#›</a:t>
            </a:fld>
            <a:endParaRPr lang="zh-CN" altLang="en-US" sz="1400" dirty="0"/>
          </a:p>
        </p:txBody>
      </p:sp>
      <p:sp>
        <p:nvSpPr>
          <p:cNvPr id="15" name="标题 14"/>
          <p:cNvSpPr>
            <a:spLocks noGrp="1"/>
          </p:cNvSpPr>
          <p:nvPr>
            <p:ph type="title"/>
          </p:nvPr>
        </p:nvSpPr>
        <p:spPr>
          <a:xfrm>
            <a:off x="133563" y="254319"/>
            <a:ext cx="8804953" cy="647700"/>
          </a:xfrm>
        </p:spPr>
        <p:txBody>
          <a:bodyPr/>
          <a:lstStyle>
            <a:lvl1pPr>
              <a:defRPr sz="3200" b="0" baseline="0">
                <a:latin typeface="Times New Roman" panose="02020603050405020304" pitchFamily="18" charset="0"/>
                <a:ea typeface="微软雅黑"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3260980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grpSp>
        <p:nvGrpSpPr>
          <p:cNvPr id="5" name="组合 10"/>
          <p:cNvGrpSpPr>
            <a:grpSpLocks/>
          </p:cNvGrpSpPr>
          <p:nvPr userDrawn="1"/>
        </p:nvGrpSpPr>
        <p:grpSpPr bwMode="auto">
          <a:xfrm>
            <a:off x="8077200" y="247650"/>
            <a:ext cx="642938" cy="571500"/>
            <a:chOff x="8086750" y="247634"/>
            <a:chExt cx="642942" cy="571504"/>
          </a:xfrm>
        </p:grpSpPr>
        <p:sp>
          <p:nvSpPr>
            <p:cNvPr id="6" name="矩形 5"/>
            <p:cNvSpPr/>
            <p:nvPr userDrawn="1"/>
          </p:nvSpPr>
          <p:spPr>
            <a:xfrm>
              <a:off x="8543953" y="247634"/>
              <a:ext cx="171451" cy="17145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7" name="矩形 6"/>
            <p:cNvSpPr/>
            <p:nvPr userDrawn="1"/>
          </p:nvSpPr>
          <p:spPr>
            <a:xfrm>
              <a:off x="8229626" y="247634"/>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8" name="矩形 7"/>
            <p:cNvSpPr/>
            <p:nvPr userDrawn="1"/>
          </p:nvSpPr>
          <p:spPr>
            <a:xfrm>
              <a:off x="8586816" y="533386"/>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9" name="矩形 8"/>
            <p:cNvSpPr/>
            <p:nvPr userDrawn="1"/>
          </p:nvSpPr>
          <p:spPr>
            <a:xfrm>
              <a:off x="8301064" y="461949"/>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10" name="矩形 9"/>
            <p:cNvSpPr/>
            <p:nvPr userDrawn="1"/>
          </p:nvSpPr>
          <p:spPr>
            <a:xfrm>
              <a:off x="8086750" y="676262"/>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grpSp>
      <p:grpSp>
        <p:nvGrpSpPr>
          <p:cNvPr id="11" name="组合 1"/>
          <p:cNvGrpSpPr>
            <a:grpSpLocks/>
          </p:cNvGrpSpPr>
          <p:nvPr userDrawn="1"/>
        </p:nvGrpSpPr>
        <p:grpSpPr bwMode="auto">
          <a:xfrm>
            <a:off x="216819" y="864992"/>
            <a:ext cx="8464960" cy="65089"/>
            <a:chOff x="0" y="0"/>
            <a:chExt cx="10080625" cy="103239"/>
          </a:xfrm>
        </p:grpSpPr>
        <p:sp>
          <p:nvSpPr>
            <p:cNvPr id="12" name="矩形 2"/>
            <p:cNvSpPr>
              <a:spLocks noChangeArrowheads="1"/>
            </p:cNvSpPr>
            <p:nvPr/>
          </p:nvSpPr>
          <p:spPr bwMode="auto">
            <a:xfrm>
              <a:off x="0" y="0"/>
              <a:ext cx="1983524" cy="103239"/>
            </a:xfrm>
            <a:prstGeom prst="rect">
              <a:avLst/>
            </a:prstGeom>
            <a:solidFill>
              <a:srgbClr val="3F762A"/>
            </a:solidFill>
            <a:ln>
              <a:noFill/>
            </a:ln>
            <a:extLst>
              <a:ext uri="{91240B29-F687-4F45-9708-019B960494DF}">
                <a14:hiddenLine xmlns:a14="http://schemas.microsoft.com/office/drawing/2010/main" w="12700">
                  <a:solidFill>
                    <a:srgbClr val="000000"/>
                  </a:solidFill>
                  <a:bevel/>
                  <a:headEnd/>
                  <a:tailEnd/>
                </a14:hiddenLine>
              </a:ext>
            </a:extLst>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3" name="直接连接符 3"/>
            <p:cNvSpPr>
              <a:spLocks noChangeShapeType="1"/>
            </p:cNvSpPr>
            <p:nvPr/>
          </p:nvSpPr>
          <p:spPr bwMode="auto">
            <a:xfrm flipV="1">
              <a:off x="1983524" y="77429"/>
              <a:ext cx="8097101" cy="0"/>
            </a:xfrm>
            <a:prstGeom prst="line">
              <a:avLst/>
            </a:prstGeom>
            <a:noFill/>
            <a:ln w="25400">
              <a:solidFill>
                <a:schemeClr val="accent1"/>
              </a:solidFill>
              <a:bevel/>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 name="标题 1"/>
          <p:cNvSpPr>
            <a:spLocks noGrp="1"/>
          </p:cNvSpPr>
          <p:nvPr>
            <p:ph type="title"/>
          </p:nvPr>
        </p:nvSpPr>
        <p:spPr>
          <a:xfrm>
            <a:off x="113122" y="274638"/>
            <a:ext cx="8607016" cy="609601"/>
          </a:xfrm>
        </p:spPr>
        <p:txBody>
          <a:bodyPr/>
          <a:lstStyle>
            <a:lvl1pPr>
              <a:defRPr sz="2800" b="0"/>
            </a:lvl1pPr>
          </a:lstStyle>
          <a:p>
            <a:r>
              <a:rPr lang="zh-CN" altLang="en-US" dirty="0"/>
              <a:t>单击此处编辑母版标题样式</a:t>
            </a:r>
          </a:p>
        </p:txBody>
      </p:sp>
      <p:sp>
        <p:nvSpPr>
          <p:cNvPr id="3" name="内容占位符 2"/>
          <p:cNvSpPr>
            <a:spLocks noGrp="1"/>
          </p:cNvSpPr>
          <p:nvPr>
            <p:ph sz="half" idx="1"/>
          </p:nvPr>
        </p:nvSpPr>
        <p:spPr>
          <a:xfrm>
            <a:off x="113122" y="1028700"/>
            <a:ext cx="4401728" cy="3863340"/>
          </a:xfrm>
        </p:spPr>
        <p:txBody>
          <a:bodyPr/>
          <a:lstStyle>
            <a:lvl1pPr marL="342900" indent="-342900">
              <a:lnSpc>
                <a:spcPct val="100000"/>
              </a:lnSpc>
              <a:buFont typeface="Wingdings" pitchFamily="2" charset="2"/>
              <a:buChar char="l"/>
              <a:defRPr sz="2100"/>
            </a:lvl1pPr>
            <a:lvl2pPr marL="685800" indent="-342900">
              <a:lnSpc>
                <a:spcPct val="100000"/>
              </a:lnSpc>
              <a:buClr>
                <a:srgbClr val="C00000"/>
              </a:buClr>
              <a:buFont typeface="Wingdings" pitchFamily="2" charset="2"/>
              <a:buChar char="Ø"/>
              <a:defRPr sz="1800">
                <a:solidFill>
                  <a:srgbClr val="C00000"/>
                </a:solidFill>
              </a:defRPr>
            </a:lvl2pPr>
            <a:lvl3pPr marL="1028700" indent="-342900">
              <a:lnSpc>
                <a:spcPct val="100000"/>
              </a:lnSpc>
              <a:buClr>
                <a:srgbClr val="0070C0"/>
              </a:buClr>
              <a:buFont typeface="Wingdings" pitchFamily="2" charset="2"/>
              <a:buChar char="u"/>
              <a:defRPr sz="1500">
                <a:solidFill>
                  <a:srgbClr val="0070C0"/>
                </a:solidFill>
              </a:defRPr>
            </a:lvl3pPr>
            <a:lvl4pPr marL="1371600" indent="-342900">
              <a:lnSpc>
                <a:spcPct val="100000"/>
              </a:lnSpc>
              <a:buFont typeface="Wingdings" pitchFamily="2" charset="2"/>
              <a:buChar char="ü"/>
              <a:defRPr sz="1400">
                <a:solidFill>
                  <a:schemeClr val="accent1"/>
                </a:solidFill>
              </a:defRPr>
            </a:lvl4pPr>
            <a:lvl5pPr marL="1714500" indent="-342900">
              <a:lnSpc>
                <a:spcPct val="100000"/>
              </a:lnSpc>
              <a:buFont typeface="Wingdings" pitchFamily="2" charset="2"/>
              <a:buChar char="p"/>
              <a:defRPr sz="1400"/>
            </a:lvl5pPr>
            <a:lvl6pPr>
              <a:defRPr sz="1400"/>
            </a:lvl6pPr>
            <a:lvl7pPr>
              <a:defRPr sz="1400"/>
            </a:lvl7pPr>
            <a:lvl8pPr>
              <a:defRPr sz="1400"/>
            </a:lvl8pPr>
            <a:lvl9pPr>
              <a:defRPr sz="14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29149" y="1028700"/>
            <a:ext cx="4269753" cy="3863340"/>
          </a:xfrm>
        </p:spPr>
        <p:txBody>
          <a:bodyPr/>
          <a:lstStyle>
            <a:lvl1pPr marL="342900" indent="-342900" algn="l" rtl="0" eaLnBrk="0" fontAlgn="base" hangingPunct="0">
              <a:lnSpc>
                <a:spcPct val="100000"/>
              </a:lnSpc>
              <a:spcAft>
                <a:spcPct val="0"/>
              </a:spcAft>
              <a:buFont typeface="Wingdings" pitchFamily="2" charset="2"/>
              <a:defRPr lang="zh-CN" altLang="en-US" sz="2100" dirty="0">
                <a:solidFill>
                  <a:schemeClr val="tx1"/>
                </a:solidFill>
                <a:latin typeface="+mn-ea"/>
                <a:ea typeface="+mn-ea"/>
                <a:cs typeface="+mn-cs"/>
                <a:sym typeface="Calibri" panose="020F0502020204030204" pitchFamily="34" charset="0"/>
              </a:defRPr>
            </a:lvl1pPr>
            <a:lvl2pPr marL="685800" indent="-342900" algn="l" rtl="0" eaLnBrk="0" fontAlgn="base" hangingPunct="0">
              <a:lnSpc>
                <a:spcPct val="100000"/>
              </a:lnSpc>
              <a:spcAft>
                <a:spcPct val="0"/>
              </a:spcAft>
              <a:buFont typeface="Wingdings" pitchFamily="2" charset="2"/>
              <a:defRPr lang="zh-CN" altLang="en-US" sz="1800" dirty="0">
                <a:solidFill>
                  <a:srgbClr val="C00000"/>
                </a:solidFill>
                <a:latin typeface="+mn-ea"/>
                <a:ea typeface="+mn-ea"/>
                <a:sym typeface="Calibri" panose="020F0502020204030204" pitchFamily="34" charset="0"/>
              </a:defRPr>
            </a:lvl2pPr>
            <a:lvl3pPr marL="1028700" indent="-342900" algn="l" rtl="0" eaLnBrk="0" fontAlgn="base" hangingPunct="0">
              <a:lnSpc>
                <a:spcPct val="100000"/>
              </a:lnSpc>
              <a:spcAft>
                <a:spcPct val="0"/>
              </a:spcAft>
              <a:buFont typeface="Wingdings" pitchFamily="2" charset="2"/>
              <a:defRPr lang="zh-CN" altLang="en-US" sz="1500" dirty="0">
                <a:solidFill>
                  <a:srgbClr val="0070C0"/>
                </a:solidFill>
                <a:latin typeface="+mn-ea"/>
                <a:ea typeface="+mn-ea"/>
                <a:sym typeface="Calibri" panose="020F0502020204030204" pitchFamily="34" charset="0"/>
              </a:defRPr>
            </a:lvl3pPr>
            <a:lvl4pPr marL="1371600" indent="-342900" algn="l" rtl="0" eaLnBrk="0" fontAlgn="base" hangingPunct="0">
              <a:lnSpc>
                <a:spcPct val="100000"/>
              </a:lnSpc>
              <a:spcAft>
                <a:spcPct val="0"/>
              </a:spcAft>
              <a:buFont typeface="Wingdings" pitchFamily="2" charset="2"/>
              <a:defRPr lang="zh-CN" altLang="en-US" sz="1400" dirty="0">
                <a:solidFill>
                  <a:schemeClr val="accent1"/>
                </a:solidFill>
                <a:latin typeface="+mn-ea"/>
                <a:ea typeface="+mn-ea"/>
                <a:sym typeface="Calibri" panose="020F0502020204030204" pitchFamily="34" charset="0"/>
              </a:defRPr>
            </a:lvl4pPr>
            <a:lvl5pPr marL="1714500" indent="-342900" algn="l" rtl="0" eaLnBrk="0" fontAlgn="base" hangingPunct="0">
              <a:lnSpc>
                <a:spcPct val="100000"/>
              </a:lnSpc>
              <a:spcAft>
                <a:spcPct val="0"/>
              </a:spcAft>
              <a:buFont typeface="Wingdings" pitchFamily="2" charset="2"/>
              <a:defRPr lang="zh-CN" altLang="en-US" sz="1400" dirty="0">
                <a:solidFill>
                  <a:schemeClr val="tx1"/>
                </a:solidFill>
                <a:latin typeface="+mn-ea"/>
                <a:ea typeface="+mn-ea"/>
                <a:sym typeface="Calibri" panose="020F0502020204030204" pitchFamily="34" charset="0"/>
              </a:defRPr>
            </a:lvl5pPr>
            <a:lvl6pPr>
              <a:defRPr sz="1400"/>
            </a:lvl6pPr>
            <a:lvl7pPr>
              <a:defRPr sz="1400"/>
            </a:lvl7pPr>
            <a:lvl8pPr>
              <a:defRPr sz="1400"/>
            </a:lvl8pPr>
            <a:lvl9pPr>
              <a:defRPr sz="1400"/>
            </a:lvl9pPr>
          </a:lstStyle>
          <a:p>
            <a:pPr marL="342900" lvl="0" indent="-342900" algn="l" rtl="0" eaLnBrk="0" fontAlgn="base" hangingPunct="0">
              <a:lnSpc>
                <a:spcPct val="100000"/>
              </a:lnSpc>
              <a:spcBef>
                <a:spcPts val="750"/>
              </a:spcBef>
              <a:spcAft>
                <a:spcPct val="0"/>
              </a:spcAft>
              <a:buClr>
                <a:srgbClr val="3F762B"/>
              </a:buClr>
              <a:buFont typeface="Wingdings" pitchFamily="2" charset="2"/>
              <a:buChar char="l"/>
            </a:pPr>
            <a:r>
              <a:rPr lang="zh-CN" altLang="en-US" dirty="0"/>
              <a:t>单击此处编辑母版文本样式</a:t>
            </a:r>
          </a:p>
          <a:p>
            <a:pPr marL="685800" lvl="1" indent="-342900" algn="l" rtl="0" eaLnBrk="0" fontAlgn="base" hangingPunct="0">
              <a:lnSpc>
                <a:spcPct val="100000"/>
              </a:lnSpc>
              <a:spcBef>
                <a:spcPts val="375"/>
              </a:spcBef>
              <a:spcAft>
                <a:spcPct val="0"/>
              </a:spcAft>
              <a:buClr>
                <a:srgbClr val="C00000"/>
              </a:buClr>
              <a:buFont typeface="Wingdings" pitchFamily="2" charset="2"/>
              <a:buChar char="Ø"/>
            </a:pPr>
            <a:r>
              <a:rPr lang="zh-CN" altLang="en-US" dirty="0"/>
              <a:t>第二级</a:t>
            </a:r>
          </a:p>
          <a:p>
            <a:pPr marL="1028700" lvl="2" indent="-342900" algn="l" rtl="0" eaLnBrk="0" fontAlgn="base" hangingPunct="0">
              <a:lnSpc>
                <a:spcPct val="100000"/>
              </a:lnSpc>
              <a:spcBef>
                <a:spcPts val="375"/>
              </a:spcBef>
              <a:spcAft>
                <a:spcPct val="0"/>
              </a:spcAft>
              <a:buClr>
                <a:srgbClr val="0070C0"/>
              </a:buClr>
              <a:buFont typeface="Wingdings" pitchFamily="2" charset="2"/>
              <a:buChar char="u"/>
            </a:pPr>
            <a:r>
              <a:rPr lang="zh-CN" altLang="en-US" dirty="0"/>
              <a:t>第三级</a:t>
            </a:r>
          </a:p>
          <a:p>
            <a:pPr marL="1371600" lvl="3" indent="-342900" algn="l" rtl="0" eaLnBrk="0" fontAlgn="base" hangingPunct="0">
              <a:lnSpc>
                <a:spcPct val="100000"/>
              </a:lnSpc>
              <a:spcBef>
                <a:spcPts val="375"/>
              </a:spcBef>
              <a:spcAft>
                <a:spcPct val="0"/>
              </a:spcAft>
              <a:buClr>
                <a:srgbClr val="3F762B"/>
              </a:buClr>
              <a:buFont typeface="Wingdings" pitchFamily="2" charset="2"/>
              <a:buChar char="ü"/>
            </a:pPr>
            <a:r>
              <a:rPr lang="zh-CN" altLang="en-US" dirty="0"/>
              <a:t>第四级</a:t>
            </a:r>
          </a:p>
          <a:p>
            <a:pPr marL="1714500" lvl="4" indent="-342900" algn="l" rtl="0" eaLnBrk="0" fontAlgn="base" hangingPunct="0">
              <a:lnSpc>
                <a:spcPct val="100000"/>
              </a:lnSpc>
              <a:spcBef>
                <a:spcPts val="375"/>
              </a:spcBef>
              <a:spcAft>
                <a:spcPct val="0"/>
              </a:spcAft>
              <a:buClr>
                <a:srgbClr val="3F762B"/>
              </a:buClr>
              <a:buFont typeface="Wingdings" pitchFamily="2" charset="2"/>
              <a:buChar char="p"/>
            </a:pPr>
            <a:r>
              <a:rPr lang="zh-CN" altLang="en-US" dirty="0"/>
              <a:t>第五级</a:t>
            </a:r>
          </a:p>
        </p:txBody>
      </p:sp>
      <p:sp>
        <p:nvSpPr>
          <p:cNvPr id="14" name="灯片编号占位符 5"/>
          <p:cNvSpPr>
            <a:spLocks noGrp="1" noChangeArrowheads="1"/>
          </p:cNvSpPr>
          <p:nvPr>
            <p:ph type="sldNum" sz="quarter" idx="10"/>
          </p:nvPr>
        </p:nvSpPr>
        <p:spPr>
          <a:xfrm>
            <a:off x="8681778" y="4868863"/>
            <a:ext cx="424121" cy="274637"/>
          </a:xfrm>
        </p:spPr>
        <p:txBody>
          <a:bodyPr/>
          <a:lstStyle>
            <a:lvl1pPr algn="r" eaLnBrk="1" hangingPunct="1">
              <a:buFont typeface="Arial" panose="020B0604020202020204" pitchFamily="34" charset="0"/>
              <a:buNone/>
              <a:defRPr/>
            </a:lvl1pPr>
          </a:lstStyle>
          <a:p>
            <a:pPr>
              <a:defRPr/>
            </a:pPr>
            <a:fld id="{AA8417A7-6640-4A8D-B5CB-4C6531206FA7}" type="slidenum">
              <a:rPr lang="zh-CN" altLang="en-US"/>
              <a:pPr>
                <a:defRPr/>
              </a:pPr>
              <a:t>‹#›</a:t>
            </a:fld>
            <a:endParaRPr lang="zh-CN" altLang="en-US" sz="1400" dirty="0"/>
          </a:p>
        </p:txBody>
      </p:sp>
    </p:spTree>
    <p:extLst>
      <p:ext uri="{BB962C8B-B14F-4D97-AF65-F5344CB8AC3E}">
        <p14:creationId xmlns:p14="http://schemas.microsoft.com/office/powerpoint/2010/main" val="25753816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710" y="3305176"/>
            <a:ext cx="7772400" cy="1021556"/>
          </a:xfrm>
        </p:spPr>
        <p:txBody>
          <a:bodyPr anchor="t"/>
          <a:lstStyle>
            <a:lvl1pPr algn="l">
              <a:defRPr sz="3000" b="1" cap="all"/>
            </a:lvl1pPr>
          </a:lstStyle>
          <a:p>
            <a:r>
              <a:rPr lang="zh-CN" altLang="en-US"/>
              <a:t>单击此处编辑母版标题样式</a:t>
            </a:r>
          </a:p>
        </p:txBody>
      </p:sp>
      <p:sp>
        <p:nvSpPr>
          <p:cNvPr id="3" name="文本占位符 2"/>
          <p:cNvSpPr>
            <a:spLocks noGrp="1"/>
          </p:cNvSpPr>
          <p:nvPr>
            <p:ph type="body" idx="1"/>
          </p:nvPr>
        </p:nvSpPr>
        <p:spPr>
          <a:xfrm>
            <a:off x="722710" y="2180035"/>
            <a:ext cx="7772400" cy="1125140"/>
          </a:xfrm>
        </p:spPr>
        <p:txBody>
          <a:bodyPr anchor="b"/>
          <a:lstStyle>
            <a:lvl1pPr marL="0" indent="0">
              <a:buNone/>
              <a:defRPr sz="1500"/>
            </a:lvl1pPr>
            <a:lvl2pPr marL="342900" indent="0">
              <a:buNone/>
              <a:defRPr sz="1400"/>
            </a:lvl2pPr>
            <a:lvl3pPr marL="685800" indent="0">
              <a:buNone/>
              <a:defRPr sz="1200"/>
            </a:lvl3pPr>
            <a:lvl4pPr marL="1028700" indent="0">
              <a:buNone/>
              <a:defRPr sz="1100"/>
            </a:lvl4pPr>
            <a:lvl5pPr marL="1371600" indent="0">
              <a:buNone/>
              <a:defRPr sz="1100"/>
            </a:lvl5pPr>
            <a:lvl6pPr marL="1714500" indent="0">
              <a:buNone/>
              <a:defRPr sz="1100"/>
            </a:lvl6pPr>
            <a:lvl7pPr marL="2057400" indent="0">
              <a:buNone/>
              <a:defRPr sz="1100"/>
            </a:lvl7pPr>
            <a:lvl8pPr marL="2400300" indent="0">
              <a:buNone/>
              <a:defRPr sz="1100"/>
            </a:lvl8pPr>
            <a:lvl9pPr marL="2743200" indent="0">
              <a:buNone/>
              <a:defRPr sz="1100"/>
            </a:lvl9pPr>
          </a:lstStyle>
          <a:p>
            <a:pPr lvl="0"/>
            <a:r>
              <a:rPr lang="zh-CN" altLang="en-US"/>
              <a:t>单击此处编辑母版文本样式</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25A64131-0B9F-4DFD-BA54-781528EAC636}" type="slidenum">
              <a:rPr lang="zh-CN" altLang="en-US"/>
              <a:pPr>
                <a:defRPr/>
              </a:pPr>
              <a:t>‹#›</a:t>
            </a:fld>
            <a:endParaRPr lang="zh-CN" altLang="en-US" sz="1400" dirty="0"/>
          </a:p>
        </p:txBody>
      </p:sp>
    </p:spTree>
    <p:extLst>
      <p:ext uri="{BB962C8B-B14F-4D97-AF65-F5344CB8AC3E}">
        <p14:creationId xmlns:p14="http://schemas.microsoft.com/office/powerpoint/2010/main" val="2157243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39791" cy="47982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39791" cy="2963466"/>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4628" y="1151335"/>
            <a:ext cx="4042172" cy="47982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44628" y="1631156"/>
            <a:ext cx="4042172" cy="2963466"/>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8"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9"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90AA2B5F-D50E-471C-818F-E555865E9438}" type="slidenum">
              <a:rPr lang="zh-CN" altLang="en-US"/>
              <a:pPr>
                <a:defRPr/>
              </a:pPr>
              <a:t>‹#›</a:t>
            </a:fld>
            <a:endParaRPr lang="zh-CN" altLang="en-US" sz="1400"/>
          </a:p>
        </p:txBody>
      </p:sp>
    </p:spTree>
    <p:extLst>
      <p:ext uri="{BB962C8B-B14F-4D97-AF65-F5344CB8AC3E}">
        <p14:creationId xmlns:p14="http://schemas.microsoft.com/office/powerpoint/2010/main" val="10473053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4"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5"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414EEDC2-B28F-4732-A1A2-D191721D09FE}" type="slidenum">
              <a:rPr lang="zh-CN" altLang="en-US"/>
              <a:pPr>
                <a:defRPr/>
              </a:pPr>
              <a:t>‹#›</a:t>
            </a:fld>
            <a:endParaRPr lang="zh-CN" altLang="en-US" sz="1400"/>
          </a:p>
        </p:txBody>
      </p:sp>
    </p:spTree>
    <p:extLst>
      <p:ext uri="{BB962C8B-B14F-4D97-AF65-F5344CB8AC3E}">
        <p14:creationId xmlns:p14="http://schemas.microsoft.com/office/powerpoint/2010/main" val="33334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3"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4"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A5789380-00E9-4AE5-AB7C-F2ED5ABAC363}" type="slidenum">
              <a:rPr lang="zh-CN" altLang="en-US"/>
              <a:pPr>
                <a:defRPr/>
              </a:pPr>
              <a:t>‹#›</a:t>
            </a:fld>
            <a:endParaRPr lang="zh-CN" altLang="en-US" sz="1400"/>
          </a:p>
        </p:txBody>
      </p:sp>
    </p:spTree>
    <p:extLst>
      <p:ext uri="{BB962C8B-B14F-4D97-AF65-F5344CB8AC3E}">
        <p14:creationId xmlns:p14="http://schemas.microsoft.com/office/powerpoint/2010/main" val="2502411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7"/>
            <a:ext cx="3008710" cy="871538"/>
          </a:xfrm>
        </p:spPr>
        <p:txBody>
          <a:bodyPr anchor="b"/>
          <a:lstStyle>
            <a:lvl1pPr algn="l">
              <a:defRPr sz="1500" b="1"/>
            </a:lvl1pPr>
          </a:lstStyle>
          <a:p>
            <a:r>
              <a:rPr lang="zh-CN" altLang="en-US"/>
              <a:t>单击此处编辑母版标题样式</a:t>
            </a:r>
          </a:p>
        </p:txBody>
      </p:sp>
      <p:sp>
        <p:nvSpPr>
          <p:cNvPr id="3" name="内容占位符 2"/>
          <p:cNvSpPr>
            <a:spLocks noGrp="1"/>
          </p:cNvSpPr>
          <p:nvPr>
            <p:ph idx="1"/>
          </p:nvPr>
        </p:nvSpPr>
        <p:spPr>
          <a:xfrm>
            <a:off x="3575448" y="204788"/>
            <a:ext cx="5111353"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076326"/>
            <a:ext cx="3008710" cy="3518297"/>
          </a:xfrm>
        </p:spPr>
        <p:txBody>
          <a:bodyPr/>
          <a:lstStyle>
            <a:lvl1pPr marL="0" indent="0">
              <a:buNone/>
              <a:defRPr sz="1100"/>
            </a:lvl1pPr>
            <a:lvl2pPr marL="342900" indent="0">
              <a:buNone/>
              <a:defRPr sz="900"/>
            </a:lvl2pPr>
            <a:lvl3pPr marL="685800" indent="0">
              <a:buNone/>
              <a:defRPr sz="800"/>
            </a:lvl3pPr>
            <a:lvl4pPr marL="1028700" indent="0">
              <a:buNone/>
              <a:defRPr sz="700"/>
            </a:lvl4pPr>
            <a:lvl5pPr marL="1371600" indent="0">
              <a:buNone/>
              <a:defRPr sz="700"/>
            </a:lvl5pPr>
            <a:lvl6pPr marL="1714500" indent="0">
              <a:buNone/>
              <a:defRPr sz="700"/>
            </a:lvl6pPr>
            <a:lvl7pPr marL="2057400" indent="0">
              <a:buNone/>
              <a:defRPr sz="700"/>
            </a:lvl7pPr>
            <a:lvl8pPr marL="2400300" indent="0">
              <a:buNone/>
              <a:defRPr sz="700"/>
            </a:lvl8pPr>
            <a:lvl9pPr marL="2743200" indent="0">
              <a:buNone/>
              <a:defRPr sz="700"/>
            </a:lvl9pPr>
          </a:lstStyle>
          <a:p>
            <a:pPr lvl="0"/>
            <a:r>
              <a:rPr lang="zh-CN" altLang="en-US"/>
              <a:t>单击此处编辑母版文本样式</a:t>
            </a:r>
          </a:p>
        </p:txBody>
      </p:sp>
      <p:sp>
        <p:nvSpPr>
          <p:cNvPr id="5"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6"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7"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CBD04581-45B2-4FB5-88F5-FC7C0857ADB2}" type="slidenum">
              <a:rPr lang="zh-CN" altLang="en-US"/>
              <a:pPr>
                <a:defRPr/>
              </a:pPr>
              <a:t>‹#›</a:t>
            </a:fld>
            <a:endParaRPr lang="zh-CN" altLang="en-US" sz="1400"/>
          </a:p>
        </p:txBody>
      </p:sp>
    </p:spTree>
    <p:extLst>
      <p:ext uri="{BB962C8B-B14F-4D97-AF65-F5344CB8AC3E}">
        <p14:creationId xmlns:p14="http://schemas.microsoft.com/office/powerpoint/2010/main" val="17739488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1891" y="3600450"/>
            <a:ext cx="5486400" cy="425054"/>
          </a:xfrm>
        </p:spPr>
        <p:txBody>
          <a:bodyPr anchor="b"/>
          <a:lstStyle>
            <a:lvl1pPr algn="l">
              <a:defRPr sz="1500" b="1"/>
            </a:lvl1pPr>
          </a:lstStyle>
          <a:p>
            <a:r>
              <a:rPr lang="zh-CN" altLang="en-US"/>
              <a:t>单击此处编辑母版标题样式</a:t>
            </a:r>
          </a:p>
        </p:txBody>
      </p:sp>
      <p:sp>
        <p:nvSpPr>
          <p:cNvPr id="3" name="图片占位符 2"/>
          <p:cNvSpPr>
            <a:spLocks noGrp="1"/>
          </p:cNvSpPr>
          <p:nvPr>
            <p:ph type="pic" idx="1"/>
          </p:nvPr>
        </p:nvSpPr>
        <p:spPr>
          <a:xfrm>
            <a:off x="1791891"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sym typeface="Calibri" pitchFamily="34" charset="0"/>
            </a:endParaRPr>
          </a:p>
        </p:txBody>
      </p:sp>
      <p:sp>
        <p:nvSpPr>
          <p:cNvPr id="4" name="文本占位符 3"/>
          <p:cNvSpPr>
            <a:spLocks noGrp="1"/>
          </p:cNvSpPr>
          <p:nvPr>
            <p:ph type="body" sz="half" idx="2"/>
          </p:nvPr>
        </p:nvSpPr>
        <p:spPr>
          <a:xfrm>
            <a:off x="1791891" y="4025503"/>
            <a:ext cx="5486400" cy="603647"/>
          </a:xfrm>
        </p:spPr>
        <p:txBody>
          <a:bodyPr/>
          <a:lstStyle>
            <a:lvl1pPr marL="0" indent="0">
              <a:buNone/>
              <a:defRPr sz="1100"/>
            </a:lvl1pPr>
            <a:lvl2pPr marL="342900" indent="0">
              <a:buNone/>
              <a:defRPr sz="900"/>
            </a:lvl2pPr>
            <a:lvl3pPr marL="685800" indent="0">
              <a:buNone/>
              <a:defRPr sz="800"/>
            </a:lvl3pPr>
            <a:lvl4pPr marL="1028700" indent="0">
              <a:buNone/>
              <a:defRPr sz="700"/>
            </a:lvl4pPr>
            <a:lvl5pPr marL="1371600" indent="0">
              <a:buNone/>
              <a:defRPr sz="700"/>
            </a:lvl5pPr>
            <a:lvl6pPr marL="1714500" indent="0">
              <a:buNone/>
              <a:defRPr sz="700"/>
            </a:lvl6pPr>
            <a:lvl7pPr marL="2057400" indent="0">
              <a:buNone/>
              <a:defRPr sz="700"/>
            </a:lvl7pPr>
            <a:lvl8pPr marL="2400300" indent="0">
              <a:buNone/>
              <a:defRPr sz="700"/>
            </a:lvl8pPr>
            <a:lvl9pPr marL="2743200" indent="0">
              <a:buNone/>
              <a:defRPr sz="700"/>
            </a:lvl9pPr>
          </a:lstStyle>
          <a:p>
            <a:pPr lvl="0"/>
            <a:r>
              <a:rPr lang="zh-CN" altLang="en-US"/>
              <a:t>单击此处编辑母版文本样式</a:t>
            </a:r>
          </a:p>
        </p:txBody>
      </p:sp>
      <p:sp>
        <p:nvSpPr>
          <p:cNvPr id="5"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6"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7"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87E5BF29-83EB-4F5A-B881-8F89B5025731}" type="slidenum">
              <a:rPr lang="zh-CN" altLang="en-US"/>
              <a:pPr>
                <a:defRPr/>
              </a:pPr>
              <a:t>‹#›</a:t>
            </a:fld>
            <a:endParaRPr lang="zh-CN" altLang="en-US" sz="1400"/>
          </a:p>
        </p:txBody>
      </p:sp>
    </p:spTree>
    <p:extLst>
      <p:ext uri="{BB962C8B-B14F-4D97-AF65-F5344CB8AC3E}">
        <p14:creationId xmlns:p14="http://schemas.microsoft.com/office/powerpoint/2010/main" val="4240094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7DC13C36-27F2-455C-9692-68C09D675194}" type="slidenum">
              <a:rPr lang="zh-CN" altLang="en-US"/>
              <a:pPr>
                <a:defRPr/>
              </a:pPr>
              <a:t>‹#›</a:t>
            </a:fld>
            <a:endParaRPr lang="zh-CN" altLang="en-US" sz="1400"/>
          </a:p>
        </p:txBody>
      </p:sp>
    </p:spTree>
    <p:extLst>
      <p:ext uri="{BB962C8B-B14F-4D97-AF65-F5344CB8AC3E}">
        <p14:creationId xmlns:p14="http://schemas.microsoft.com/office/powerpoint/2010/main" val="53502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844"/>
            <a:ext cx="1971675" cy="4358879"/>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273844"/>
            <a:ext cx="5800725" cy="435887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90B9ABE1-3756-4DC5-A8E7-A897F4F6505B}" type="slidenum">
              <a:rPr lang="zh-CN" altLang="en-US"/>
              <a:pPr>
                <a:defRPr/>
              </a:pPr>
              <a:t>‹#›</a:t>
            </a:fld>
            <a:endParaRPr lang="zh-CN" altLang="en-US" sz="1400"/>
          </a:p>
        </p:txBody>
      </p:sp>
    </p:spTree>
    <p:extLst>
      <p:ext uri="{BB962C8B-B14F-4D97-AF65-F5344CB8AC3E}">
        <p14:creationId xmlns:p14="http://schemas.microsoft.com/office/powerpoint/2010/main" val="31532556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28650" y="273844"/>
            <a:ext cx="7886700" cy="994172"/>
          </a:xfrm>
        </p:spPr>
        <p:txBody>
          <a:bodyPr/>
          <a:lstStyle/>
          <a:p>
            <a:r>
              <a:rPr lang="zh-CN" altLang="en-US"/>
              <a:t>单击此处编辑母版标题样式</a:t>
            </a:r>
          </a:p>
        </p:txBody>
      </p:sp>
      <p:sp>
        <p:nvSpPr>
          <p:cNvPr id="3"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4"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5"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1BED966B-A667-4019-92AC-739406FFC366}" type="slidenum">
              <a:rPr lang="zh-CN" altLang="en-US"/>
              <a:pPr>
                <a:defRPr/>
              </a:pPr>
              <a:t>‹#›</a:t>
            </a:fld>
            <a:endParaRPr lang="zh-CN" altLang="en-US" sz="1400"/>
          </a:p>
        </p:txBody>
      </p:sp>
    </p:spTree>
    <p:extLst>
      <p:ext uri="{BB962C8B-B14F-4D97-AF65-F5344CB8AC3E}">
        <p14:creationId xmlns:p14="http://schemas.microsoft.com/office/powerpoint/2010/main" val="31922799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endParaRPr lang="en-US" dirty="0"/>
          </a:p>
        </p:txBody>
      </p:sp>
      <p:sp>
        <p:nvSpPr>
          <p:cNvPr id="4" name="Slide Number Placeholder 3"/>
          <p:cNvSpPr>
            <a:spLocks noGrp="1"/>
          </p:cNvSpPr>
          <p:nvPr>
            <p:ph type="sldNum" sz="quarter" idx="11"/>
          </p:nvPr>
        </p:nvSpPr>
        <p:spPr/>
        <p:txBody>
          <a:bodyPr/>
          <a:lstStyle/>
          <a:p>
            <a:fld id="{E7CA9478-788D-42C7-BC35-88005760C6DD}" type="slidenum">
              <a:rPr lang="en-US" smtClean="0"/>
              <a:t>‹#›</a:t>
            </a:fld>
            <a:endParaRPr lang="en-US"/>
          </a:p>
        </p:txBody>
      </p:sp>
      <p:sp>
        <p:nvSpPr>
          <p:cNvPr id="5" name="Title 4"/>
          <p:cNvSpPr>
            <a:spLocks noGrp="1"/>
          </p:cNvSpPr>
          <p:nvPr>
            <p:ph type="title"/>
          </p:nvPr>
        </p:nvSpPr>
        <p:spPr/>
        <p:txBody>
          <a:bodyPr/>
          <a:lstStyle/>
          <a:p>
            <a:r>
              <a:rPr lang="en-US" dirty="0"/>
              <a:t>Click to edit Master title style</a:t>
            </a:r>
          </a:p>
        </p:txBody>
      </p:sp>
      <p:sp>
        <p:nvSpPr>
          <p:cNvPr id="7" name="Text Placeholder 6"/>
          <p:cNvSpPr>
            <a:spLocks noGrp="1"/>
          </p:cNvSpPr>
          <p:nvPr>
            <p:ph type="body" sz="quarter" idx="12"/>
          </p:nvPr>
        </p:nvSpPr>
        <p:spPr>
          <a:xfrm>
            <a:off x="228600" y="1047750"/>
            <a:ext cx="5715000" cy="3581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p:cNvSpPr>
            <a:spLocks/>
          </p:cNvSpPr>
          <p:nvPr userDrawn="1"/>
        </p:nvSpPr>
        <p:spPr>
          <a:xfrm>
            <a:off x="5943600" y="1755340"/>
            <a:ext cx="2743200" cy="20574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045533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endParaRPr lang="en-US" dirty="0"/>
          </a:p>
        </p:txBody>
      </p:sp>
      <p:sp>
        <p:nvSpPr>
          <p:cNvPr id="4" name="Slide Number Placeholder 3"/>
          <p:cNvSpPr>
            <a:spLocks noGrp="1"/>
          </p:cNvSpPr>
          <p:nvPr>
            <p:ph type="sldNum" sz="quarter" idx="11"/>
          </p:nvPr>
        </p:nvSpPr>
        <p:spPr/>
        <p:txBody>
          <a:bodyPr/>
          <a:lstStyle/>
          <a:p>
            <a:fld id="{E7CA9478-788D-42C7-BC35-88005760C6DD}" type="slidenum">
              <a:rPr lang="en-US" smtClean="0"/>
              <a:t>‹#›</a:t>
            </a:fld>
            <a:endParaRPr lang="en-US"/>
          </a:p>
        </p:txBody>
      </p:sp>
      <p:sp>
        <p:nvSpPr>
          <p:cNvPr id="5" name="Title 4"/>
          <p:cNvSpPr>
            <a:spLocks noGrp="1"/>
          </p:cNvSpPr>
          <p:nvPr>
            <p:ph type="title"/>
          </p:nvPr>
        </p:nvSpPr>
        <p:spPr/>
        <p:txBody>
          <a:bodyPr/>
          <a:lstStyle/>
          <a:p>
            <a:r>
              <a:rPr lang="en-US" dirty="0"/>
              <a:t>Click to edit Master title style</a:t>
            </a:r>
          </a:p>
        </p:txBody>
      </p:sp>
      <p:sp>
        <p:nvSpPr>
          <p:cNvPr id="7" name="Text Placeholder 6"/>
          <p:cNvSpPr>
            <a:spLocks noGrp="1"/>
          </p:cNvSpPr>
          <p:nvPr>
            <p:ph type="body" sz="quarter" idx="12"/>
          </p:nvPr>
        </p:nvSpPr>
        <p:spPr>
          <a:xfrm>
            <a:off x="228600" y="1276350"/>
            <a:ext cx="5715000" cy="3352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p:cNvSpPr>
            <a:spLocks/>
          </p:cNvSpPr>
          <p:nvPr userDrawn="1"/>
        </p:nvSpPr>
        <p:spPr>
          <a:xfrm>
            <a:off x="5943600" y="1755340"/>
            <a:ext cx="2743200" cy="20574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753230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7CA9478-788D-42C7-BC35-88005760C6DD}" type="slidenum">
              <a:rPr lang="en-US" smtClean="0"/>
              <a:t>‹#›</a:t>
            </a:fld>
            <a:endParaRPr lang="en-US"/>
          </a:p>
        </p:txBody>
      </p:sp>
    </p:spTree>
    <p:extLst>
      <p:ext uri="{BB962C8B-B14F-4D97-AF65-F5344CB8AC3E}">
        <p14:creationId xmlns:p14="http://schemas.microsoft.com/office/powerpoint/2010/main" val="13338292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628650" y="274638"/>
            <a:ext cx="7886700"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p>
            <a:pPr lvl="0"/>
            <a:r>
              <a:rPr lang="zh-CN" altLang="zh-CN">
                <a:sym typeface="Calibri Light" panose="020F0302020204030204" pitchFamily="34" charset="0"/>
              </a:rPr>
              <a:t>单击此处编辑母版标题样式</a:t>
            </a:r>
          </a:p>
        </p:txBody>
      </p:sp>
      <p:sp>
        <p:nvSpPr>
          <p:cNvPr id="1027" name="文本占位符 2"/>
          <p:cNvSpPr>
            <a:spLocks noGrp="1" noChangeArrowheads="1"/>
          </p:cNvSpPr>
          <p:nvPr>
            <p:ph type="body" idx="1"/>
          </p:nvPr>
        </p:nvSpPr>
        <p:spPr bwMode="auto">
          <a:xfrm>
            <a:off x="628650" y="1370013"/>
            <a:ext cx="7886700" cy="3262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lvl="0"/>
            <a:r>
              <a:rPr lang="zh-CN" altLang="zh-CN">
                <a:sym typeface="Calibri" panose="020F0502020204030204" pitchFamily="34" charset="0"/>
              </a:rPr>
              <a:t>单击此处编辑母版文本样式</a:t>
            </a:r>
          </a:p>
          <a:p>
            <a:pPr lvl="1"/>
            <a:r>
              <a:rPr lang="zh-CN" altLang="zh-CN">
                <a:sym typeface="Calibri" panose="020F0502020204030204" pitchFamily="34" charset="0"/>
              </a:rPr>
              <a:t>第二级</a:t>
            </a:r>
          </a:p>
          <a:p>
            <a:pPr lvl="2"/>
            <a:r>
              <a:rPr lang="zh-CN" altLang="zh-CN">
                <a:sym typeface="Calibri" panose="020F0502020204030204" pitchFamily="34" charset="0"/>
              </a:rPr>
              <a:t>第三级</a:t>
            </a:r>
          </a:p>
          <a:p>
            <a:pPr lvl="3"/>
            <a:r>
              <a:rPr lang="zh-CN" altLang="zh-CN">
                <a:sym typeface="Calibri" panose="020F0502020204030204" pitchFamily="34" charset="0"/>
              </a:rPr>
              <a:t>第四级</a:t>
            </a:r>
          </a:p>
          <a:p>
            <a:pPr lvl="4"/>
            <a:r>
              <a:rPr lang="zh-CN" altLang="zh-CN">
                <a:sym typeface="Calibri" panose="020F0502020204030204" pitchFamily="34" charset="0"/>
              </a:rPr>
              <a:t>第五级</a:t>
            </a:r>
          </a:p>
        </p:txBody>
      </p:sp>
      <p:sp>
        <p:nvSpPr>
          <p:cNvPr id="4" name="灯片编号占位符 5"/>
          <p:cNvSpPr>
            <a:spLocks noGrp="1" noChangeArrowheads="1"/>
          </p:cNvSpPr>
          <p:nvPr>
            <p:ph type="sldNum" sz="quarter" idx="4"/>
          </p:nvPr>
        </p:nvSpPr>
        <p:spPr>
          <a:xfrm>
            <a:off x="6994525" y="4868863"/>
            <a:ext cx="2057400" cy="274637"/>
          </a:xfrm>
          <a:prstGeom prst="rect">
            <a:avLst/>
          </a:prstGeom>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200"/>
            </a:lvl1pPr>
          </a:lstStyle>
          <a:p>
            <a:pPr>
              <a:defRPr/>
            </a:pPr>
            <a:fld id="{9B2D4FF2-4AC7-41C9-A20C-4C4B558FB8A5}" type="slidenum">
              <a:rPr lang="zh-CN" altLang="en-US"/>
              <a:pPr>
                <a:defRPr/>
              </a:pPr>
              <a:t>‹#›</a:t>
            </a:fld>
            <a:endParaRPr lang="zh-CN" altLang="en-US" sz="1050" dirty="0"/>
          </a:p>
        </p:txBody>
      </p:sp>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 id="2147483984" r:id="rId12"/>
    <p:sldLayoutId id="2147483985" r:id="rId13"/>
    <p:sldLayoutId id="2147483986" r:id="rId14"/>
    <p:sldLayoutId id="2147483987" r:id="rId15"/>
  </p:sldLayoutIdLst>
  <p:hf hdr="0" ftr="0" dt="0"/>
  <p:txStyles>
    <p:titleStyle>
      <a:lvl1pPr marL="685800" indent="-685800" algn="l" rtl="0" eaLnBrk="0" fontAlgn="base" hangingPunct="0">
        <a:lnSpc>
          <a:spcPct val="90000"/>
        </a:lnSpc>
        <a:spcBef>
          <a:spcPct val="0"/>
        </a:spcBef>
        <a:spcAft>
          <a:spcPct val="0"/>
        </a:spcAft>
        <a:defRPr sz="2400" b="1">
          <a:solidFill>
            <a:schemeClr val="tx1"/>
          </a:solidFill>
          <a:latin typeface="+mj-ea"/>
          <a:ea typeface="+mj-ea"/>
          <a:cs typeface="+mj-cs"/>
          <a:sym typeface="Calibri Light" panose="020F0302020204030204" pitchFamily="34" charset="0"/>
        </a:defRPr>
      </a:lvl1pPr>
      <a:lvl2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2pPr>
      <a:lvl3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3pPr>
      <a:lvl4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4pPr>
      <a:lvl5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5pPr>
      <a:lvl6pPr marL="10287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6pPr>
      <a:lvl7pPr marL="13716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7pPr>
      <a:lvl8pPr marL="17145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8pPr>
      <a:lvl9pPr marL="20574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9pPr>
    </p:titleStyle>
    <p:bodyStyle>
      <a:lvl1pPr marL="342900" indent="-342900" algn="l" rtl="0" eaLnBrk="0" fontAlgn="base" hangingPunct="0">
        <a:lnSpc>
          <a:spcPct val="150000"/>
        </a:lnSpc>
        <a:spcBef>
          <a:spcPts val="750"/>
        </a:spcBef>
        <a:spcAft>
          <a:spcPct val="0"/>
        </a:spcAft>
        <a:buClr>
          <a:srgbClr val="3F762B"/>
        </a:buClr>
        <a:buFont typeface="Wingdings" panose="05000000000000000000" pitchFamily="2" charset="2"/>
        <a:buChar char="n"/>
        <a:defRPr sz="3200">
          <a:solidFill>
            <a:schemeClr val="tx1"/>
          </a:solidFill>
          <a:latin typeface="+mn-ea"/>
          <a:ea typeface="+mn-ea"/>
          <a:cs typeface="+mn-cs"/>
          <a:sym typeface="Calibri" panose="020F0502020204030204" pitchFamily="34" charset="0"/>
        </a:defRPr>
      </a:lvl1pPr>
      <a:lvl2pPr marL="6858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800">
          <a:solidFill>
            <a:schemeClr val="tx1"/>
          </a:solidFill>
          <a:latin typeface="+mn-ea"/>
          <a:ea typeface="+mn-ea"/>
          <a:sym typeface="Calibri" panose="020F0502020204030204" pitchFamily="34" charset="0"/>
        </a:defRPr>
      </a:lvl2pPr>
      <a:lvl3pPr marL="10287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400">
          <a:solidFill>
            <a:schemeClr val="tx1"/>
          </a:solidFill>
          <a:latin typeface="+mn-ea"/>
          <a:ea typeface="+mn-ea"/>
          <a:sym typeface="Calibri" panose="020F0502020204030204" pitchFamily="34" charset="0"/>
        </a:defRPr>
      </a:lvl3pPr>
      <a:lvl4pPr marL="13716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000">
          <a:solidFill>
            <a:schemeClr val="tx1"/>
          </a:solidFill>
          <a:latin typeface="+mn-ea"/>
          <a:ea typeface="+mn-ea"/>
          <a:sym typeface="Calibri" panose="020F0502020204030204" pitchFamily="34" charset="0"/>
        </a:defRPr>
      </a:lvl4pPr>
      <a:lvl5pPr marL="17145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000">
          <a:solidFill>
            <a:schemeClr val="tx1"/>
          </a:solidFill>
          <a:latin typeface="+mn-ea"/>
          <a:ea typeface="+mn-ea"/>
          <a:sym typeface="Calibri" panose="020F0502020204030204" pitchFamily="34" charset="0"/>
        </a:defRPr>
      </a:lvl5pPr>
      <a:lvl6pPr marL="18859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6pPr>
      <a:lvl7pPr marL="22288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7pPr>
      <a:lvl8pPr marL="25717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8pPr>
      <a:lvl9pPr marL="29146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9pPr>
    </p:bodyStyle>
    <p:other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hyperlink" Target="https://baike.baidu.com/item/%E6%95%B0%E6%8D%AE/5947370" TargetMode="External"/><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6.emf"/></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7.emf"/><Relationship Id="rId4" Type="http://schemas.openxmlformats.org/officeDocument/2006/relationships/oleObject" Target="../embeddings/oleObject2.bin"/></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emf"/><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103.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98.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10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99.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02.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10.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18.xml"/><Relationship Id="rId1" Type="http://schemas.openxmlformats.org/officeDocument/2006/relationships/slideLayout" Target="../slideLayouts/slideLayout2.xml"/><Relationship Id="rId6" Type="http://schemas.openxmlformats.org/officeDocument/2006/relationships/image" Target="../media/image5.emf"/><Relationship Id="rId5" Type="http://schemas.openxmlformats.org/officeDocument/2006/relationships/image" Target="../media/image9.emf"/><Relationship Id="rId4" Type="http://schemas.openxmlformats.org/officeDocument/2006/relationships/image" Target="../media/image12.emf"/></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A7AFEC13-25F5-CD40-A28A-2CD7D822ECF7}"/>
              </a:ext>
            </a:extLst>
          </p:cNvPr>
          <p:cNvSpPr>
            <a:spLocks noGrp="1" noChangeArrowheads="1"/>
          </p:cNvSpPr>
          <p:nvPr>
            <p:ph type="ctrTitle"/>
          </p:nvPr>
        </p:nvSpPr>
        <p:spPr/>
        <p:txBody>
          <a:bodyPr/>
          <a:lstStyle/>
          <a:p>
            <a:pPr algn="ctr" eaLnBrk="1" hangingPunct="1"/>
            <a:r>
              <a:rPr lang="zh-CN" altLang="en-US" sz="4000" dirty="0">
                <a:latin typeface="Times New Roman" panose="02020603050405020304" pitchFamily="18" charset="0"/>
                <a:ea typeface="宋体" panose="02010600030101010101" pitchFamily="2" charset="-122"/>
              </a:rPr>
              <a:t>计算机网络（第 </a:t>
            </a:r>
            <a:r>
              <a:rPr lang="en-US" altLang="zh-CN" sz="4000">
                <a:latin typeface="Times New Roman" panose="02020603050405020304" pitchFamily="18" charset="0"/>
                <a:ea typeface="宋体" panose="02010600030101010101" pitchFamily="2" charset="-122"/>
              </a:rPr>
              <a:t>6/7/8 </a:t>
            </a:r>
            <a:r>
              <a:rPr lang="zh-CN" altLang="en-US" sz="4000" dirty="0">
                <a:latin typeface="Times New Roman" panose="02020603050405020304" pitchFamily="18" charset="0"/>
                <a:ea typeface="宋体" panose="02010600030101010101" pitchFamily="2" charset="-122"/>
              </a:rPr>
              <a:t>版）</a:t>
            </a:r>
          </a:p>
        </p:txBody>
      </p:sp>
      <p:sp>
        <p:nvSpPr>
          <p:cNvPr id="15362" name="Rectangle 3">
            <a:extLst>
              <a:ext uri="{FF2B5EF4-FFF2-40B4-BE49-F238E27FC236}">
                <a16:creationId xmlns:a16="http://schemas.microsoft.com/office/drawing/2014/main" id="{A4CE5477-BDE5-724D-A49A-539A8745DDB4}"/>
              </a:ext>
            </a:extLst>
          </p:cNvPr>
          <p:cNvSpPr>
            <a:spLocks noGrp="1" noChangeArrowheads="1"/>
          </p:cNvSpPr>
          <p:nvPr>
            <p:ph type="subTitle" idx="1"/>
          </p:nvPr>
        </p:nvSpPr>
        <p:spPr/>
        <p:txBody>
          <a:bodyPr/>
          <a:lstStyle/>
          <a:p>
            <a:pPr eaLnBrk="1" hangingPunct="1">
              <a:buFont typeface="Wingdings" pitchFamily="2" charset="2"/>
              <a:buNone/>
            </a:pPr>
            <a:r>
              <a:rPr lang="zh-CN" altLang="en-US">
                <a:latin typeface="Times New Roman" panose="02020603050405020304" pitchFamily="18" charset="0"/>
                <a:ea typeface="宋体" panose="02010600030101010101" pitchFamily="2" charset="-122"/>
              </a:rPr>
              <a:t>第 </a:t>
            </a:r>
            <a:r>
              <a:rPr lang="en-US" altLang="zh-CN">
                <a:latin typeface="Times New Roman" panose="02020603050405020304" pitchFamily="18" charset="0"/>
                <a:ea typeface="宋体" panose="02010600030101010101" pitchFamily="2" charset="-122"/>
              </a:rPr>
              <a:t>3 </a:t>
            </a:r>
            <a:r>
              <a:rPr lang="zh-CN" altLang="en-US">
                <a:latin typeface="Times New Roman" panose="02020603050405020304" pitchFamily="18" charset="0"/>
                <a:ea typeface="宋体" panose="02010600030101010101" pitchFamily="2" charset="-122"/>
              </a:rPr>
              <a:t>章  数据链路层</a:t>
            </a:r>
          </a:p>
        </p:txBody>
      </p:sp>
    </p:spTree>
    <p:extLst>
      <p:ext uri="{BB962C8B-B14F-4D97-AF65-F5344CB8AC3E}">
        <p14:creationId xmlns:p14="http://schemas.microsoft.com/office/powerpoint/2010/main" val="21653067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5F171F73-808F-284A-8CFA-F277A97F7BEA}"/>
              </a:ext>
            </a:extLst>
          </p:cNvPr>
          <p:cNvSpPr>
            <a:spLocks noGrp="1" noChangeArrowheads="1"/>
          </p:cNvSpPr>
          <p:nvPr>
            <p:ph type="title"/>
          </p:nvPr>
        </p:nvSpPr>
        <p:spPr>
          <a:xfrm>
            <a:off x="137161" y="357188"/>
            <a:ext cx="6930390" cy="540544"/>
          </a:xfrm>
        </p:spPr>
        <p:txBody>
          <a:bodyPr/>
          <a:lstStyle/>
          <a:p>
            <a:pPr eaLnBrk="1" hangingPunct="1"/>
            <a:r>
              <a:rPr lang="zh-CN" altLang="en-US" dirty="0">
                <a:latin typeface="Times New Roman" panose="02020603050405020304" pitchFamily="18" charset="0"/>
                <a:ea typeface="Arial Unicode MS" panose="020B0604020202020204" pitchFamily="34" charset="-128"/>
                <a:cs typeface="Arial Unicode MS" panose="020B0604020202020204" pitchFamily="34" charset="-128"/>
              </a:rPr>
              <a:t>第 </a:t>
            </a:r>
            <a:r>
              <a:rPr lang="en-US" altLang="zh-CN" dirty="0">
                <a:latin typeface="Times New Roman" panose="02020603050405020304" pitchFamily="18" charset="0"/>
                <a:ea typeface="Arial Unicode MS" panose="020B0604020202020204" pitchFamily="34" charset="-128"/>
                <a:cs typeface="Arial Unicode MS" panose="020B0604020202020204" pitchFamily="34" charset="-128"/>
              </a:rPr>
              <a:t>3 </a:t>
            </a:r>
            <a:r>
              <a:rPr lang="zh-CN" altLang="en-US" dirty="0">
                <a:latin typeface="Times New Roman" panose="02020603050405020304" pitchFamily="18" charset="0"/>
                <a:ea typeface="Arial Unicode MS" panose="020B0604020202020204" pitchFamily="34" charset="-128"/>
                <a:cs typeface="Arial Unicode MS" panose="020B0604020202020204" pitchFamily="34" charset="-128"/>
              </a:rPr>
              <a:t>章  </a:t>
            </a:r>
            <a:r>
              <a:rPr lang="zh-CN" altLang="en-US" dirty="0">
                <a:latin typeface="Times New Roman" panose="02020603050405020304" pitchFamily="18" charset="0"/>
                <a:ea typeface="宋体" panose="02010600030101010101" pitchFamily="2" charset="-122"/>
              </a:rPr>
              <a:t>数据链路层</a:t>
            </a:r>
          </a:p>
        </p:txBody>
      </p:sp>
      <p:sp>
        <p:nvSpPr>
          <p:cNvPr id="17410" name="Rectangle 3">
            <a:extLst>
              <a:ext uri="{FF2B5EF4-FFF2-40B4-BE49-F238E27FC236}">
                <a16:creationId xmlns:a16="http://schemas.microsoft.com/office/drawing/2014/main" id="{85BCDF2A-6D6F-994D-8454-5654E2A0CCA0}"/>
              </a:ext>
            </a:extLst>
          </p:cNvPr>
          <p:cNvSpPr>
            <a:spLocks noGrp="1" noChangeArrowheads="1"/>
          </p:cNvSpPr>
          <p:nvPr>
            <p:ph type="body" idx="1"/>
          </p:nvPr>
        </p:nvSpPr>
        <p:spPr>
          <a:xfrm>
            <a:off x="240030" y="1028700"/>
            <a:ext cx="8675369" cy="3864769"/>
          </a:xfrm>
        </p:spPr>
        <p:txBody>
          <a:bodyPr/>
          <a:lstStyle/>
          <a:p>
            <a:pPr eaLnBrk="1" hangingPunct="1">
              <a:spcBef>
                <a:spcPts val="150"/>
              </a:spcBef>
              <a:buFont typeface="Wingdings" pitchFamily="2" charset="2"/>
              <a:buNone/>
            </a:pPr>
            <a:r>
              <a:rPr lang="en-US" altLang="zh-CN" sz="2100" dirty="0">
                <a:solidFill>
                  <a:srgbClr val="C00000"/>
                </a:solidFill>
                <a:ea typeface="宋体" panose="02010600030101010101" pitchFamily="2" charset="-122"/>
              </a:rPr>
              <a:t>3.1  </a:t>
            </a:r>
            <a:r>
              <a:rPr lang="zh-CN" altLang="en-US" sz="2100" dirty="0">
                <a:solidFill>
                  <a:srgbClr val="C00000"/>
                </a:solidFill>
                <a:ea typeface="宋体" panose="02010600030101010101" pitchFamily="2" charset="-122"/>
              </a:rPr>
              <a:t>使用点对点信道的数据链路层</a:t>
            </a:r>
          </a:p>
          <a:p>
            <a:pPr eaLnBrk="1" hangingPunct="1">
              <a:spcBef>
                <a:spcPts val="150"/>
              </a:spcBef>
              <a:buFont typeface="Wingdings" pitchFamily="2" charset="2"/>
              <a:buNone/>
            </a:pPr>
            <a:r>
              <a:rPr lang="zh-CN" altLang="en-US" sz="2100" dirty="0">
                <a:solidFill>
                  <a:srgbClr val="C00000"/>
                </a:solidFill>
                <a:ea typeface="宋体" panose="02010600030101010101" pitchFamily="2" charset="-122"/>
              </a:rPr>
              <a:t>	   </a:t>
            </a:r>
            <a:r>
              <a:rPr lang="en-US" altLang="zh-CN" sz="2100" dirty="0">
                <a:solidFill>
                  <a:srgbClr val="C00000"/>
                </a:solidFill>
                <a:ea typeface="宋体" panose="02010600030101010101" pitchFamily="2" charset="-122"/>
              </a:rPr>
              <a:t>3.1.1 </a:t>
            </a:r>
            <a:r>
              <a:rPr lang="zh-CN" altLang="en-US" sz="2100" dirty="0">
                <a:solidFill>
                  <a:srgbClr val="C00000"/>
                </a:solidFill>
                <a:ea typeface="宋体" panose="02010600030101010101" pitchFamily="2" charset="-122"/>
              </a:rPr>
              <a:t>数据链路和帧</a:t>
            </a:r>
          </a:p>
          <a:p>
            <a:pPr eaLnBrk="1" hangingPunct="1">
              <a:spcBef>
                <a:spcPts val="150"/>
              </a:spcBef>
              <a:buFont typeface="Wingdings" pitchFamily="2" charset="2"/>
              <a:buNone/>
            </a:pPr>
            <a:r>
              <a:rPr lang="zh-CN" altLang="en-US" sz="2100" dirty="0">
                <a:solidFill>
                  <a:srgbClr val="C00000"/>
                </a:solidFill>
                <a:ea typeface="宋体" panose="02010600030101010101" pitchFamily="2" charset="-122"/>
              </a:rPr>
              <a:t>	   </a:t>
            </a:r>
            <a:r>
              <a:rPr lang="en-US" altLang="zh-CN" sz="2100" dirty="0">
                <a:solidFill>
                  <a:srgbClr val="C00000"/>
                </a:solidFill>
                <a:ea typeface="宋体" panose="02010600030101010101" pitchFamily="2" charset="-122"/>
              </a:rPr>
              <a:t>3.1.2 </a:t>
            </a:r>
            <a:r>
              <a:rPr lang="zh-CN" altLang="en-US" sz="2100" dirty="0">
                <a:solidFill>
                  <a:srgbClr val="C00000"/>
                </a:solidFill>
                <a:ea typeface="宋体" panose="02010600030101010101" pitchFamily="2" charset="-122"/>
              </a:rPr>
              <a:t>三个基本问题</a:t>
            </a:r>
          </a:p>
          <a:p>
            <a:pPr eaLnBrk="1" hangingPunct="1">
              <a:spcBef>
                <a:spcPts val="150"/>
              </a:spcBef>
              <a:buFont typeface="Wingdings" pitchFamily="2" charset="2"/>
              <a:buNone/>
            </a:pPr>
            <a:r>
              <a:rPr lang="en-US" altLang="zh-CN" sz="2100" dirty="0">
                <a:ea typeface="宋体" panose="02010600030101010101" pitchFamily="2" charset="-122"/>
              </a:rPr>
              <a:t>3.2  </a:t>
            </a:r>
            <a:r>
              <a:rPr lang="zh-CN" altLang="en-US" sz="2100" dirty="0">
                <a:ea typeface="宋体" panose="02010600030101010101" pitchFamily="2" charset="-122"/>
              </a:rPr>
              <a:t>点对点协议 </a:t>
            </a:r>
            <a:r>
              <a:rPr lang="en-US" altLang="zh-CN" sz="2100" dirty="0">
                <a:ea typeface="宋体" panose="02010600030101010101" pitchFamily="2" charset="-122"/>
              </a:rPr>
              <a:t>PPP</a:t>
            </a:r>
          </a:p>
          <a:p>
            <a:pPr eaLnBrk="1" hangingPunct="1">
              <a:spcBef>
                <a:spcPts val="150"/>
              </a:spcBef>
              <a:buFont typeface="Wingdings" pitchFamily="2" charset="2"/>
              <a:buNone/>
            </a:pPr>
            <a:r>
              <a:rPr lang="en-US" altLang="zh-CN" sz="2100" dirty="0">
                <a:ea typeface="宋体" panose="02010600030101010101" pitchFamily="2" charset="-122"/>
              </a:rPr>
              <a:t>	</a:t>
            </a:r>
            <a:r>
              <a:rPr lang="zh-CN" altLang="en-US" sz="2100" dirty="0">
                <a:ea typeface="宋体" panose="02010600030101010101" pitchFamily="2" charset="-122"/>
              </a:rPr>
              <a:t>   </a:t>
            </a:r>
            <a:r>
              <a:rPr lang="en-US" altLang="zh-CN" sz="2100" dirty="0">
                <a:ea typeface="宋体" panose="02010600030101010101" pitchFamily="2" charset="-122"/>
              </a:rPr>
              <a:t>3.2.1 PPP </a:t>
            </a:r>
            <a:r>
              <a:rPr lang="zh-CN" altLang="en-US" sz="2100" dirty="0">
                <a:ea typeface="宋体" panose="02010600030101010101" pitchFamily="2" charset="-122"/>
              </a:rPr>
              <a:t>协议的特点</a:t>
            </a:r>
          </a:p>
          <a:p>
            <a:pPr eaLnBrk="1" hangingPunct="1">
              <a:spcBef>
                <a:spcPts val="150"/>
              </a:spcBef>
              <a:buFont typeface="Wingdings" pitchFamily="2" charset="2"/>
              <a:buNone/>
            </a:pPr>
            <a:r>
              <a:rPr lang="zh-CN" altLang="en-US" sz="2100" dirty="0">
                <a:ea typeface="宋体" panose="02010600030101010101" pitchFamily="2" charset="-122"/>
              </a:rPr>
              <a:t>	</a:t>
            </a:r>
            <a:r>
              <a:rPr lang="zh-CN" altLang="en-US" sz="2100" dirty="0">
                <a:solidFill>
                  <a:srgbClr val="C00000"/>
                </a:solidFill>
                <a:ea typeface="宋体" panose="02010600030101010101" pitchFamily="2" charset="-122"/>
              </a:rPr>
              <a:t>   </a:t>
            </a:r>
            <a:r>
              <a:rPr lang="en-US" altLang="zh-CN" sz="2100" dirty="0">
                <a:solidFill>
                  <a:srgbClr val="C00000"/>
                </a:solidFill>
                <a:ea typeface="宋体" panose="02010600030101010101" pitchFamily="2" charset="-122"/>
              </a:rPr>
              <a:t>3.2.2 PPP </a:t>
            </a:r>
            <a:r>
              <a:rPr lang="zh-CN" altLang="en-US" sz="2100" dirty="0">
                <a:solidFill>
                  <a:srgbClr val="C00000"/>
                </a:solidFill>
                <a:ea typeface="宋体" panose="02010600030101010101" pitchFamily="2" charset="-122"/>
              </a:rPr>
              <a:t>协议的帧格式</a:t>
            </a:r>
          </a:p>
          <a:p>
            <a:pPr eaLnBrk="1" hangingPunct="1">
              <a:spcBef>
                <a:spcPts val="150"/>
              </a:spcBef>
              <a:buFont typeface="Wingdings" pitchFamily="2" charset="2"/>
              <a:buNone/>
            </a:pPr>
            <a:r>
              <a:rPr lang="zh-CN" altLang="en-US" sz="2100" dirty="0">
                <a:ea typeface="宋体" panose="02010600030101010101" pitchFamily="2" charset="-122"/>
              </a:rPr>
              <a:t>	   </a:t>
            </a:r>
            <a:r>
              <a:rPr lang="en-US" altLang="zh-CN" sz="2100" dirty="0">
                <a:ea typeface="宋体" panose="02010600030101010101" pitchFamily="2" charset="-122"/>
              </a:rPr>
              <a:t>3.2.3 PPP </a:t>
            </a:r>
            <a:r>
              <a:rPr lang="zh-CN" altLang="en-US" sz="2100" dirty="0">
                <a:ea typeface="宋体" panose="02010600030101010101" pitchFamily="2" charset="-122"/>
              </a:rPr>
              <a:t>协议的工作状态</a:t>
            </a:r>
            <a:endParaRPr lang="en-US" altLang="zh-CN" sz="2100" dirty="0">
              <a:ea typeface="宋体" panose="02010600030101010101" pitchFamily="2" charset="-122"/>
            </a:endParaRPr>
          </a:p>
          <a:p>
            <a:pPr eaLnBrk="1" hangingPunct="1">
              <a:spcBef>
                <a:spcPts val="150"/>
              </a:spcBef>
              <a:buFont typeface="Wingdings" pitchFamily="2" charset="2"/>
              <a:buNone/>
            </a:pPr>
            <a:r>
              <a:rPr lang="en-US" altLang="zh-CN" sz="2100" dirty="0">
                <a:solidFill>
                  <a:srgbClr val="C00000"/>
                </a:solidFill>
                <a:ea typeface="宋体" panose="02010600030101010101" pitchFamily="2" charset="-122"/>
              </a:rPr>
              <a:t>3.3  </a:t>
            </a:r>
            <a:r>
              <a:rPr lang="zh-CN" altLang="en-US" sz="2100" dirty="0">
                <a:solidFill>
                  <a:srgbClr val="C00000"/>
                </a:solidFill>
                <a:ea typeface="宋体" panose="02010600030101010101" pitchFamily="2" charset="-122"/>
              </a:rPr>
              <a:t>使用广播信道的数据链路层</a:t>
            </a:r>
          </a:p>
          <a:p>
            <a:pPr eaLnBrk="1" hangingPunct="1">
              <a:spcBef>
                <a:spcPts val="150"/>
              </a:spcBef>
              <a:buFont typeface="Wingdings" pitchFamily="2" charset="2"/>
              <a:buNone/>
            </a:pPr>
            <a:r>
              <a:rPr lang="zh-CN" altLang="en-US" sz="2100" dirty="0">
                <a:solidFill>
                  <a:srgbClr val="C00000"/>
                </a:solidFill>
                <a:ea typeface="宋体" panose="02010600030101010101" pitchFamily="2" charset="-122"/>
              </a:rPr>
              <a:t>	   </a:t>
            </a:r>
            <a:r>
              <a:rPr lang="en-US" altLang="zh-CN" sz="2100" dirty="0">
                <a:solidFill>
                  <a:srgbClr val="C00000"/>
                </a:solidFill>
                <a:ea typeface="宋体" panose="02010600030101010101" pitchFamily="2" charset="-122"/>
              </a:rPr>
              <a:t>3.3.1 </a:t>
            </a:r>
            <a:r>
              <a:rPr lang="zh-CN" altLang="en-US" sz="2100" dirty="0">
                <a:solidFill>
                  <a:srgbClr val="C00000"/>
                </a:solidFill>
                <a:ea typeface="宋体" panose="02010600030101010101" pitchFamily="2" charset="-122"/>
              </a:rPr>
              <a:t>局域网的数据链路层</a:t>
            </a:r>
          </a:p>
          <a:p>
            <a:pPr eaLnBrk="1" hangingPunct="1">
              <a:spcBef>
                <a:spcPts val="150"/>
              </a:spcBef>
              <a:buFont typeface="Wingdings" pitchFamily="2" charset="2"/>
              <a:buNone/>
            </a:pPr>
            <a:r>
              <a:rPr lang="zh-CN" altLang="en-US" sz="2100" dirty="0">
                <a:solidFill>
                  <a:srgbClr val="C00000"/>
                </a:solidFill>
                <a:ea typeface="宋体" panose="02010600030101010101" pitchFamily="2" charset="-122"/>
              </a:rPr>
              <a:t>	   </a:t>
            </a:r>
            <a:r>
              <a:rPr lang="en-US" altLang="zh-CN" sz="2100" dirty="0">
                <a:solidFill>
                  <a:srgbClr val="C00000"/>
                </a:solidFill>
                <a:ea typeface="宋体" panose="02010600030101010101" pitchFamily="2" charset="-122"/>
              </a:rPr>
              <a:t>3.3.2 CSMA/CD </a:t>
            </a:r>
            <a:r>
              <a:rPr lang="zh-CN" altLang="en-US" sz="2100" dirty="0">
                <a:solidFill>
                  <a:srgbClr val="C00000"/>
                </a:solidFill>
                <a:ea typeface="宋体" panose="02010600030101010101" pitchFamily="2" charset="-122"/>
              </a:rPr>
              <a:t>协议</a:t>
            </a:r>
          </a:p>
        </p:txBody>
      </p:sp>
      <p:sp>
        <p:nvSpPr>
          <p:cNvPr id="17411" name="幻灯片编号占位符 1">
            <a:extLst>
              <a:ext uri="{FF2B5EF4-FFF2-40B4-BE49-F238E27FC236}">
                <a16:creationId xmlns:a16="http://schemas.microsoft.com/office/drawing/2014/main" id="{6A4BD01B-2C8F-FF42-BBDC-88139983006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8707CAB-9B83-5547-9029-6B71DE3299A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783476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898CF3F8-866A-D24F-BD6A-090C2B637F41}"/>
              </a:ext>
            </a:extLst>
          </p:cNvPr>
          <p:cNvSpPr>
            <a:spLocks noGrp="1" noChangeArrowheads="1"/>
          </p:cNvSpPr>
          <p:nvPr>
            <p:ph type="title"/>
          </p:nvPr>
        </p:nvSpPr>
        <p:spPr>
          <a:xfrm>
            <a:off x="171450" y="303610"/>
            <a:ext cx="6734175" cy="576263"/>
          </a:xfrm>
        </p:spPr>
        <p:txBody>
          <a:bodyPr/>
          <a:lstStyle/>
          <a:p>
            <a:pPr eaLnBrk="1" hangingPunct="1"/>
            <a:r>
              <a:rPr lang="zh-CN" altLang="en-US">
                <a:latin typeface="Times New Roman" panose="02020603050405020304" pitchFamily="18" charset="0"/>
                <a:ea typeface="Arial Unicode MS" panose="020B0604020202020204" pitchFamily="34" charset="-128"/>
                <a:cs typeface="Arial Unicode MS" panose="020B0604020202020204" pitchFamily="34" charset="-128"/>
              </a:rPr>
              <a:t>第 </a:t>
            </a:r>
            <a:r>
              <a:rPr lang="en-US" altLang="zh-CN">
                <a:latin typeface="Times New Roman" panose="02020603050405020304" pitchFamily="18" charset="0"/>
                <a:ea typeface="Arial Unicode MS" panose="020B0604020202020204" pitchFamily="34" charset="-128"/>
                <a:cs typeface="Arial Unicode MS" panose="020B0604020202020204" pitchFamily="34" charset="-128"/>
              </a:rPr>
              <a:t>3 </a:t>
            </a:r>
            <a:r>
              <a:rPr lang="zh-CN" altLang="en-US">
                <a:latin typeface="Times New Roman" panose="02020603050405020304" pitchFamily="18" charset="0"/>
                <a:ea typeface="Arial Unicode MS" panose="020B0604020202020204" pitchFamily="34" charset="-128"/>
                <a:cs typeface="Arial Unicode MS" panose="020B0604020202020204" pitchFamily="34" charset="-128"/>
              </a:rPr>
              <a:t>章  </a:t>
            </a:r>
            <a:r>
              <a:rPr lang="zh-CN" altLang="en-US">
                <a:latin typeface="Times New Roman" panose="02020603050405020304" pitchFamily="18" charset="0"/>
                <a:ea typeface="宋体" panose="02010600030101010101" pitchFamily="2" charset="-122"/>
              </a:rPr>
              <a:t>数据链路层（续）</a:t>
            </a:r>
          </a:p>
        </p:txBody>
      </p:sp>
      <p:sp>
        <p:nvSpPr>
          <p:cNvPr id="19458" name="Rectangle 3">
            <a:extLst>
              <a:ext uri="{FF2B5EF4-FFF2-40B4-BE49-F238E27FC236}">
                <a16:creationId xmlns:a16="http://schemas.microsoft.com/office/drawing/2014/main" id="{9100DEA6-6F36-EC41-972A-C0618406B24B}"/>
              </a:ext>
            </a:extLst>
          </p:cNvPr>
          <p:cNvSpPr>
            <a:spLocks noGrp="1" noChangeArrowheads="1"/>
          </p:cNvSpPr>
          <p:nvPr>
            <p:ph type="body" idx="1"/>
          </p:nvPr>
        </p:nvSpPr>
        <p:spPr>
          <a:xfrm>
            <a:off x="171450" y="1040130"/>
            <a:ext cx="8743949" cy="3853339"/>
          </a:xfrm>
        </p:spPr>
        <p:txBody>
          <a:bodyPr/>
          <a:lstStyle/>
          <a:p>
            <a:pPr eaLnBrk="1" hangingPunct="1">
              <a:spcBef>
                <a:spcPts val="0"/>
              </a:spcBef>
              <a:buFont typeface="Wingdings" pitchFamily="2" charset="2"/>
              <a:buNone/>
            </a:pPr>
            <a:r>
              <a:rPr lang="en-US" altLang="zh-CN" sz="1950" dirty="0">
                <a:solidFill>
                  <a:srgbClr val="C00000"/>
                </a:solidFill>
                <a:ea typeface="宋体" panose="02010600030101010101" pitchFamily="2" charset="-122"/>
              </a:rPr>
              <a:t>3.4  </a:t>
            </a:r>
            <a:r>
              <a:rPr lang="zh-CN" altLang="en-US" sz="1950" dirty="0">
                <a:solidFill>
                  <a:srgbClr val="C00000"/>
                </a:solidFill>
                <a:ea typeface="宋体" panose="02010600030101010101" pitchFamily="2" charset="-122"/>
              </a:rPr>
              <a:t>使用广播信道的以太网</a:t>
            </a:r>
          </a:p>
          <a:p>
            <a:pPr eaLnBrk="1" hangingPunct="1">
              <a:spcBef>
                <a:spcPts val="0"/>
              </a:spcBef>
              <a:buFont typeface="Wingdings" pitchFamily="2" charset="2"/>
              <a:buNone/>
            </a:pPr>
            <a:r>
              <a:rPr lang="zh-CN" altLang="en-US" sz="1950" dirty="0">
                <a:solidFill>
                  <a:srgbClr val="C00000"/>
                </a:solidFill>
                <a:ea typeface="宋体" panose="02010600030101010101" pitchFamily="2" charset="-122"/>
              </a:rPr>
              <a:t>       </a:t>
            </a:r>
            <a:r>
              <a:rPr lang="en-US" altLang="zh-CN" sz="1950" dirty="0">
                <a:solidFill>
                  <a:srgbClr val="C00000"/>
                </a:solidFill>
                <a:ea typeface="宋体" panose="02010600030101010101" pitchFamily="2" charset="-122"/>
              </a:rPr>
              <a:t>3.4.1  </a:t>
            </a:r>
            <a:r>
              <a:rPr lang="zh-CN" altLang="en-US" sz="1950" dirty="0">
                <a:solidFill>
                  <a:srgbClr val="C00000"/>
                </a:solidFill>
                <a:ea typeface="宋体" panose="02010600030101010101" pitchFamily="2" charset="-122"/>
              </a:rPr>
              <a:t>使用集线器的星形拓扑</a:t>
            </a:r>
          </a:p>
          <a:p>
            <a:pPr eaLnBrk="1" hangingPunct="1">
              <a:spcBef>
                <a:spcPts val="0"/>
              </a:spcBef>
              <a:buFont typeface="Wingdings" pitchFamily="2" charset="2"/>
              <a:buNone/>
            </a:pPr>
            <a:r>
              <a:rPr lang="zh-CN" altLang="en-US" sz="1950" dirty="0">
                <a:solidFill>
                  <a:srgbClr val="C00000"/>
                </a:solidFill>
                <a:ea typeface="宋体" panose="02010600030101010101" pitchFamily="2" charset="-122"/>
              </a:rPr>
              <a:t>       </a:t>
            </a:r>
            <a:r>
              <a:rPr lang="en-US" altLang="zh-CN" sz="1950" dirty="0">
                <a:solidFill>
                  <a:srgbClr val="C00000"/>
                </a:solidFill>
                <a:ea typeface="宋体" panose="02010600030101010101" pitchFamily="2" charset="-122"/>
              </a:rPr>
              <a:t>3.4.2  </a:t>
            </a:r>
            <a:r>
              <a:rPr lang="zh-CN" altLang="en-US" sz="1950" dirty="0">
                <a:solidFill>
                  <a:srgbClr val="C00000"/>
                </a:solidFill>
                <a:ea typeface="宋体" panose="02010600030101010101" pitchFamily="2" charset="-122"/>
              </a:rPr>
              <a:t>以太网的信道利用率</a:t>
            </a:r>
          </a:p>
          <a:p>
            <a:pPr eaLnBrk="1" hangingPunct="1">
              <a:spcBef>
                <a:spcPts val="0"/>
              </a:spcBef>
              <a:buFont typeface="Wingdings" pitchFamily="2" charset="2"/>
              <a:buNone/>
            </a:pPr>
            <a:r>
              <a:rPr lang="zh-CN" altLang="en-US" sz="1950" dirty="0">
                <a:solidFill>
                  <a:srgbClr val="C00000"/>
                </a:solidFill>
                <a:ea typeface="宋体" panose="02010600030101010101" pitchFamily="2" charset="-122"/>
              </a:rPr>
              <a:t>       </a:t>
            </a:r>
            <a:r>
              <a:rPr lang="en-US" altLang="zh-CN" sz="1950" dirty="0">
                <a:solidFill>
                  <a:srgbClr val="C00000"/>
                </a:solidFill>
                <a:ea typeface="宋体" panose="02010600030101010101" pitchFamily="2" charset="-122"/>
              </a:rPr>
              <a:t>3.4.3  </a:t>
            </a:r>
            <a:r>
              <a:rPr lang="zh-CN" altLang="en-US" sz="1950" dirty="0">
                <a:solidFill>
                  <a:srgbClr val="C00000"/>
                </a:solidFill>
                <a:ea typeface="宋体" panose="02010600030101010101" pitchFamily="2" charset="-122"/>
              </a:rPr>
              <a:t>以太网的 </a:t>
            </a:r>
            <a:r>
              <a:rPr lang="en-US" altLang="zh-CN" sz="1950" dirty="0">
                <a:solidFill>
                  <a:srgbClr val="C00000"/>
                </a:solidFill>
                <a:ea typeface="宋体" panose="02010600030101010101" pitchFamily="2" charset="-122"/>
              </a:rPr>
              <a:t>MAC </a:t>
            </a:r>
            <a:r>
              <a:rPr lang="zh-CN" altLang="en-US" sz="1950" dirty="0">
                <a:solidFill>
                  <a:srgbClr val="C00000"/>
                </a:solidFill>
                <a:ea typeface="宋体" panose="02010600030101010101" pitchFamily="2" charset="-122"/>
              </a:rPr>
              <a:t>层</a:t>
            </a:r>
            <a:endParaRPr lang="en-US" altLang="zh-CN" sz="1950" dirty="0">
              <a:solidFill>
                <a:srgbClr val="C00000"/>
              </a:solidFill>
              <a:ea typeface="宋体" panose="02010600030101010101" pitchFamily="2" charset="-122"/>
            </a:endParaRPr>
          </a:p>
          <a:p>
            <a:pPr eaLnBrk="1" hangingPunct="1">
              <a:spcBef>
                <a:spcPts val="0"/>
              </a:spcBef>
              <a:buFont typeface="Wingdings" pitchFamily="2" charset="2"/>
              <a:buNone/>
            </a:pPr>
            <a:r>
              <a:rPr lang="en-US" altLang="zh-CN" sz="1950" dirty="0">
                <a:solidFill>
                  <a:srgbClr val="C00000"/>
                </a:solidFill>
                <a:ea typeface="宋体" panose="02010600030101010101" pitchFamily="2" charset="-122"/>
              </a:rPr>
              <a:t>3.5 </a:t>
            </a:r>
            <a:r>
              <a:rPr lang="zh-CN" altLang="en-US" sz="1950" dirty="0">
                <a:solidFill>
                  <a:srgbClr val="C00000"/>
                </a:solidFill>
                <a:ea typeface="宋体" panose="02010600030101010101" pitchFamily="2" charset="-122"/>
              </a:rPr>
              <a:t>扩展的以太网</a:t>
            </a:r>
          </a:p>
          <a:p>
            <a:pPr eaLnBrk="1" hangingPunct="1">
              <a:spcBef>
                <a:spcPts val="0"/>
              </a:spcBef>
              <a:buFont typeface="Wingdings" pitchFamily="2" charset="2"/>
              <a:buNone/>
            </a:pPr>
            <a:r>
              <a:rPr lang="zh-CN" altLang="en-US" sz="1950" dirty="0">
                <a:solidFill>
                  <a:srgbClr val="C00000"/>
                </a:solidFill>
                <a:ea typeface="宋体" panose="02010600030101010101" pitchFamily="2" charset="-122"/>
              </a:rPr>
              <a:t>	   </a:t>
            </a:r>
            <a:r>
              <a:rPr lang="en-US" altLang="zh-CN" sz="1950" dirty="0">
                <a:solidFill>
                  <a:srgbClr val="C00000"/>
                </a:solidFill>
                <a:ea typeface="宋体" panose="02010600030101010101" pitchFamily="2" charset="-122"/>
              </a:rPr>
              <a:t>3.5.1  </a:t>
            </a:r>
            <a:r>
              <a:rPr lang="zh-CN" altLang="en-US" sz="1950" dirty="0">
                <a:solidFill>
                  <a:srgbClr val="C00000"/>
                </a:solidFill>
                <a:ea typeface="宋体" panose="02010600030101010101" pitchFamily="2" charset="-122"/>
              </a:rPr>
              <a:t>在物理层扩展以太网</a:t>
            </a:r>
          </a:p>
          <a:p>
            <a:pPr eaLnBrk="1" hangingPunct="1">
              <a:spcBef>
                <a:spcPts val="0"/>
              </a:spcBef>
              <a:buFont typeface="Wingdings" pitchFamily="2" charset="2"/>
              <a:buNone/>
            </a:pPr>
            <a:r>
              <a:rPr lang="zh-CN" altLang="en-US" sz="1950" dirty="0">
                <a:solidFill>
                  <a:srgbClr val="C00000"/>
                </a:solidFill>
                <a:ea typeface="宋体" panose="02010600030101010101" pitchFamily="2" charset="-122"/>
              </a:rPr>
              <a:t>	   </a:t>
            </a:r>
            <a:r>
              <a:rPr lang="en-US" altLang="zh-CN" sz="1950" dirty="0">
                <a:solidFill>
                  <a:srgbClr val="C00000"/>
                </a:solidFill>
                <a:ea typeface="宋体" panose="02010600030101010101" pitchFamily="2" charset="-122"/>
              </a:rPr>
              <a:t>3.5.2  </a:t>
            </a:r>
            <a:r>
              <a:rPr lang="zh-CN" altLang="en-US" sz="1950" dirty="0">
                <a:solidFill>
                  <a:srgbClr val="C00000"/>
                </a:solidFill>
                <a:ea typeface="宋体" panose="02010600030101010101" pitchFamily="2" charset="-122"/>
              </a:rPr>
              <a:t>在数据链路层扩展以太网</a:t>
            </a:r>
          </a:p>
          <a:p>
            <a:pPr eaLnBrk="1" hangingPunct="1">
              <a:spcBef>
                <a:spcPts val="0"/>
              </a:spcBef>
              <a:buFont typeface="Wingdings" pitchFamily="2" charset="2"/>
              <a:buNone/>
            </a:pPr>
            <a:r>
              <a:rPr lang="en-US" altLang="zh-CN" sz="1950" dirty="0">
                <a:ea typeface="宋体" panose="02010600030101010101" pitchFamily="2" charset="-122"/>
              </a:rPr>
              <a:t>3.6 </a:t>
            </a:r>
            <a:r>
              <a:rPr lang="zh-CN" altLang="en-US" sz="1950" dirty="0">
                <a:ea typeface="宋体" panose="02010600030101010101" pitchFamily="2" charset="-122"/>
              </a:rPr>
              <a:t>高速以太网</a:t>
            </a:r>
          </a:p>
          <a:p>
            <a:pPr eaLnBrk="1" hangingPunct="1">
              <a:spcBef>
                <a:spcPts val="0"/>
              </a:spcBef>
              <a:buFont typeface="Wingdings" pitchFamily="2" charset="2"/>
              <a:buNone/>
            </a:pPr>
            <a:r>
              <a:rPr lang="zh-CN" altLang="en-US" sz="1950" dirty="0">
                <a:ea typeface="宋体" panose="02010600030101010101" pitchFamily="2" charset="-122"/>
              </a:rPr>
              <a:t>       </a:t>
            </a:r>
            <a:r>
              <a:rPr lang="en-US" altLang="zh-CN" sz="1950" dirty="0">
                <a:ea typeface="宋体" panose="02010600030101010101" pitchFamily="2" charset="-122"/>
              </a:rPr>
              <a:t>3.6.1  100BASE-T </a:t>
            </a:r>
            <a:r>
              <a:rPr lang="zh-CN" altLang="en-US" sz="1950" dirty="0">
                <a:ea typeface="宋体" panose="02010600030101010101" pitchFamily="2" charset="-122"/>
              </a:rPr>
              <a:t>以太网</a:t>
            </a:r>
          </a:p>
          <a:p>
            <a:pPr eaLnBrk="1" hangingPunct="1">
              <a:spcBef>
                <a:spcPts val="0"/>
              </a:spcBef>
              <a:buFont typeface="Wingdings" pitchFamily="2" charset="2"/>
              <a:buNone/>
            </a:pPr>
            <a:r>
              <a:rPr lang="zh-CN" altLang="en-US" sz="1950" dirty="0">
                <a:ea typeface="宋体" panose="02010600030101010101" pitchFamily="2" charset="-122"/>
              </a:rPr>
              <a:t>       </a:t>
            </a:r>
            <a:r>
              <a:rPr lang="en-US" altLang="zh-CN" sz="1950" dirty="0">
                <a:ea typeface="宋体" panose="02010600030101010101" pitchFamily="2" charset="-122"/>
              </a:rPr>
              <a:t>3.6.2  </a:t>
            </a:r>
            <a:r>
              <a:rPr lang="zh-CN" altLang="en-US" sz="1950" dirty="0">
                <a:ea typeface="宋体" panose="02010600030101010101" pitchFamily="2" charset="-122"/>
              </a:rPr>
              <a:t>吉比特以太网</a:t>
            </a:r>
          </a:p>
          <a:p>
            <a:pPr eaLnBrk="1" hangingPunct="1">
              <a:spcBef>
                <a:spcPts val="0"/>
              </a:spcBef>
              <a:buFont typeface="Wingdings" pitchFamily="2" charset="2"/>
              <a:buNone/>
            </a:pPr>
            <a:r>
              <a:rPr lang="zh-CN" altLang="en-US" sz="1950" dirty="0">
                <a:ea typeface="宋体" panose="02010600030101010101" pitchFamily="2" charset="-122"/>
              </a:rPr>
              <a:t>       </a:t>
            </a:r>
            <a:r>
              <a:rPr lang="en-US" altLang="zh-CN" sz="1950" dirty="0">
                <a:ea typeface="宋体" panose="02010600030101010101" pitchFamily="2" charset="-122"/>
              </a:rPr>
              <a:t>3.6.3  10 </a:t>
            </a:r>
            <a:r>
              <a:rPr lang="zh-CN" altLang="en-US" sz="1950" dirty="0">
                <a:ea typeface="宋体" panose="02010600030101010101" pitchFamily="2" charset="-122"/>
              </a:rPr>
              <a:t>吉比特和 </a:t>
            </a:r>
            <a:r>
              <a:rPr lang="en-US" altLang="zh-CN" sz="1950" dirty="0">
                <a:ea typeface="宋体" panose="02010600030101010101" pitchFamily="2" charset="-122"/>
              </a:rPr>
              <a:t>100 </a:t>
            </a:r>
            <a:r>
              <a:rPr lang="zh-CN" altLang="en-US" sz="1950" dirty="0">
                <a:ea typeface="宋体" panose="02010600030101010101" pitchFamily="2" charset="-122"/>
              </a:rPr>
              <a:t>吉比特以太网</a:t>
            </a:r>
          </a:p>
          <a:p>
            <a:pPr eaLnBrk="1" hangingPunct="1">
              <a:spcBef>
                <a:spcPts val="0"/>
              </a:spcBef>
              <a:buFont typeface="Wingdings" pitchFamily="2" charset="2"/>
              <a:buNone/>
            </a:pPr>
            <a:r>
              <a:rPr lang="zh-CN" altLang="en-US" sz="1950" dirty="0">
                <a:ea typeface="宋体" panose="02010600030101010101" pitchFamily="2" charset="-122"/>
              </a:rPr>
              <a:t>       </a:t>
            </a:r>
            <a:r>
              <a:rPr lang="en-US" altLang="zh-CN" sz="1950" dirty="0">
                <a:ea typeface="宋体" panose="02010600030101010101" pitchFamily="2" charset="-122"/>
              </a:rPr>
              <a:t>3.6.4  </a:t>
            </a:r>
            <a:r>
              <a:rPr lang="zh-CN" altLang="en-US" sz="1950" dirty="0">
                <a:ea typeface="宋体" panose="02010600030101010101" pitchFamily="2" charset="-122"/>
              </a:rPr>
              <a:t>使用以太网进行宽带接入</a:t>
            </a:r>
          </a:p>
        </p:txBody>
      </p:sp>
      <p:sp>
        <p:nvSpPr>
          <p:cNvPr id="19459" name="幻灯片编号占位符 1">
            <a:extLst>
              <a:ext uri="{FF2B5EF4-FFF2-40B4-BE49-F238E27FC236}">
                <a16:creationId xmlns:a16="http://schemas.microsoft.com/office/drawing/2014/main" id="{E1775FD1-33D1-6F42-A09C-C98545D1F9E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2FAE200-6FD1-5142-8401-4A2649DC4E4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224705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D51D7991-A35C-4344-BEDB-E440D50B0EFA}"/>
              </a:ext>
            </a:extLst>
          </p:cNvPr>
          <p:cNvSpPr>
            <a:spLocks noGrp="1" noChangeArrowheads="1"/>
          </p:cNvSpPr>
          <p:nvPr>
            <p:ph type="title"/>
          </p:nvPr>
        </p:nvSpPr>
        <p:spPr>
          <a:xfrm>
            <a:off x="182880" y="141685"/>
            <a:ext cx="6696552" cy="749855"/>
          </a:xfrm>
        </p:spPr>
        <p:txBody>
          <a:bodyPr/>
          <a:lstStyle/>
          <a:p>
            <a:pPr eaLnBrk="1" hangingPunct="1"/>
            <a:r>
              <a:rPr lang="zh-CN" altLang="en-US" dirty="0">
                <a:latin typeface="Times New Roman" panose="02020603050405020304" pitchFamily="18" charset="0"/>
                <a:ea typeface="宋体" panose="02010600030101010101" pitchFamily="2" charset="-122"/>
              </a:rPr>
              <a:t>数据链路层</a:t>
            </a:r>
          </a:p>
        </p:txBody>
      </p:sp>
      <p:sp>
        <p:nvSpPr>
          <p:cNvPr id="21506" name="Rectangle 3">
            <a:extLst>
              <a:ext uri="{FF2B5EF4-FFF2-40B4-BE49-F238E27FC236}">
                <a16:creationId xmlns:a16="http://schemas.microsoft.com/office/drawing/2014/main" id="{BC479C58-1559-154D-BBBB-E5BB51305C3E}"/>
              </a:ext>
            </a:extLst>
          </p:cNvPr>
          <p:cNvSpPr>
            <a:spLocks noGrp="1" noChangeArrowheads="1"/>
          </p:cNvSpPr>
          <p:nvPr>
            <p:ph type="body" idx="1"/>
          </p:nvPr>
        </p:nvSpPr>
        <p:spPr>
          <a:xfrm>
            <a:off x="182880" y="1028700"/>
            <a:ext cx="8755379" cy="3757613"/>
          </a:xfrm>
        </p:spPr>
        <p:txBody>
          <a:bodyPr/>
          <a:lstStyle/>
          <a:p>
            <a:pPr eaLnBrk="1" hangingPunct="1">
              <a:lnSpc>
                <a:spcPct val="90000"/>
              </a:lnSpc>
              <a:buFont typeface="Wingdings" pitchFamily="2" charset="2"/>
              <a:buNone/>
            </a:pPr>
            <a:r>
              <a:rPr lang="zh-CN" altLang="en-US" dirty="0">
                <a:latin typeface="Times New Roman" panose="02020603050405020304" pitchFamily="18" charset="0"/>
                <a:ea typeface="宋体" panose="02010600030101010101" pitchFamily="2" charset="-122"/>
              </a:rPr>
              <a:t>数据链路层使用的信道主要有以下两种类型：</a:t>
            </a:r>
          </a:p>
          <a:p>
            <a:pPr eaLnBrk="1" hangingPunct="1">
              <a:lnSpc>
                <a:spcPct val="90000"/>
              </a:lnSpc>
            </a:pPr>
            <a:r>
              <a:rPr lang="zh-CN" altLang="en-US" dirty="0">
                <a:solidFill>
                  <a:schemeClr val="hlink"/>
                </a:solidFill>
                <a:latin typeface="Times New Roman" panose="02020603050405020304" pitchFamily="18" charset="0"/>
                <a:ea typeface="宋体" panose="02010600030101010101" pitchFamily="2" charset="-122"/>
              </a:rPr>
              <a:t>点对点信道</a:t>
            </a:r>
            <a:r>
              <a:rPr lang="zh-CN" altLang="en-US" dirty="0">
                <a:latin typeface="Times New Roman" panose="02020603050405020304" pitchFamily="18" charset="0"/>
                <a:ea typeface="宋体" panose="02010600030101010101" pitchFamily="2" charset="-122"/>
              </a:rPr>
              <a:t>。这种信道使用一对一的点对点通信方式。</a:t>
            </a:r>
          </a:p>
          <a:p>
            <a:pPr eaLnBrk="1" hangingPunct="1">
              <a:lnSpc>
                <a:spcPct val="90000"/>
              </a:lnSpc>
            </a:pPr>
            <a:r>
              <a:rPr lang="zh-CN" altLang="en-US" dirty="0">
                <a:solidFill>
                  <a:schemeClr val="hlink"/>
                </a:solidFill>
                <a:latin typeface="Times New Roman" panose="02020603050405020304" pitchFamily="18" charset="0"/>
                <a:ea typeface="宋体" panose="02010600030101010101" pitchFamily="2" charset="-122"/>
              </a:rPr>
              <a:t>广播信道</a:t>
            </a:r>
            <a:r>
              <a:rPr lang="zh-CN" altLang="en-US" dirty="0">
                <a:latin typeface="Times New Roman" panose="02020603050405020304" pitchFamily="18" charset="0"/>
                <a:ea typeface="宋体" panose="02010600030101010101" pitchFamily="2" charset="-122"/>
              </a:rPr>
              <a:t>。这种信道使用一对多的广播通信方式，因此过程比较复杂。广播信道上连接的主机很多，因此必须使用专用的共享信道协议来协调这些主机的数据发 </a:t>
            </a:r>
          </a:p>
        </p:txBody>
      </p:sp>
      <p:sp>
        <p:nvSpPr>
          <p:cNvPr id="21507" name="幻灯片编号占位符 1">
            <a:extLst>
              <a:ext uri="{FF2B5EF4-FFF2-40B4-BE49-F238E27FC236}">
                <a16:creationId xmlns:a16="http://schemas.microsoft.com/office/drawing/2014/main" id="{FD53BDCF-3253-4D48-93F6-9B676F5A330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B6E8AA3-8269-B74A-ACB0-D6155B8BA8C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618910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3613D202-F5AC-9F47-B0AF-DB7A3806924F}"/>
              </a:ext>
            </a:extLst>
          </p:cNvPr>
          <p:cNvSpPr>
            <a:spLocks noGrp="1" noChangeArrowheads="1"/>
          </p:cNvSpPr>
          <p:nvPr>
            <p:ph type="title"/>
          </p:nvPr>
        </p:nvSpPr>
        <p:spPr>
          <a:xfrm>
            <a:off x="154709" y="300037"/>
            <a:ext cx="7041595" cy="576263"/>
          </a:xfrm>
        </p:spPr>
        <p:txBody>
          <a:bodyPr/>
          <a:lstStyle/>
          <a:p>
            <a:pPr eaLnBrk="1" hangingPunct="1"/>
            <a:r>
              <a:rPr lang="zh-CN" altLang="en-US" sz="3600" dirty="0">
                <a:latin typeface="黑体" panose="02010609060101010101" pitchFamily="49" charset="-122"/>
                <a:ea typeface="宋体" panose="02010600030101010101" pitchFamily="2" charset="-122"/>
              </a:rPr>
              <a:t>数据链路层的简单模型</a:t>
            </a:r>
          </a:p>
        </p:txBody>
      </p:sp>
      <p:sp>
        <p:nvSpPr>
          <p:cNvPr id="23554" name="Line 3">
            <a:extLst>
              <a:ext uri="{FF2B5EF4-FFF2-40B4-BE49-F238E27FC236}">
                <a16:creationId xmlns:a16="http://schemas.microsoft.com/office/drawing/2014/main" id="{EBC8FD2F-D72C-EF46-81D0-F05C08B764EC}"/>
              </a:ext>
            </a:extLst>
          </p:cNvPr>
          <p:cNvSpPr>
            <a:spLocks noChangeShapeType="1"/>
          </p:cNvSpPr>
          <p:nvPr/>
        </p:nvSpPr>
        <p:spPr bwMode="auto">
          <a:xfrm flipH="1" flipV="1">
            <a:off x="7019925" y="2608660"/>
            <a:ext cx="504825" cy="476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5" name="Line 4">
            <a:extLst>
              <a:ext uri="{FF2B5EF4-FFF2-40B4-BE49-F238E27FC236}">
                <a16:creationId xmlns:a16="http://schemas.microsoft.com/office/drawing/2014/main" id="{07488279-9581-2844-98F0-2A5E019F8DC2}"/>
              </a:ext>
            </a:extLst>
          </p:cNvPr>
          <p:cNvSpPr>
            <a:spLocks noChangeShapeType="1"/>
          </p:cNvSpPr>
          <p:nvPr/>
        </p:nvSpPr>
        <p:spPr bwMode="auto">
          <a:xfrm flipH="1" flipV="1">
            <a:off x="6200775" y="2380060"/>
            <a:ext cx="476250" cy="1619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6" name="Line 5">
            <a:extLst>
              <a:ext uri="{FF2B5EF4-FFF2-40B4-BE49-F238E27FC236}">
                <a16:creationId xmlns:a16="http://schemas.microsoft.com/office/drawing/2014/main" id="{E8F58B19-B14B-7649-B92D-567DF8BFC6C8}"/>
              </a:ext>
            </a:extLst>
          </p:cNvPr>
          <p:cNvSpPr>
            <a:spLocks noChangeShapeType="1"/>
          </p:cNvSpPr>
          <p:nvPr/>
        </p:nvSpPr>
        <p:spPr bwMode="auto">
          <a:xfrm flipV="1">
            <a:off x="5534025" y="2370535"/>
            <a:ext cx="571500" cy="1143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7" name="Line 6">
            <a:extLst>
              <a:ext uri="{FF2B5EF4-FFF2-40B4-BE49-F238E27FC236}">
                <a16:creationId xmlns:a16="http://schemas.microsoft.com/office/drawing/2014/main" id="{35165133-1A6F-7649-9DC3-EE0E80F8E927}"/>
              </a:ext>
            </a:extLst>
          </p:cNvPr>
          <p:cNvSpPr>
            <a:spLocks noChangeShapeType="1"/>
          </p:cNvSpPr>
          <p:nvPr/>
        </p:nvSpPr>
        <p:spPr bwMode="auto">
          <a:xfrm flipV="1">
            <a:off x="4733925" y="2427685"/>
            <a:ext cx="685800" cy="5715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8" name="Line 7">
            <a:extLst>
              <a:ext uri="{FF2B5EF4-FFF2-40B4-BE49-F238E27FC236}">
                <a16:creationId xmlns:a16="http://schemas.microsoft.com/office/drawing/2014/main" id="{3EE0477E-9B53-0542-8E4C-BC83A13869ED}"/>
              </a:ext>
            </a:extLst>
          </p:cNvPr>
          <p:cNvSpPr>
            <a:spLocks noChangeShapeType="1"/>
          </p:cNvSpPr>
          <p:nvPr/>
        </p:nvSpPr>
        <p:spPr bwMode="auto">
          <a:xfrm>
            <a:off x="3933825" y="2484835"/>
            <a:ext cx="68580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9" name="Line 8">
            <a:extLst>
              <a:ext uri="{FF2B5EF4-FFF2-40B4-BE49-F238E27FC236}">
                <a16:creationId xmlns:a16="http://schemas.microsoft.com/office/drawing/2014/main" id="{03A5998D-5716-9243-B240-F80246DB23BE}"/>
              </a:ext>
            </a:extLst>
          </p:cNvPr>
          <p:cNvSpPr>
            <a:spLocks noChangeShapeType="1"/>
          </p:cNvSpPr>
          <p:nvPr/>
        </p:nvSpPr>
        <p:spPr bwMode="auto">
          <a:xfrm>
            <a:off x="3076575" y="2313385"/>
            <a:ext cx="685800" cy="17145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60" name="Freeform 9">
            <a:extLst>
              <a:ext uri="{FF2B5EF4-FFF2-40B4-BE49-F238E27FC236}">
                <a16:creationId xmlns:a16="http://schemas.microsoft.com/office/drawing/2014/main" id="{38E6B6A6-62B9-BA42-9BE6-4F094D6C9A49}"/>
              </a:ext>
            </a:extLst>
          </p:cNvPr>
          <p:cNvSpPr>
            <a:spLocks/>
          </p:cNvSpPr>
          <p:nvPr/>
        </p:nvSpPr>
        <p:spPr bwMode="auto">
          <a:xfrm>
            <a:off x="1724025" y="2341960"/>
            <a:ext cx="1314450" cy="381000"/>
          </a:xfrm>
          <a:custGeom>
            <a:avLst/>
            <a:gdLst>
              <a:gd name="T0" fmla="*/ 0 w 1104"/>
              <a:gd name="T1" fmla="*/ 2147483646 h 320"/>
              <a:gd name="T2" fmla="*/ 2147483646 w 1104"/>
              <a:gd name="T3" fmla="*/ 2147483646 h 320"/>
              <a:gd name="T4" fmla="*/ 2147483646 w 1104"/>
              <a:gd name="T5" fmla="*/ 0 h 320"/>
              <a:gd name="T6" fmla="*/ 0 60000 65536"/>
              <a:gd name="T7" fmla="*/ 0 60000 65536"/>
              <a:gd name="T8" fmla="*/ 0 60000 65536"/>
            </a:gdLst>
            <a:ahLst/>
            <a:cxnLst>
              <a:cxn ang="T6">
                <a:pos x="T0" y="T1"/>
              </a:cxn>
              <a:cxn ang="T7">
                <a:pos x="T2" y="T3"/>
              </a:cxn>
              <a:cxn ang="T8">
                <a:pos x="T4" y="T5"/>
              </a:cxn>
            </a:cxnLst>
            <a:rect l="0" t="0" r="r" b="b"/>
            <a:pathLst>
              <a:path w="1104" h="320">
                <a:moveTo>
                  <a:pt x="0" y="320"/>
                </a:moveTo>
                <a:lnTo>
                  <a:pt x="568" y="200"/>
                </a:lnTo>
                <a:lnTo>
                  <a:pt x="1104" y="0"/>
                </a:lnTo>
              </a:path>
            </a:pathLst>
          </a:custGeom>
          <a:noFill/>
          <a:ln w="28575"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23561" name="Group 10">
            <a:extLst>
              <a:ext uri="{FF2B5EF4-FFF2-40B4-BE49-F238E27FC236}">
                <a16:creationId xmlns:a16="http://schemas.microsoft.com/office/drawing/2014/main" id="{BDAC165C-43A2-354A-ABA0-5BA800F1135A}"/>
              </a:ext>
            </a:extLst>
          </p:cNvPr>
          <p:cNvGrpSpPr>
            <a:grpSpLocks/>
          </p:cNvGrpSpPr>
          <p:nvPr/>
        </p:nvGrpSpPr>
        <p:grpSpPr bwMode="auto">
          <a:xfrm>
            <a:off x="1990725" y="2199085"/>
            <a:ext cx="846535" cy="585788"/>
            <a:chOff x="1680" y="240"/>
            <a:chExt cx="2529" cy="1270"/>
          </a:xfrm>
        </p:grpSpPr>
        <p:sp>
          <p:nvSpPr>
            <p:cNvPr id="24119" name="Oval 11">
              <a:extLst>
                <a:ext uri="{FF2B5EF4-FFF2-40B4-BE49-F238E27FC236}">
                  <a16:creationId xmlns:a16="http://schemas.microsoft.com/office/drawing/2014/main" id="{2C4E3BCD-C55E-8749-B7A3-89E0128C8112}"/>
                </a:ext>
              </a:extLst>
            </p:cNvPr>
            <p:cNvSpPr>
              <a:spLocks noChangeArrowheads="1"/>
            </p:cNvSpPr>
            <p:nvPr/>
          </p:nvSpPr>
          <p:spPr bwMode="auto">
            <a:xfrm>
              <a:off x="2555" y="240"/>
              <a:ext cx="1088" cy="514"/>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20" name="Oval 12">
              <a:extLst>
                <a:ext uri="{FF2B5EF4-FFF2-40B4-BE49-F238E27FC236}">
                  <a16:creationId xmlns:a16="http://schemas.microsoft.com/office/drawing/2014/main" id="{5BFA38D3-6C90-4142-838D-6EE61F4879F9}"/>
                </a:ext>
              </a:extLst>
            </p:cNvPr>
            <p:cNvSpPr>
              <a:spLocks noChangeArrowheads="1"/>
            </p:cNvSpPr>
            <p:nvPr/>
          </p:nvSpPr>
          <p:spPr bwMode="auto">
            <a:xfrm>
              <a:off x="1940" y="382"/>
              <a:ext cx="829" cy="5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21" name="Oval 13">
              <a:extLst>
                <a:ext uri="{FF2B5EF4-FFF2-40B4-BE49-F238E27FC236}">
                  <a16:creationId xmlns:a16="http://schemas.microsoft.com/office/drawing/2014/main" id="{AB480E34-B4BD-3049-900D-1B810F7FA088}"/>
                </a:ext>
              </a:extLst>
            </p:cNvPr>
            <p:cNvSpPr>
              <a:spLocks noChangeArrowheads="1"/>
            </p:cNvSpPr>
            <p:nvPr/>
          </p:nvSpPr>
          <p:spPr bwMode="auto">
            <a:xfrm>
              <a:off x="1680" y="702"/>
              <a:ext cx="551" cy="41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22" name="Oval 14">
              <a:extLst>
                <a:ext uri="{FF2B5EF4-FFF2-40B4-BE49-F238E27FC236}">
                  <a16:creationId xmlns:a16="http://schemas.microsoft.com/office/drawing/2014/main" id="{45E353B6-098D-E748-9246-2EA8641B0CAF}"/>
                </a:ext>
              </a:extLst>
            </p:cNvPr>
            <p:cNvSpPr>
              <a:spLocks noChangeArrowheads="1"/>
            </p:cNvSpPr>
            <p:nvPr/>
          </p:nvSpPr>
          <p:spPr bwMode="auto">
            <a:xfrm>
              <a:off x="1851" y="893"/>
              <a:ext cx="839" cy="452"/>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23" name="Oval 15">
              <a:extLst>
                <a:ext uri="{FF2B5EF4-FFF2-40B4-BE49-F238E27FC236}">
                  <a16:creationId xmlns:a16="http://schemas.microsoft.com/office/drawing/2014/main" id="{07608A91-BCC9-3643-B604-8BF9470E1C9C}"/>
                </a:ext>
              </a:extLst>
            </p:cNvPr>
            <p:cNvSpPr>
              <a:spLocks noChangeArrowheads="1"/>
            </p:cNvSpPr>
            <p:nvPr/>
          </p:nvSpPr>
          <p:spPr bwMode="auto">
            <a:xfrm>
              <a:off x="2463" y="971"/>
              <a:ext cx="1270"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24" name="Oval 16">
              <a:extLst>
                <a:ext uri="{FF2B5EF4-FFF2-40B4-BE49-F238E27FC236}">
                  <a16:creationId xmlns:a16="http://schemas.microsoft.com/office/drawing/2014/main" id="{5AF225F4-930C-B24E-B080-B495DF61D2B1}"/>
                </a:ext>
              </a:extLst>
            </p:cNvPr>
            <p:cNvSpPr>
              <a:spLocks noChangeArrowheads="1"/>
            </p:cNvSpPr>
            <p:nvPr/>
          </p:nvSpPr>
          <p:spPr bwMode="auto">
            <a:xfrm>
              <a:off x="3288" y="395"/>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25" name="Oval 17">
              <a:extLst>
                <a:ext uri="{FF2B5EF4-FFF2-40B4-BE49-F238E27FC236}">
                  <a16:creationId xmlns:a16="http://schemas.microsoft.com/office/drawing/2014/main" id="{027847EB-2F9B-2F4A-9C3F-C5AE36FB88E7}"/>
                </a:ext>
              </a:extLst>
            </p:cNvPr>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26" name="Oval 18">
              <a:extLst>
                <a:ext uri="{FF2B5EF4-FFF2-40B4-BE49-F238E27FC236}">
                  <a16:creationId xmlns:a16="http://schemas.microsoft.com/office/drawing/2014/main" id="{BBA18966-408C-8342-B439-C7594E4DF33B}"/>
                </a:ext>
              </a:extLst>
            </p:cNvPr>
            <p:cNvSpPr>
              <a:spLocks noChangeArrowheads="1"/>
            </p:cNvSpPr>
            <p:nvPr/>
          </p:nvSpPr>
          <p:spPr bwMode="auto">
            <a:xfrm>
              <a:off x="3334" y="754"/>
              <a:ext cx="797"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27" name="Oval 19">
              <a:extLst>
                <a:ext uri="{FF2B5EF4-FFF2-40B4-BE49-F238E27FC236}">
                  <a16:creationId xmlns:a16="http://schemas.microsoft.com/office/drawing/2014/main" id="{ABDBD7E8-F47D-1944-B9E7-57CF58C9A69D}"/>
                </a:ext>
              </a:extLst>
            </p:cNvPr>
            <p:cNvSpPr>
              <a:spLocks noChangeArrowheads="1"/>
            </p:cNvSpPr>
            <p:nvPr/>
          </p:nvSpPr>
          <p:spPr bwMode="auto">
            <a:xfrm>
              <a:off x="2139" y="547"/>
              <a:ext cx="1640"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grpSp>
        <p:nvGrpSpPr>
          <p:cNvPr id="23562" name="Group 20">
            <a:extLst>
              <a:ext uri="{FF2B5EF4-FFF2-40B4-BE49-F238E27FC236}">
                <a16:creationId xmlns:a16="http://schemas.microsoft.com/office/drawing/2014/main" id="{5B7F8943-CDB6-5A4F-8ACD-EDDBD76A6DD1}"/>
              </a:ext>
            </a:extLst>
          </p:cNvPr>
          <p:cNvGrpSpPr>
            <a:grpSpLocks/>
          </p:cNvGrpSpPr>
          <p:nvPr/>
        </p:nvGrpSpPr>
        <p:grpSpPr bwMode="auto">
          <a:xfrm>
            <a:off x="3419475" y="2199085"/>
            <a:ext cx="846535" cy="585788"/>
            <a:chOff x="1680" y="240"/>
            <a:chExt cx="2529" cy="1270"/>
          </a:xfrm>
        </p:grpSpPr>
        <p:sp>
          <p:nvSpPr>
            <p:cNvPr id="24110" name="Oval 21">
              <a:extLst>
                <a:ext uri="{FF2B5EF4-FFF2-40B4-BE49-F238E27FC236}">
                  <a16:creationId xmlns:a16="http://schemas.microsoft.com/office/drawing/2014/main" id="{88B584F8-B083-D645-9DB9-F73557E6F092}"/>
                </a:ext>
              </a:extLst>
            </p:cNvPr>
            <p:cNvSpPr>
              <a:spLocks noChangeArrowheads="1"/>
            </p:cNvSpPr>
            <p:nvPr/>
          </p:nvSpPr>
          <p:spPr bwMode="auto">
            <a:xfrm>
              <a:off x="2555" y="240"/>
              <a:ext cx="1088" cy="514"/>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11" name="Oval 22">
              <a:extLst>
                <a:ext uri="{FF2B5EF4-FFF2-40B4-BE49-F238E27FC236}">
                  <a16:creationId xmlns:a16="http://schemas.microsoft.com/office/drawing/2014/main" id="{E5B74041-997E-D142-AA1D-F6C1D3DA905C}"/>
                </a:ext>
              </a:extLst>
            </p:cNvPr>
            <p:cNvSpPr>
              <a:spLocks noChangeArrowheads="1"/>
            </p:cNvSpPr>
            <p:nvPr/>
          </p:nvSpPr>
          <p:spPr bwMode="auto">
            <a:xfrm>
              <a:off x="1940" y="382"/>
              <a:ext cx="829" cy="5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12" name="Oval 23">
              <a:extLst>
                <a:ext uri="{FF2B5EF4-FFF2-40B4-BE49-F238E27FC236}">
                  <a16:creationId xmlns:a16="http://schemas.microsoft.com/office/drawing/2014/main" id="{28A942DA-EAB1-1742-8D56-FBE6424DDBD8}"/>
                </a:ext>
              </a:extLst>
            </p:cNvPr>
            <p:cNvSpPr>
              <a:spLocks noChangeArrowheads="1"/>
            </p:cNvSpPr>
            <p:nvPr/>
          </p:nvSpPr>
          <p:spPr bwMode="auto">
            <a:xfrm>
              <a:off x="1680" y="702"/>
              <a:ext cx="551" cy="41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13" name="Oval 24">
              <a:extLst>
                <a:ext uri="{FF2B5EF4-FFF2-40B4-BE49-F238E27FC236}">
                  <a16:creationId xmlns:a16="http://schemas.microsoft.com/office/drawing/2014/main" id="{FED9086C-7019-B74F-8732-073E7863D83C}"/>
                </a:ext>
              </a:extLst>
            </p:cNvPr>
            <p:cNvSpPr>
              <a:spLocks noChangeArrowheads="1"/>
            </p:cNvSpPr>
            <p:nvPr/>
          </p:nvSpPr>
          <p:spPr bwMode="auto">
            <a:xfrm>
              <a:off x="1851" y="893"/>
              <a:ext cx="839" cy="452"/>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14" name="Oval 25">
              <a:extLst>
                <a:ext uri="{FF2B5EF4-FFF2-40B4-BE49-F238E27FC236}">
                  <a16:creationId xmlns:a16="http://schemas.microsoft.com/office/drawing/2014/main" id="{41FDAAEE-7919-FF4D-9533-B4AE003086A8}"/>
                </a:ext>
              </a:extLst>
            </p:cNvPr>
            <p:cNvSpPr>
              <a:spLocks noChangeArrowheads="1"/>
            </p:cNvSpPr>
            <p:nvPr/>
          </p:nvSpPr>
          <p:spPr bwMode="auto">
            <a:xfrm>
              <a:off x="2463" y="971"/>
              <a:ext cx="1270"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15" name="Oval 26">
              <a:extLst>
                <a:ext uri="{FF2B5EF4-FFF2-40B4-BE49-F238E27FC236}">
                  <a16:creationId xmlns:a16="http://schemas.microsoft.com/office/drawing/2014/main" id="{E72283A0-70B8-0949-BB35-C1D7BDED8DC8}"/>
                </a:ext>
              </a:extLst>
            </p:cNvPr>
            <p:cNvSpPr>
              <a:spLocks noChangeArrowheads="1"/>
            </p:cNvSpPr>
            <p:nvPr/>
          </p:nvSpPr>
          <p:spPr bwMode="auto">
            <a:xfrm>
              <a:off x="3288" y="395"/>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16" name="Oval 27">
              <a:extLst>
                <a:ext uri="{FF2B5EF4-FFF2-40B4-BE49-F238E27FC236}">
                  <a16:creationId xmlns:a16="http://schemas.microsoft.com/office/drawing/2014/main" id="{3C06E356-C8BD-204F-BC28-1C116BFAEE27}"/>
                </a:ext>
              </a:extLst>
            </p:cNvPr>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17" name="Oval 28">
              <a:extLst>
                <a:ext uri="{FF2B5EF4-FFF2-40B4-BE49-F238E27FC236}">
                  <a16:creationId xmlns:a16="http://schemas.microsoft.com/office/drawing/2014/main" id="{E711AB14-3921-7E40-9C08-59D576F01527}"/>
                </a:ext>
              </a:extLst>
            </p:cNvPr>
            <p:cNvSpPr>
              <a:spLocks noChangeArrowheads="1"/>
            </p:cNvSpPr>
            <p:nvPr/>
          </p:nvSpPr>
          <p:spPr bwMode="auto">
            <a:xfrm>
              <a:off x="3334" y="754"/>
              <a:ext cx="797"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18" name="Oval 29">
              <a:extLst>
                <a:ext uri="{FF2B5EF4-FFF2-40B4-BE49-F238E27FC236}">
                  <a16:creationId xmlns:a16="http://schemas.microsoft.com/office/drawing/2014/main" id="{6108BAA1-9AE4-F347-BBD6-D61BBA14C520}"/>
                </a:ext>
              </a:extLst>
            </p:cNvPr>
            <p:cNvSpPr>
              <a:spLocks noChangeArrowheads="1"/>
            </p:cNvSpPr>
            <p:nvPr/>
          </p:nvSpPr>
          <p:spPr bwMode="auto">
            <a:xfrm>
              <a:off x="2139" y="547"/>
              <a:ext cx="1640"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sp>
        <p:nvSpPr>
          <p:cNvPr id="23563" name="Text Box 30">
            <a:extLst>
              <a:ext uri="{FF2B5EF4-FFF2-40B4-BE49-F238E27FC236}">
                <a16:creationId xmlns:a16="http://schemas.microsoft.com/office/drawing/2014/main" id="{4BC72DDF-6B9B-9148-AA61-97C680468475}"/>
              </a:ext>
            </a:extLst>
          </p:cNvPr>
          <p:cNvSpPr txBox="1">
            <a:spLocks noChangeArrowheads="1"/>
          </p:cNvSpPr>
          <p:nvPr/>
        </p:nvSpPr>
        <p:spPr bwMode="auto">
          <a:xfrm>
            <a:off x="3562351" y="2340769"/>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局域网</a:t>
            </a:r>
          </a:p>
        </p:txBody>
      </p:sp>
      <p:pic>
        <p:nvPicPr>
          <p:cNvPr id="23564" name="Picture 31">
            <a:extLst>
              <a:ext uri="{FF2B5EF4-FFF2-40B4-BE49-F238E27FC236}">
                <a16:creationId xmlns:a16="http://schemas.microsoft.com/office/drawing/2014/main" id="{970A5B75-3330-6140-9E5F-90391B9CB07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6557" y="2222898"/>
            <a:ext cx="330994" cy="22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5" name="Picture 32">
            <a:extLst>
              <a:ext uri="{FF2B5EF4-FFF2-40B4-BE49-F238E27FC236}">
                <a16:creationId xmlns:a16="http://schemas.microsoft.com/office/drawing/2014/main" id="{CA8310CE-483E-504B-B5F0-C76DD0EBF9A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5325" y="2370535"/>
            <a:ext cx="330994" cy="22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6" name="Picture 33">
            <a:extLst>
              <a:ext uri="{FF2B5EF4-FFF2-40B4-BE49-F238E27FC236}">
                <a16:creationId xmlns:a16="http://schemas.microsoft.com/office/drawing/2014/main" id="{64D72CDB-1036-A543-9770-F153D121903D}"/>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05675" y="2418160"/>
            <a:ext cx="40005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7" name="Picture 34">
            <a:extLst>
              <a:ext uri="{FF2B5EF4-FFF2-40B4-BE49-F238E27FC236}">
                <a16:creationId xmlns:a16="http://schemas.microsoft.com/office/drawing/2014/main" id="{D24042DA-A439-CE40-A6CD-B5A6F61AC88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1225" y="2258616"/>
            <a:ext cx="330994" cy="22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568" name="Group 35">
            <a:extLst>
              <a:ext uri="{FF2B5EF4-FFF2-40B4-BE49-F238E27FC236}">
                <a16:creationId xmlns:a16="http://schemas.microsoft.com/office/drawing/2014/main" id="{92D4E59B-E42F-664A-BEB1-4E8F45604BBE}"/>
              </a:ext>
            </a:extLst>
          </p:cNvPr>
          <p:cNvGrpSpPr>
            <a:grpSpLocks/>
          </p:cNvGrpSpPr>
          <p:nvPr/>
        </p:nvGrpSpPr>
        <p:grpSpPr bwMode="auto">
          <a:xfrm>
            <a:off x="5019675" y="2199085"/>
            <a:ext cx="846535" cy="585788"/>
            <a:chOff x="1680" y="240"/>
            <a:chExt cx="2529" cy="1270"/>
          </a:xfrm>
        </p:grpSpPr>
        <p:sp>
          <p:nvSpPr>
            <p:cNvPr id="24101" name="Oval 36">
              <a:extLst>
                <a:ext uri="{FF2B5EF4-FFF2-40B4-BE49-F238E27FC236}">
                  <a16:creationId xmlns:a16="http://schemas.microsoft.com/office/drawing/2014/main" id="{9EE17842-13A5-144F-A832-1E29A966F6F6}"/>
                </a:ext>
              </a:extLst>
            </p:cNvPr>
            <p:cNvSpPr>
              <a:spLocks noChangeArrowheads="1"/>
            </p:cNvSpPr>
            <p:nvPr/>
          </p:nvSpPr>
          <p:spPr bwMode="auto">
            <a:xfrm>
              <a:off x="2555" y="240"/>
              <a:ext cx="1088" cy="514"/>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02" name="Oval 37">
              <a:extLst>
                <a:ext uri="{FF2B5EF4-FFF2-40B4-BE49-F238E27FC236}">
                  <a16:creationId xmlns:a16="http://schemas.microsoft.com/office/drawing/2014/main" id="{D7F55883-5048-554C-A7B0-E545682E1F89}"/>
                </a:ext>
              </a:extLst>
            </p:cNvPr>
            <p:cNvSpPr>
              <a:spLocks noChangeArrowheads="1"/>
            </p:cNvSpPr>
            <p:nvPr/>
          </p:nvSpPr>
          <p:spPr bwMode="auto">
            <a:xfrm>
              <a:off x="1940" y="382"/>
              <a:ext cx="829" cy="5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03" name="Oval 38">
              <a:extLst>
                <a:ext uri="{FF2B5EF4-FFF2-40B4-BE49-F238E27FC236}">
                  <a16:creationId xmlns:a16="http://schemas.microsoft.com/office/drawing/2014/main" id="{0DE3B12E-54E6-2D46-84B5-78D0566237ED}"/>
                </a:ext>
              </a:extLst>
            </p:cNvPr>
            <p:cNvSpPr>
              <a:spLocks noChangeArrowheads="1"/>
            </p:cNvSpPr>
            <p:nvPr/>
          </p:nvSpPr>
          <p:spPr bwMode="auto">
            <a:xfrm>
              <a:off x="1680" y="702"/>
              <a:ext cx="551" cy="41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04" name="Oval 39">
              <a:extLst>
                <a:ext uri="{FF2B5EF4-FFF2-40B4-BE49-F238E27FC236}">
                  <a16:creationId xmlns:a16="http://schemas.microsoft.com/office/drawing/2014/main" id="{6CCDB1D0-AD3A-2E46-98D0-FE634A4839AB}"/>
                </a:ext>
              </a:extLst>
            </p:cNvPr>
            <p:cNvSpPr>
              <a:spLocks noChangeArrowheads="1"/>
            </p:cNvSpPr>
            <p:nvPr/>
          </p:nvSpPr>
          <p:spPr bwMode="auto">
            <a:xfrm>
              <a:off x="1851" y="893"/>
              <a:ext cx="839" cy="452"/>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05" name="Oval 40">
              <a:extLst>
                <a:ext uri="{FF2B5EF4-FFF2-40B4-BE49-F238E27FC236}">
                  <a16:creationId xmlns:a16="http://schemas.microsoft.com/office/drawing/2014/main" id="{EE88BAF7-4BD2-2A42-97BB-1E7853052FC2}"/>
                </a:ext>
              </a:extLst>
            </p:cNvPr>
            <p:cNvSpPr>
              <a:spLocks noChangeArrowheads="1"/>
            </p:cNvSpPr>
            <p:nvPr/>
          </p:nvSpPr>
          <p:spPr bwMode="auto">
            <a:xfrm>
              <a:off x="2463" y="971"/>
              <a:ext cx="1270"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06" name="Oval 41">
              <a:extLst>
                <a:ext uri="{FF2B5EF4-FFF2-40B4-BE49-F238E27FC236}">
                  <a16:creationId xmlns:a16="http://schemas.microsoft.com/office/drawing/2014/main" id="{D55720AB-A9F7-E046-AB8B-939D00A02AC9}"/>
                </a:ext>
              </a:extLst>
            </p:cNvPr>
            <p:cNvSpPr>
              <a:spLocks noChangeArrowheads="1"/>
            </p:cNvSpPr>
            <p:nvPr/>
          </p:nvSpPr>
          <p:spPr bwMode="auto">
            <a:xfrm>
              <a:off x="3288" y="395"/>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07" name="Oval 42">
              <a:extLst>
                <a:ext uri="{FF2B5EF4-FFF2-40B4-BE49-F238E27FC236}">
                  <a16:creationId xmlns:a16="http://schemas.microsoft.com/office/drawing/2014/main" id="{F7EEE9FE-0466-534C-88EE-DD3A20A22EAA}"/>
                </a:ext>
              </a:extLst>
            </p:cNvPr>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08" name="Oval 43">
              <a:extLst>
                <a:ext uri="{FF2B5EF4-FFF2-40B4-BE49-F238E27FC236}">
                  <a16:creationId xmlns:a16="http://schemas.microsoft.com/office/drawing/2014/main" id="{417E3BE4-2804-FD46-BB79-E2EDD17FE5AE}"/>
                </a:ext>
              </a:extLst>
            </p:cNvPr>
            <p:cNvSpPr>
              <a:spLocks noChangeArrowheads="1"/>
            </p:cNvSpPr>
            <p:nvPr/>
          </p:nvSpPr>
          <p:spPr bwMode="auto">
            <a:xfrm>
              <a:off x="3334" y="754"/>
              <a:ext cx="797"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09" name="Oval 44">
              <a:extLst>
                <a:ext uri="{FF2B5EF4-FFF2-40B4-BE49-F238E27FC236}">
                  <a16:creationId xmlns:a16="http://schemas.microsoft.com/office/drawing/2014/main" id="{F25CEC73-44D0-4E46-8A16-51678113A708}"/>
                </a:ext>
              </a:extLst>
            </p:cNvPr>
            <p:cNvSpPr>
              <a:spLocks noChangeArrowheads="1"/>
            </p:cNvSpPr>
            <p:nvPr/>
          </p:nvSpPr>
          <p:spPr bwMode="auto">
            <a:xfrm>
              <a:off x="2139" y="547"/>
              <a:ext cx="1640"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sp>
        <p:nvSpPr>
          <p:cNvPr id="23569" name="Text Box 45">
            <a:extLst>
              <a:ext uri="{FF2B5EF4-FFF2-40B4-BE49-F238E27FC236}">
                <a16:creationId xmlns:a16="http://schemas.microsoft.com/office/drawing/2014/main" id="{3BEC5333-8FE6-6947-8054-B602A7728DA1}"/>
              </a:ext>
            </a:extLst>
          </p:cNvPr>
          <p:cNvSpPr txBox="1">
            <a:spLocks noChangeArrowheads="1"/>
          </p:cNvSpPr>
          <p:nvPr/>
        </p:nvSpPr>
        <p:spPr bwMode="auto">
          <a:xfrm>
            <a:off x="5143501" y="2340769"/>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广域网</a:t>
            </a:r>
          </a:p>
        </p:txBody>
      </p:sp>
      <p:sp>
        <p:nvSpPr>
          <p:cNvPr id="23570" name="Text Box 46">
            <a:extLst>
              <a:ext uri="{FF2B5EF4-FFF2-40B4-BE49-F238E27FC236}">
                <a16:creationId xmlns:a16="http://schemas.microsoft.com/office/drawing/2014/main" id="{60AEB45E-B001-C44E-A7A2-EA51DC908A7F}"/>
              </a:ext>
            </a:extLst>
          </p:cNvPr>
          <p:cNvSpPr txBox="1">
            <a:spLocks noChangeArrowheads="1"/>
          </p:cNvSpPr>
          <p:nvPr/>
        </p:nvSpPr>
        <p:spPr bwMode="auto">
          <a:xfrm>
            <a:off x="1382316" y="2089547"/>
            <a:ext cx="756938"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主机</a:t>
            </a:r>
            <a:r>
              <a:rPr kumimoji="1" lang="zh-CN" altLang="en-US" sz="1050">
                <a:latin typeface="Arial" panose="020B0604020202020204" pitchFamily="34" charset="0"/>
                <a:ea typeface="宋体" panose="02010600030101010101" pitchFamily="2" charset="-122"/>
              </a:rPr>
              <a:t> </a:t>
            </a:r>
            <a:r>
              <a:rPr kumimoji="1" lang="en-US" altLang="zh-CN" sz="1350" b="1">
                <a:latin typeface="Arial" panose="020B0604020202020204" pitchFamily="34" charset="0"/>
                <a:ea typeface="宋体" panose="02010600030101010101" pitchFamily="2" charset="-122"/>
              </a:rPr>
              <a:t>H</a:t>
            </a:r>
            <a:r>
              <a:rPr kumimoji="1" lang="en-US" altLang="zh-CN" sz="1350" b="1" baseline="-25000">
                <a:latin typeface="Arial" panose="020B0604020202020204" pitchFamily="34" charset="0"/>
                <a:ea typeface="宋体" panose="02010600030101010101" pitchFamily="2" charset="-122"/>
              </a:rPr>
              <a:t>1</a:t>
            </a:r>
          </a:p>
        </p:txBody>
      </p:sp>
      <p:sp>
        <p:nvSpPr>
          <p:cNvPr id="23571" name="Text Box 47">
            <a:extLst>
              <a:ext uri="{FF2B5EF4-FFF2-40B4-BE49-F238E27FC236}">
                <a16:creationId xmlns:a16="http://schemas.microsoft.com/office/drawing/2014/main" id="{46A2563E-2DE5-304D-A7DC-E8A9F169E0F5}"/>
              </a:ext>
            </a:extLst>
          </p:cNvPr>
          <p:cNvSpPr txBox="1">
            <a:spLocks noChangeArrowheads="1"/>
          </p:cNvSpPr>
          <p:nvPr/>
        </p:nvSpPr>
        <p:spPr bwMode="auto">
          <a:xfrm>
            <a:off x="7161610" y="2178844"/>
            <a:ext cx="756938"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主机</a:t>
            </a:r>
            <a:r>
              <a:rPr kumimoji="1" lang="zh-CN" altLang="en-US" sz="1050" b="1">
                <a:latin typeface="Arial" panose="020B0604020202020204" pitchFamily="34" charset="0"/>
                <a:ea typeface="宋体" panose="02010600030101010101" pitchFamily="2" charset="-122"/>
              </a:rPr>
              <a:t> </a:t>
            </a:r>
            <a:r>
              <a:rPr kumimoji="1" lang="en-US" altLang="zh-CN" sz="1350" b="1">
                <a:latin typeface="Arial" panose="020B0604020202020204" pitchFamily="34" charset="0"/>
                <a:ea typeface="宋体" panose="02010600030101010101" pitchFamily="2" charset="-122"/>
              </a:rPr>
              <a:t>H</a:t>
            </a:r>
            <a:r>
              <a:rPr kumimoji="1" lang="en-US" altLang="zh-CN" sz="1350" b="1" baseline="-25000">
                <a:latin typeface="Arial" panose="020B0604020202020204" pitchFamily="34" charset="0"/>
                <a:ea typeface="宋体" panose="02010600030101010101" pitchFamily="2" charset="-122"/>
              </a:rPr>
              <a:t>2</a:t>
            </a:r>
          </a:p>
        </p:txBody>
      </p:sp>
      <p:sp>
        <p:nvSpPr>
          <p:cNvPr id="23572" name="Text Box 48">
            <a:extLst>
              <a:ext uri="{FF2B5EF4-FFF2-40B4-BE49-F238E27FC236}">
                <a16:creationId xmlns:a16="http://schemas.microsoft.com/office/drawing/2014/main" id="{6986D68E-ACAD-594F-8321-AB4BBA3CFAE4}"/>
              </a:ext>
            </a:extLst>
          </p:cNvPr>
          <p:cNvSpPr txBox="1">
            <a:spLocks noChangeArrowheads="1"/>
          </p:cNvSpPr>
          <p:nvPr/>
        </p:nvSpPr>
        <p:spPr bwMode="auto">
          <a:xfrm>
            <a:off x="2678907" y="1951435"/>
            <a:ext cx="9172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路由器</a:t>
            </a:r>
            <a:r>
              <a:rPr kumimoji="1" lang="zh-CN" altLang="en-US" sz="675">
                <a:latin typeface="Arial" panose="020B0604020202020204" pitchFamily="34" charset="0"/>
                <a:ea typeface="宋体" panose="02010600030101010101" pitchFamily="2" charset="-122"/>
              </a:rPr>
              <a:t> </a:t>
            </a:r>
            <a:r>
              <a:rPr kumimoji="1" lang="en-US" altLang="zh-CN" sz="1350" b="1">
                <a:latin typeface="Arial" panose="020B0604020202020204" pitchFamily="34" charset="0"/>
                <a:ea typeface="宋体" panose="02010600030101010101" pitchFamily="2" charset="-122"/>
              </a:rPr>
              <a:t>R</a:t>
            </a:r>
            <a:r>
              <a:rPr kumimoji="1" lang="en-US" altLang="zh-CN" sz="1350" b="1" baseline="-25000">
                <a:latin typeface="Arial" panose="020B0604020202020204" pitchFamily="34" charset="0"/>
                <a:ea typeface="宋体" panose="02010600030101010101" pitchFamily="2" charset="-122"/>
              </a:rPr>
              <a:t>1</a:t>
            </a:r>
          </a:p>
        </p:txBody>
      </p:sp>
      <p:sp>
        <p:nvSpPr>
          <p:cNvPr id="23573" name="Text Box 49">
            <a:extLst>
              <a:ext uri="{FF2B5EF4-FFF2-40B4-BE49-F238E27FC236}">
                <a16:creationId xmlns:a16="http://schemas.microsoft.com/office/drawing/2014/main" id="{7F66A4E6-8E2A-E64A-A27E-A11DEEB5FDB3}"/>
              </a:ext>
            </a:extLst>
          </p:cNvPr>
          <p:cNvSpPr txBox="1">
            <a:spLocks noChangeArrowheads="1"/>
          </p:cNvSpPr>
          <p:nvPr/>
        </p:nvSpPr>
        <p:spPr bwMode="auto">
          <a:xfrm>
            <a:off x="4298157" y="2099072"/>
            <a:ext cx="9172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路由器</a:t>
            </a:r>
            <a:r>
              <a:rPr kumimoji="1" lang="zh-CN" altLang="en-US" sz="675" b="1">
                <a:latin typeface="Arial" panose="020B0604020202020204" pitchFamily="34" charset="0"/>
                <a:ea typeface="宋体" panose="02010600030101010101" pitchFamily="2" charset="-122"/>
              </a:rPr>
              <a:t> </a:t>
            </a:r>
            <a:r>
              <a:rPr kumimoji="1" lang="en-US" altLang="zh-CN" sz="1350" b="1">
                <a:latin typeface="Arial" panose="020B0604020202020204" pitchFamily="34" charset="0"/>
                <a:ea typeface="宋体" panose="02010600030101010101" pitchFamily="2" charset="-122"/>
              </a:rPr>
              <a:t>R</a:t>
            </a:r>
            <a:r>
              <a:rPr kumimoji="1" lang="en-US" altLang="zh-CN" sz="1350" b="1" baseline="-25000">
                <a:latin typeface="Arial" panose="020B0604020202020204" pitchFamily="34" charset="0"/>
                <a:ea typeface="宋体" panose="02010600030101010101" pitchFamily="2" charset="-122"/>
              </a:rPr>
              <a:t>2</a:t>
            </a:r>
          </a:p>
        </p:txBody>
      </p:sp>
      <p:sp>
        <p:nvSpPr>
          <p:cNvPr id="23574" name="Text Box 50">
            <a:extLst>
              <a:ext uri="{FF2B5EF4-FFF2-40B4-BE49-F238E27FC236}">
                <a16:creationId xmlns:a16="http://schemas.microsoft.com/office/drawing/2014/main" id="{1A8A1BD0-1084-EA48-851D-BC11FE327D63}"/>
              </a:ext>
            </a:extLst>
          </p:cNvPr>
          <p:cNvSpPr txBox="1">
            <a:spLocks noChangeArrowheads="1"/>
          </p:cNvSpPr>
          <p:nvPr/>
        </p:nvSpPr>
        <p:spPr bwMode="auto">
          <a:xfrm>
            <a:off x="5756673" y="1994297"/>
            <a:ext cx="9172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路由器</a:t>
            </a:r>
            <a:r>
              <a:rPr kumimoji="1" lang="zh-CN" altLang="en-US" sz="675" b="1">
                <a:latin typeface="Arial" panose="020B0604020202020204" pitchFamily="34" charset="0"/>
                <a:ea typeface="宋体" panose="02010600030101010101" pitchFamily="2" charset="-122"/>
              </a:rPr>
              <a:t> </a:t>
            </a:r>
            <a:r>
              <a:rPr kumimoji="1" lang="en-US" altLang="zh-CN" sz="1350" b="1">
                <a:latin typeface="Arial" panose="020B0604020202020204" pitchFamily="34" charset="0"/>
                <a:ea typeface="宋体" panose="02010600030101010101" pitchFamily="2" charset="-122"/>
              </a:rPr>
              <a:t>R</a:t>
            </a:r>
            <a:r>
              <a:rPr kumimoji="1" lang="en-US" altLang="zh-CN" sz="1350" b="1" baseline="-25000">
                <a:latin typeface="Arial" panose="020B0604020202020204" pitchFamily="34" charset="0"/>
                <a:ea typeface="宋体" panose="02010600030101010101" pitchFamily="2" charset="-122"/>
              </a:rPr>
              <a:t>3</a:t>
            </a:r>
          </a:p>
        </p:txBody>
      </p:sp>
      <p:sp>
        <p:nvSpPr>
          <p:cNvPr id="23575" name="Text Box 51">
            <a:extLst>
              <a:ext uri="{FF2B5EF4-FFF2-40B4-BE49-F238E27FC236}">
                <a16:creationId xmlns:a16="http://schemas.microsoft.com/office/drawing/2014/main" id="{B838E0A0-B2D6-3643-9517-5E7CD75BB395}"/>
              </a:ext>
            </a:extLst>
          </p:cNvPr>
          <p:cNvSpPr txBox="1">
            <a:spLocks noChangeArrowheads="1"/>
          </p:cNvSpPr>
          <p:nvPr/>
        </p:nvSpPr>
        <p:spPr bwMode="auto">
          <a:xfrm>
            <a:off x="2105026" y="2350294"/>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电话网</a:t>
            </a:r>
          </a:p>
        </p:txBody>
      </p:sp>
      <p:grpSp>
        <p:nvGrpSpPr>
          <p:cNvPr id="23576" name="Group 53">
            <a:extLst>
              <a:ext uri="{FF2B5EF4-FFF2-40B4-BE49-F238E27FC236}">
                <a16:creationId xmlns:a16="http://schemas.microsoft.com/office/drawing/2014/main" id="{FCBE1200-248F-ED44-81FE-2B7FB1B48C1D}"/>
              </a:ext>
            </a:extLst>
          </p:cNvPr>
          <p:cNvGrpSpPr>
            <a:grpSpLocks/>
          </p:cNvGrpSpPr>
          <p:nvPr/>
        </p:nvGrpSpPr>
        <p:grpSpPr bwMode="auto">
          <a:xfrm>
            <a:off x="1419226" y="2370535"/>
            <a:ext cx="498872" cy="409575"/>
            <a:chOff x="624" y="2968"/>
            <a:chExt cx="1331" cy="920"/>
          </a:xfrm>
        </p:grpSpPr>
        <p:sp>
          <p:nvSpPr>
            <p:cNvPr id="23649" name="Freeform 54">
              <a:extLst>
                <a:ext uri="{FF2B5EF4-FFF2-40B4-BE49-F238E27FC236}">
                  <a16:creationId xmlns:a16="http://schemas.microsoft.com/office/drawing/2014/main" id="{7E2DFB7D-BED1-0749-AF8F-A6FAE12C1178}"/>
                </a:ext>
              </a:extLst>
            </p:cNvPr>
            <p:cNvSpPr>
              <a:spLocks/>
            </p:cNvSpPr>
            <p:nvPr/>
          </p:nvSpPr>
          <p:spPr bwMode="auto">
            <a:xfrm>
              <a:off x="1238" y="2968"/>
              <a:ext cx="713" cy="770"/>
            </a:xfrm>
            <a:custGeom>
              <a:avLst/>
              <a:gdLst>
                <a:gd name="T0" fmla="*/ 1 w 1426"/>
                <a:gd name="T1" fmla="*/ 0 h 2309"/>
                <a:gd name="T2" fmla="*/ 1 w 1426"/>
                <a:gd name="T3" fmla="*/ 0 h 2309"/>
                <a:gd name="T4" fmla="*/ 0 w 1426"/>
                <a:gd name="T5" fmla="*/ 0 h 2309"/>
                <a:gd name="T6" fmla="*/ 1 w 1426"/>
                <a:gd name="T7" fmla="*/ 0 h 2309"/>
                <a:gd name="T8" fmla="*/ 1 w 1426"/>
                <a:gd name="T9" fmla="*/ 0 h 2309"/>
                <a:gd name="T10" fmla="*/ 1 w 1426"/>
                <a:gd name="T11" fmla="*/ 0 h 2309"/>
                <a:gd name="T12" fmla="*/ 1 w 1426"/>
                <a:gd name="T13" fmla="*/ 0 h 2309"/>
                <a:gd name="T14" fmla="*/ 1 w 1426"/>
                <a:gd name="T15" fmla="*/ 0 h 2309"/>
                <a:gd name="T16" fmla="*/ 1 w 1426"/>
                <a:gd name="T17" fmla="*/ 0 h 2309"/>
                <a:gd name="T18" fmla="*/ 1 w 1426"/>
                <a:gd name="T19" fmla="*/ 0 h 2309"/>
                <a:gd name="T20" fmla="*/ 1 w 1426"/>
                <a:gd name="T21" fmla="*/ 0 h 2309"/>
                <a:gd name="T22" fmla="*/ 1 w 1426"/>
                <a:gd name="T23" fmla="*/ 0 h 2309"/>
                <a:gd name="T24" fmla="*/ 1 w 1426"/>
                <a:gd name="T25" fmla="*/ 0 h 23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50" name="Freeform 55">
              <a:extLst>
                <a:ext uri="{FF2B5EF4-FFF2-40B4-BE49-F238E27FC236}">
                  <a16:creationId xmlns:a16="http://schemas.microsoft.com/office/drawing/2014/main" id="{C93899EF-057F-8A44-B4B1-DCF8023E95EB}"/>
                </a:ext>
              </a:extLst>
            </p:cNvPr>
            <p:cNvSpPr>
              <a:spLocks/>
            </p:cNvSpPr>
            <p:nvPr/>
          </p:nvSpPr>
          <p:spPr bwMode="auto">
            <a:xfrm>
              <a:off x="1668" y="3087"/>
              <a:ext cx="286" cy="660"/>
            </a:xfrm>
            <a:custGeom>
              <a:avLst/>
              <a:gdLst>
                <a:gd name="T0" fmla="*/ 0 w 573"/>
                <a:gd name="T1" fmla="*/ 0 h 1980"/>
                <a:gd name="T2" fmla="*/ 0 w 573"/>
                <a:gd name="T3" fmla="*/ 0 h 1980"/>
                <a:gd name="T4" fmla="*/ 0 w 573"/>
                <a:gd name="T5" fmla="*/ 0 h 1980"/>
                <a:gd name="T6" fmla="*/ 0 w 573"/>
                <a:gd name="T7" fmla="*/ 0 h 1980"/>
                <a:gd name="T8" fmla="*/ 0 w 573"/>
                <a:gd name="T9" fmla="*/ 0 h 1980"/>
                <a:gd name="T10" fmla="*/ 0 w 573"/>
                <a:gd name="T11" fmla="*/ 0 h 1980"/>
                <a:gd name="T12" fmla="*/ 0 w 573"/>
                <a:gd name="T13" fmla="*/ 0 h 1980"/>
                <a:gd name="T14" fmla="*/ 0 w 573"/>
                <a:gd name="T15" fmla="*/ 0 h 1980"/>
                <a:gd name="T16" fmla="*/ 0 w 573"/>
                <a:gd name="T17" fmla="*/ 0 h 1980"/>
                <a:gd name="T18" fmla="*/ 0 w 573"/>
                <a:gd name="T19" fmla="*/ 0 h 1980"/>
                <a:gd name="T20" fmla="*/ 0 w 573"/>
                <a:gd name="T21" fmla="*/ 0 h 1980"/>
                <a:gd name="T22" fmla="*/ 0 w 573"/>
                <a:gd name="T23" fmla="*/ 0 h 1980"/>
                <a:gd name="T24" fmla="*/ 0 w 573"/>
                <a:gd name="T25" fmla="*/ 0 h 1980"/>
                <a:gd name="T26" fmla="*/ 0 w 573"/>
                <a:gd name="T27" fmla="*/ 0 h 1980"/>
                <a:gd name="T28" fmla="*/ 0 w 573"/>
                <a:gd name="T29" fmla="*/ 0 h 1980"/>
                <a:gd name="T30" fmla="*/ 0 w 573"/>
                <a:gd name="T31" fmla="*/ 0 h 198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prstDash val="solid"/>
              <a:round/>
              <a:headEnd/>
              <a:tailEnd/>
            </a:ln>
          </p:spPr>
          <p:txBody>
            <a:bodyPr/>
            <a:lstStyle/>
            <a:p>
              <a:endParaRPr lang="zh-CN" altLang="en-US"/>
            </a:p>
          </p:txBody>
        </p:sp>
        <p:sp>
          <p:nvSpPr>
            <p:cNvPr id="23651" name="Freeform 56">
              <a:extLst>
                <a:ext uri="{FF2B5EF4-FFF2-40B4-BE49-F238E27FC236}">
                  <a16:creationId xmlns:a16="http://schemas.microsoft.com/office/drawing/2014/main" id="{E37B4E36-BEDB-F44D-A8E9-5E97E0961613}"/>
                </a:ext>
              </a:extLst>
            </p:cNvPr>
            <p:cNvSpPr>
              <a:spLocks/>
            </p:cNvSpPr>
            <p:nvPr/>
          </p:nvSpPr>
          <p:spPr bwMode="auto">
            <a:xfrm>
              <a:off x="1432" y="2970"/>
              <a:ext cx="523" cy="147"/>
            </a:xfrm>
            <a:custGeom>
              <a:avLst/>
              <a:gdLst>
                <a:gd name="T0" fmla="*/ 0 w 1045"/>
                <a:gd name="T1" fmla="*/ 0 h 441"/>
                <a:gd name="T2" fmla="*/ 1 w 1045"/>
                <a:gd name="T3" fmla="*/ 0 h 441"/>
                <a:gd name="T4" fmla="*/ 1 w 1045"/>
                <a:gd name="T5" fmla="*/ 0 h 441"/>
                <a:gd name="T6" fmla="*/ 1 w 1045"/>
                <a:gd name="T7" fmla="*/ 0 h 441"/>
                <a:gd name="T8" fmla="*/ 1 w 1045"/>
                <a:gd name="T9" fmla="*/ 0 h 441"/>
                <a:gd name="T10" fmla="*/ 1 w 1045"/>
                <a:gd name="T11" fmla="*/ 0 h 441"/>
                <a:gd name="T12" fmla="*/ 0 w 1045"/>
                <a:gd name="T13" fmla="*/ 0 h 4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prstDash val="solid"/>
              <a:round/>
              <a:headEnd/>
              <a:tailEnd/>
            </a:ln>
          </p:spPr>
          <p:txBody>
            <a:bodyPr/>
            <a:lstStyle/>
            <a:p>
              <a:endParaRPr lang="zh-CN" altLang="en-US"/>
            </a:p>
          </p:txBody>
        </p:sp>
        <p:sp>
          <p:nvSpPr>
            <p:cNvPr id="23652" name="Freeform 57">
              <a:extLst>
                <a:ext uri="{FF2B5EF4-FFF2-40B4-BE49-F238E27FC236}">
                  <a16:creationId xmlns:a16="http://schemas.microsoft.com/office/drawing/2014/main" id="{8CEE3E8C-F64F-064C-A252-D0E82843CC08}"/>
                </a:ext>
              </a:extLst>
            </p:cNvPr>
            <p:cNvSpPr>
              <a:spLocks/>
            </p:cNvSpPr>
            <p:nvPr/>
          </p:nvSpPr>
          <p:spPr bwMode="auto">
            <a:xfrm>
              <a:off x="1315" y="3056"/>
              <a:ext cx="478" cy="573"/>
            </a:xfrm>
            <a:custGeom>
              <a:avLst/>
              <a:gdLst>
                <a:gd name="T0" fmla="*/ 1 w 955"/>
                <a:gd name="T1" fmla="*/ 0 h 1719"/>
                <a:gd name="T2" fmla="*/ 0 w 955"/>
                <a:gd name="T3" fmla="*/ 0 h 1719"/>
                <a:gd name="T4" fmla="*/ 1 w 955"/>
                <a:gd name="T5" fmla="*/ 0 h 1719"/>
                <a:gd name="T6" fmla="*/ 1 w 955"/>
                <a:gd name="T7" fmla="*/ 0 h 1719"/>
                <a:gd name="T8" fmla="*/ 1 w 955"/>
                <a:gd name="T9" fmla="*/ 0 h 17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prstDash val="solid"/>
              <a:round/>
              <a:headEnd/>
              <a:tailEnd/>
            </a:ln>
          </p:spPr>
          <p:txBody>
            <a:bodyPr/>
            <a:lstStyle/>
            <a:p>
              <a:endParaRPr lang="zh-CN" altLang="en-US"/>
            </a:p>
          </p:txBody>
        </p:sp>
        <p:sp>
          <p:nvSpPr>
            <p:cNvPr id="23653" name="Freeform 58">
              <a:extLst>
                <a:ext uri="{FF2B5EF4-FFF2-40B4-BE49-F238E27FC236}">
                  <a16:creationId xmlns:a16="http://schemas.microsoft.com/office/drawing/2014/main" id="{9A96D8F1-F967-5945-AC0B-93545360463B}"/>
                </a:ext>
              </a:extLst>
            </p:cNvPr>
            <p:cNvSpPr>
              <a:spLocks/>
            </p:cNvSpPr>
            <p:nvPr/>
          </p:nvSpPr>
          <p:spPr bwMode="auto">
            <a:xfrm>
              <a:off x="1337" y="3076"/>
              <a:ext cx="431" cy="529"/>
            </a:xfrm>
            <a:custGeom>
              <a:avLst/>
              <a:gdLst>
                <a:gd name="T0" fmla="*/ 1 w 862"/>
                <a:gd name="T1" fmla="*/ 0 h 1587"/>
                <a:gd name="T2" fmla="*/ 0 w 862"/>
                <a:gd name="T3" fmla="*/ 0 h 1587"/>
                <a:gd name="T4" fmla="*/ 1 w 862"/>
                <a:gd name="T5" fmla="*/ 0 h 1587"/>
                <a:gd name="T6" fmla="*/ 1 w 862"/>
                <a:gd name="T7" fmla="*/ 0 h 1587"/>
                <a:gd name="T8" fmla="*/ 1 w 862"/>
                <a:gd name="T9" fmla="*/ 0 h 158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prstDash val="solid"/>
              <a:round/>
              <a:headEnd/>
              <a:tailEnd/>
            </a:ln>
          </p:spPr>
          <p:txBody>
            <a:bodyPr/>
            <a:lstStyle/>
            <a:p>
              <a:endParaRPr lang="zh-CN" altLang="en-US"/>
            </a:p>
          </p:txBody>
        </p:sp>
        <p:sp>
          <p:nvSpPr>
            <p:cNvPr id="23654" name="Freeform 59">
              <a:extLst>
                <a:ext uri="{FF2B5EF4-FFF2-40B4-BE49-F238E27FC236}">
                  <a16:creationId xmlns:a16="http://schemas.microsoft.com/office/drawing/2014/main" id="{156601A0-9EF3-AD40-93C4-950DC18F85D8}"/>
                </a:ext>
              </a:extLst>
            </p:cNvPr>
            <p:cNvSpPr>
              <a:spLocks/>
            </p:cNvSpPr>
            <p:nvPr/>
          </p:nvSpPr>
          <p:spPr bwMode="auto">
            <a:xfrm>
              <a:off x="1233" y="2968"/>
              <a:ext cx="203" cy="494"/>
            </a:xfrm>
            <a:custGeom>
              <a:avLst/>
              <a:gdLst>
                <a:gd name="T0" fmla="*/ 0 w 408"/>
                <a:gd name="T1" fmla="*/ 0 h 1480"/>
                <a:gd name="T2" fmla="*/ 0 w 408"/>
                <a:gd name="T3" fmla="*/ 0 h 1480"/>
                <a:gd name="T4" fmla="*/ 0 w 408"/>
                <a:gd name="T5" fmla="*/ 0 h 1480"/>
                <a:gd name="T6" fmla="*/ 0 w 408"/>
                <a:gd name="T7" fmla="*/ 0 h 1480"/>
                <a:gd name="T8" fmla="*/ 0 w 408"/>
                <a:gd name="T9" fmla="*/ 0 h 1480"/>
                <a:gd name="T10" fmla="*/ 0 w 408"/>
                <a:gd name="T11" fmla="*/ 0 h 1480"/>
                <a:gd name="T12" fmla="*/ 0 w 408"/>
                <a:gd name="T13" fmla="*/ 0 h 1480"/>
                <a:gd name="T14" fmla="*/ 0 w 408"/>
                <a:gd name="T15" fmla="*/ 0 h 1480"/>
                <a:gd name="T16" fmla="*/ 0 w 408"/>
                <a:gd name="T17" fmla="*/ 0 h 1480"/>
                <a:gd name="T18" fmla="*/ 0 w 408"/>
                <a:gd name="T19" fmla="*/ 0 h 1480"/>
                <a:gd name="T20" fmla="*/ 0 w 408"/>
                <a:gd name="T21" fmla="*/ 0 h 1480"/>
                <a:gd name="T22" fmla="*/ 0 w 408"/>
                <a:gd name="T23" fmla="*/ 0 h 1480"/>
                <a:gd name="T24" fmla="*/ 0 w 408"/>
                <a:gd name="T25" fmla="*/ 0 h 1480"/>
                <a:gd name="T26" fmla="*/ 0 w 408"/>
                <a:gd name="T27" fmla="*/ 0 h 1480"/>
                <a:gd name="T28" fmla="*/ 0 w 408"/>
                <a:gd name="T29" fmla="*/ 0 h 1480"/>
                <a:gd name="T30" fmla="*/ 0 w 408"/>
                <a:gd name="T31" fmla="*/ 0 h 148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55" name="Freeform 60">
              <a:extLst>
                <a:ext uri="{FF2B5EF4-FFF2-40B4-BE49-F238E27FC236}">
                  <a16:creationId xmlns:a16="http://schemas.microsoft.com/office/drawing/2014/main" id="{911E5E38-AA74-FE47-A0FA-DF39758A8B55}"/>
                </a:ext>
              </a:extLst>
            </p:cNvPr>
            <p:cNvSpPr>
              <a:spLocks/>
            </p:cNvSpPr>
            <p:nvPr/>
          </p:nvSpPr>
          <p:spPr bwMode="auto">
            <a:xfrm>
              <a:off x="1204" y="3479"/>
              <a:ext cx="532" cy="321"/>
            </a:xfrm>
            <a:custGeom>
              <a:avLst/>
              <a:gdLst>
                <a:gd name="T0" fmla="*/ 0 w 1065"/>
                <a:gd name="T1" fmla="*/ 0 h 963"/>
                <a:gd name="T2" fmla="*/ 0 w 1065"/>
                <a:gd name="T3" fmla="*/ 0 h 963"/>
                <a:gd name="T4" fmla="*/ 0 w 1065"/>
                <a:gd name="T5" fmla="*/ 0 h 963"/>
                <a:gd name="T6" fmla="*/ 0 w 1065"/>
                <a:gd name="T7" fmla="*/ 0 h 963"/>
                <a:gd name="T8" fmla="*/ 0 w 1065"/>
                <a:gd name="T9" fmla="*/ 0 h 963"/>
                <a:gd name="T10" fmla="*/ 0 w 1065"/>
                <a:gd name="T11" fmla="*/ 0 h 963"/>
                <a:gd name="T12" fmla="*/ 0 w 1065"/>
                <a:gd name="T13" fmla="*/ 0 h 963"/>
                <a:gd name="T14" fmla="*/ 0 w 1065"/>
                <a:gd name="T15" fmla="*/ 0 h 963"/>
                <a:gd name="T16" fmla="*/ 0 w 1065"/>
                <a:gd name="T17" fmla="*/ 0 h 963"/>
                <a:gd name="T18" fmla="*/ 0 w 1065"/>
                <a:gd name="T19" fmla="*/ 0 h 9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56" name="Freeform 61">
              <a:extLst>
                <a:ext uri="{FF2B5EF4-FFF2-40B4-BE49-F238E27FC236}">
                  <a16:creationId xmlns:a16="http://schemas.microsoft.com/office/drawing/2014/main" id="{8646E302-6E0E-9C40-9873-2173F450C4BF}"/>
                </a:ext>
              </a:extLst>
            </p:cNvPr>
            <p:cNvSpPr>
              <a:spLocks/>
            </p:cNvSpPr>
            <p:nvPr/>
          </p:nvSpPr>
          <p:spPr bwMode="auto">
            <a:xfrm>
              <a:off x="642" y="3519"/>
              <a:ext cx="985" cy="288"/>
            </a:xfrm>
            <a:custGeom>
              <a:avLst/>
              <a:gdLst>
                <a:gd name="T0" fmla="*/ 0 w 1969"/>
                <a:gd name="T1" fmla="*/ 0 h 862"/>
                <a:gd name="T2" fmla="*/ 1 w 1969"/>
                <a:gd name="T3" fmla="*/ 0 h 862"/>
                <a:gd name="T4" fmla="*/ 1 w 1969"/>
                <a:gd name="T5" fmla="*/ 0 h 862"/>
                <a:gd name="T6" fmla="*/ 1 w 1969"/>
                <a:gd name="T7" fmla="*/ 0 h 862"/>
                <a:gd name="T8" fmla="*/ 0 w 1969"/>
                <a:gd name="T9" fmla="*/ 0 h 8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57" name="Freeform 62">
              <a:extLst>
                <a:ext uri="{FF2B5EF4-FFF2-40B4-BE49-F238E27FC236}">
                  <a16:creationId xmlns:a16="http://schemas.microsoft.com/office/drawing/2014/main" id="{706CC091-17A6-4344-8E9A-05064A21775B}"/>
                </a:ext>
              </a:extLst>
            </p:cNvPr>
            <p:cNvSpPr>
              <a:spLocks/>
            </p:cNvSpPr>
            <p:nvPr/>
          </p:nvSpPr>
          <p:spPr bwMode="auto">
            <a:xfrm>
              <a:off x="852" y="3789"/>
              <a:ext cx="889" cy="99"/>
            </a:xfrm>
            <a:custGeom>
              <a:avLst/>
              <a:gdLst>
                <a:gd name="T0" fmla="*/ 1 w 1777"/>
                <a:gd name="T1" fmla="*/ 0 h 297"/>
                <a:gd name="T2" fmla="*/ 0 w 1777"/>
                <a:gd name="T3" fmla="*/ 0 h 297"/>
                <a:gd name="T4" fmla="*/ 1 w 1777"/>
                <a:gd name="T5" fmla="*/ 0 h 297"/>
                <a:gd name="T6" fmla="*/ 1 w 1777"/>
                <a:gd name="T7" fmla="*/ 0 h 297"/>
                <a:gd name="T8" fmla="*/ 1 w 1777"/>
                <a:gd name="T9" fmla="*/ 0 h 297"/>
                <a:gd name="T10" fmla="*/ 1 w 1777"/>
                <a:gd name="T11" fmla="*/ 0 h 297"/>
                <a:gd name="T12" fmla="*/ 1 w 1777"/>
                <a:gd name="T13" fmla="*/ 0 h 2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58" name="Freeform 63">
              <a:extLst>
                <a:ext uri="{FF2B5EF4-FFF2-40B4-BE49-F238E27FC236}">
                  <a16:creationId xmlns:a16="http://schemas.microsoft.com/office/drawing/2014/main" id="{CB8634CA-3886-DE4C-AF9E-00CEA4C318AE}"/>
                </a:ext>
              </a:extLst>
            </p:cNvPr>
            <p:cNvSpPr>
              <a:spLocks/>
            </p:cNvSpPr>
            <p:nvPr/>
          </p:nvSpPr>
          <p:spPr bwMode="auto">
            <a:xfrm>
              <a:off x="624" y="3519"/>
              <a:ext cx="256" cy="369"/>
            </a:xfrm>
            <a:custGeom>
              <a:avLst/>
              <a:gdLst>
                <a:gd name="T0" fmla="*/ 0 w 513"/>
                <a:gd name="T1" fmla="*/ 0 h 1106"/>
                <a:gd name="T2" fmla="*/ 0 w 513"/>
                <a:gd name="T3" fmla="*/ 0 h 1106"/>
                <a:gd name="T4" fmla="*/ 0 w 513"/>
                <a:gd name="T5" fmla="*/ 0 h 1106"/>
                <a:gd name="T6" fmla="*/ 0 w 513"/>
                <a:gd name="T7" fmla="*/ 0 h 1106"/>
                <a:gd name="T8" fmla="*/ 0 w 513"/>
                <a:gd name="T9" fmla="*/ 0 h 11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59" name="Freeform 64">
              <a:extLst>
                <a:ext uri="{FF2B5EF4-FFF2-40B4-BE49-F238E27FC236}">
                  <a16:creationId xmlns:a16="http://schemas.microsoft.com/office/drawing/2014/main" id="{214F9DB5-640A-D54D-A82C-A3BFDDEE42B1}"/>
                </a:ext>
              </a:extLst>
            </p:cNvPr>
            <p:cNvSpPr>
              <a:spLocks/>
            </p:cNvSpPr>
            <p:nvPr/>
          </p:nvSpPr>
          <p:spPr bwMode="auto">
            <a:xfrm>
              <a:off x="1206" y="3791"/>
              <a:ext cx="132" cy="8"/>
            </a:xfrm>
            <a:custGeom>
              <a:avLst/>
              <a:gdLst>
                <a:gd name="T0" fmla="*/ 1 w 262"/>
                <a:gd name="T1" fmla="*/ 0 h 25"/>
                <a:gd name="T2" fmla="*/ 0 w 262"/>
                <a:gd name="T3" fmla="*/ 0 h 25"/>
                <a:gd name="T4" fmla="*/ 1 w 262"/>
                <a:gd name="T5" fmla="*/ 0 h 25"/>
                <a:gd name="T6" fmla="*/ 1 w 262"/>
                <a:gd name="T7" fmla="*/ 0 h 25"/>
                <a:gd name="T8" fmla="*/ 1 w 262"/>
                <a:gd name="T9" fmla="*/ 0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60" name="Freeform 65">
              <a:extLst>
                <a:ext uri="{FF2B5EF4-FFF2-40B4-BE49-F238E27FC236}">
                  <a16:creationId xmlns:a16="http://schemas.microsoft.com/office/drawing/2014/main" id="{11A30316-F584-E043-8D17-5333738A8022}"/>
                </a:ext>
              </a:extLst>
            </p:cNvPr>
            <p:cNvSpPr>
              <a:spLocks/>
            </p:cNvSpPr>
            <p:nvPr/>
          </p:nvSpPr>
          <p:spPr bwMode="auto">
            <a:xfrm>
              <a:off x="927" y="3521"/>
              <a:ext cx="281" cy="279"/>
            </a:xfrm>
            <a:custGeom>
              <a:avLst/>
              <a:gdLst>
                <a:gd name="T0" fmla="*/ 1 w 561"/>
                <a:gd name="T1" fmla="*/ 0 h 836"/>
                <a:gd name="T2" fmla="*/ 0 w 561"/>
                <a:gd name="T3" fmla="*/ 0 h 836"/>
                <a:gd name="T4" fmla="*/ 1 w 561"/>
                <a:gd name="T5" fmla="*/ 0 h 836"/>
                <a:gd name="T6" fmla="*/ 1 w 561"/>
                <a:gd name="T7" fmla="*/ 0 h 8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3661" name="Group 66">
              <a:extLst>
                <a:ext uri="{FF2B5EF4-FFF2-40B4-BE49-F238E27FC236}">
                  <a16:creationId xmlns:a16="http://schemas.microsoft.com/office/drawing/2014/main" id="{2030654F-6502-D542-AC83-F93EEC55AD06}"/>
                </a:ext>
              </a:extLst>
            </p:cNvPr>
            <p:cNvGrpSpPr>
              <a:grpSpLocks/>
            </p:cNvGrpSpPr>
            <p:nvPr/>
          </p:nvGrpSpPr>
          <p:grpSpPr bwMode="auto">
            <a:xfrm>
              <a:off x="700" y="3526"/>
              <a:ext cx="515" cy="270"/>
              <a:chOff x="700" y="3526"/>
              <a:chExt cx="515" cy="270"/>
            </a:xfrm>
          </p:grpSpPr>
          <p:grpSp>
            <p:nvGrpSpPr>
              <p:cNvPr id="23687" name="Group 67">
                <a:extLst>
                  <a:ext uri="{FF2B5EF4-FFF2-40B4-BE49-F238E27FC236}">
                    <a16:creationId xmlns:a16="http://schemas.microsoft.com/office/drawing/2014/main" id="{BC22C7DE-8E9F-4D4C-83A4-8485234688C2}"/>
                  </a:ext>
                </a:extLst>
              </p:cNvPr>
              <p:cNvGrpSpPr>
                <a:grpSpLocks/>
              </p:cNvGrpSpPr>
              <p:nvPr/>
            </p:nvGrpSpPr>
            <p:grpSpPr bwMode="auto">
              <a:xfrm>
                <a:off x="737" y="3534"/>
                <a:ext cx="49" cy="23"/>
                <a:chOff x="737" y="3534"/>
                <a:chExt cx="49" cy="23"/>
              </a:xfrm>
            </p:grpSpPr>
            <p:sp>
              <p:nvSpPr>
                <p:cNvPr id="24098" name="Freeform 68">
                  <a:extLst>
                    <a:ext uri="{FF2B5EF4-FFF2-40B4-BE49-F238E27FC236}">
                      <a16:creationId xmlns:a16="http://schemas.microsoft.com/office/drawing/2014/main" id="{FB20031E-56B0-9D4A-BFC6-578E334C84F9}"/>
                    </a:ext>
                  </a:extLst>
                </p:cNvPr>
                <p:cNvSpPr>
                  <a:spLocks/>
                </p:cNvSpPr>
                <p:nvPr/>
              </p:nvSpPr>
              <p:spPr bwMode="auto">
                <a:xfrm>
                  <a:off x="737" y="3534"/>
                  <a:ext cx="11" cy="23"/>
                </a:xfrm>
                <a:custGeom>
                  <a:avLst/>
                  <a:gdLst>
                    <a:gd name="T0" fmla="*/ 1 w 22"/>
                    <a:gd name="T1" fmla="*/ 0 h 67"/>
                    <a:gd name="T2" fmla="*/ 0 w 22"/>
                    <a:gd name="T3" fmla="*/ 0 h 67"/>
                    <a:gd name="T4" fmla="*/ 1 w 22"/>
                    <a:gd name="T5" fmla="*/ 0 h 67"/>
                    <a:gd name="T6" fmla="*/ 1 w 22"/>
                    <a:gd name="T7" fmla="*/ 0 h 67"/>
                    <a:gd name="T8" fmla="*/ 1 w 22"/>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99" name="Freeform 69">
                  <a:extLst>
                    <a:ext uri="{FF2B5EF4-FFF2-40B4-BE49-F238E27FC236}">
                      <a16:creationId xmlns:a16="http://schemas.microsoft.com/office/drawing/2014/main" id="{640D2877-562F-DA4B-90A3-EFBF76EA23FC}"/>
                    </a:ext>
                  </a:extLst>
                </p:cNvPr>
                <p:cNvSpPr>
                  <a:spLocks/>
                </p:cNvSpPr>
                <p:nvPr/>
              </p:nvSpPr>
              <p:spPr bwMode="auto">
                <a:xfrm>
                  <a:off x="742" y="3535"/>
                  <a:ext cx="36" cy="9"/>
                </a:xfrm>
                <a:custGeom>
                  <a:avLst/>
                  <a:gdLst>
                    <a:gd name="T0" fmla="*/ 0 w 73"/>
                    <a:gd name="T1" fmla="*/ 0 h 29"/>
                    <a:gd name="T2" fmla="*/ 0 w 73"/>
                    <a:gd name="T3" fmla="*/ 0 h 29"/>
                    <a:gd name="T4" fmla="*/ 0 w 73"/>
                    <a:gd name="T5" fmla="*/ 0 h 29"/>
                    <a:gd name="T6" fmla="*/ 0 w 73"/>
                    <a:gd name="T7" fmla="*/ 0 h 29"/>
                    <a:gd name="T8" fmla="*/ 0 w 73"/>
                    <a:gd name="T9" fmla="*/ 0 h 29"/>
                    <a:gd name="T10" fmla="*/ 0 w 73"/>
                    <a:gd name="T11" fmla="*/ 0 h 29"/>
                    <a:gd name="T12" fmla="*/ 0 w 73"/>
                    <a:gd name="T13" fmla="*/ 0 h 29"/>
                    <a:gd name="T14" fmla="*/ 0 w 73"/>
                    <a:gd name="T15" fmla="*/ 0 h 29"/>
                    <a:gd name="T16" fmla="*/ 0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100" name="Freeform 70">
                  <a:extLst>
                    <a:ext uri="{FF2B5EF4-FFF2-40B4-BE49-F238E27FC236}">
                      <a16:creationId xmlns:a16="http://schemas.microsoft.com/office/drawing/2014/main" id="{A5DF13FB-1D6B-9B49-BAB1-32732ECF3ACE}"/>
                    </a:ext>
                  </a:extLst>
                </p:cNvPr>
                <p:cNvSpPr>
                  <a:spLocks/>
                </p:cNvSpPr>
                <p:nvPr/>
              </p:nvSpPr>
              <p:spPr bwMode="auto">
                <a:xfrm>
                  <a:off x="744" y="3545"/>
                  <a:ext cx="42" cy="12"/>
                </a:xfrm>
                <a:custGeom>
                  <a:avLst/>
                  <a:gdLst>
                    <a:gd name="T0" fmla="*/ 0 w 82"/>
                    <a:gd name="T1" fmla="*/ 0 h 35"/>
                    <a:gd name="T2" fmla="*/ 1 w 82"/>
                    <a:gd name="T3" fmla="*/ 0 h 35"/>
                    <a:gd name="T4" fmla="*/ 1 w 82"/>
                    <a:gd name="T5" fmla="*/ 0 h 35"/>
                    <a:gd name="T6" fmla="*/ 1 w 82"/>
                    <a:gd name="T7" fmla="*/ 0 h 35"/>
                    <a:gd name="T8" fmla="*/ 1 w 82"/>
                    <a:gd name="T9" fmla="*/ 0 h 35"/>
                    <a:gd name="T10" fmla="*/ 1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688" name="Group 71">
                <a:extLst>
                  <a:ext uri="{FF2B5EF4-FFF2-40B4-BE49-F238E27FC236}">
                    <a16:creationId xmlns:a16="http://schemas.microsoft.com/office/drawing/2014/main" id="{62900890-A554-A64F-BF61-1940ED1ECA6E}"/>
                  </a:ext>
                </a:extLst>
              </p:cNvPr>
              <p:cNvGrpSpPr>
                <a:grpSpLocks/>
              </p:cNvGrpSpPr>
              <p:nvPr/>
            </p:nvGrpSpPr>
            <p:grpSpPr bwMode="auto">
              <a:xfrm>
                <a:off x="748" y="3547"/>
                <a:ext cx="50" cy="23"/>
                <a:chOff x="748" y="3547"/>
                <a:chExt cx="50" cy="23"/>
              </a:xfrm>
            </p:grpSpPr>
            <p:sp>
              <p:nvSpPr>
                <p:cNvPr id="24095" name="Freeform 72">
                  <a:extLst>
                    <a:ext uri="{FF2B5EF4-FFF2-40B4-BE49-F238E27FC236}">
                      <a16:creationId xmlns:a16="http://schemas.microsoft.com/office/drawing/2014/main" id="{58EEDEF3-043C-B543-BF64-43C687050A59}"/>
                    </a:ext>
                  </a:extLst>
                </p:cNvPr>
                <p:cNvSpPr>
                  <a:spLocks/>
                </p:cNvSpPr>
                <p:nvPr/>
              </p:nvSpPr>
              <p:spPr bwMode="auto">
                <a:xfrm>
                  <a:off x="748" y="3547"/>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96" name="Freeform 73">
                  <a:extLst>
                    <a:ext uri="{FF2B5EF4-FFF2-40B4-BE49-F238E27FC236}">
                      <a16:creationId xmlns:a16="http://schemas.microsoft.com/office/drawing/2014/main" id="{44FEB6BA-1371-034B-B7E5-F5010A4D89E6}"/>
                    </a:ext>
                  </a:extLst>
                </p:cNvPr>
                <p:cNvSpPr>
                  <a:spLocks/>
                </p:cNvSpPr>
                <p:nvPr/>
              </p:nvSpPr>
              <p:spPr bwMode="auto">
                <a:xfrm>
                  <a:off x="753" y="3548"/>
                  <a:ext cx="37" cy="10"/>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97" name="Freeform 74">
                  <a:extLst>
                    <a:ext uri="{FF2B5EF4-FFF2-40B4-BE49-F238E27FC236}">
                      <a16:creationId xmlns:a16="http://schemas.microsoft.com/office/drawing/2014/main" id="{987BD1E1-DD3E-7043-A8E5-412913CA63DC}"/>
                    </a:ext>
                  </a:extLst>
                </p:cNvPr>
                <p:cNvSpPr>
                  <a:spLocks/>
                </p:cNvSpPr>
                <p:nvPr/>
              </p:nvSpPr>
              <p:spPr bwMode="auto">
                <a:xfrm>
                  <a:off x="757" y="3558"/>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3689" name="Freeform 75">
                <a:extLst>
                  <a:ext uri="{FF2B5EF4-FFF2-40B4-BE49-F238E27FC236}">
                    <a16:creationId xmlns:a16="http://schemas.microsoft.com/office/drawing/2014/main" id="{42226B9F-F088-F04B-A80B-D45A9B0C8D74}"/>
                  </a:ext>
                </a:extLst>
              </p:cNvPr>
              <p:cNvSpPr>
                <a:spLocks/>
              </p:cNvSpPr>
              <p:nvPr/>
            </p:nvSpPr>
            <p:spPr bwMode="auto">
              <a:xfrm>
                <a:off x="952" y="3538"/>
                <a:ext cx="39" cy="12"/>
              </a:xfrm>
              <a:custGeom>
                <a:avLst/>
                <a:gdLst>
                  <a:gd name="T0" fmla="*/ 0 w 79"/>
                  <a:gd name="T1" fmla="*/ 0 h 36"/>
                  <a:gd name="T2" fmla="*/ 0 w 79"/>
                  <a:gd name="T3" fmla="*/ 0 h 36"/>
                  <a:gd name="T4" fmla="*/ 0 w 79"/>
                  <a:gd name="T5" fmla="*/ 0 h 36"/>
                  <a:gd name="T6" fmla="*/ 0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90" name="Freeform 76">
                <a:extLst>
                  <a:ext uri="{FF2B5EF4-FFF2-40B4-BE49-F238E27FC236}">
                    <a16:creationId xmlns:a16="http://schemas.microsoft.com/office/drawing/2014/main" id="{B2544334-4002-3B45-B3B8-34353DC4F7CB}"/>
                  </a:ext>
                </a:extLst>
              </p:cNvPr>
              <p:cNvSpPr>
                <a:spLocks/>
              </p:cNvSpPr>
              <p:nvPr/>
            </p:nvSpPr>
            <p:spPr bwMode="auto">
              <a:xfrm>
                <a:off x="861" y="3535"/>
                <a:ext cx="11" cy="22"/>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91" name="Freeform 77">
                <a:extLst>
                  <a:ext uri="{FF2B5EF4-FFF2-40B4-BE49-F238E27FC236}">
                    <a16:creationId xmlns:a16="http://schemas.microsoft.com/office/drawing/2014/main" id="{2D0F07AB-7354-D34A-84EF-D2C938F2126A}"/>
                  </a:ext>
                </a:extLst>
              </p:cNvPr>
              <p:cNvSpPr>
                <a:spLocks/>
              </p:cNvSpPr>
              <p:nvPr/>
            </p:nvSpPr>
            <p:spPr bwMode="auto">
              <a:xfrm>
                <a:off x="867" y="3535"/>
                <a:ext cx="34" cy="10"/>
              </a:xfrm>
              <a:custGeom>
                <a:avLst/>
                <a:gdLst>
                  <a:gd name="T0" fmla="*/ 0 w 70"/>
                  <a:gd name="T1" fmla="*/ 0 h 30"/>
                  <a:gd name="T2" fmla="*/ 0 w 70"/>
                  <a:gd name="T3" fmla="*/ 0 h 30"/>
                  <a:gd name="T4" fmla="*/ 0 w 70"/>
                  <a:gd name="T5" fmla="*/ 0 h 30"/>
                  <a:gd name="T6" fmla="*/ 0 w 70"/>
                  <a:gd name="T7" fmla="*/ 0 h 30"/>
                  <a:gd name="T8" fmla="*/ 0 w 70"/>
                  <a:gd name="T9" fmla="*/ 0 h 30"/>
                  <a:gd name="T10" fmla="*/ 0 w 70"/>
                  <a:gd name="T11" fmla="*/ 0 h 30"/>
                  <a:gd name="T12" fmla="*/ 0 w 70"/>
                  <a:gd name="T13" fmla="*/ 0 h 30"/>
                  <a:gd name="T14" fmla="*/ 0 w 70"/>
                  <a:gd name="T15" fmla="*/ 0 h 30"/>
                  <a:gd name="T16" fmla="*/ 0 w 70"/>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92" name="Freeform 78">
                <a:extLst>
                  <a:ext uri="{FF2B5EF4-FFF2-40B4-BE49-F238E27FC236}">
                    <a16:creationId xmlns:a16="http://schemas.microsoft.com/office/drawing/2014/main" id="{F93FB124-7C7B-1A41-BB4A-72457E406C37}"/>
                  </a:ext>
                </a:extLst>
              </p:cNvPr>
              <p:cNvSpPr>
                <a:spLocks/>
              </p:cNvSpPr>
              <p:nvPr/>
            </p:nvSpPr>
            <p:spPr bwMode="auto">
              <a:xfrm>
                <a:off x="868" y="3545"/>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3693" name="Group 79">
                <a:extLst>
                  <a:ext uri="{FF2B5EF4-FFF2-40B4-BE49-F238E27FC236}">
                    <a16:creationId xmlns:a16="http://schemas.microsoft.com/office/drawing/2014/main" id="{3C0FBA6B-671D-DF41-B6DD-E1EB1B29E135}"/>
                  </a:ext>
                </a:extLst>
              </p:cNvPr>
              <p:cNvGrpSpPr>
                <a:grpSpLocks/>
              </p:cNvGrpSpPr>
              <p:nvPr/>
            </p:nvGrpSpPr>
            <p:grpSpPr bwMode="auto">
              <a:xfrm>
                <a:off x="872" y="3547"/>
                <a:ext cx="50" cy="23"/>
                <a:chOff x="872" y="3547"/>
                <a:chExt cx="50" cy="23"/>
              </a:xfrm>
            </p:grpSpPr>
            <p:sp>
              <p:nvSpPr>
                <p:cNvPr id="24092" name="Freeform 80">
                  <a:extLst>
                    <a:ext uri="{FF2B5EF4-FFF2-40B4-BE49-F238E27FC236}">
                      <a16:creationId xmlns:a16="http://schemas.microsoft.com/office/drawing/2014/main" id="{6C36BA64-4107-B04B-912B-C81A4E4EA25D}"/>
                    </a:ext>
                  </a:extLst>
                </p:cNvPr>
                <p:cNvSpPr>
                  <a:spLocks/>
                </p:cNvSpPr>
                <p:nvPr/>
              </p:nvSpPr>
              <p:spPr bwMode="auto">
                <a:xfrm>
                  <a:off x="872" y="3547"/>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93" name="Freeform 81">
                  <a:extLst>
                    <a:ext uri="{FF2B5EF4-FFF2-40B4-BE49-F238E27FC236}">
                      <a16:creationId xmlns:a16="http://schemas.microsoft.com/office/drawing/2014/main" id="{DC22D8F2-8911-DF4D-83C7-A32FD441C4DC}"/>
                    </a:ext>
                  </a:extLst>
                </p:cNvPr>
                <p:cNvSpPr>
                  <a:spLocks/>
                </p:cNvSpPr>
                <p:nvPr/>
              </p:nvSpPr>
              <p:spPr bwMode="auto">
                <a:xfrm>
                  <a:off x="878" y="3547"/>
                  <a:ext cx="36" cy="10"/>
                </a:xfrm>
                <a:custGeom>
                  <a:avLst/>
                  <a:gdLst>
                    <a:gd name="T0" fmla="*/ 0 w 73"/>
                    <a:gd name="T1" fmla="*/ 0 h 30"/>
                    <a:gd name="T2" fmla="*/ 0 w 73"/>
                    <a:gd name="T3" fmla="*/ 0 h 30"/>
                    <a:gd name="T4" fmla="*/ 0 w 73"/>
                    <a:gd name="T5" fmla="*/ 0 h 30"/>
                    <a:gd name="T6" fmla="*/ 0 w 73"/>
                    <a:gd name="T7" fmla="*/ 0 h 30"/>
                    <a:gd name="T8" fmla="*/ 0 w 73"/>
                    <a:gd name="T9" fmla="*/ 0 h 30"/>
                    <a:gd name="T10" fmla="*/ 0 w 73"/>
                    <a:gd name="T11" fmla="*/ 0 h 30"/>
                    <a:gd name="T12" fmla="*/ 0 w 73"/>
                    <a:gd name="T13" fmla="*/ 0 h 30"/>
                    <a:gd name="T14" fmla="*/ 0 w 73"/>
                    <a:gd name="T15" fmla="*/ 0 h 30"/>
                    <a:gd name="T16" fmla="*/ 0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94" name="Freeform 82">
                  <a:extLst>
                    <a:ext uri="{FF2B5EF4-FFF2-40B4-BE49-F238E27FC236}">
                      <a16:creationId xmlns:a16="http://schemas.microsoft.com/office/drawing/2014/main" id="{7DFF1009-D42B-4B40-B2AB-44EC5C034681}"/>
                    </a:ext>
                  </a:extLst>
                </p:cNvPr>
                <p:cNvSpPr>
                  <a:spLocks/>
                </p:cNvSpPr>
                <p:nvPr/>
              </p:nvSpPr>
              <p:spPr bwMode="auto">
                <a:xfrm>
                  <a:off x="880" y="3558"/>
                  <a:ext cx="42"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694" name="Group 83">
                <a:extLst>
                  <a:ext uri="{FF2B5EF4-FFF2-40B4-BE49-F238E27FC236}">
                    <a16:creationId xmlns:a16="http://schemas.microsoft.com/office/drawing/2014/main" id="{20B620AD-58AF-D144-A15E-7382EE532648}"/>
                  </a:ext>
                </a:extLst>
              </p:cNvPr>
              <p:cNvGrpSpPr>
                <a:grpSpLocks/>
              </p:cNvGrpSpPr>
              <p:nvPr/>
            </p:nvGrpSpPr>
            <p:grpSpPr bwMode="auto">
              <a:xfrm>
                <a:off x="885" y="3559"/>
                <a:ext cx="50" cy="23"/>
                <a:chOff x="885" y="3559"/>
                <a:chExt cx="50" cy="23"/>
              </a:xfrm>
            </p:grpSpPr>
            <p:sp>
              <p:nvSpPr>
                <p:cNvPr id="24089" name="Freeform 84">
                  <a:extLst>
                    <a:ext uri="{FF2B5EF4-FFF2-40B4-BE49-F238E27FC236}">
                      <a16:creationId xmlns:a16="http://schemas.microsoft.com/office/drawing/2014/main" id="{0C537309-E255-6441-8826-7F727DBA8CA8}"/>
                    </a:ext>
                  </a:extLst>
                </p:cNvPr>
                <p:cNvSpPr>
                  <a:spLocks/>
                </p:cNvSpPr>
                <p:nvPr/>
              </p:nvSpPr>
              <p:spPr bwMode="auto">
                <a:xfrm>
                  <a:off x="885" y="3559"/>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90" name="Freeform 85">
                  <a:extLst>
                    <a:ext uri="{FF2B5EF4-FFF2-40B4-BE49-F238E27FC236}">
                      <a16:creationId xmlns:a16="http://schemas.microsoft.com/office/drawing/2014/main" id="{6E993BCE-E782-BC44-9F28-A6ABB0AD873F}"/>
                    </a:ext>
                  </a:extLst>
                </p:cNvPr>
                <p:cNvSpPr>
                  <a:spLocks/>
                </p:cNvSpPr>
                <p:nvPr/>
              </p:nvSpPr>
              <p:spPr bwMode="auto">
                <a:xfrm>
                  <a:off x="890" y="3560"/>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91" name="Freeform 86">
                  <a:extLst>
                    <a:ext uri="{FF2B5EF4-FFF2-40B4-BE49-F238E27FC236}">
                      <a16:creationId xmlns:a16="http://schemas.microsoft.com/office/drawing/2014/main" id="{04679A4A-6229-CB4D-8F22-352B2B6824EF}"/>
                    </a:ext>
                  </a:extLst>
                </p:cNvPr>
                <p:cNvSpPr>
                  <a:spLocks/>
                </p:cNvSpPr>
                <p:nvPr/>
              </p:nvSpPr>
              <p:spPr bwMode="auto">
                <a:xfrm>
                  <a:off x="893" y="3570"/>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695" name="Group 87">
                <a:extLst>
                  <a:ext uri="{FF2B5EF4-FFF2-40B4-BE49-F238E27FC236}">
                    <a16:creationId xmlns:a16="http://schemas.microsoft.com/office/drawing/2014/main" id="{64CF6A99-69A6-B641-B169-F8E8FE53E201}"/>
                  </a:ext>
                </a:extLst>
              </p:cNvPr>
              <p:cNvGrpSpPr>
                <a:grpSpLocks/>
              </p:cNvGrpSpPr>
              <p:nvPr/>
            </p:nvGrpSpPr>
            <p:grpSpPr bwMode="auto">
              <a:xfrm>
                <a:off x="898" y="3571"/>
                <a:ext cx="49" cy="23"/>
                <a:chOff x="898" y="3571"/>
                <a:chExt cx="49" cy="23"/>
              </a:xfrm>
            </p:grpSpPr>
            <p:sp>
              <p:nvSpPr>
                <p:cNvPr id="24086" name="Freeform 88">
                  <a:extLst>
                    <a:ext uri="{FF2B5EF4-FFF2-40B4-BE49-F238E27FC236}">
                      <a16:creationId xmlns:a16="http://schemas.microsoft.com/office/drawing/2014/main" id="{17D75ECB-5519-3F46-86B0-5F45226A8C7F}"/>
                    </a:ext>
                  </a:extLst>
                </p:cNvPr>
                <p:cNvSpPr>
                  <a:spLocks/>
                </p:cNvSpPr>
                <p:nvPr/>
              </p:nvSpPr>
              <p:spPr bwMode="auto">
                <a:xfrm>
                  <a:off x="898" y="3571"/>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87" name="Freeform 89">
                  <a:extLst>
                    <a:ext uri="{FF2B5EF4-FFF2-40B4-BE49-F238E27FC236}">
                      <a16:creationId xmlns:a16="http://schemas.microsoft.com/office/drawing/2014/main" id="{FAC7597F-033A-214A-B38D-0E37A097D03D}"/>
                    </a:ext>
                  </a:extLst>
                </p:cNvPr>
                <p:cNvSpPr>
                  <a:spLocks/>
                </p:cNvSpPr>
                <p:nvPr/>
              </p:nvSpPr>
              <p:spPr bwMode="auto">
                <a:xfrm>
                  <a:off x="903" y="3572"/>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88" name="Freeform 90">
                  <a:extLst>
                    <a:ext uri="{FF2B5EF4-FFF2-40B4-BE49-F238E27FC236}">
                      <a16:creationId xmlns:a16="http://schemas.microsoft.com/office/drawing/2014/main" id="{C311A437-6A36-1646-8FF4-A534914D3878}"/>
                    </a:ext>
                  </a:extLst>
                </p:cNvPr>
                <p:cNvSpPr>
                  <a:spLocks/>
                </p:cNvSpPr>
                <p:nvPr/>
              </p:nvSpPr>
              <p:spPr bwMode="auto">
                <a:xfrm>
                  <a:off x="907" y="3582"/>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696" name="Group 91">
                <a:extLst>
                  <a:ext uri="{FF2B5EF4-FFF2-40B4-BE49-F238E27FC236}">
                    <a16:creationId xmlns:a16="http://schemas.microsoft.com/office/drawing/2014/main" id="{95C9C146-BEEB-3948-9DAE-238BD3A7571E}"/>
                  </a:ext>
                </a:extLst>
              </p:cNvPr>
              <p:cNvGrpSpPr>
                <a:grpSpLocks/>
              </p:cNvGrpSpPr>
              <p:nvPr/>
            </p:nvGrpSpPr>
            <p:grpSpPr bwMode="auto">
              <a:xfrm>
                <a:off x="911" y="3585"/>
                <a:ext cx="49" cy="23"/>
                <a:chOff x="911" y="3585"/>
                <a:chExt cx="49" cy="23"/>
              </a:xfrm>
            </p:grpSpPr>
            <p:sp>
              <p:nvSpPr>
                <p:cNvPr id="24083" name="Freeform 92">
                  <a:extLst>
                    <a:ext uri="{FF2B5EF4-FFF2-40B4-BE49-F238E27FC236}">
                      <a16:creationId xmlns:a16="http://schemas.microsoft.com/office/drawing/2014/main" id="{01840317-BA65-2646-87EF-E5CC5A3827B7}"/>
                    </a:ext>
                  </a:extLst>
                </p:cNvPr>
                <p:cNvSpPr>
                  <a:spLocks/>
                </p:cNvSpPr>
                <p:nvPr/>
              </p:nvSpPr>
              <p:spPr bwMode="auto">
                <a:xfrm>
                  <a:off x="911" y="3585"/>
                  <a:ext cx="12" cy="23"/>
                </a:xfrm>
                <a:custGeom>
                  <a:avLst/>
                  <a:gdLst>
                    <a:gd name="T0" fmla="*/ 1 w 24"/>
                    <a:gd name="T1" fmla="*/ 0 h 69"/>
                    <a:gd name="T2" fmla="*/ 0 w 24"/>
                    <a:gd name="T3" fmla="*/ 0 h 69"/>
                    <a:gd name="T4" fmla="*/ 1 w 24"/>
                    <a:gd name="T5" fmla="*/ 0 h 69"/>
                    <a:gd name="T6" fmla="*/ 1 w 24"/>
                    <a:gd name="T7" fmla="*/ 0 h 69"/>
                    <a:gd name="T8" fmla="*/ 1 w 24"/>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84" name="Freeform 93">
                  <a:extLst>
                    <a:ext uri="{FF2B5EF4-FFF2-40B4-BE49-F238E27FC236}">
                      <a16:creationId xmlns:a16="http://schemas.microsoft.com/office/drawing/2014/main" id="{02E86FAB-EE38-8940-B186-8CDE38C4E300}"/>
                    </a:ext>
                  </a:extLst>
                </p:cNvPr>
                <p:cNvSpPr>
                  <a:spLocks/>
                </p:cNvSpPr>
                <p:nvPr/>
              </p:nvSpPr>
              <p:spPr bwMode="auto">
                <a:xfrm>
                  <a:off x="915" y="3585"/>
                  <a:ext cx="38" cy="10"/>
                </a:xfrm>
                <a:custGeom>
                  <a:avLst/>
                  <a:gdLst>
                    <a:gd name="T0" fmla="*/ 1 w 75"/>
                    <a:gd name="T1" fmla="*/ 0 h 30"/>
                    <a:gd name="T2" fmla="*/ 1 w 75"/>
                    <a:gd name="T3" fmla="*/ 0 h 30"/>
                    <a:gd name="T4" fmla="*/ 1 w 75"/>
                    <a:gd name="T5" fmla="*/ 0 h 30"/>
                    <a:gd name="T6" fmla="*/ 1 w 75"/>
                    <a:gd name="T7" fmla="*/ 0 h 30"/>
                    <a:gd name="T8" fmla="*/ 1 w 75"/>
                    <a:gd name="T9" fmla="*/ 0 h 30"/>
                    <a:gd name="T10" fmla="*/ 1 w 75"/>
                    <a:gd name="T11" fmla="*/ 0 h 30"/>
                    <a:gd name="T12" fmla="*/ 1 w 75"/>
                    <a:gd name="T13" fmla="*/ 0 h 30"/>
                    <a:gd name="T14" fmla="*/ 0 w 75"/>
                    <a:gd name="T15" fmla="*/ 0 h 30"/>
                    <a:gd name="T16" fmla="*/ 1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85" name="Freeform 94">
                  <a:extLst>
                    <a:ext uri="{FF2B5EF4-FFF2-40B4-BE49-F238E27FC236}">
                      <a16:creationId xmlns:a16="http://schemas.microsoft.com/office/drawing/2014/main" id="{CC5D01E3-86EF-F147-88A6-D1CF9DB4487C}"/>
                    </a:ext>
                  </a:extLst>
                </p:cNvPr>
                <p:cNvSpPr>
                  <a:spLocks/>
                </p:cNvSpPr>
                <p:nvPr/>
              </p:nvSpPr>
              <p:spPr bwMode="auto">
                <a:xfrm>
                  <a:off x="919" y="3596"/>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697" name="Group 95">
                <a:extLst>
                  <a:ext uri="{FF2B5EF4-FFF2-40B4-BE49-F238E27FC236}">
                    <a16:creationId xmlns:a16="http://schemas.microsoft.com/office/drawing/2014/main" id="{3DD79F49-07F4-6548-8738-AF7ACE8CCF2B}"/>
                  </a:ext>
                </a:extLst>
              </p:cNvPr>
              <p:cNvGrpSpPr>
                <a:grpSpLocks/>
              </p:cNvGrpSpPr>
              <p:nvPr/>
            </p:nvGrpSpPr>
            <p:grpSpPr bwMode="auto">
              <a:xfrm>
                <a:off x="923" y="3600"/>
                <a:ext cx="99" cy="73"/>
                <a:chOff x="923" y="3600"/>
                <a:chExt cx="99" cy="73"/>
              </a:xfrm>
            </p:grpSpPr>
            <p:grpSp>
              <p:nvGrpSpPr>
                <p:cNvPr id="24063" name="Group 96">
                  <a:extLst>
                    <a:ext uri="{FF2B5EF4-FFF2-40B4-BE49-F238E27FC236}">
                      <a16:creationId xmlns:a16="http://schemas.microsoft.com/office/drawing/2014/main" id="{937E1D56-6232-5C43-BC2B-AF2997430C8E}"/>
                    </a:ext>
                  </a:extLst>
                </p:cNvPr>
                <p:cNvGrpSpPr>
                  <a:grpSpLocks/>
                </p:cNvGrpSpPr>
                <p:nvPr/>
              </p:nvGrpSpPr>
              <p:grpSpPr bwMode="auto">
                <a:xfrm>
                  <a:off x="923" y="3600"/>
                  <a:ext cx="49" cy="23"/>
                  <a:chOff x="923" y="3600"/>
                  <a:chExt cx="49" cy="23"/>
                </a:xfrm>
              </p:grpSpPr>
              <p:sp>
                <p:nvSpPr>
                  <p:cNvPr id="24080" name="Freeform 97">
                    <a:extLst>
                      <a:ext uri="{FF2B5EF4-FFF2-40B4-BE49-F238E27FC236}">
                        <a16:creationId xmlns:a16="http://schemas.microsoft.com/office/drawing/2014/main" id="{94ACF9C4-BC46-084C-A722-334EE4923FF4}"/>
                      </a:ext>
                    </a:extLst>
                  </p:cNvPr>
                  <p:cNvSpPr>
                    <a:spLocks/>
                  </p:cNvSpPr>
                  <p:nvPr/>
                </p:nvSpPr>
                <p:spPr bwMode="auto">
                  <a:xfrm>
                    <a:off x="923" y="3600"/>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81" name="Freeform 98">
                    <a:extLst>
                      <a:ext uri="{FF2B5EF4-FFF2-40B4-BE49-F238E27FC236}">
                        <a16:creationId xmlns:a16="http://schemas.microsoft.com/office/drawing/2014/main" id="{9FE9E852-CE33-F945-B08C-56866C5F4E19}"/>
                      </a:ext>
                    </a:extLst>
                  </p:cNvPr>
                  <p:cNvSpPr>
                    <a:spLocks/>
                  </p:cNvSpPr>
                  <p:nvPr/>
                </p:nvSpPr>
                <p:spPr bwMode="auto">
                  <a:xfrm>
                    <a:off x="928" y="3600"/>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82" name="Freeform 99">
                    <a:extLst>
                      <a:ext uri="{FF2B5EF4-FFF2-40B4-BE49-F238E27FC236}">
                        <a16:creationId xmlns:a16="http://schemas.microsoft.com/office/drawing/2014/main" id="{DBC092E9-791A-E047-97C7-F85A9AE8B4AB}"/>
                      </a:ext>
                    </a:extLst>
                  </p:cNvPr>
                  <p:cNvSpPr>
                    <a:spLocks/>
                  </p:cNvSpPr>
                  <p:nvPr/>
                </p:nvSpPr>
                <p:spPr bwMode="auto">
                  <a:xfrm>
                    <a:off x="930" y="3610"/>
                    <a:ext cx="42" cy="13"/>
                  </a:xfrm>
                  <a:custGeom>
                    <a:avLst/>
                    <a:gdLst>
                      <a:gd name="T0" fmla="*/ 0 w 82"/>
                      <a:gd name="T1" fmla="*/ 0 h 37"/>
                      <a:gd name="T2" fmla="*/ 1 w 82"/>
                      <a:gd name="T3" fmla="*/ 0 h 37"/>
                      <a:gd name="T4" fmla="*/ 1 w 82"/>
                      <a:gd name="T5" fmla="*/ 0 h 37"/>
                      <a:gd name="T6" fmla="*/ 1 w 82"/>
                      <a:gd name="T7" fmla="*/ 0 h 37"/>
                      <a:gd name="T8" fmla="*/ 1 w 82"/>
                      <a:gd name="T9" fmla="*/ 0 h 37"/>
                      <a:gd name="T10" fmla="*/ 1 w 82"/>
                      <a:gd name="T11" fmla="*/ 0 h 37"/>
                      <a:gd name="T12" fmla="*/ 0 w 82"/>
                      <a:gd name="T13" fmla="*/ 0 h 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4064" name="Group 100">
                  <a:extLst>
                    <a:ext uri="{FF2B5EF4-FFF2-40B4-BE49-F238E27FC236}">
                      <a16:creationId xmlns:a16="http://schemas.microsoft.com/office/drawing/2014/main" id="{3E018C86-E6A8-EC42-BAAC-973E4B66DDD8}"/>
                    </a:ext>
                  </a:extLst>
                </p:cNvPr>
                <p:cNvGrpSpPr>
                  <a:grpSpLocks/>
                </p:cNvGrpSpPr>
                <p:nvPr/>
              </p:nvGrpSpPr>
              <p:grpSpPr bwMode="auto">
                <a:xfrm>
                  <a:off x="935" y="3612"/>
                  <a:ext cx="48" cy="23"/>
                  <a:chOff x="935" y="3612"/>
                  <a:chExt cx="48" cy="23"/>
                </a:xfrm>
              </p:grpSpPr>
              <p:sp>
                <p:nvSpPr>
                  <p:cNvPr id="24077" name="Freeform 101">
                    <a:extLst>
                      <a:ext uri="{FF2B5EF4-FFF2-40B4-BE49-F238E27FC236}">
                        <a16:creationId xmlns:a16="http://schemas.microsoft.com/office/drawing/2014/main" id="{5D58A148-49B4-D146-A730-9FA99A29AC76}"/>
                      </a:ext>
                    </a:extLst>
                  </p:cNvPr>
                  <p:cNvSpPr>
                    <a:spLocks/>
                  </p:cNvSpPr>
                  <p:nvPr/>
                </p:nvSpPr>
                <p:spPr bwMode="auto">
                  <a:xfrm>
                    <a:off x="935" y="3612"/>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78" name="Freeform 102">
                    <a:extLst>
                      <a:ext uri="{FF2B5EF4-FFF2-40B4-BE49-F238E27FC236}">
                        <a16:creationId xmlns:a16="http://schemas.microsoft.com/office/drawing/2014/main" id="{FE96A6F0-0D07-DB42-8577-3E30933316BE}"/>
                      </a:ext>
                    </a:extLst>
                  </p:cNvPr>
                  <p:cNvSpPr>
                    <a:spLocks/>
                  </p:cNvSpPr>
                  <p:nvPr/>
                </p:nvSpPr>
                <p:spPr bwMode="auto">
                  <a:xfrm>
                    <a:off x="939" y="3612"/>
                    <a:ext cx="38" cy="11"/>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79" name="Freeform 103">
                    <a:extLst>
                      <a:ext uri="{FF2B5EF4-FFF2-40B4-BE49-F238E27FC236}">
                        <a16:creationId xmlns:a16="http://schemas.microsoft.com/office/drawing/2014/main" id="{E31E8A44-B602-0A42-AD48-0B6F59EA382C}"/>
                      </a:ext>
                    </a:extLst>
                  </p:cNvPr>
                  <p:cNvSpPr>
                    <a:spLocks/>
                  </p:cNvSpPr>
                  <p:nvPr/>
                </p:nvSpPr>
                <p:spPr bwMode="auto">
                  <a:xfrm>
                    <a:off x="943" y="3623"/>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4065" name="Group 104">
                  <a:extLst>
                    <a:ext uri="{FF2B5EF4-FFF2-40B4-BE49-F238E27FC236}">
                      <a16:creationId xmlns:a16="http://schemas.microsoft.com/office/drawing/2014/main" id="{37A79561-6293-0147-A471-D13BE8285C3B}"/>
                    </a:ext>
                  </a:extLst>
                </p:cNvPr>
                <p:cNvGrpSpPr>
                  <a:grpSpLocks/>
                </p:cNvGrpSpPr>
                <p:nvPr/>
              </p:nvGrpSpPr>
              <p:grpSpPr bwMode="auto">
                <a:xfrm>
                  <a:off x="947" y="3625"/>
                  <a:ext cx="50" cy="22"/>
                  <a:chOff x="947" y="3625"/>
                  <a:chExt cx="50" cy="22"/>
                </a:xfrm>
              </p:grpSpPr>
              <p:sp>
                <p:nvSpPr>
                  <p:cNvPr id="24074" name="Freeform 105">
                    <a:extLst>
                      <a:ext uri="{FF2B5EF4-FFF2-40B4-BE49-F238E27FC236}">
                        <a16:creationId xmlns:a16="http://schemas.microsoft.com/office/drawing/2014/main" id="{26B2D8AF-5D8E-9E46-BBC5-161DCA5D2191}"/>
                      </a:ext>
                    </a:extLst>
                  </p:cNvPr>
                  <p:cNvSpPr>
                    <a:spLocks/>
                  </p:cNvSpPr>
                  <p:nvPr/>
                </p:nvSpPr>
                <p:spPr bwMode="auto">
                  <a:xfrm>
                    <a:off x="947" y="3625"/>
                    <a:ext cx="13" cy="22"/>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75" name="Freeform 106">
                    <a:extLst>
                      <a:ext uri="{FF2B5EF4-FFF2-40B4-BE49-F238E27FC236}">
                        <a16:creationId xmlns:a16="http://schemas.microsoft.com/office/drawing/2014/main" id="{0D428780-7572-1F45-896D-E76A641E65A9}"/>
                      </a:ext>
                    </a:extLst>
                  </p:cNvPr>
                  <p:cNvSpPr>
                    <a:spLocks/>
                  </p:cNvSpPr>
                  <p:nvPr/>
                </p:nvSpPr>
                <p:spPr bwMode="auto">
                  <a:xfrm>
                    <a:off x="953" y="3625"/>
                    <a:ext cx="36" cy="10"/>
                  </a:xfrm>
                  <a:custGeom>
                    <a:avLst/>
                    <a:gdLst>
                      <a:gd name="T0" fmla="*/ 0 w 73"/>
                      <a:gd name="T1" fmla="*/ 0 h 29"/>
                      <a:gd name="T2" fmla="*/ 0 w 73"/>
                      <a:gd name="T3" fmla="*/ 0 h 29"/>
                      <a:gd name="T4" fmla="*/ 0 w 73"/>
                      <a:gd name="T5" fmla="*/ 0 h 29"/>
                      <a:gd name="T6" fmla="*/ 0 w 73"/>
                      <a:gd name="T7" fmla="*/ 0 h 29"/>
                      <a:gd name="T8" fmla="*/ 0 w 73"/>
                      <a:gd name="T9" fmla="*/ 0 h 29"/>
                      <a:gd name="T10" fmla="*/ 0 w 73"/>
                      <a:gd name="T11" fmla="*/ 0 h 29"/>
                      <a:gd name="T12" fmla="*/ 0 w 73"/>
                      <a:gd name="T13" fmla="*/ 0 h 29"/>
                      <a:gd name="T14" fmla="*/ 0 w 73"/>
                      <a:gd name="T15" fmla="*/ 0 h 29"/>
                      <a:gd name="T16" fmla="*/ 0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76" name="Freeform 107">
                    <a:extLst>
                      <a:ext uri="{FF2B5EF4-FFF2-40B4-BE49-F238E27FC236}">
                        <a16:creationId xmlns:a16="http://schemas.microsoft.com/office/drawing/2014/main" id="{68B103C7-7D78-C34D-AE69-52E2C15D3A7F}"/>
                      </a:ext>
                    </a:extLst>
                  </p:cNvPr>
                  <p:cNvSpPr>
                    <a:spLocks/>
                  </p:cNvSpPr>
                  <p:nvPr/>
                </p:nvSpPr>
                <p:spPr bwMode="auto">
                  <a:xfrm>
                    <a:off x="955" y="3635"/>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4066" name="Group 108">
                  <a:extLst>
                    <a:ext uri="{FF2B5EF4-FFF2-40B4-BE49-F238E27FC236}">
                      <a16:creationId xmlns:a16="http://schemas.microsoft.com/office/drawing/2014/main" id="{4C142C89-D973-1642-994F-AD61BCAE9B1E}"/>
                    </a:ext>
                  </a:extLst>
                </p:cNvPr>
                <p:cNvGrpSpPr>
                  <a:grpSpLocks/>
                </p:cNvGrpSpPr>
                <p:nvPr/>
              </p:nvGrpSpPr>
              <p:grpSpPr bwMode="auto">
                <a:xfrm>
                  <a:off x="960" y="3637"/>
                  <a:ext cx="50" cy="23"/>
                  <a:chOff x="960" y="3637"/>
                  <a:chExt cx="50" cy="23"/>
                </a:xfrm>
              </p:grpSpPr>
              <p:sp>
                <p:nvSpPr>
                  <p:cNvPr id="24071" name="Freeform 109">
                    <a:extLst>
                      <a:ext uri="{FF2B5EF4-FFF2-40B4-BE49-F238E27FC236}">
                        <a16:creationId xmlns:a16="http://schemas.microsoft.com/office/drawing/2014/main" id="{72B241C5-0FC7-FD46-9E1F-71210F2FC579}"/>
                      </a:ext>
                    </a:extLst>
                  </p:cNvPr>
                  <p:cNvSpPr>
                    <a:spLocks/>
                  </p:cNvSpPr>
                  <p:nvPr/>
                </p:nvSpPr>
                <p:spPr bwMode="auto">
                  <a:xfrm>
                    <a:off x="960" y="3637"/>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72" name="Freeform 110">
                    <a:extLst>
                      <a:ext uri="{FF2B5EF4-FFF2-40B4-BE49-F238E27FC236}">
                        <a16:creationId xmlns:a16="http://schemas.microsoft.com/office/drawing/2014/main" id="{F3B76696-64BB-374B-ABF7-203C38C3D681}"/>
                      </a:ext>
                    </a:extLst>
                  </p:cNvPr>
                  <p:cNvSpPr>
                    <a:spLocks/>
                  </p:cNvSpPr>
                  <p:nvPr/>
                </p:nvSpPr>
                <p:spPr bwMode="auto">
                  <a:xfrm>
                    <a:off x="965" y="3638"/>
                    <a:ext cx="37" cy="9"/>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73" name="Freeform 111">
                    <a:extLst>
                      <a:ext uri="{FF2B5EF4-FFF2-40B4-BE49-F238E27FC236}">
                        <a16:creationId xmlns:a16="http://schemas.microsoft.com/office/drawing/2014/main" id="{41E428BD-4EB8-6C4F-980E-D92B621C5FD5}"/>
                      </a:ext>
                    </a:extLst>
                  </p:cNvPr>
                  <p:cNvSpPr>
                    <a:spLocks/>
                  </p:cNvSpPr>
                  <p:nvPr/>
                </p:nvSpPr>
                <p:spPr bwMode="auto">
                  <a:xfrm>
                    <a:off x="968" y="3648"/>
                    <a:ext cx="42" cy="12"/>
                  </a:xfrm>
                  <a:custGeom>
                    <a:avLst/>
                    <a:gdLst>
                      <a:gd name="T0" fmla="*/ 0 w 83"/>
                      <a:gd name="T1" fmla="*/ 0 h 35"/>
                      <a:gd name="T2" fmla="*/ 1 w 83"/>
                      <a:gd name="T3" fmla="*/ 0 h 35"/>
                      <a:gd name="T4" fmla="*/ 1 w 83"/>
                      <a:gd name="T5" fmla="*/ 0 h 35"/>
                      <a:gd name="T6" fmla="*/ 1 w 83"/>
                      <a:gd name="T7" fmla="*/ 0 h 35"/>
                      <a:gd name="T8" fmla="*/ 1 w 83"/>
                      <a:gd name="T9" fmla="*/ 0 h 35"/>
                      <a:gd name="T10" fmla="*/ 1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4067" name="Group 112">
                  <a:extLst>
                    <a:ext uri="{FF2B5EF4-FFF2-40B4-BE49-F238E27FC236}">
                      <a16:creationId xmlns:a16="http://schemas.microsoft.com/office/drawing/2014/main" id="{562935BA-5091-984A-AEC6-630273F7841B}"/>
                    </a:ext>
                  </a:extLst>
                </p:cNvPr>
                <p:cNvGrpSpPr>
                  <a:grpSpLocks/>
                </p:cNvGrpSpPr>
                <p:nvPr/>
              </p:nvGrpSpPr>
              <p:grpSpPr bwMode="auto">
                <a:xfrm>
                  <a:off x="973" y="3650"/>
                  <a:ext cx="49" cy="23"/>
                  <a:chOff x="973" y="3650"/>
                  <a:chExt cx="49" cy="23"/>
                </a:xfrm>
              </p:grpSpPr>
              <p:sp>
                <p:nvSpPr>
                  <p:cNvPr id="24068" name="Freeform 113">
                    <a:extLst>
                      <a:ext uri="{FF2B5EF4-FFF2-40B4-BE49-F238E27FC236}">
                        <a16:creationId xmlns:a16="http://schemas.microsoft.com/office/drawing/2014/main" id="{F5100025-303F-9644-B26A-8DF0AA889E03}"/>
                      </a:ext>
                    </a:extLst>
                  </p:cNvPr>
                  <p:cNvSpPr>
                    <a:spLocks/>
                  </p:cNvSpPr>
                  <p:nvPr/>
                </p:nvSpPr>
                <p:spPr bwMode="auto">
                  <a:xfrm>
                    <a:off x="973" y="3650"/>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69" name="Freeform 114">
                    <a:extLst>
                      <a:ext uri="{FF2B5EF4-FFF2-40B4-BE49-F238E27FC236}">
                        <a16:creationId xmlns:a16="http://schemas.microsoft.com/office/drawing/2014/main" id="{448D05FA-39F0-3645-BB33-44C0308C883F}"/>
                      </a:ext>
                    </a:extLst>
                  </p:cNvPr>
                  <p:cNvSpPr>
                    <a:spLocks/>
                  </p:cNvSpPr>
                  <p:nvPr/>
                </p:nvSpPr>
                <p:spPr bwMode="auto">
                  <a:xfrm>
                    <a:off x="978" y="3651"/>
                    <a:ext cx="37" cy="10"/>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70" name="Freeform 115">
                    <a:extLst>
                      <a:ext uri="{FF2B5EF4-FFF2-40B4-BE49-F238E27FC236}">
                        <a16:creationId xmlns:a16="http://schemas.microsoft.com/office/drawing/2014/main" id="{F2199D54-8CE6-F744-9A0B-755EFE2804B6}"/>
                      </a:ext>
                    </a:extLst>
                  </p:cNvPr>
                  <p:cNvSpPr>
                    <a:spLocks/>
                  </p:cNvSpPr>
                  <p:nvPr/>
                </p:nvSpPr>
                <p:spPr bwMode="auto">
                  <a:xfrm>
                    <a:off x="982" y="3661"/>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3698" name="Group 116">
                <a:extLst>
                  <a:ext uri="{FF2B5EF4-FFF2-40B4-BE49-F238E27FC236}">
                    <a16:creationId xmlns:a16="http://schemas.microsoft.com/office/drawing/2014/main" id="{65174738-F4A1-A941-9ADF-92E0A41B5E65}"/>
                  </a:ext>
                </a:extLst>
              </p:cNvPr>
              <p:cNvGrpSpPr>
                <a:grpSpLocks/>
              </p:cNvGrpSpPr>
              <p:nvPr/>
            </p:nvGrpSpPr>
            <p:grpSpPr bwMode="auto">
              <a:xfrm>
                <a:off x="985" y="3665"/>
                <a:ext cx="100" cy="73"/>
                <a:chOff x="985" y="3665"/>
                <a:chExt cx="100" cy="73"/>
              </a:xfrm>
            </p:grpSpPr>
            <p:grpSp>
              <p:nvGrpSpPr>
                <p:cNvPr id="24043" name="Group 117">
                  <a:extLst>
                    <a:ext uri="{FF2B5EF4-FFF2-40B4-BE49-F238E27FC236}">
                      <a16:creationId xmlns:a16="http://schemas.microsoft.com/office/drawing/2014/main" id="{BC57BE6C-E933-D446-A5BC-42623797C42C}"/>
                    </a:ext>
                  </a:extLst>
                </p:cNvPr>
                <p:cNvGrpSpPr>
                  <a:grpSpLocks/>
                </p:cNvGrpSpPr>
                <p:nvPr/>
              </p:nvGrpSpPr>
              <p:grpSpPr bwMode="auto">
                <a:xfrm>
                  <a:off x="985" y="3665"/>
                  <a:ext cx="50" cy="23"/>
                  <a:chOff x="985" y="3665"/>
                  <a:chExt cx="50" cy="23"/>
                </a:xfrm>
              </p:grpSpPr>
              <p:sp>
                <p:nvSpPr>
                  <p:cNvPr id="24060" name="Freeform 118">
                    <a:extLst>
                      <a:ext uri="{FF2B5EF4-FFF2-40B4-BE49-F238E27FC236}">
                        <a16:creationId xmlns:a16="http://schemas.microsoft.com/office/drawing/2014/main" id="{691636B8-70A3-5842-8EB3-1A03BD7BB721}"/>
                      </a:ext>
                    </a:extLst>
                  </p:cNvPr>
                  <p:cNvSpPr>
                    <a:spLocks/>
                  </p:cNvSpPr>
                  <p:nvPr/>
                </p:nvSpPr>
                <p:spPr bwMode="auto">
                  <a:xfrm>
                    <a:off x="985" y="3665"/>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61" name="Freeform 119">
                    <a:extLst>
                      <a:ext uri="{FF2B5EF4-FFF2-40B4-BE49-F238E27FC236}">
                        <a16:creationId xmlns:a16="http://schemas.microsoft.com/office/drawing/2014/main" id="{74DD7BE2-3EB9-9B45-A441-F8DCC7AEC4F6}"/>
                      </a:ext>
                    </a:extLst>
                  </p:cNvPr>
                  <p:cNvSpPr>
                    <a:spLocks/>
                  </p:cNvSpPr>
                  <p:nvPr/>
                </p:nvSpPr>
                <p:spPr bwMode="auto">
                  <a:xfrm>
                    <a:off x="989" y="3665"/>
                    <a:ext cx="38" cy="11"/>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62" name="Freeform 120">
                    <a:extLst>
                      <a:ext uri="{FF2B5EF4-FFF2-40B4-BE49-F238E27FC236}">
                        <a16:creationId xmlns:a16="http://schemas.microsoft.com/office/drawing/2014/main" id="{22426284-9EBB-904B-B528-CDDD0754A4CE}"/>
                      </a:ext>
                    </a:extLst>
                  </p:cNvPr>
                  <p:cNvSpPr>
                    <a:spLocks/>
                  </p:cNvSpPr>
                  <p:nvPr/>
                </p:nvSpPr>
                <p:spPr bwMode="auto">
                  <a:xfrm>
                    <a:off x="993" y="3676"/>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4044" name="Group 121">
                  <a:extLst>
                    <a:ext uri="{FF2B5EF4-FFF2-40B4-BE49-F238E27FC236}">
                      <a16:creationId xmlns:a16="http://schemas.microsoft.com/office/drawing/2014/main" id="{AC068875-7EEC-684F-837D-6F1A78342756}"/>
                    </a:ext>
                  </a:extLst>
                </p:cNvPr>
                <p:cNvGrpSpPr>
                  <a:grpSpLocks/>
                </p:cNvGrpSpPr>
                <p:nvPr/>
              </p:nvGrpSpPr>
              <p:grpSpPr bwMode="auto">
                <a:xfrm>
                  <a:off x="997" y="3677"/>
                  <a:ext cx="49" cy="23"/>
                  <a:chOff x="997" y="3677"/>
                  <a:chExt cx="49" cy="23"/>
                </a:xfrm>
              </p:grpSpPr>
              <p:sp>
                <p:nvSpPr>
                  <p:cNvPr id="24057" name="Freeform 122">
                    <a:extLst>
                      <a:ext uri="{FF2B5EF4-FFF2-40B4-BE49-F238E27FC236}">
                        <a16:creationId xmlns:a16="http://schemas.microsoft.com/office/drawing/2014/main" id="{C908E434-422A-FE4E-A697-15B686459063}"/>
                      </a:ext>
                    </a:extLst>
                  </p:cNvPr>
                  <p:cNvSpPr>
                    <a:spLocks/>
                  </p:cNvSpPr>
                  <p:nvPr/>
                </p:nvSpPr>
                <p:spPr bwMode="auto">
                  <a:xfrm>
                    <a:off x="997" y="3677"/>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58" name="Freeform 123">
                    <a:extLst>
                      <a:ext uri="{FF2B5EF4-FFF2-40B4-BE49-F238E27FC236}">
                        <a16:creationId xmlns:a16="http://schemas.microsoft.com/office/drawing/2014/main" id="{485EEAD0-9E12-F345-B5FD-878B933DEB4C}"/>
                      </a:ext>
                    </a:extLst>
                  </p:cNvPr>
                  <p:cNvSpPr>
                    <a:spLocks/>
                  </p:cNvSpPr>
                  <p:nvPr/>
                </p:nvSpPr>
                <p:spPr bwMode="auto">
                  <a:xfrm>
                    <a:off x="1002" y="3678"/>
                    <a:ext cx="37" cy="10"/>
                  </a:xfrm>
                  <a:custGeom>
                    <a:avLst/>
                    <a:gdLst>
                      <a:gd name="T0" fmla="*/ 1 w 73"/>
                      <a:gd name="T1" fmla="*/ 0 h 30"/>
                      <a:gd name="T2" fmla="*/ 1 w 73"/>
                      <a:gd name="T3" fmla="*/ 0 h 30"/>
                      <a:gd name="T4" fmla="*/ 1 w 73"/>
                      <a:gd name="T5" fmla="*/ 0 h 30"/>
                      <a:gd name="T6" fmla="*/ 1 w 73"/>
                      <a:gd name="T7" fmla="*/ 0 h 30"/>
                      <a:gd name="T8" fmla="*/ 1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59" name="Freeform 124">
                    <a:extLst>
                      <a:ext uri="{FF2B5EF4-FFF2-40B4-BE49-F238E27FC236}">
                        <a16:creationId xmlns:a16="http://schemas.microsoft.com/office/drawing/2014/main" id="{236BA9AE-4505-1A45-9961-0EFB72C8C79B}"/>
                      </a:ext>
                    </a:extLst>
                  </p:cNvPr>
                  <p:cNvSpPr>
                    <a:spLocks/>
                  </p:cNvSpPr>
                  <p:nvPr/>
                </p:nvSpPr>
                <p:spPr bwMode="auto">
                  <a:xfrm>
                    <a:off x="1005" y="3688"/>
                    <a:ext cx="41" cy="12"/>
                  </a:xfrm>
                  <a:custGeom>
                    <a:avLst/>
                    <a:gdLst>
                      <a:gd name="T0" fmla="*/ 0 w 83"/>
                      <a:gd name="T1" fmla="*/ 0 h 37"/>
                      <a:gd name="T2" fmla="*/ 0 w 83"/>
                      <a:gd name="T3" fmla="*/ 0 h 37"/>
                      <a:gd name="T4" fmla="*/ 0 w 83"/>
                      <a:gd name="T5" fmla="*/ 0 h 37"/>
                      <a:gd name="T6" fmla="*/ 0 w 83"/>
                      <a:gd name="T7" fmla="*/ 0 h 37"/>
                      <a:gd name="T8" fmla="*/ 0 w 83"/>
                      <a:gd name="T9" fmla="*/ 0 h 37"/>
                      <a:gd name="T10" fmla="*/ 0 w 83"/>
                      <a:gd name="T11" fmla="*/ 0 h 37"/>
                      <a:gd name="T12" fmla="*/ 0 w 83"/>
                      <a:gd name="T13" fmla="*/ 0 h 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4045" name="Group 125">
                  <a:extLst>
                    <a:ext uri="{FF2B5EF4-FFF2-40B4-BE49-F238E27FC236}">
                      <a16:creationId xmlns:a16="http://schemas.microsoft.com/office/drawing/2014/main" id="{039D764C-1AB2-7447-B60A-7A19DCD6DFFD}"/>
                    </a:ext>
                  </a:extLst>
                </p:cNvPr>
                <p:cNvGrpSpPr>
                  <a:grpSpLocks/>
                </p:cNvGrpSpPr>
                <p:nvPr/>
              </p:nvGrpSpPr>
              <p:grpSpPr bwMode="auto">
                <a:xfrm>
                  <a:off x="1010" y="3690"/>
                  <a:ext cx="48" cy="23"/>
                  <a:chOff x="1010" y="3690"/>
                  <a:chExt cx="48" cy="23"/>
                </a:xfrm>
              </p:grpSpPr>
              <p:sp>
                <p:nvSpPr>
                  <p:cNvPr id="24054" name="Freeform 126">
                    <a:extLst>
                      <a:ext uri="{FF2B5EF4-FFF2-40B4-BE49-F238E27FC236}">
                        <a16:creationId xmlns:a16="http://schemas.microsoft.com/office/drawing/2014/main" id="{23EE3E0C-F956-3D4F-9993-D21FA60D3941}"/>
                      </a:ext>
                    </a:extLst>
                  </p:cNvPr>
                  <p:cNvSpPr>
                    <a:spLocks/>
                  </p:cNvSpPr>
                  <p:nvPr/>
                </p:nvSpPr>
                <p:spPr bwMode="auto">
                  <a:xfrm>
                    <a:off x="1010" y="3690"/>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55" name="Freeform 127">
                    <a:extLst>
                      <a:ext uri="{FF2B5EF4-FFF2-40B4-BE49-F238E27FC236}">
                        <a16:creationId xmlns:a16="http://schemas.microsoft.com/office/drawing/2014/main" id="{B9EF9D98-12B6-564B-84E7-70541E7991CB}"/>
                      </a:ext>
                    </a:extLst>
                  </p:cNvPr>
                  <p:cNvSpPr>
                    <a:spLocks/>
                  </p:cNvSpPr>
                  <p:nvPr/>
                </p:nvSpPr>
                <p:spPr bwMode="auto">
                  <a:xfrm>
                    <a:off x="1014" y="3690"/>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56" name="Freeform 128">
                    <a:extLst>
                      <a:ext uri="{FF2B5EF4-FFF2-40B4-BE49-F238E27FC236}">
                        <a16:creationId xmlns:a16="http://schemas.microsoft.com/office/drawing/2014/main" id="{3DFB8ECB-A286-C843-BEE8-7F4D44882609}"/>
                      </a:ext>
                    </a:extLst>
                  </p:cNvPr>
                  <p:cNvSpPr>
                    <a:spLocks/>
                  </p:cNvSpPr>
                  <p:nvPr/>
                </p:nvSpPr>
                <p:spPr bwMode="auto">
                  <a:xfrm>
                    <a:off x="1018" y="3701"/>
                    <a:ext cx="40" cy="12"/>
                  </a:xfrm>
                  <a:custGeom>
                    <a:avLst/>
                    <a:gdLst>
                      <a:gd name="T0" fmla="*/ 0 w 82"/>
                      <a:gd name="T1" fmla="*/ 0 h 35"/>
                      <a:gd name="T2" fmla="*/ 0 w 82"/>
                      <a:gd name="T3" fmla="*/ 0 h 35"/>
                      <a:gd name="T4" fmla="*/ 0 w 82"/>
                      <a:gd name="T5" fmla="*/ 0 h 35"/>
                      <a:gd name="T6" fmla="*/ 0 w 82"/>
                      <a:gd name="T7" fmla="*/ 0 h 35"/>
                      <a:gd name="T8" fmla="*/ 0 w 82"/>
                      <a:gd name="T9" fmla="*/ 0 h 35"/>
                      <a:gd name="T10" fmla="*/ 0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4046" name="Group 129">
                  <a:extLst>
                    <a:ext uri="{FF2B5EF4-FFF2-40B4-BE49-F238E27FC236}">
                      <a16:creationId xmlns:a16="http://schemas.microsoft.com/office/drawing/2014/main" id="{AE00BB3B-E5D8-D84D-ADD1-0C13FACEDFC7}"/>
                    </a:ext>
                  </a:extLst>
                </p:cNvPr>
                <p:cNvGrpSpPr>
                  <a:grpSpLocks/>
                </p:cNvGrpSpPr>
                <p:nvPr/>
              </p:nvGrpSpPr>
              <p:grpSpPr bwMode="auto">
                <a:xfrm>
                  <a:off x="1023" y="3703"/>
                  <a:ext cx="49" cy="22"/>
                  <a:chOff x="1023" y="3703"/>
                  <a:chExt cx="49" cy="22"/>
                </a:xfrm>
              </p:grpSpPr>
              <p:sp>
                <p:nvSpPr>
                  <p:cNvPr id="24051" name="Freeform 130">
                    <a:extLst>
                      <a:ext uri="{FF2B5EF4-FFF2-40B4-BE49-F238E27FC236}">
                        <a16:creationId xmlns:a16="http://schemas.microsoft.com/office/drawing/2014/main" id="{9C391BEB-5F71-DA4A-982F-04A639AB3B08}"/>
                      </a:ext>
                    </a:extLst>
                  </p:cNvPr>
                  <p:cNvSpPr>
                    <a:spLocks/>
                  </p:cNvSpPr>
                  <p:nvPr/>
                </p:nvSpPr>
                <p:spPr bwMode="auto">
                  <a:xfrm>
                    <a:off x="1023" y="3703"/>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52" name="Freeform 131">
                    <a:extLst>
                      <a:ext uri="{FF2B5EF4-FFF2-40B4-BE49-F238E27FC236}">
                        <a16:creationId xmlns:a16="http://schemas.microsoft.com/office/drawing/2014/main" id="{4965CEC2-1E2B-7742-ABEA-362F1F4F9A10}"/>
                      </a:ext>
                    </a:extLst>
                  </p:cNvPr>
                  <p:cNvSpPr>
                    <a:spLocks/>
                  </p:cNvSpPr>
                  <p:nvPr/>
                </p:nvSpPr>
                <p:spPr bwMode="auto">
                  <a:xfrm>
                    <a:off x="1028" y="3703"/>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53" name="Freeform 132">
                    <a:extLst>
                      <a:ext uri="{FF2B5EF4-FFF2-40B4-BE49-F238E27FC236}">
                        <a16:creationId xmlns:a16="http://schemas.microsoft.com/office/drawing/2014/main" id="{4364D1E9-504E-EC46-95E0-A16E189CC28B}"/>
                      </a:ext>
                    </a:extLst>
                  </p:cNvPr>
                  <p:cNvSpPr>
                    <a:spLocks/>
                  </p:cNvSpPr>
                  <p:nvPr/>
                </p:nvSpPr>
                <p:spPr bwMode="auto">
                  <a:xfrm>
                    <a:off x="1030" y="3713"/>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4047" name="Group 133">
                  <a:extLst>
                    <a:ext uri="{FF2B5EF4-FFF2-40B4-BE49-F238E27FC236}">
                      <a16:creationId xmlns:a16="http://schemas.microsoft.com/office/drawing/2014/main" id="{AD4D5B4C-D7F0-E843-A855-BDC72DBB297A}"/>
                    </a:ext>
                  </a:extLst>
                </p:cNvPr>
                <p:cNvGrpSpPr>
                  <a:grpSpLocks/>
                </p:cNvGrpSpPr>
                <p:nvPr/>
              </p:nvGrpSpPr>
              <p:grpSpPr bwMode="auto">
                <a:xfrm>
                  <a:off x="1036" y="3716"/>
                  <a:ext cx="49" cy="22"/>
                  <a:chOff x="1036" y="3716"/>
                  <a:chExt cx="49" cy="22"/>
                </a:xfrm>
              </p:grpSpPr>
              <p:sp>
                <p:nvSpPr>
                  <p:cNvPr id="24048" name="Freeform 134">
                    <a:extLst>
                      <a:ext uri="{FF2B5EF4-FFF2-40B4-BE49-F238E27FC236}">
                        <a16:creationId xmlns:a16="http://schemas.microsoft.com/office/drawing/2014/main" id="{9D3B1DD2-4C44-874F-8739-1D6109EBDEEB}"/>
                      </a:ext>
                    </a:extLst>
                  </p:cNvPr>
                  <p:cNvSpPr>
                    <a:spLocks/>
                  </p:cNvSpPr>
                  <p:nvPr/>
                </p:nvSpPr>
                <p:spPr bwMode="auto">
                  <a:xfrm>
                    <a:off x="1036" y="3716"/>
                    <a:ext cx="11" cy="22"/>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49" name="Freeform 135">
                    <a:extLst>
                      <a:ext uri="{FF2B5EF4-FFF2-40B4-BE49-F238E27FC236}">
                        <a16:creationId xmlns:a16="http://schemas.microsoft.com/office/drawing/2014/main" id="{EA33182D-3FDB-3A4A-B586-040AD06704B7}"/>
                      </a:ext>
                    </a:extLst>
                  </p:cNvPr>
                  <p:cNvSpPr>
                    <a:spLocks/>
                  </p:cNvSpPr>
                  <p:nvPr/>
                </p:nvSpPr>
                <p:spPr bwMode="auto">
                  <a:xfrm>
                    <a:off x="1040" y="3716"/>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50" name="Freeform 136">
                    <a:extLst>
                      <a:ext uri="{FF2B5EF4-FFF2-40B4-BE49-F238E27FC236}">
                        <a16:creationId xmlns:a16="http://schemas.microsoft.com/office/drawing/2014/main" id="{9BC6A1A2-0EB7-8047-807C-A4831A8518A2}"/>
                      </a:ext>
                    </a:extLst>
                  </p:cNvPr>
                  <p:cNvSpPr>
                    <a:spLocks/>
                  </p:cNvSpPr>
                  <p:nvPr/>
                </p:nvSpPr>
                <p:spPr bwMode="auto">
                  <a:xfrm>
                    <a:off x="1043" y="3726"/>
                    <a:ext cx="42"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3699" name="Group 137">
                <a:extLst>
                  <a:ext uri="{FF2B5EF4-FFF2-40B4-BE49-F238E27FC236}">
                    <a16:creationId xmlns:a16="http://schemas.microsoft.com/office/drawing/2014/main" id="{1B550180-692D-5F4D-9A4C-47B00B11DC41}"/>
                  </a:ext>
                </a:extLst>
              </p:cNvPr>
              <p:cNvGrpSpPr>
                <a:grpSpLocks/>
              </p:cNvGrpSpPr>
              <p:nvPr/>
            </p:nvGrpSpPr>
            <p:grpSpPr bwMode="auto">
              <a:xfrm>
                <a:off x="1046" y="3727"/>
                <a:ext cx="49" cy="23"/>
                <a:chOff x="1046" y="3727"/>
                <a:chExt cx="49" cy="23"/>
              </a:xfrm>
            </p:grpSpPr>
            <p:sp>
              <p:nvSpPr>
                <p:cNvPr id="24040" name="Freeform 138">
                  <a:extLst>
                    <a:ext uri="{FF2B5EF4-FFF2-40B4-BE49-F238E27FC236}">
                      <a16:creationId xmlns:a16="http://schemas.microsoft.com/office/drawing/2014/main" id="{EE91701C-5706-5747-AE79-E2B23B5F1E48}"/>
                    </a:ext>
                  </a:extLst>
                </p:cNvPr>
                <p:cNvSpPr>
                  <a:spLocks/>
                </p:cNvSpPr>
                <p:nvPr/>
              </p:nvSpPr>
              <p:spPr bwMode="auto">
                <a:xfrm>
                  <a:off x="1046" y="3727"/>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41" name="Freeform 139">
                  <a:extLst>
                    <a:ext uri="{FF2B5EF4-FFF2-40B4-BE49-F238E27FC236}">
                      <a16:creationId xmlns:a16="http://schemas.microsoft.com/office/drawing/2014/main" id="{9A14F568-4177-6F42-B0F4-2EA2993D0D07}"/>
                    </a:ext>
                  </a:extLst>
                </p:cNvPr>
                <p:cNvSpPr>
                  <a:spLocks/>
                </p:cNvSpPr>
                <p:nvPr/>
              </p:nvSpPr>
              <p:spPr bwMode="auto">
                <a:xfrm>
                  <a:off x="1051" y="3727"/>
                  <a:ext cx="36" cy="11"/>
                </a:xfrm>
                <a:custGeom>
                  <a:avLst/>
                  <a:gdLst>
                    <a:gd name="T0" fmla="*/ 0 w 73"/>
                    <a:gd name="T1" fmla="*/ 0 h 31"/>
                    <a:gd name="T2" fmla="*/ 0 w 73"/>
                    <a:gd name="T3" fmla="*/ 0 h 31"/>
                    <a:gd name="T4" fmla="*/ 0 w 73"/>
                    <a:gd name="T5" fmla="*/ 0 h 31"/>
                    <a:gd name="T6" fmla="*/ 0 w 73"/>
                    <a:gd name="T7" fmla="*/ 0 h 31"/>
                    <a:gd name="T8" fmla="*/ 0 w 73"/>
                    <a:gd name="T9" fmla="*/ 0 h 31"/>
                    <a:gd name="T10" fmla="*/ 0 w 73"/>
                    <a:gd name="T11" fmla="*/ 0 h 31"/>
                    <a:gd name="T12" fmla="*/ 0 w 73"/>
                    <a:gd name="T13" fmla="*/ 0 h 31"/>
                    <a:gd name="T14" fmla="*/ 0 w 73"/>
                    <a:gd name="T15" fmla="*/ 0 h 31"/>
                    <a:gd name="T16" fmla="*/ 0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42" name="Freeform 140">
                  <a:extLst>
                    <a:ext uri="{FF2B5EF4-FFF2-40B4-BE49-F238E27FC236}">
                      <a16:creationId xmlns:a16="http://schemas.microsoft.com/office/drawing/2014/main" id="{E8771D31-5227-9A47-A2C2-B6C1BD3319AF}"/>
                    </a:ext>
                  </a:extLst>
                </p:cNvPr>
                <p:cNvSpPr>
                  <a:spLocks/>
                </p:cNvSpPr>
                <p:nvPr/>
              </p:nvSpPr>
              <p:spPr bwMode="auto">
                <a:xfrm>
                  <a:off x="1054" y="3738"/>
                  <a:ext cx="41" cy="12"/>
                </a:xfrm>
                <a:custGeom>
                  <a:avLst/>
                  <a:gdLst>
                    <a:gd name="T0" fmla="*/ 0 w 82"/>
                    <a:gd name="T1" fmla="*/ 0 h 35"/>
                    <a:gd name="T2" fmla="*/ 1 w 82"/>
                    <a:gd name="T3" fmla="*/ 0 h 35"/>
                    <a:gd name="T4" fmla="*/ 1 w 82"/>
                    <a:gd name="T5" fmla="*/ 0 h 35"/>
                    <a:gd name="T6" fmla="*/ 1 w 82"/>
                    <a:gd name="T7" fmla="*/ 0 h 35"/>
                    <a:gd name="T8" fmla="*/ 1 w 82"/>
                    <a:gd name="T9" fmla="*/ 0 h 35"/>
                    <a:gd name="T10" fmla="*/ 1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00" name="Group 141">
                <a:extLst>
                  <a:ext uri="{FF2B5EF4-FFF2-40B4-BE49-F238E27FC236}">
                    <a16:creationId xmlns:a16="http://schemas.microsoft.com/office/drawing/2014/main" id="{F6FC57CB-313A-DC46-B930-0F56FA769DC0}"/>
                  </a:ext>
                </a:extLst>
              </p:cNvPr>
              <p:cNvGrpSpPr>
                <a:grpSpLocks/>
              </p:cNvGrpSpPr>
              <p:nvPr/>
            </p:nvGrpSpPr>
            <p:grpSpPr bwMode="auto">
              <a:xfrm>
                <a:off x="1058" y="3739"/>
                <a:ext cx="50" cy="23"/>
                <a:chOff x="1058" y="3739"/>
                <a:chExt cx="50" cy="23"/>
              </a:xfrm>
            </p:grpSpPr>
            <p:sp>
              <p:nvSpPr>
                <p:cNvPr id="24037" name="Freeform 142">
                  <a:extLst>
                    <a:ext uri="{FF2B5EF4-FFF2-40B4-BE49-F238E27FC236}">
                      <a16:creationId xmlns:a16="http://schemas.microsoft.com/office/drawing/2014/main" id="{A2B16276-F0FB-BD41-8880-CB5B7CE25A57}"/>
                    </a:ext>
                  </a:extLst>
                </p:cNvPr>
                <p:cNvSpPr>
                  <a:spLocks/>
                </p:cNvSpPr>
                <p:nvPr/>
              </p:nvSpPr>
              <p:spPr bwMode="auto">
                <a:xfrm>
                  <a:off x="1058" y="3739"/>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38" name="Freeform 143">
                  <a:extLst>
                    <a:ext uri="{FF2B5EF4-FFF2-40B4-BE49-F238E27FC236}">
                      <a16:creationId xmlns:a16="http://schemas.microsoft.com/office/drawing/2014/main" id="{5F4D11BB-0382-FE41-B134-C6364C12EFB3}"/>
                    </a:ext>
                  </a:extLst>
                </p:cNvPr>
                <p:cNvSpPr>
                  <a:spLocks/>
                </p:cNvSpPr>
                <p:nvPr/>
              </p:nvSpPr>
              <p:spPr bwMode="auto">
                <a:xfrm>
                  <a:off x="1063" y="3740"/>
                  <a:ext cx="37" cy="10"/>
                </a:xfrm>
                <a:custGeom>
                  <a:avLst/>
                  <a:gdLst>
                    <a:gd name="T0" fmla="*/ 0 w 75"/>
                    <a:gd name="T1" fmla="*/ 0 h 30"/>
                    <a:gd name="T2" fmla="*/ 0 w 75"/>
                    <a:gd name="T3" fmla="*/ 0 h 30"/>
                    <a:gd name="T4" fmla="*/ 0 w 75"/>
                    <a:gd name="T5" fmla="*/ 0 h 30"/>
                    <a:gd name="T6" fmla="*/ 0 w 75"/>
                    <a:gd name="T7" fmla="*/ 0 h 30"/>
                    <a:gd name="T8" fmla="*/ 0 w 75"/>
                    <a:gd name="T9" fmla="*/ 0 h 30"/>
                    <a:gd name="T10" fmla="*/ 0 w 75"/>
                    <a:gd name="T11" fmla="*/ 0 h 30"/>
                    <a:gd name="T12" fmla="*/ 0 w 75"/>
                    <a:gd name="T13" fmla="*/ 0 h 30"/>
                    <a:gd name="T14" fmla="*/ 0 w 75"/>
                    <a:gd name="T15" fmla="*/ 0 h 30"/>
                    <a:gd name="T16" fmla="*/ 0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39" name="Freeform 144">
                  <a:extLst>
                    <a:ext uri="{FF2B5EF4-FFF2-40B4-BE49-F238E27FC236}">
                      <a16:creationId xmlns:a16="http://schemas.microsoft.com/office/drawing/2014/main" id="{EA6E51D5-4587-EE4D-842F-19B1AE0D2818}"/>
                    </a:ext>
                  </a:extLst>
                </p:cNvPr>
                <p:cNvSpPr>
                  <a:spLocks/>
                </p:cNvSpPr>
                <p:nvPr/>
              </p:nvSpPr>
              <p:spPr bwMode="auto">
                <a:xfrm>
                  <a:off x="1067" y="3750"/>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01" name="Group 145">
                <a:extLst>
                  <a:ext uri="{FF2B5EF4-FFF2-40B4-BE49-F238E27FC236}">
                    <a16:creationId xmlns:a16="http://schemas.microsoft.com/office/drawing/2014/main" id="{F314445F-77FE-4340-AE78-F5E477C8A13D}"/>
                  </a:ext>
                </a:extLst>
              </p:cNvPr>
              <p:cNvGrpSpPr>
                <a:grpSpLocks/>
              </p:cNvGrpSpPr>
              <p:nvPr/>
            </p:nvGrpSpPr>
            <p:grpSpPr bwMode="auto">
              <a:xfrm>
                <a:off x="1072" y="3753"/>
                <a:ext cx="48" cy="22"/>
                <a:chOff x="1072" y="3753"/>
                <a:chExt cx="48" cy="22"/>
              </a:xfrm>
            </p:grpSpPr>
            <p:sp>
              <p:nvSpPr>
                <p:cNvPr id="24034" name="Freeform 146">
                  <a:extLst>
                    <a:ext uri="{FF2B5EF4-FFF2-40B4-BE49-F238E27FC236}">
                      <a16:creationId xmlns:a16="http://schemas.microsoft.com/office/drawing/2014/main" id="{070E074A-221B-2143-B440-D161D5A2973F}"/>
                    </a:ext>
                  </a:extLst>
                </p:cNvPr>
                <p:cNvSpPr>
                  <a:spLocks/>
                </p:cNvSpPr>
                <p:nvPr/>
              </p:nvSpPr>
              <p:spPr bwMode="auto">
                <a:xfrm>
                  <a:off x="1072" y="3753"/>
                  <a:ext cx="11" cy="22"/>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35" name="Freeform 147">
                  <a:extLst>
                    <a:ext uri="{FF2B5EF4-FFF2-40B4-BE49-F238E27FC236}">
                      <a16:creationId xmlns:a16="http://schemas.microsoft.com/office/drawing/2014/main" id="{AF9669A1-8209-DB45-BDA3-EE4BECBBE1F8}"/>
                    </a:ext>
                  </a:extLst>
                </p:cNvPr>
                <p:cNvSpPr>
                  <a:spLocks/>
                </p:cNvSpPr>
                <p:nvPr/>
              </p:nvSpPr>
              <p:spPr bwMode="auto">
                <a:xfrm>
                  <a:off x="1076" y="3753"/>
                  <a:ext cx="37" cy="10"/>
                </a:xfrm>
                <a:custGeom>
                  <a:avLst/>
                  <a:gdLst>
                    <a:gd name="T0" fmla="*/ 1 w 74"/>
                    <a:gd name="T1" fmla="*/ 0 h 31"/>
                    <a:gd name="T2" fmla="*/ 1 w 74"/>
                    <a:gd name="T3" fmla="*/ 0 h 31"/>
                    <a:gd name="T4" fmla="*/ 1 w 74"/>
                    <a:gd name="T5" fmla="*/ 0 h 31"/>
                    <a:gd name="T6" fmla="*/ 1 w 74"/>
                    <a:gd name="T7" fmla="*/ 0 h 31"/>
                    <a:gd name="T8" fmla="*/ 1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36" name="Freeform 148">
                  <a:extLst>
                    <a:ext uri="{FF2B5EF4-FFF2-40B4-BE49-F238E27FC236}">
                      <a16:creationId xmlns:a16="http://schemas.microsoft.com/office/drawing/2014/main" id="{64219E9E-3F92-0449-81E5-B28FB5FA218E}"/>
                    </a:ext>
                  </a:extLst>
                </p:cNvPr>
                <p:cNvSpPr>
                  <a:spLocks/>
                </p:cNvSpPr>
                <p:nvPr/>
              </p:nvSpPr>
              <p:spPr bwMode="auto">
                <a:xfrm>
                  <a:off x="1079" y="3763"/>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3702" name="Freeform 149">
                <a:extLst>
                  <a:ext uri="{FF2B5EF4-FFF2-40B4-BE49-F238E27FC236}">
                    <a16:creationId xmlns:a16="http://schemas.microsoft.com/office/drawing/2014/main" id="{EF63CD04-6FB1-6B49-9690-6862B551C4C3}"/>
                  </a:ext>
                </a:extLst>
              </p:cNvPr>
              <p:cNvSpPr>
                <a:spLocks/>
              </p:cNvSpPr>
              <p:nvPr/>
            </p:nvSpPr>
            <p:spPr bwMode="auto">
              <a:xfrm>
                <a:off x="820" y="3535"/>
                <a:ext cx="12" cy="23"/>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03" name="Freeform 150">
                <a:extLst>
                  <a:ext uri="{FF2B5EF4-FFF2-40B4-BE49-F238E27FC236}">
                    <a16:creationId xmlns:a16="http://schemas.microsoft.com/office/drawing/2014/main" id="{06769731-78F3-6742-9508-2F2B74C6E8A6}"/>
                  </a:ext>
                </a:extLst>
              </p:cNvPr>
              <p:cNvSpPr>
                <a:spLocks/>
              </p:cNvSpPr>
              <p:nvPr/>
            </p:nvSpPr>
            <p:spPr bwMode="auto">
              <a:xfrm>
                <a:off x="825" y="3535"/>
                <a:ext cx="36" cy="9"/>
              </a:xfrm>
              <a:custGeom>
                <a:avLst/>
                <a:gdLst>
                  <a:gd name="T0" fmla="*/ 0 w 71"/>
                  <a:gd name="T1" fmla="*/ 0 h 27"/>
                  <a:gd name="T2" fmla="*/ 1 w 71"/>
                  <a:gd name="T3" fmla="*/ 0 h 27"/>
                  <a:gd name="T4" fmla="*/ 1 w 71"/>
                  <a:gd name="T5" fmla="*/ 0 h 27"/>
                  <a:gd name="T6" fmla="*/ 1 w 71"/>
                  <a:gd name="T7" fmla="*/ 0 h 27"/>
                  <a:gd name="T8" fmla="*/ 1 w 71"/>
                  <a:gd name="T9" fmla="*/ 0 h 27"/>
                  <a:gd name="T10" fmla="*/ 1 w 71"/>
                  <a:gd name="T11" fmla="*/ 0 h 27"/>
                  <a:gd name="T12" fmla="*/ 1 w 71"/>
                  <a:gd name="T13" fmla="*/ 0 h 27"/>
                  <a:gd name="T14" fmla="*/ 0 w 71"/>
                  <a:gd name="T15" fmla="*/ 0 h 27"/>
                  <a:gd name="T16" fmla="*/ 0 w 71"/>
                  <a:gd name="T17" fmla="*/ 0 h 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04" name="Freeform 151">
                <a:extLst>
                  <a:ext uri="{FF2B5EF4-FFF2-40B4-BE49-F238E27FC236}">
                    <a16:creationId xmlns:a16="http://schemas.microsoft.com/office/drawing/2014/main" id="{83AFC00A-8424-F245-A213-15B73EE51108}"/>
                  </a:ext>
                </a:extLst>
              </p:cNvPr>
              <p:cNvSpPr>
                <a:spLocks/>
              </p:cNvSpPr>
              <p:nvPr/>
            </p:nvSpPr>
            <p:spPr bwMode="auto">
              <a:xfrm>
                <a:off x="828" y="3546"/>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3705" name="Group 152">
                <a:extLst>
                  <a:ext uri="{FF2B5EF4-FFF2-40B4-BE49-F238E27FC236}">
                    <a16:creationId xmlns:a16="http://schemas.microsoft.com/office/drawing/2014/main" id="{B8F99BA9-B74A-2641-AA40-07D291B0D141}"/>
                  </a:ext>
                </a:extLst>
              </p:cNvPr>
              <p:cNvGrpSpPr>
                <a:grpSpLocks/>
              </p:cNvGrpSpPr>
              <p:nvPr/>
            </p:nvGrpSpPr>
            <p:grpSpPr bwMode="auto">
              <a:xfrm>
                <a:off x="832" y="3547"/>
                <a:ext cx="49" cy="23"/>
                <a:chOff x="832" y="3547"/>
                <a:chExt cx="49" cy="23"/>
              </a:xfrm>
            </p:grpSpPr>
            <p:sp>
              <p:nvSpPr>
                <p:cNvPr id="24031" name="Freeform 153">
                  <a:extLst>
                    <a:ext uri="{FF2B5EF4-FFF2-40B4-BE49-F238E27FC236}">
                      <a16:creationId xmlns:a16="http://schemas.microsoft.com/office/drawing/2014/main" id="{4773302B-3F86-8642-BB19-512F8FB76DEE}"/>
                    </a:ext>
                  </a:extLst>
                </p:cNvPr>
                <p:cNvSpPr>
                  <a:spLocks/>
                </p:cNvSpPr>
                <p:nvPr/>
              </p:nvSpPr>
              <p:spPr bwMode="auto">
                <a:xfrm>
                  <a:off x="832" y="3547"/>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32" name="Freeform 154">
                  <a:extLst>
                    <a:ext uri="{FF2B5EF4-FFF2-40B4-BE49-F238E27FC236}">
                      <a16:creationId xmlns:a16="http://schemas.microsoft.com/office/drawing/2014/main" id="{4480C795-0008-6C49-A19D-AC6A4C64F5AF}"/>
                    </a:ext>
                  </a:extLst>
                </p:cNvPr>
                <p:cNvSpPr>
                  <a:spLocks/>
                </p:cNvSpPr>
                <p:nvPr/>
              </p:nvSpPr>
              <p:spPr bwMode="auto">
                <a:xfrm>
                  <a:off x="837" y="3548"/>
                  <a:ext cx="36" cy="10"/>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33" name="Freeform 155">
                  <a:extLst>
                    <a:ext uri="{FF2B5EF4-FFF2-40B4-BE49-F238E27FC236}">
                      <a16:creationId xmlns:a16="http://schemas.microsoft.com/office/drawing/2014/main" id="{7CC3E6B5-FFE1-CE4B-B893-EA3CACBC84FA}"/>
                    </a:ext>
                  </a:extLst>
                </p:cNvPr>
                <p:cNvSpPr>
                  <a:spLocks/>
                </p:cNvSpPr>
                <p:nvPr/>
              </p:nvSpPr>
              <p:spPr bwMode="auto">
                <a:xfrm>
                  <a:off x="840" y="3558"/>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06" name="Group 156">
                <a:extLst>
                  <a:ext uri="{FF2B5EF4-FFF2-40B4-BE49-F238E27FC236}">
                    <a16:creationId xmlns:a16="http://schemas.microsoft.com/office/drawing/2014/main" id="{4D27A933-E46C-E44B-9680-2DE4C0EFE455}"/>
                  </a:ext>
                </a:extLst>
              </p:cNvPr>
              <p:cNvGrpSpPr>
                <a:grpSpLocks/>
              </p:cNvGrpSpPr>
              <p:nvPr/>
            </p:nvGrpSpPr>
            <p:grpSpPr bwMode="auto">
              <a:xfrm>
                <a:off x="844" y="3560"/>
                <a:ext cx="49" cy="22"/>
                <a:chOff x="844" y="3560"/>
                <a:chExt cx="49" cy="22"/>
              </a:xfrm>
            </p:grpSpPr>
            <p:sp>
              <p:nvSpPr>
                <p:cNvPr id="24028" name="Freeform 157">
                  <a:extLst>
                    <a:ext uri="{FF2B5EF4-FFF2-40B4-BE49-F238E27FC236}">
                      <a16:creationId xmlns:a16="http://schemas.microsoft.com/office/drawing/2014/main" id="{D8AE68D5-9FC5-8A44-97D6-4930C1B149C9}"/>
                    </a:ext>
                  </a:extLst>
                </p:cNvPr>
                <p:cNvSpPr>
                  <a:spLocks/>
                </p:cNvSpPr>
                <p:nvPr/>
              </p:nvSpPr>
              <p:spPr bwMode="auto">
                <a:xfrm>
                  <a:off x="844" y="3560"/>
                  <a:ext cx="13" cy="22"/>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29" name="Freeform 158">
                  <a:extLst>
                    <a:ext uri="{FF2B5EF4-FFF2-40B4-BE49-F238E27FC236}">
                      <a16:creationId xmlns:a16="http://schemas.microsoft.com/office/drawing/2014/main" id="{02455BB7-8F81-284E-9B1F-C1DF7CF1DA9F}"/>
                    </a:ext>
                  </a:extLst>
                </p:cNvPr>
                <p:cNvSpPr>
                  <a:spLocks/>
                </p:cNvSpPr>
                <p:nvPr/>
              </p:nvSpPr>
              <p:spPr bwMode="auto">
                <a:xfrm>
                  <a:off x="849" y="3560"/>
                  <a:ext cx="37" cy="10"/>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30" name="Freeform 159">
                  <a:extLst>
                    <a:ext uri="{FF2B5EF4-FFF2-40B4-BE49-F238E27FC236}">
                      <a16:creationId xmlns:a16="http://schemas.microsoft.com/office/drawing/2014/main" id="{00AE5FCE-8E39-D546-97DB-B44DF8FA7FCC}"/>
                    </a:ext>
                  </a:extLst>
                </p:cNvPr>
                <p:cNvSpPr>
                  <a:spLocks/>
                </p:cNvSpPr>
                <p:nvPr/>
              </p:nvSpPr>
              <p:spPr bwMode="auto">
                <a:xfrm>
                  <a:off x="853" y="3571"/>
                  <a:ext cx="40" cy="11"/>
                </a:xfrm>
                <a:custGeom>
                  <a:avLst/>
                  <a:gdLst>
                    <a:gd name="T0" fmla="*/ 0 w 82"/>
                    <a:gd name="T1" fmla="*/ 0 h 35"/>
                    <a:gd name="T2" fmla="*/ 0 w 82"/>
                    <a:gd name="T3" fmla="*/ 0 h 35"/>
                    <a:gd name="T4" fmla="*/ 0 w 82"/>
                    <a:gd name="T5" fmla="*/ 0 h 35"/>
                    <a:gd name="T6" fmla="*/ 0 w 82"/>
                    <a:gd name="T7" fmla="*/ 0 h 35"/>
                    <a:gd name="T8" fmla="*/ 0 w 82"/>
                    <a:gd name="T9" fmla="*/ 0 h 35"/>
                    <a:gd name="T10" fmla="*/ 0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07" name="Group 160">
                <a:extLst>
                  <a:ext uri="{FF2B5EF4-FFF2-40B4-BE49-F238E27FC236}">
                    <a16:creationId xmlns:a16="http://schemas.microsoft.com/office/drawing/2014/main" id="{3D87E561-A1F4-1D44-ADCE-B54A0A404424}"/>
                  </a:ext>
                </a:extLst>
              </p:cNvPr>
              <p:cNvGrpSpPr>
                <a:grpSpLocks/>
              </p:cNvGrpSpPr>
              <p:nvPr/>
            </p:nvGrpSpPr>
            <p:grpSpPr bwMode="auto">
              <a:xfrm>
                <a:off x="857" y="3572"/>
                <a:ext cx="50" cy="23"/>
                <a:chOff x="857" y="3572"/>
                <a:chExt cx="50" cy="23"/>
              </a:xfrm>
            </p:grpSpPr>
            <p:sp>
              <p:nvSpPr>
                <p:cNvPr id="24025" name="Freeform 161">
                  <a:extLst>
                    <a:ext uri="{FF2B5EF4-FFF2-40B4-BE49-F238E27FC236}">
                      <a16:creationId xmlns:a16="http://schemas.microsoft.com/office/drawing/2014/main" id="{7C5E4A6F-1C25-D540-82F1-02F597D4ACDE}"/>
                    </a:ext>
                  </a:extLst>
                </p:cNvPr>
                <p:cNvSpPr>
                  <a:spLocks/>
                </p:cNvSpPr>
                <p:nvPr/>
              </p:nvSpPr>
              <p:spPr bwMode="auto">
                <a:xfrm>
                  <a:off x="857" y="3572"/>
                  <a:ext cx="12" cy="23"/>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26" name="Freeform 162">
                  <a:extLst>
                    <a:ext uri="{FF2B5EF4-FFF2-40B4-BE49-F238E27FC236}">
                      <a16:creationId xmlns:a16="http://schemas.microsoft.com/office/drawing/2014/main" id="{B621895D-1925-A642-9082-270BAF834F05}"/>
                    </a:ext>
                  </a:extLst>
                </p:cNvPr>
                <p:cNvSpPr>
                  <a:spLocks/>
                </p:cNvSpPr>
                <p:nvPr/>
              </p:nvSpPr>
              <p:spPr bwMode="auto">
                <a:xfrm>
                  <a:off x="862" y="3573"/>
                  <a:ext cx="37" cy="9"/>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27" name="Freeform 163">
                  <a:extLst>
                    <a:ext uri="{FF2B5EF4-FFF2-40B4-BE49-F238E27FC236}">
                      <a16:creationId xmlns:a16="http://schemas.microsoft.com/office/drawing/2014/main" id="{4BBF3BC6-068C-0444-A2DD-7854BA8B5F5B}"/>
                    </a:ext>
                  </a:extLst>
                </p:cNvPr>
                <p:cNvSpPr>
                  <a:spLocks/>
                </p:cNvSpPr>
                <p:nvPr/>
              </p:nvSpPr>
              <p:spPr bwMode="auto">
                <a:xfrm>
                  <a:off x="865" y="3583"/>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08" name="Group 164">
                <a:extLst>
                  <a:ext uri="{FF2B5EF4-FFF2-40B4-BE49-F238E27FC236}">
                    <a16:creationId xmlns:a16="http://schemas.microsoft.com/office/drawing/2014/main" id="{859C3419-E5B2-0547-9FEB-903FDD915953}"/>
                  </a:ext>
                </a:extLst>
              </p:cNvPr>
              <p:cNvGrpSpPr>
                <a:grpSpLocks/>
              </p:cNvGrpSpPr>
              <p:nvPr/>
            </p:nvGrpSpPr>
            <p:grpSpPr bwMode="auto">
              <a:xfrm>
                <a:off x="870" y="3585"/>
                <a:ext cx="48" cy="23"/>
                <a:chOff x="870" y="3585"/>
                <a:chExt cx="48" cy="23"/>
              </a:xfrm>
            </p:grpSpPr>
            <p:sp>
              <p:nvSpPr>
                <p:cNvPr id="24022" name="Freeform 165">
                  <a:extLst>
                    <a:ext uri="{FF2B5EF4-FFF2-40B4-BE49-F238E27FC236}">
                      <a16:creationId xmlns:a16="http://schemas.microsoft.com/office/drawing/2014/main" id="{4000FFA7-E096-F646-A0C0-DB5C0A834354}"/>
                    </a:ext>
                  </a:extLst>
                </p:cNvPr>
                <p:cNvSpPr>
                  <a:spLocks/>
                </p:cNvSpPr>
                <p:nvPr/>
              </p:nvSpPr>
              <p:spPr bwMode="auto">
                <a:xfrm>
                  <a:off x="870" y="3585"/>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23" name="Freeform 166">
                  <a:extLst>
                    <a:ext uri="{FF2B5EF4-FFF2-40B4-BE49-F238E27FC236}">
                      <a16:creationId xmlns:a16="http://schemas.microsoft.com/office/drawing/2014/main" id="{D61C3EC6-DC51-5C48-9EC9-076179F83C74}"/>
                    </a:ext>
                  </a:extLst>
                </p:cNvPr>
                <p:cNvSpPr>
                  <a:spLocks/>
                </p:cNvSpPr>
                <p:nvPr/>
              </p:nvSpPr>
              <p:spPr bwMode="auto">
                <a:xfrm>
                  <a:off x="874" y="3586"/>
                  <a:ext cx="38" cy="10"/>
                </a:xfrm>
                <a:custGeom>
                  <a:avLst/>
                  <a:gdLst>
                    <a:gd name="T0" fmla="*/ 1 w 75"/>
                    <a:gd name="T1" fmla="*/ 0 h 29"/>
                    <a:gd name="T2" fmla="*/ 1 w 75"/>
                    <a:gd name="T3" fmla="*/ 0 h 29"/>
                    <a:gd name="T4" fmla="*/ 1 w 75"/>
                    <a:gd name="T5" fmla="*/ 0 h 29"/>
                    <a:gd name="T6" fmla="*/ 1 w 75"/>
                    <a:gd name="T7" fmla="*/ 0 h 29"/>
                    <a:gd name="T8" fmla="*/ 1 w 75"/>
                    <a:gd name="T9" fmla="*/ 0 h 29"/>
                    <a:gd name="T10" fmla="*/ 1 w 75"/>
                    <a:gd name="T11" fmla="*/ 0 h 29"/>
                    <a:gd name="T12" fmla="*/ 1 w 75"/>
                    <a:gd name="T13" fmla="*/ 0 h 29"/>
                    <a:gd name="T14" fmla="*/ 0 w 75"/>
                    <a:gd name="T15" fmla="*/ 0 h 29"/>
                    <a:gd name="T16" fmla="*/ 1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24" name="Freeform 167">
                  <a:extLst>
                    <a:ext uri="{FF2B5EF4-FFF2-40B4-BE49-F238E27FC236}">
                      <a16:creationId xmlns:a16="http://schemas.microsoft.com/office/drawing/2014/main" id="{FE3B985F-4CCE-2247-B322-AF6263047CBF}"/>
                    </a:ext>
                  </a:extLst>
                </p:cNvPr>
                <p:cNvSpPr>
                  <a:spLocks/>
                </p:cNvSpPr>
                <p:nvPr/>
              </p:nvSpPr>
              <p:spPr bwMode="auto">
                <a:xfrm>
                  <a:off x="878" y="3596"/>
                  <a:ext cx="40" cy="12"/>
                </a:xfrm>
                <a:custGeom>
                  <a:avLst/>
                  <a:gdLst>
                    <a:gd name="T0" fmla="*/ 0 w 80"/>
                    <a:gd name="T1" fmla="*/ 0 h 36"/>
                    <a:gd name="T2" fmla="*/ 1 w 80"/>
                    <a:gd name="T3" fmla="*/ 0 h 36"/>
                    <a:gd name="T4" fmla="*/ 1 w 80"/>
                    <a:gd name="T5" fmla="*/ 0 h 36"/>
                    <a:gd name="T6" fmla="*/ 1 w 80"/>
                    <a:gd name="T7" fmla="*/ 0 h 36"/>
                    <a:gd name="T8" fmla="*/ 1 w 80"/>
                    <a:gd name="T9" fmla="*/ 0 h 36"/>
                    <a:gd name="T10" fmla="*/ 1 w 80"/>
                    <a:gd name="T11" fmla="*/ 0 h 36"/>
                    <a:gd name="T12" fmla="*/ 0 w 80"/>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09" name="Group 168">
                <a:extLst>
                  <a:ext uri="{FF2B5EF4-FFF2-40B4-BE49-F238E27FC236}">
                    <a16:creationId xmlns:a16="http://schemas.microsoft.com/office/drawing/2014/main" id="{E2478ABB-B97A-CA49-8AD8-37B3F01100B5}"/>
                  </a:ext>
                </a:extLst>
              </p:cNvPr>
              <p:cNvGrpSpPr>
                <a:grpSpLocks/>
              </p:cNvGrpSpPr>
              <p:nvPr/>
            </p:nvGrpSpPr>
            <p:grpSpPr bwMode="auto">
              <a:xfrm>
                <a:off x="882" y="3600"/>
                <a:ext cx="100" cy="73"/>
                <a:chOff x="882" y="3600"/>
                <a:chExt cx="100" cy="73"/>
              </a:xfrm>
            </p:grpSpPr>
            <p:grpSp>
              <p:nvGrpSpPr>
                <p:cNvPr id="24002" name="Group 169">
                  <a:extLst>
                    <a:ext uri="{FF2B5EF4-FFF2-40B4-BE49-F238E27FC236}">
                      <a16:creationId xmlns:a16="http://schemas.microsoft.com/office/drawing/2014/main" id="{8ABF672B-5FFD-154E-840A-E750E9BD4292}"/>
                    </a:ext>
                  </a:extLst>
                </p:cNvPr>
                <p:cNvGrpSpPr>
                  <a:grpSpLocks/>
                </p:cNvGrpSpPr>
                <p:nvPr/>
              </p:nvGrpSpPr>
              <p:grpSpPr bwMode="auto">
                <a:xfrm>
                  <a:off x="882" y="3600"/>
                  <a:ext cx="49" cy="23"/>
                  <a:chOff x="882" y="3600"/>
                  <a:chExt cx="49" cy="23"/>
                </a:xfrm>
              </p:grpSpPr>
              <p:sp>
                <p:nvSpPr>
                  <p:cNvPr id="24019" name="Freeform 170">
                    <a:extLst>
                      <a:ext uri="{FF2B5EF4-FFF2-40B4-BE49-F238E27FC236}">
                        <a16:creationId xmlns:a16="http://schemas.microsoft.com/office/drawing/2014/main" id="{80083CCE-6535-2E46-A773-19C4B113FD3C}"/>
                      </a:ext>
                    </a:extLst>
                  </p:cNvPr>
                  <p:cNvSpPr>
                    <a:spLocks/>
                  </p:cNvSpPr>
                  <p:nvPr/>
                </p:nvSpPr>
                <p:spPr bwMode="auto">
                  <a:xfrm>
                    <a:off x="882" y="3600"/>
                    <a:ext cx="12" cy="23"/>
                  </a:xfrm>
                  <a:custGeom>
                    <a:avLst/>
                    <a:gdLst>
                      <a:gd name="T0" fmla="*/ 1 w 23"/>
                      <a:gd name="T1" fmla="*/ 0 h 70"/>
                      <a:gd name="T2" fmla="*/ 0 w 23"/>
                      <a:gd name="T3" fmla="*/ 0 h 70"/>
                      <a:gd name="T4" fmla="*/ 1 w 23"/>
                      <a:gd name="T5" fmla="*/ 0 h 70"/>
                      <a:gd name="T6" fmla="*/ 1 w 23"/>
                      <a:gd name="T7" fmla="*/ 0 h 70"/>
                      <a:gd name="T8" fmla="*/ 1 w 23"/>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20" name="Freeform 171">
                    <a:extLst>
                      <a:ext uri="{FF2B5EF4-FFF2-40B4-BE49-F238E27FC236}">
                        <a16:creationId xmlns:a16="http://schemas.microsoft.com/office/drawing/2014/main" id="{0762D1E1-E3A2-1E40-A41A-3504189A4568}"/>
                      </a:ext>
                    </a:extLst>
                  </p:cNvPr>
                  <p:cNvSpPr>
                    <a:spLocks/>
                  </p:cNvSpPr>
                  <p:nvPr/>
                </p:nvSpPr>
                <p:spPr bwMode="auto">
                  <a:xfrm>
                    <a:off x="887" y="3600"/>
                    <a:ext cx="37" cy="11"/>
                  </a:xfrm>
                  <a:custGeom>
                    <a:avLst/>
                    <a:gdLst>
                      <a:gd name="T0" fmla="*/ 1 w 73"/>
                      <a:gd name="T1" fmla="*/ 0 h 31"/>
                      <a:gd name="T2" fmla="*/ 1 w 73"/>
                      <a:gd name="T3" fmla="*/ 0 h 31"/>
                      <a:gd name="T4" fmla="*/ 1 w 73"/>
                      <a:gd name="T5" fmla="*/ 0 h 31"/>
                      <a:gd name="T6" fmla="*/ 1 w 73"/>
                      <a:gd name="T7" fmla="*/ 0 h 31"/>
                      <a:gd name="T8" fmla="*/ 1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21" name="Freeform 172">
                    <a:extLst>
                      <a:ext uri="{FF2B5EF4-FFF2-40B4-BE49-F238E27FC236}">
                        <a16:creationId xmlns:a16="http://schemas.microsoft.com/office/drawing/2014/main" id="{1DF841A1-4F8B-6441-98C3-B7376645F547}"/>
                      </a:ext>
                    </a:extLst>
                  </p:cNvPr>
                  <p:cNvSpPr>
                    <a:spLocks/>
                  </p:cNvSpPr>
                  <p:nvPr/>
                </p:nvSpPr>
                <p:spPr bwMode="auto">
                  <a:xfrm>
                    <a:off x="890" y="3611"/>
                    <a:ext cx="41" cy="12"/>
                  </a:xfrm>
                  <a:custGeom>
                    <a:avLst/>
                    <a:gdLst>
                      <a:gd name="T0" fmla="*/ 0 w 83"/>
                      <a:gd name="T1" fmla="*/ 0 h 38"/>
                      <a:gd name="T2" fmla="*/ 0 w 83"/>
                      <a:gd name="T3" fmla="*/ 0 h 38"/>
                      <a:gd name="T4" fmla="*/ 0 w 83"/>
                      <a:gd name="T5" fmla="*/ 0 h 38"/>
                      <a:gd name="T6" fmla="*/ 0 w 83"/>
                      <a:gd name="T7" fmla="*/ 0 h 38"/>
                      <a:gd name="T8" fmla="*/ 0 w 83"/>
                      <a:gd name="T9" fmla="*/ 0 h 38"/>
                      <a:gd name="T10" fmla="*/ 0 w 83"/>
                      <a:gd name="T11" fmla="*/ 0 h 38"/>
                      <a:gd name="T12" fmla="*/ 0 w 83"/>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4003" name="Group 173">
                  <a:extLst>
                    <a:ext uri="{FF2B5EF4-FFF2-40B4-BE49-F238E27FC236}">
                      <a16:creationId xmlns:a16="http://schemas.microsoft.com/office/drawing/2014/main" id="{636A6402-D77F-1747-9F41-34873E067D46}"/>
                    </a:ext>
                  </a:extLst>
                </p:cNvPr>
                <p:cNvGrpSpPr>
                  <a:grpSpLocks/>
                </p:cNvGrpSpPr>
                <p:nvPr/>
              </p:nvGrpSpPr>
              <p:grpSpPr bwMode="auto">
                <a:xfrm>
                  <a:off x="894" y="3612"/>
                  <a:ext cx="49" cy="23"/>
                  <a:chOff x="894" y="3612"/>
                  <a:chExt cx="49" cy="23"/>
                </a:xfrm>
              </p:grpSpPr>
              <p:sp>
                <p:nvSpPr>
                  <p:cNvPr id="24016" name="Freeform 174">
                    <a:extLst>
                      <a:ext uri="{FF2B5EF4-FFF2-40B4-BE49-F238E27FC236}">
                        <a16:creationId xmlns:a16="http://schemas.microsoft.com/office/drawing/2014/main" id="{A261C8D6-56B5-084F-8C31-792E9821E5F4}"/>
                      </a:ext>
                    </a:extLst>
                  </p:cNvPr>
                  <p:cNvSpPr>
                    <a:spLocks/>
                  </p:cNvSpPr>
                  <p:nvPr/>
                </p:nvSpPr>
                <p:spPr bwMode="auto">
                  <a:xfrm>
                    <a:off x="894" y="3612"/>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17" name="Freeform 175">
                    <a:extLst>
                      <a:ext uri="{FF2B5EF4-FFF2-40B4-BE49-F238E27FC236}">
                        <a16:creationId xmlns:a16="http://schemas.microsoft.com/office/drawing/2014/main" id="{3288CF08-DE2F-9D42-AD8F-D6B2D1860ECC}"/>
                      </a:ext>
                    </a:extLst>
                  </p:cNvPr>
                  <p:cNvSpPr>
                    <a:spLocks/>
                  </p:cNvSpPr>
                  <p:nvPr/>
                </p:nvSpPr>
                <p:spPr bwMode="auto">
                  <a:xfrm>
                    <a:off x="899" y="3613"/>
                    <a:ext cx="37" cy="10"/>
                  </a:xfrm>
                  <a:custGeom>
                    <a:avLst/>
                    <a:gdLst>
                      <a:gd name="T0" fmla="*/ 0 w 75"/>
                      <a:gd name="T1" fmla="*/ 0 h 32"/>
                      <a:gd name="T2" fmla="*/ 0 w 75"/>
                      <a:gd name="T3" fmla="*/ 0 h 32"/>
                      <a:gd name="T4" fmla="*/ 0 w 75"/>
                      <a:gd name="T5" fmla="*/ 0 h 32"/>
                      <a:gd name="T6" fmla="*/ 0 w 75"/>
                      <a:gd name="T7" fmla="*/ 0 h 32"/>
                      <a:gd name="T8" fmla="*/ 0 w 75"/>
                      <a:gd name="T9" fmla="*/ 0 h 32"/>
                      <a:gd name="T10" fmla="*/ 0 w 75"/>
                      <a:gd name="T11" fmla="*/ 0 h 32"/>
                      <a:gd name="T12" fmla="*/ 0 w 75"/>
                      <a:gd name="T13" fmla="*/ 0 h 32"/>
                      <a:gd name="T14" fmla="*/ 0 w 75"/>
                      <a:gd name="T15" fmla="*/ 0 h 32"/>
                      <a:gd name="T16" fmla="*/ 0 w 75"/>
                      <a:gd name="T17" fmla="*/ 0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18" name="Freeform 176">
                    <a:extLst>
                      <a:ext uri="{FF2B5EF4-FFF2-40B4-BE49-F238E27FC236}">
                        <a16:creationId xmlns:a16="http://schemas.microsoft.com/office/drawing/2014/main" id="{36037E36-99D1-5344-A106-461877BCA450}"/>
                      </a:ext>
                    </a:extLst>
                  </p:cNvPr>
                  <p:cNvSpPr>
                    <a:spLocks/>
                  </p:cNvSpPr>
                  <p:nvPr/>
                </p:nvSpPr>
                <p:spPr bwMode="auto">
                  <a:xfrm>
                    <a:off x="902" y="3623"/>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4004" name="Group 177">
                  <a:extLst>
                    <a:ext uri="{FF2B5EF4-FFF2-40B4-BE49-F238E27FC236}">
                      <a16:creationId xmlns:a16="http://schemas.microsoft.com/office/drawing/2014/main" id="{A0586DFA-0E08-EB47-B34E-9FE389D4E77E}"/>
                    </a:ext>
                  </a:extLst>
                </p:cNvPr>
                <p:cNvGrpSpPr>
                  <a:grpSpLocks/>
                </p:cNvGrpSpPr>
                <p:nvPr/>
              </p:nvGrpSpPr>
              <p:grpSpPr bwMode="auto">
                <a:xfrm>
                  <a:off x="907" y="3625"/>
                  <a:ext cx="49" cy="23"/>
                  <a:chOff x="907" y="3625"/>
                  <a:chExt cx="49" cy="23"/>
                </a:xfrm>
              </p:grpSpPr>
              <p:sp>
                <p:nvSpPr>
                  <p:cNvPr id="24013" name="Freeform 178">
                    <a:extLst>
                      <a:ext uri="{FF2B5EF4-FFF2-40B4-BE49-F238E27FC236}">
                        <a16:creationId xmlns:a16="http://schemas.microsoft.com/office/drawing/2014/main" id="{2818A680-69BF-8E45-8C51-36315D57D7BE}"/>
                      </a:ext>
                    </a:extLst>
                  </p:cNvPr>
                  <p:cNvSpPr>
                    <a:spLocks/>
                  </p:cNvSpPr>
                  <p:nvPr/>
                </p:nvSpPr>
                <p:spPr bwMode="auto">
                  <a:xfrm>
                    <a:off x="907" y="3625"/>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14" name="Freeform 179">
                    <a:extLst>
                      <a:ext uri="{FF2B5EF4-FFF2-40B4-BE49-F238E27FC236}">
                        <a16:creationId xmlns:a16="http://schemas.microsoft.com/office/drawing/2014/main" id="{492234A0-8913-C241-89FE-AC51C4005244}"/>
                      </a:ext>
                    </a:extLst>
                  </p:cNvPr>
                  <p:cNvSpPr>
                    <a:spLocks/>
                  </p:cNvSpPr>
                  <p:nvPr/>
                </p:nvSpPr>
                <p:spPr bwMode="auto">
                  <a:xfrm>
                    <a:off x="912" y="3626"/>
                    <a:ext cx="36" cy="9"/>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15" name="Freeform 180">
                    <a:extLst>
                      <a:ext uri="{FF2B5EF4-FFF2-40B4-BE49-F238E27FC236}">
                        <a16:creationId xmlns:a16="http://schemas.microsoft.com/office/drawing/2014/main" id="{D9B6298A-E98B-1642-9B95-7817CBB96401}"/>
                      </a:ext>
                    </a:extLst>
                  </p:cNvPr>
                  <p:cNvSpPr>
                    <a:spLocks/>
                  </p:cNvSpPr>
                  <p:nvPr/>
                </p:nvSpPr>
                <p:spPr bwMode="auto">
                  <a:xfrm>
                    <a:off x="914" y="3636"/>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4005" name="Group 181">
                  <a:extLst>
                    <a:ext uri="{FF2B5EF4-FFF2-40B4-BE49-F238E27FC236}">
                      <a16:creationId xmlns:a16="http://schemas.microsoft.com/office/drawing/2014/main" id="{4C10FCF1-D225-704F-BB60-5CEFB4C35800}"/>
                    </a:ext>
                  </a:extLst>
                </p:cNvPr>
                <p:cNvGrpSpPr>
                  <a:grpSpLocks/>
                </p:cNvGrpSpPr>
                <p:nvPr/>
              </p:nvGrpSpPr>
              <p:grpSpPr bwMode="auto">
                <a:xfrm>
                  <a:off x="919" y="3638"/>
                  <a:ext cx="49" cy="22"/>
                  <a:chOff x="919" y="3638"/>
                  <a:chExt cx="49" cy="22"/>
                </a:xfrm>
              </p:grpSpPr>
              <p:sp>
                <p:nvSpPr>
                  <p:cNvPr id="24010" name="Freeform 182">
                    <a:extLst>
                      <a:ext uri="{FF2B5EF4-FFF2-40B4-BE49-F238E27FC236}">
                        <a16:creationId xmlns:a16="http://schemas.microsoft.com/office/drawing/2014/main" id="{F9470BE5-5D24-1348-A153-6E57C99B364E}"/>
                      </a:ext>
                    </a:extLst>
                  </p:cNvPr>
                  <p:cNvSpPr>
                    <a:spLocks/>
                  </p:cNvSpPr>
                  <p:nvPr/>
                </p:nvSpPr>
                <p:spPr bwMode="auto">
                  <a:xfrm>
                    <a:off x="919" y="3638"/>
                    <a:ext cx="13" cy="22"/>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11" name="Freeform 183">
                    <a:extLst>
                      <a:ext uri="{FF2B5EF4-FFF2-40B4-BE49-F238E27FC236}">
                        <a16:creationId xmlns:a16="http://schemas.microsoft.com/office/drawing/2014/main" id="{614994EE-4339-B944-8514-EBB59D73ADB0}"/>
                      </a:ext>
                    </a:extLst>
                  </p:cNvPr>
                  <p:cNvSpPr>
                    <a:spLocks/>
                  </p:cNvSpPr>
                  <p:nvPr/>
                </p:nvSpPr>
                <p:spPr bwMode="auto">
                  <a:xfrm>
                    <a:off x="924" y="3638"/>
                    <a:ext cx="37" cy="10"/>
                  </a:xfrm>
                  <a:custGeom>
                    <a:avLst/>
                    <a:gdLst>
                      <a:gd name="T0" fmla="*/ 1 w 73"/>
                      <a:gd name="T1" fmla="*/ 0 h 30"/>
                      <a:gd name="T2" fmla="*/ 1 w 73"/>
                      <a:gd name="T3" fmla="*/ 0 h 30"/>
                      <a:gd name="T4" fmla="*/ 1 w 73"/>
                      <a:gd name="T5" fmla="*/ 0 h 30"/>
                      <a:gd name="T6" fmla="*/ 1 w 73"/>
                      <a:gd name="T7" fmla="*/ 0 h 30"/>
                      <a:gd name="T8" fmla="*/ 1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12" name="Freeform 184">
                    <a:extLst>
                      <a:ext uri="{FF2B5EF4-FFF2-40B4-BE49-F238E27FC236}">
                        <a16:creationId xmlns:a16="http://schemas.microsoft.com/office/drawing/2014/main" id="{6CCC38D7-6879-354C-B48B-065A9D987AFB}"/>
                      </a:ext>
                    </a:extLst>
                  </p:cNvPr>
                  <p:cNvSpPr>
                    <a:spLocks/>
                  </p:cNvSpPr>
                  <p:nvPr/>
                </p:nvSpPr>
                <p:spPr bwMode="auto">
                  <a:xfrm>
                    <a:off x="928" y="3648"/>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4006" name="Group 185">
                  <a:extLst>
                    <a:ext uri="{FF2B5EF4-FFF2-40B4-BE49-F238E27FC236}">
                      <a16:creationId xmlns:a16="http://schemas.microsoft.com/office/drawing/2014/main" id="{6862F543-1363-2940-96E3-42A1B22513D8}"/>
                    </a:ext>
                  </a:extLst>
                </p:cNvPr>
                <p:cNvGrpSpPr>
                  <a:grpSpLocks/>
                </p:cNvGrpSpPr>
                <p:nvPr/>
              </p:nvGrpSpPr>
              <p:grpSpPr bwMode="auto">
                <a:xfrm>
                  <a:off x="932" y="3651"/>
                  <a:ext cx="50" cy="22"/>
                  <a:chOff x="932" y="3651"/>
                  <a:chExt cx="50" cy="22"/>
                </a:xfrm>
              </p:grpSpPr>
              <p:sp>
                <p:nvSpPr>
                  <p:cNvPr id="24007" name="Freeform 186">
                    <a:extLst>
                      <a:ext uri="{FF2B5EF4-FFF2-40B4-BE49-F238E27FC236}">
                        <a16:creationId xmlns:a16="http://schemas.microsoft.com/office/drawing/2014/main" id="{3E339050-506F-0A41-BA52-AB27CFB6F414}"/>
                      </a:ext>
                    </a:extLst>
                  </p:cNvPr>
                  <p:cNvSpPr>
                    <a:spLocks/>
                  </p:cNvSpPr>
                  <p:nvPr/>
                </p:nvSpPr>
                <p:spPr bwMode="auto">
                  <a:xfrm>
                    <a:off x="932" y="3651"/>
                    <a:ext cx="12" cy="22"/>
                  </a:xfrm>
                  <a:custGeom>
                    <a:avLst/>
                    <a:gdLst>
                      <a:gd name="T0" fmla="*/ 1 w 24"/>
                      <a:gd name="T1" fmla="*/ 0 h 67"/>
                      <a:gd name="T2" fmla="*/ 0 w 24"/>
                      <a:gd name="T3" fmla="*/ 0 h 67"/>
                      <a:gd name="T4" fmla="*/ 1 w 24"/>
                      <a:gd name="T5" fmla="*/ 0 h 67"/>
                      <a:gd name="T6" fmla="*/ 1 w 24"/>
                      <a:gd name="T7" fmla="*/ 0 h 67"/>
                      <a:gd name="T8" fmla="*/ 1 w 24"/>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08" name="Freeform 187">
                    <a:extLst>
                      <a:ext uri="{FF2B5EF4-FFF2-40B4-BE49-F238E27FC236}">
                        <a16:creationId xmlns:a16="http://schemas.microsoft.com/office/drawing/2014/main" id="{2E092AFB-DBDE-0E40-9857-56A3DF63109E}"/>
                      </a:ext>
                    </a:extLst>
                  </p:cNvPr>
                  <p:cNvSpPr>
                    <a:spLocks/>
                  </p:cNvSpPr>
                  <p:nvPr/>
                </p:nvSpPr>
                <p:spPr bwMode="auto">
                  <a:xfrm>
                    <a:off x="937" y="3651"/>
                    <a:ext cx="37" cy="10"/>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09" name="Freeform 188">
                    <a:extLst>
                      <a:ext uri="{FF2B5EF4-FFF2-40B4-BE49-F238E27FC236}">
                        <a16:creationId xmlns:a16="http://schemas.microsoft.com/office/drawing/2014/main" id="{BD2BDC67-DA32-584E-BB77-510008D9861D}"/>
                      </a:ext>
                    </a:extLst>
                  </p:cNvPr>
                  <p:cNvSpPr>
                    <a:spLocks/>
                  </p:cNvSpPr>
                  <p:nvPr/>
                </p:nvSpPr>
                <p:spPr bwMode="auto">
                  <a:xfrm>
                    <a:off x="940" y="3662"/>
                    <a:ext cx="42" cy="11"/>
                  </a:xfrm>
                  <a:custGeom>
                    <a:avLst/>
                    <a:gdLst>
                      <a:gd name="T0" fmla="*/ 0 w 83"/>
                      <a:gd name="T1" fmla="*/ 0 h 35"/>
                      <a:gd name="T2" fmla="*/ 1 w 83"/>
                      <a:gd name="T3" fmla="*/ 0 h 35"/>
                      <a:gd name="T4" fmla="*/ 1 w 83"/>
                      <a:gd name="T5" fmla="*/ 0 h 35"/>
                      <a:gd name="T6" fmla="*/ 1 w 83"/>
                      <a:gd name="T7" fmla="*/ 0 h 35"/>
                      <a:gd name="T8" fmla="*/ 1 w 83"/>
                      <a:gd name="T9" fmla="*/ 0 h 35"/>
                      <a:gd name="T10" fmla="*/ 1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3710" name="Group 189">
                <a:extLst>
                  <a:ext uri="{FF2B5EF4-FFF2-40B4-BE49-F238E27FC236}">
                    <a16:creationId xmlns:a16="http://schemas.microsoft.com/office/drawing/2014/main" id="{CD62339B-0362-C449-847B-D2E6328CBD2F}"/>
                  </a:ext>
                </a:extLst>
              </p:cNvPr>
              <p:cNvGrpSpPr>
                <a:grpSpLocks/>
              </p:cNvGrpSpPr>
              <p:nvPr/>
            </p:nvGrpSpPr>
            <p:grpSpPr bwMode="auto">
              <a:xfrm>
                <a:off x="944" y="3665"/>
                <a:ext cx="99" cy="74"/>
                <a:chOff x="944" y="3665"/>
                <a:chExt cx="99" cy="74"/>
              </a:xfrm>
            </p:grpSpPr>
            <p:grpSp>
              <p:nvGrpSpPr>
                <p:cNvPr id="23982" name="Group 190">
                  <a:extLst>
                    <a:ext uri="{FF2B5EF4-FFF2-40B4-BE49-F238E27FC236}">
                      <a16:creationId xmlns:a16="http://schemas.microsoft.com/office/drawing/2014/main" id="{924B62E8-46B7-1845-994B-E7FDEAE75046}"/>
                    </a:ext>
                  </a:extLst>
                </p:cNvPr>
                <p:cNvGrpSpPr>
                  <a:grpSpLocks/>
                </p:cNvGrpSpPr>
                <p:nvPr/>
              </p:nvGrpSpPr>
              <p:grpSpPr bwMode="auto">
                <a:xfrm>
                  <a:off x="944" y="3665"/>
                  <a:ext cx="49" cy="23"/>
                  <a:chOff x="944" y="3665"/>
                  <a:chExt cx="49" cy="23"/>
                </a:xfrm>
              </p:grpSpPr>
              <p:sp>
                <p:nvSpPr>
                  <p:cNvPr id="23999" name="Freeform 191">
                    <a:extLst>
                      <a:ext uri="{FF2B5EF4-FFF2-40B4-BE49-F238E27FC236}">
                        <a16:creationId xmlns:a16="http://schemas.microsoft.com/office/drawing/2014/main" id="{3D8E3690-5828-7D43-A631-4DA445D8894C}"/>
                      </a:ext>
                    </a:extLst>
                  </p:cNvPr>
                  <p:cNvSpPr>
                    <a:spLocks/>
                  </p:cNvSpPr>
                  <p:nvPr/>
                </p:nvSpPr>
                <p:spPr bwMode="auto">
                  <a:xfrm>
                    <a:off x="944" y="3665"/>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00" name="Freeform 192">
                    <a:extLst>
                      <a:ext uri="{FF2B5EF4-FFF2-40B4-BE49-F238E27FC236}">
                        <a16:creationId xmlns:a16="http://schemas.microsoft.com/office/drawing/2014/main" id="{3D55C948-D134-E54E-B594-7A5615CA7B5C}"/>
                      </a:ext>
                    </a:extLst>
                  </p:cNvPr>
                  <p:cNvSpPr>
                    <a:spLocks/>
                  </p:cNvSpPr>
                  <p:nvPr/>
                </p:nvSpPr>
                <p:spPr bwMode="auto">
                  <a:xfrm>
                    <a:off x="949" y="3666"/>
                    <a:ext cx="37" cy="10"/>
                  </a:xfrm>
                  <a:custGeom>
                    <a:avLst/>
                    <a:gdLst>
                      <a:gd name="T0" fmla="*/ 0 w 75"/>
                      <a:gd name="T1" fmla="*/ 0 h 31"/>
                      <a:gd name="T2" fmla="*/ 0 w 75"/>
                      <a:gd name="T3" fmla="*/ 0 h 31"/>
                      <a:gd name="T4" fmla="*/ 0 w 75"/>
                      <a:gd name="T5" fmla="*/ 0 h 31"/>
                      <a:gd name="T6" fmla="*/ 0 w 75"/>
                      <a:gd name="T7" fmla="*/ 0 h 31"/>
                      <a:gd name="T8" fmla="*/ 0 w 75"/>
                      <a:gd name="T9" fmla="*/ 0 h 31"/>
                      <a:gd name="T10" fmla="*/ 0 w 75"/>
                      <a:gd name="T11" fmla="*/ 0 h 31"/>
                      <a:gd name="T12" fmla="*/ 0 w 75"/>
                      <a:gd name="T13" fmla="*/ 0 h 31"/>
                      <a:gd name="T14" fmla="*/ 0 w 75"/>
                      <a:gd name="T15" fmla="*/ 0 h 31"/>
                      <a:gd name="T16" fmla="*/ 0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01" name="Freeform 193">
                    <a:extLst>
                      <a:ext uri="{FF2B5EF4-FFF2-40B4-BE49-F238E27FC236}">
                        <a16:creationId xmlns:a16="http://schemas.microsoft.com/office/drawing/2014/main" id="{B5266BA6-6962-C747-A867-43889B3DDBC8}"/>
                      </a:ext>
                    </a:extLst>
                  </p:cNvPr>
                  <p:cNvSpPr>
                    <a:spLocks/>
                  </p:cNvSpPr>
                  <p:nvPr/>
                </p:nvSpPr>
                <p:spPr bwMode="auto">
                  <a:xfrm>
                    <a:off x="953" y="3676"/>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983" name="Group 194">
                  <a:extLst>
                    <a:ext uri="{FF2B5EF4-FFF2-40B4-BE49-F238E27FC236}">
                      <a16:creationId xmlns:a16="http://schemas.microsoft.com/office/drawing/2014/main" id="{DC7783C1-877E-7C4C-9E1F-7A4DF36047AC}"/>
                    </a:ext>
                  </a:extLst>
                </p:cNvPr>
                <p:cNvGrpSpPr>
                  <a:grpSpLocks/>
                </p:cNvGrpSpPr>
                <p:nvPr/>
              </p:nvGrpSpPr>
              <p:grpSpPr bwMode="auto">
                <a:xfrm>
                  <a:off x="957" y="3678"/>
                  <a:ext cx="48" cy="23"/>
                  <a:chOff x="957" y="3678"/>
                  <a:chExt cx="48" cy="23"/>
                </a:xfrm>
              </p:grpSpPr>
              <p:sp>
                <p:nvSpPr>
                  <p:cNvPr id="23996" name="Freeform 195">
                    <a:extLst>
                      <a:ext uri="{FF2B5EF4-FFF2-40B4-BE49-F238E27FC236}">
                        <a16:creationId xmlns:a16="http://schemas.microsoft.com/office/drawing/2014/main" id="{EA4003DE-DDF5-C744-A0BA-8965759EC251}"/>
                      </a:ext>
                    </a:extLst>
                  </p:cNvPr>
                  <p:cNvSpPr>
                    <a:spLocks/>
                  </p:cNvSpPr>
                  <p:nvPr/>
                </p:nvSpPr>
                <p:spPr bwMode="auto">
                  <a:xfrm>
                    <a:off x="957" y="3678"/>
                    <a:ext cx="11" cy="23"/>
                  </a:xfrm>
                  <a:custGeom>
                    <a:avLst/>
                    <a:gdLst>
                      <a:gd name="T0" fmla="*/ 0 w 24"/>
                      <a:gd name="T1" fmla="*/ 0 h 70"/>
                      <a:gd name="T2" fmla="*/ 0 w 24"/>
                      <a:gd name="T3" fmla="*/ 0 h 70"/>
                      <a:gd name="T4" fmla="*/ 0 w 24"/>
                      <a:gd name="T5" fmla="*/ 0 h 70"/>
                      <a:gd name="T6" fmla="*/ 0 w 24"/>
                      <a:gd name="T7" fmla="*/ 0 h 70"/>
                      <a:gd name="T8" fmla="*/ 0 w 24"/>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97" name="Freeform 196">
                    <a:extLst>
                      <a:ext uri="{FF2B5EF4-FFF2-40B4-BE49-F238E27FC236}">
                        <a16:creationId xmlns:a16="http://schemas.microsoft.com/office/drawing/2014/main" id="{D40B7B8B-F85C-E243-9816-FA7D3CC95305}"/>
                      </a:ext>
                    </a:extLst>
                  </p:cNvPr>
                  <p:cNvSpPr>
                    <a:spLocks/>
                  </p:cNvSpPr>
                  <p:nvPr/>
                </p:nvSpPr>
                <p:spPr bwMode="auto">
                  <a:xfrm>
                    <a:off x="961" y="3678"/>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98" name="Freeform 197">
                    <a:extLst>
                      <a:ext uri="{FF2B5EF4-FFF2-40B4-BE49-F238E27FC236}">
                        <a16:creationId xmlns:a16="http://schemas.microsoft.com/office/drawing/2014/main" id="{48F4ED53-BA3C-CF46-A8FD-FBB882434B6C}"/>
                      </a:ext>
                    </a:extLst>
                  </p:cNvPr>
                  <p:cNvSpPr>
                    <a:spLocks/>
                  </p:cNvSpPr>
                  <p:nvPr/>
                </p:nvSpPr>
                <p:spPr bwMode="auto">
                  <a:xfrm>
                    <a:off x="964" y="3688"/>
                    <a:ext cx="41" cy="13"/>
                  </a:xfrm>
                  <a:custGeom>
                    <a:avLst/>
                    <a:gdLst>
                      <a:gd name="T0" fmla="*/ 0 w 82"/>
                      <a:gd name="T1" fmla="*/ 0 h 38"/>
                      <a:gd name="T2" fmla="*/ 1 w 82"/>
                      <a:gd name="T3" fmla="*/ 0 h 38"/>
                      <a:gd name="T4" fmla="*/ 1 w 82"/>
                      <a:gd name="T5" fmla="*/ 0 h 38"/>
                      <a:gd name="T6" fmla="*/ 1 w 82"/>
                      <a:gd name="T7" fmla="*/ 0 h 38"/>
                      <a:gd name="T8" fmla="*/ 1 w 82"/>
                      <a:gd name="T9" fmla="*/ 0 h 38"/>
                      <a:gd name="T10" fmla="*/ 1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984" name="Group 198">
                  <a:extLst>
                    <a:ext uri="{FF2B5EF4-FFF2-40B4-BE49-F238E27FC236}">
                      <a16:creationId xmlns:a16="http://schemas.microsoft.com/office/drawing/2014/main" id="{908F0DEE-1AC0-6040-92C5-BBE687B13296}"/>
                    </a:ext>
                  </a:extLst>
                </p:cNvPr>
                <p:cNvGrpSpPr>
                  <a:grpSpLocks/>
                </p:cNvGrpSpPr>
                <p:nvPr/>
              </p:nvGrpSpPr>
              <p:grpSpPr bwMode="auto">
                <a:xfrm>
                  <a:off x="969" y="3690"/>
                  <a:ext cx="49" cy="23"/>
                  <a:chOff x="969" y="3690"/>
                  <a:chExt cx="49" cy="23"/>
                </a:xfrm>
              </p:grpSpPr>
              <p:sp>
                <p:nvSpPr>
                  <p:cNvPr id="23993" name="Freeform 199">
                    <a:extLst>
                      <a:ext uri="{FF2B5EF4-FFF2-40B4-BE49-F238E27FC236}">
                        <a16:creationId xmlns:a16="http://schemas.microsoft.com/office/drawing/2014/main" id="{39D82B68-C8C3-AE41-973D-D91E22A8D14D}"/>
                      </a:ext>
                    </a:extLst>
                  </p:cNvPr>
                  <p:cNvSpPr>
                    <a:spLocks/>
                  </p:cNvSpPr>
                  <p:nvPr/>
                </p:nvSpPr>
                <p:spPr bwMode="auto">
                  <a:xfrm>
                    <a:off x="969" y="3690"/>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94" name="Freeform 200">
                    <a:extLst>
                      <a:ext uri="{FF2B5EF4-FFF2-40B4-BE49-F238E27FC236}">
                        <a16:creationId xmlns:a16="http://schemas.microsoft.com/office/drawing/2014/main" id="{23AC3B88-776A-F24F-973C-20835DC936DB}"/>
                      </a:ext>
                    </a:extLst>
                  </p:cNvPr>
                  <p:cNvSpPr>
                    <a:spLocks/>
                  </p:cNvSpPr>
                  <p:nvPr/>
                </p:nvSpPr>
                <p:spPr bwMode="auto">
                  <a:xfrm>
                    <a:off x="974" y="3691"/>
                    <a:ext cx="37" cy="10"/>
                  </a:xfrm>
                  <a:custGeom>
                    <a:avLst/>
                    <a:gdLst>
                      <a:gd name="T0" fmla="*/ 0 w 75"/>
                      <a:gd name="T1" fmla="*/ 0 h 31"/>
                      <a:gd name="T2" fmla="*/ 0 w 75"/>
                      <a:gd name="T3" fmla="*/ 0 h 31"/>
                      <a:gd name="T4" fmla="*/ 0 w 75"/>
                      <a:gd name="T5" fmla="*/ 0 h 31"/>
                      <a:gd name="T6" fmla="*/ 0 w 75"/>
                      <a:gd name="T7" fmla="*/ 0 h 31"/>
                      <a:gd name="T8" fmla="*/ 0 w 75"/>
                      <a:gd name="T9" fmla="*/ 0 h 31"/>
                      <a:gd name="T10" fmla="*/ 0 w 75"/>
                      <a:gd name="T11" fmla="*/ 0 h 31"/>
                      <a:gd name="T12" fmla="*/ 0 w 75"/>
                      <a:gd name="T13" fmla="*/ 0 h 31"/>
                      <a:gd name="T14" fmla="*/ 0 w 75"/>
                      <a:gd name="T15" fmla="*/ 0 h 31"/>
                      <a:gd name="T16" fmla="*/ 0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95" name="Freeform 201">
                    <a:extLst>
                      <a:ext uri="{FF2B5EF4-FFF2-40B4-BE49-F238E27FC236}">
                        <a16:creationId xmlns:a16="http://schemas.microsoft.com/office/drawing/2014/main" id="{D732E638-BFAB-AA4E-ADC4-09779F987888}"/>
                      </a:ext>
                    </a:extLst>
                  </p:cNvPr>
                  <p:cNvSpPr>
                    <a:spLocks/>
                  </p:cNvSpPr>
                  <p:nvPr/>
                </p:nvSpPr>
                <p:spPr bwMode="auto">
                  <a:xfrm>
                    <a:off x="977" y="3701"/>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985" name="Group 202">
                  <a:extLst>
                    <a:ext uri="{FF2B5EF4-FFF2-40B4-BE49-F238E27FC236}">
                      <a16:creationId xmlns:a16="http://schemas.microsoft.com/office/drawing/2014/main" id="{2DBE6D1B-328B-CC4A-A8D7-B7B4052650AE}"/>
                    </a:ext>
                  </a:extLst>
                </p:cNvPr>
                <p:cNvGrpSpPr>
                  <a:grpSpLocks/>
                </p:cNvGrpSpPr>
                <p:nvPr/>
              </p:nvGrpSpPr>
              <p:grpSpPr bwMode="auto">
                <a:xfrm>
                  <a:off x="982" y="3703"/>
                  <a:ext cx="49" cy="23"/>
                  <a:chOff x="982" y="3703"/>
                  <a:chExt cx="49" cy="23"/>
                </a:xfrm>
              </p:grpSpPr>
              <p:sp>
                <p:nvSpPr>
                  <p:cNvPr id="23990" name="Freeform 203">
                    <a:extLst>
                      <a:ext uri="{FF2B5EF4-FFF2-40B4-BE49-F238E27FC236}">
                        <a16:creationId xmlns:a16="http://schemas.microsoft.com/office/drawing/2014/main" id="{DCE6F133-389F-B045-A53D-185655367560}"/>
                      </a:ext>
                    </a:extLst>
                  </p:cNvPr>
                  <p:cNvSpPr>
                    <a:spLocks/>
                  </p:cNvSpPr>
                  <p:nvPr/>
                </p:nvSpPr>
                <p:spPr bwMode="auto">
                  <a:xfrm>
                    <a:off x="982" y="3703"/>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91" name="Freeform 204">
                    <a:extLst>
                      <a:ext uri="{FF2B5EF4-FFF2-40B4-BE49-F238E27FC236}">
                        <a16:creationId xmlns:a16="http://schemas.microsoft.com/office/drawing/2014/main" id="{19BED386-F7D2-A849-BA98-69A5AFAC0AFD}"/>
                      </a:ext>
                    </a:extLst>
                  </p:cNvPr>
                  <p:cNvSpPr>
                    <a:spLocks/>
                  </p:cNvSpPr>
                  <p:nvPr/>
                </p:nvSpPr>
                <p:spPr bwMode="auto">
                  <a:xfrm>
                    <a:off x="987" y="3703"/>
                    <a:ext cx="37" cy="10"/>
                  </a:xfrm>
                  <a:custGeom>
                    <a:avLst/>
                    <a:gdLst>
                      <a:gd name="T0" fmla="*/ 1 w 73"/>
                      <a:gd name="T1" fmla="*/ 0 h 30"/>
                      <a:gd name="T2" fmla="*/ 1 w 73"/>
                      <a:gd name="T3" fmla="*/ 0 h 30"/>
                      <a:gd name="T4" fmla="*/ 1 w 73"/>
                      <a:gd name="T5" fmla="*/ 0 h 30"/>
                      <a:gd name="T6" fmla="*/ 1 w 73"/>
                      <a:gd name="T7" fmla="*/ 0 h 30"/>
                      <a:gd name="T8" fmla="*/ 1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92" name="Freeform 205">
                    <a:extLst>
                      <a:ext uri="{FF2B5EF4-FFF2-40B4-BE49-F238E27FC236}">
                        <a16:creationId xmlns:a16="http://schemas.microsoft.com/office/drawing/2014/main" id="{2BD6D4C0-3BBB-1246-880E-39918A05447F}"/>
                      </a:ext>
                    </a:extLst>
                  </p:cNvPr>
                  <p:cNvSpPr>
                    <a:spLocks/>
                  </p:cNvSpPr>
                  <p:nvPr/>
                </p:nvSpPr>
                <p:spPr bwMode="auto">
                  <a:xfrm>
                    <a:off x="989" y="3714"/>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986" name="Group 206">
                  <a:extLst>
                    <a:ext uri="{FF2B5EF4-FFF2-40B4-BE49-F238E27FC236}">
                      <a16:creationId xmlns:a16="http://schemas.microsoft.com/office/drawing/2014/main" id="{95D51357-ED1C-444D-BA64-CBAD79B9D94E}"/>
                    </a:ext>
                  </a:extLst>
                </p:cNvPr>
                <p:cNvGrpSpPr>
                  <a:grpSpLocks/>
                </p:cNvGrpSpPr>
                <p:nvPr/>
              </p:nvGrpSpPr>
              <p:grpSpPr bwMode="auto">
                <a:xfrm>
                  <a:off x="995" y="3716"/>
                  <a:ext cx="48" cy="23"/>
                  <a:chOff x="995" y="3716"/>
                  <a:chExt cx="48" cy="23"/>
                </a:xfrm>
              </p:grpSpPr>
              <p:sp>
                <p:nvSpPr>
                  <p:cNvPr id="23987" name="Freeform 207">
                    <a:extLst>
                      <a:ext uri="{FF2B5EF4-FFF2-40B4-BE49-F238E27FC236}">
                        <a16:creationId xmlns:a16="http://schemas.microsoft.com/office/drawing/2014/main" id="{B56B9980-AF2D-4442-823C-215344CEE3EC}"/>
                      </a:ext>
                    </a:extLst>
                  </p:cNvPr>
                  <p:cNvSpPr>
                    <a:spLocks/>
                  </p:cNvSpPr>
                  <p:nvPr/>
                </p:nvSpPr>
                <p:spPr bwMode="auto">
                  <a:xfrm>
                    <a:off x="995" y="3716"/>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88" name="Freeform 208">
                    <a:extLst>
                      <a:ext uri="{FF2B5EF4-FFF2-40B4-BE49-F238E27FC236}">
                        <a16:creationId xmlns:a16="http://schemas.microsoft.com/office/drawing/2014/main" id="{F91C5510-6A40-0643-BF7F-0ECA981DF94E}"/>
                      </a:ext>
                    </a:extLst>
                  </p:cNvPr>
                  <p:cNvSpPr>
                    <a:spLocks/>
                  </p:cNvSpPr>
                  <p:nvPr/>
                </p:nvSpPr>
                <p:spPr bwMode="auto">
                  <a:xfrm>
                    <a:off x="999" y="3717"/>
                    <a:ext cx="38" cy="9"/>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89" name="Freeform 209">
                    <a:extLst>
                      <a:ext uri="{FF2B5EF4-FFF2-40B4-BE49-F238E27FC236}">
                        <a16:creationId xmlns:a16="http://schemas.microsoft.com/office/drawing/2014/main" id="{AF2A6775-A024-0E4D-A64E-9D5C6E2A8DE0}"/>
                      </a:ext>
                    </a:extLst>
                  </p:cNvPr>
                  <p:cNvSpPr>
                    <a:spLocks/>
                  </p:cNvSpPr>
                  <p:nvPr/>
                </p:nvSpPr>
                <p:spPr bwMode="auto">
                  <a:xfrm>
                    <a:off x="1003" y="3727"/>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3711" name="Group 210">
                <a:extLst>
                  <a:ext uri="{FF2B5EF4-FFF2-40B4-BE49-F238E27FC236}">
                    <a16:creationId xmlns:a16="http://schemas.microsoft.com/office/drawing/2014/main" id="{8C328B78-46CC-F84D-BCCE-48ACFD9EC5C4}"/>
                  </a:ext>
                </a:extLst>
              </p:cNvPr>
              <p:cNvGrpSpPr>
                <a:grpSpLocks/>
              </p:cNvGrpSpPr>
              <p:nvPr/>
            </p:nvGrpSpPr>
            <p:grpSpPr bwMode="auto">
              <a:xfrm>
                <a:off x="1005" y="3727"/>
                <a:ext cx="49" cy="23"/>
                <a:chOff x="1005" y="3727"/>
                <a:chExt cx="49" cy="23"/>
              </a:xfrm>
            </p:grpSpPr>
            <p:sp>
              <p:nvSpPr>
                <p:cNvPr id="23979" name="Freeform 211">
                  <a:extLst>
                    <a:ext uri="{FF2B5EF4-FFF2-40B4-BE49-F238E27FC236}">
                      <a16:creationId xmlns:a16="http://schemas.microsoft.com/office/drawing/2014/main" id="{D19557BA-3E78-A04E-B678-1BD9CFCF4F63}"/>
                    </a:ext>
                  </a:extLst>
                </p:cNvPr>
                <p:cNvSpPr>
                  <a:spLocks/>
                </p:cNvSpPr>
                <p:nvPr/>
              </p:nvSpPr>
              <p:spPr bwMode="auto">
                <a:xfrm>
                  <a:off x="1005" y="3727"/>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80" name="Freeform 212">
                  <a:extLst>
                    <a:ext uri="{FF2B5EF4-FFF2-40B4-BE49-F238E27FC236}">
                      <a16:creationId xmlns:a16="http://schemas.microsoft.com/office/drawing/2014/main" id="{19B1A498-385C-A546-BE09-BE0E4B343115}"/>
                    </a:ext>
                  </a:extLst>
                </p:cNvPr>
                <p:cNvSpPr>
                  <a:spLocks/>
                </p:cNvSpPr>
                <p:nvPr/>
              </p:nvSpPr>
              <p:spPr bwMode="auto">
                <a:xfrm>
                  <a:off x="1010" y="3728"/>
                  <a:ext cx="37" cy="10"/>
                </a:xfrm>
                <a:custGeom>
                  <a:avLst/>
                  <a:gdLst>
                    <a:gd name="T0" fmla="*/ 1 w 73"/>
                    <a:gd name="T1" fmla="*/ 0 h 31"/>
                    <a:gd name="T2" fmla="*/ 1 w 73"/>
                    <a:gd name="T3" fmla="*/ 0 h 31"/>
                    <a:gd name="T4" fmla="*/ 1 w 73"/>
                    <a:gd name="T5" fmla="*/ 0 h 31"/>
                    <a:gd name="T6" fmla="*/ 1 w 73"/>
                    <a:gd name="T7" fmla="*/ 0 h 31"/>
                    <a:gd name="T8" fmla="*/ 1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81" name="Freeform 213">
                  <a:extLst>
                    <a:ext uri="{FF2B5EF4-FFF2-40B4-BE49-F238E27FC236}">
                      <a16:creationId xmlns:a16="http://schemas.microsoft.com/office/drawing/2014/main" id="{909E7019-41DC-0449-A84E-372581362AA6}"/>
                    </a:ext>
                  </a:extLst>
                </p:cNvPr>
                <p:cNvSpPr>
                  <a:spLocks/>
                </p:cNvSpPr>
                <p:nvPr/>
              </p:nvSpPr>
              <p:spPr bwMode="auto">
                <a:xfrm>
                  <a:off x="1013" y="3738"/>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12" name="Group 214">
                <a:extLst>
                  <a:ext uri="{FF2B5EF4-FFF2-40B4-BE49-F238E27FC236}">
                    <a16:creationId xmlns:a16="http://schemas.microsoft.com/office/drawing/2014/main" id="{42C8A888-247B-354A-8F74-67C354A5CCE2}"/>
                  </a:ext>
                </a:extLst>
              </p:cNvPr>
              <p:cNvGrpSpPr>
                <a:grpSpLocks/>
              </p:cNvGrpSpPr>
              <p:nvPr/>
            </p:nvGrpSpPr>
            <p:grpSpPr bwMode="auto">
              <a:xfrm>
                <a:off x="1018" y="3740"/>
                <a:ext cx="49" cy="22"/>
                <a:chOff x="1018" y="3740"/>
                <a:chExt cx="49" cy="22"/>
              </a:xfrm>
            </p:grpSpPr>
            <p:sp>
              <p:nvSpPr>
                <p:cNvPr id="23976" name="Freeform 215">
                  <a:extLst>
                    <a:ext uri="{FF2B5EF4-FFF2-40B4-BE49-F238E27FC236}">
                      <a16:creationId xmlns:a16="http://schemas.microsoft.com/office/drawing/2014/main" id="{1EF134D3-91DB-0743-8150-0C2F14E7453F}"/>
                    </a:ext>
                  </a:extLst>
                </p:cNvPr>
                <p:cNvSpPr>
                  <a:spLocks/>
                </p:cNvSpPr>
                <p:nvPr/>
              </p:nvSpPr>
              <p:spPr bwMode="auto">
                <a:xfrm>
                  <a:off x="1018" y="3740"/>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77" name="Freeform 216">
                  <a:extLst>
                    <a:ext uri="{FF2B5EF4-FFF2-40B4-BE49-F238E27FC236}">
                      <a16:creationId xmlns:a16="http://schemas.microsoft.com/office/drawing/2014/main" id="{B956B58A-89F9-3145-AE48-8A406CA2629D}"/>
                    </a:ext>
                  </a:extLst>
                </p:cNvPr>
                <p:cNvSpPr>
                  <a:spLocks/>
                </p:cNvSpPr>
                <p:nvPr/>
              </p:nvSpPr>
              <p:spPr bwMode="auto">
                <a:xfrm>
                  <a:off x="1022" y="3740"/>
                  <a:ext cx="38" cy="10"/>
                </a:xfrm>
                <a:custGeom>
                  <a:avLst/>
                  <a:gdLst>
                    <a:gd name="T0" fmla="*/ 1 w 74"/>
                    <a:gd name="T1" fmla="*/ 0 h 31"/>
                    <a:gd name="T2" fmla="*/ 1 w 74"/>
                    <a:gd name="T3" fmla="*/ 0 h 31"/>
                    <a:gd name="T4" fmla="*/ 1 w 74"/>
                    <a:gd name="T5" fmla="*/ 0 h 31"/>
                    <a:gd name="T6" fmla="*/ 1 w 74"/>
                    <a:gd name="T7" fmla="*/ 0 h 31"/>
                    <a:gd name="T8" fmla="*/ 1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78" name="Freeform 217">
                  <a:extLst>
                    <a:ext uri="{FF2B5EF4-FFF2-40B4-BE49-F238E27FC236}">
                      <a16:creationId xmlns:a16="http://schemas.microsoft.com/office/drawing/2014/main" id="{9B7BCCE1-4465-CB49-890B-7330D79D7C4D}"/>
                    </a:ext>
                  </a:extLst>
                </p:cNvPr>
                <p:cNvSpPr>
                  <a:spLocks/>
                </p:cNvSpPr>
                <p:nvPr/>
              </p:nvSpPr>
              <p:spPr bwMode="auto">
                <a:xfrm>
                  <a:off x="1026" y="3750"/>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13" name="Group 218">
                <a:extLst>
                  <a:ext uri="{FF2B5EF4-FFF2-40B4-BE49-F238E27FC236}">
                    <a16:creationId xmlns:a16="http://schemas.microsoft.com/office/drawing/2014/main" id="{652F67B8-F9A4-3D42-A89F-FA771567C26E}"/>
                  </a:ext>
                </a:extLst>
              </p:cNvPr>
              <p:cNvGrpSpPr>
                <a:grpSpLocks/>
              </p:cNvGrpSpPr>
              <p:nvPr/>
            </p:nvGrpSpPr>
            <p:grpSpPr bwMode="auto">
              <a:xfrm>
                <a:off x="1030" y="3753"/>
                <a:ext cx="49" cy="23"/>
                <a:chOff x="1030" y="3753"/>
                <a:chExt cx="49" cy="23"/>
              </a:xfrm>
            </p:grpSpPr>
            <p:sp>
              <p:nvSpPr>
                <p:cNvPr id="23973" name="Freeform 219">
                  <a:extLst>
                    <a:ext uri="{FF2B5EF4-FFF2-40B4-BE49-F238E27FC236}">
                      <a16:creationId xmlns:a16="http://schemas.microsoft.com/office/drawing/2014/main" id="{8D358258-AF25-4545-92AD-2D300B2D2331}"/>
                    </a:ext>
                  </a:extLst>
                </p:cNvPr>
                <p:cNvSpPr>
                  <a:spLocks/>
                </p:cNvSpPr>
                <p:nvPr/>
              </p:nvSpPr>
              <p:spPr bwMode="auto">
                <a:xfrm>
                  <a:off x="1030" y="3753"/>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74" name="Freeform 220">
                  <a:extLst>
                    <a:ext uri="{FF2B5EF4-FFF2-40B4-BE49-F238E27FC236}">
                      <a16:creationId xmlns:a16="http://schemas.microsoft.com/office/drawing/2014/main" id="{D382E2A1-B6E1-2A41-A8BE-A75E7E3F9BD2}"/>
                    </a:ext>
                  </a:extLst>
                </p:cNvPr>
                <p:cNvSpPr>
                  <a:spLocks/>
                </p:cNvSpPr>
                <p:nvPr/>
              </p:nvSpPr>
              <p:spPr bwMode="auto">
                <a:xfrm>
                  <a:off x="1035" y="3753"/>
                  <a:ext cx="37" cy="11"/>
                </a:xfrm>
                <a:custGeom>
                  <a:avLst/>
                  <a:gdLst>
                    <a:gd name="T0" fmla="*/ 1 w 74"/>
                    <a:gd name="T1" fmla="*/ 0 h 31"/>
                    <a:gd name="T2" fmla="*/ 1 w 74"/>
                    <a:gd name="T3" fmla="*/ 0 h 31"/>
                    <a:gd name="T4" fmla="*/ 1 w 74"/>
                    <a:gd name="T5" fmla="*/ 0 h 31"/>
                    <a:gd name="T6" fmla="*/ 1 w 74"/>
                    <a:gd name="T7" fmla="*/ 0 h 31"/>
                    <a:gd name="T8" fmla="*/ 1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75" name="Freeform 221">
                  <a:extLst>
                    <a:ext uri="{FF2B5EF4-FFF2-40B4-BE49-F238E27FC236}">
                      <a16:creationId xmlns:a16="http://schemas.microsoft.com/office/drawing/2014/main" id="{C6EAF370-4AA2-7444-8E5A-1C65FF94822C}"/>
                    </a:ext>
                  </a:extLst>
                </p:cNvPr>
                <p:cNvSpPr>
                  <a:spLocks/>
                </p:cNvSpPr>
                <p:nvPr/>
              </p:nvSpPr>
              <p:spPr bwMode="auto">
                <a:xfrm>
                  <a:off x="1039" y="3764"/>
                  <a:ext cx="40" cy="12"/>
                </a:xfrm>
                <a:custGeom>
                  <a:avLst/>
                  <a:gdLst>
                    <a:gd name="T0" fmla="*/ 0 w 82"/>
                    <a:gd name="T1" fmla="*/ 0 h 35"/>
                    <a:gd name="T2" fmla="*/ 0 w 82"/>
                    <a:gd name="T3" fmla="*/ 0 h 35"/>
                    <a:gd name="T4" fmla="*/ 0 w 82"/>
                    <a:gd name="T5" fmla="*/ 0 h 35"/>
                    <a:gd name="T6" fmla="*/ 0 w 82"/>
                    <a:gd name="T7" fmla="*/ 0 h 35"/>
                    <a:gd name="T8" fmla="*/ 0 w 82"/>
                    <a:gd name="T9" fmla="*/ 0 h 35"/>
                    <a:gd name="T10" fmla="*/ 0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3714" name="Freeform 222">
                <a:extLst>
                  <a:ext uri="{FF2B5EF4-FFF2-40B4-BE49-F238E27FC236}">
                    <a16:creationId xmlns:a16="http://schemas.microsoft.com/office/drawing/2014/main" id="{EA8533F9-7077-304D-8B28-54C80D832800}"/>
                  </a:ext>
                </a:extLst>
              </p:cNvPr>
              <p:cNvSpPr>
                <a:spLocks/>
              </p:cNvSpPr>
              <p:nvPr/>
            </p:nvSpPr>
            <p:spPr bwMode="auto">
              <a:xfrm>
                <a:off x="778" y="3535"/>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15" name="Freeform 223">
                <a:extLst>
                  <a:ext uri="{FF2B5EF4-FFF2-40B4-BE49-F238E27FC236}">
                    <a16:creationId xmlns:a16="http://schemas.microsoft.com/office/drawing/2014/main" id="{733190CF-69BC-8441-80EF-28FC022D3E2E}"/>
                  </a:ext>
                </a:extLst>
              </p:cNvPr>
              <p:cNvSpPr>
                <a:spLocks/>
              </p:cNvSpPr>
              <p:nvPr/>
            </p:nvSpPr>
            <p:spPr bwMode="auto">
              <a:xfrm>
                <a:off x="783" y="3535"/>
                <a:ext cx="36" cy="11"/>
              </a:xfrm>
              <a:custGeom>
                <a:avLst/>
                <a:gdLst>
                  <a:gd name="T0" fmla="*/ 1 w 72"/>
                  <a:gd name="T1" fmla="*/ 0 h 31"/>
                  <a:gd name="T2" fmla="*/ 1 w 72"/>
                  <a:gd name="T3" fmla="*/ 0 h 31"/>
                  <a:gd name="T4" fmla="*/ 1 w 72"/>
                  <a:gd name="T5" fmla="*/ 0 h 31"/>
                  <a:gd name="T6" fmla="*/ 1 w 72"/>
                  <a:gd name="T7" fmla="*/ 0 h 31"/>
                  <a:gd name="T8" fmla="*/ 1 w 72"/>
                  <a:gd name="T9" fmla="*/ 0 h 31"/>
                  <a:gd name="T10" fmla="*/ 1 w 72"/>
                  <a:gd name="T11" fmla="*/ 0 h 31"/>
                  <a:gd name="T12" fmla="*/ 1 w 72"/>
                  <a:gd name="T13" fmla="*/ 0 h 31"/>
                  <a:gd name="T14" fmla="*/ 0 w 72"/>
                  <a:gd name="T15" fmla="*/ 0 h 31"/>
                  <a:gd name="T16" fmla="*/ 1 w 72"/>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16" name="Freeform 224">
                <a:extLst>
                  <a:ext uri="{FF2B5EF4-FFF2-40B4-BE49-F238E27FC236}">
                    <a16:creationId xmlns:a16="http://schemas.microsoft.com/office/drawing/2014/main" id="{6CFC7F8A-4816-ED42-8706-682F4CA126CB}"/>
                  </a:ext>
                </a:extLst>
              </p:cNvPr>
              <p:cNvSpPr>
                <a:spLocks/>
              </p:cNvSpPr>
              <p:nvPr/>
            </p:nvSpPr>
            <p:spPr bwMode="auto">
              <a:xfrm>
                <a:off x="786" y="3546"/>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3717" name="Group 225">
                <a:extLst>
                  <a:ext uri="{FF2B5EF4-FFF2-40B4-BE49-F238E27FC236}">
                    <a16:creationId xmlns:a16="http://schemas.microsoft.com/office/drawing/2014/main" id="{9B6695A0-0976-7440-B6E7-BD567959F76F}"/>
                  </a:ext>
                </a:extLst>
              </p:cNvPr>
              <p:cNvGrpSpPr>
                <a:grpSpLocks/>
              </p:cNvGrpSpPr>
              <p:nvPr/>
            </p:nvGrpSpPr>
            <p:grpSpPr bwMode="auto">
              <a:xfrm>
                <a:off x="790" y="3547"/>
                <a:ext cx="49" cy="23"/>
                <a:chOff x="790" y="3547"/>
                <a:chExt cx="49" cy="23"/>
              </a:xfrm>
            </p:grpSpPr>
            <p:sp>
              <p:nvSpPr>
                <p:cNvPr id="23970" name="Freeform 226">
                  <a:extLst>
                    <a:ext uri="{FF2B5EF4-FFF2-40B4-BE49-F238E27FC236}">
                      <a16:creationId xmlns:a16="http://schemas.microsoft.com/office/drawing/2014/main" id="{3DC0C369-AA94-3E4E-9403-CCF02B130C5D}"/>
                    </a:ext>
                  </a:extLst>
                </p:cNvPr>
                <p:cNvSpPr>
                  <a:spLocks/>
                </p:cNvSpPr>
                <p:nvPr/>
              </p:nvSpPr>
              <p:spPr bwMode="auto">
                <a:xfrm>
                  <a:off x="790" y="3547"/>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71" name="Freeform 227">
                  <a:extLst>
                    <a:ext uri="{FF2B5EF4-FFF2-40B4-BE49-F238E27FC236}">
                      <a16:creationId xmlns:a16="http://schemas.microsoft.com/office/drawing/2014/main" id="{418C5EDB-B4B8-8A4C-8051-31F82D5CE52F}"/>
                    </a:ext>
                  </a:extLst>
                </p:cNvPr>
                <p:cNvSpPr>
                  <a:spLocks/>
                </p:cNvSpPr>
                <p:nvPr/>
              </p:nvSpPr>
              <p:spPr bwMode="auto">
                <a:xfrm>
                  <a:off x="795" y="3548"/>
                  <a:ext cx="37" cy="10"/>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72" name="Freeform 228">
                  <a:extLst>
                    <a:ext uri="{FF2B5EF4-FFF2-40B4-BE49-F238E27FC236}">
                      <a16:creationId xmlns:a16="http://schemas.microsoft.com/office/drawing/2014/main" id="{F6A85EAB-1314-084A-A28A-24AA1E9051E1}"/>
                    </a:ext>
                  </a:extLst>
                </p:cNvPr>
                <p:cNvSpPr>
                  <a:spLocks/>
                </p:cNvSpPr>
                <p:nvPr/>
              </p:nvSpPr>
              <p:spPr bwMode="auto">
                <a:xfrm>
                  <a:off x="798" y="3558"/>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18" name="Group 229">
                <a:extLst>
                  <a:ext uri="{FF2B5EF4-FFF2-40B4-BE49-F238E27FC236}">
                    <a16:creationId xmlns:a16="http://schemas.microsoft.com/office/drawing/2014/main" id="{1119DD14-0D27-944D-BD7B-7A6E38C62742}"/>
                  </a:ext>
                </a:extLst>
              </p:cNvPr>
              <p:cNvGrpSpPr>
                <a:grpSpLocks/>
              </p:cNvGrpSpPr>
              <p:nvPr/>
            </p:nvGrpSpPr>
            <p:grpSpPr bwMode="auto">
              <a:xfrm>
                <a:off x="803" y="3560"/>
                <a:ext cx="49" cy="22"/>
                <a:chOff x="803" y="3560"/>
                <a:chExt cx="49" cy="22"/>
              </a:xfrm>
            </p:grpSpPr>
            <p:sp>
              <p:nvSpPr>
                <p:cNvPr id="23967" name="Freeform 230">
                  <a:extLst>
                    <a:ext uri="{FF2B5EF4-FFF2-40B4-BE49-F238E27FC236}">
                      <a16:creationId xmlns:a16="http://schemas.microsoft.com/office/drawing/2014/main" id="{B12A9C98-057C-6E44-AFE5-D671465EFDE5}"/>
                    </a:ext>
                  </a:extLst>
                </p:cNvPr>
                <p:cNvSpPr>
                  <a:spLocks/>
                </p:cNvSpPr>
                <p:nvPr/>
              </p:nvSpPr>
              <p:spPr bwMode="auto">
                <a:xfrm>
                  <a:off x="803" y="3560"/>
                  <a:ext cx="12" cy="22"/>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68" name="Freeform 231">
                  <a:extLst>
                    <a:ext uri="{FF2B5EF4-FFF2-40B4-BE49-F238E27FC236}">
                      <a16:creationId xmlns:a16="http://schemas.microsoft.com/office/drawing/2014/main" id="{8EA33B5E-47A4-C742-8062-6CE05FF2CA87}"/>
                    </a:ext>
                  </a:extLst>
                </p:cNvPr>
                <p:cNvSpPr>
                  <a:spLocks/>
                </p:cNvSpPr>
                <p:nvPr/>
              </p:nvSpPr>
              <p:spPr bwMode="auto">
                <a:xfrm>
                  <a:off x="808" y="3560"/>
                  <a:ext cx="36" cy="10"/>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69" name="Freeform 232">
                  <a:extLst>
                    <a:ext uri="{FF2B5EF4-FFF2-40B4-BE49-F238E27FC236}">
                      <a16:creationId xmlns:a16="http://schemas.microsoft.com/office/drawing/2014/main" id="{B1C4F2B6-E4D1-1343-99D7-CE8233A68636}"/>
                    </a:ext>
                  </a:extLst>
                </p:cNvPr>
                <p:cNvSpPr>
                  <a:spLocks/>
                </p:cNvSpPr>
                <p:nvPr/>
              </p:nvSpPr>
              <p:spPr bwMode="auto">
                <a:xfrm>
                  <a:off x="811" y="3571"/>
                  <a:ext cx="41" cy="11"/>
                </a:xfrm>
                <a:custGeom>
                  <a:avLst/>
                  <a:gdLst>
                    <a:gd name="T0" fmla="*/ 0 w 83"/>
                    <a:gd name="T1" fmla="*/ 0 h 35"/>
                    <a:gd name="T2" fmla="*/ 0 w 83"/>
                    <a:gd name="T3" fmla="*/ 0 h 35"/>
                    <a:gd name="T4" fmla="*/ 0 w 83"/>
                    <a:gd name="T5" fmla="*/ 0 h 35"/>
                    <a:gd name="T6" fmla="*/ 0 w 83"/>
                    <a:gd name="T7" fmla="*/ 0 h 35"/>
                    <a:gd name="T8" fmla="*/ 0 w 83"/>
                    <a:gd name="T9" fmla="*/ 0 h 35"/>
                    <a:gd name="T10" fmla="*/ 0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19" name="Group 233">
                <a:extLst>
                  <a:ext uri="{FF2B5EF4-FFF2-40B4-BE49-F238E27FC236}">
                    <a16:creationId xmlns:a16="http://schemas.microsoft.com/office/drawing/2014/main" id="{F4BBB6DB-978D-974B-AB06-45732D06F950}"/>
                  </a:ext>
                </a:extLst>
              </p:cNvPr>
              <p:cNvGrpSpPr>
                <a:grpSpLocks/>
              </p:cNvGrpSpPr>
              <p:nvPr/>
            </p:nvGrpSpPr>
            <p:grpSpPr bwMode="auto">
              <a:xfrm>
                <a:off x="815" y="3572"/>
                <a:ext cx="50" cy="23"/>
                <a:chOff x="815" y="3572"/>
                <a:chExt cx="50" cy="23"/>
              </a:xfrm>
            </p:grpSpPr>
            <p:sp>
              <p:nvSpPr>
                <p:cNvPr id="23964" name="Freeform 234">
                  <a:extLst>
                    <a:ext uri="{FF2B5EF4-FFF2-40B4-BE49-F238E27FC236}">
                      <a16:creationId xmlns:a16="http://schemas.microsoft.com/office/drawing/2014/main" id="{AB113D4A-E0D5-8649-AC7B-11E965A573EF}"/>
                    </a:ext>
                  </a:extLst>
                </p:cNvPr>
                <p:cNvSpPr>
                  <a:spLocks/>
                </p:cNvSpPr>
                <p:nvPr/>
              </p:nvSpPr>
              <p:spPr bwMode="auto">
                <a:xfrm>
                  <a:off x="815" y="3572"/>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65" name="Freeform 235">
                  <a:extLst>
                    <a:ext uri="{FF2B5EF4-FFF2-40B4-BE49-F238E27FC236}">
                      <a16:creationId xmlns:a16="http://schemas.microsoft.com/office/drawing/2014/main" id="{67553EFE-9271-334A-8695-94DBBA9FBDE4}"/>
                    </a:ext>
                  </a:extLst>
                </p:cNvPr>
                <p:cNvSpPr>
                  <a:spLocks/>
                </p:cNvSpPr>
                <p:nvPr/>
              </p:nvSpPr>
              <p:spPr bwMode="auto">
                <a:xfrm>
                  <a:off x="820" y="3573"/>
                  <a:ext cx="37" cy="9"/>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66" name="Freeform 236">
                  <a:extLst>
                    <a:ext uri="{FF2B5EF4-FFF2-40B4-BE49-F238E27FC236}">
                      <a16:creationId xmlns:a16="http://schemas.microsoft.com/office/drawing/2014/main" id="{1FE43A0D-1353-E949-8922-8BE6DD68F904}"/>
                    </a:ext>
                  </a:extLst>
                </p:cNvPr>
                <p:cNvSpPr>
                  <a:spLocks/>
                </p:cNvSpPr>
                <p:nvPr/>
              </p:nvSpPr>
              <p:spPr bwMode="auto">
                <a:xfrm>
                  <a:off x="824" y="3583"/>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20" name="Group 237">
                <a:extLst>
                  <a:ext uri="{FF2B5EF4-FFF2-40B4-BE49-F238E27FC236}">
                    <a16:creationId xmlns:a16="http://schemas.microsoft.com/office/drawing/2014/main" id="{6F537635-AFFC-6340-98FF-F6CAA0CFABF7}"/>
                  </a:ext>
                </a:extLst>
              </p:cNvPr>
              <p:cNvGrpSpPr>
                <a:grpSpLocks/>
              </p:cNvGrpSpPr>
              <p:nvPr/>
            </p:nvGrpSpPr>
            <p:grpSpPr bwMode="auto">
              <a:xfrm>
                <a:off x="828" y="3585"/>
                <a:ext cx="49" cy="23"/>
                <a:chOff x="828" y="3585"/>
                <a:chExt cx="49" cy="23"/>
              </a:xfrm>
            </p:grpSpPr>
            <p:sp>
              <p:nvSpPr>
                <p:cNvPr id="23961" name="Freeform 238">
                  <a:extLst>
                    <a:ext uri="{FF2B5EF4-FFF2-40B4-BE49-F238E27FC236}">
                      <a16:creationId xmlns:a16="http://schemas.microsoft.com/office/drawing/2014/main" id="{E701195C-577D-5F47-A394-78E9C9AA1CD5}"/>
                    </a:ext>
                  </a:extLst>
                </p:cNvPr>
                <p:cNvSpPr>
                  <a:spLocks/>
                </p:cNvSpPr>
                <p:nvPr/>
              </p:nvSpPr>
              <p:spPr bwMode="auto">
                <a:xfrm>
                  <a:off x="828" y="3585"/>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62" name="Freeform 239">
                  <a:extLst>
                    <a:ext uri="{FF2B5EF4-FFF2-40B4-BE49-F238E27FC236}">
                      <a16:creationId xmlns:a16="http://schemas.microsoft.com/office/drawing/2014/main" id="{91473F8A-1CF3-D545-B331-D8DEEE7B1407}"/>
                    </a:ext>
                  </a:extLst>
                </p:cNvPr>
                <p:cNvSpPr>
                  <a:spLocks/>
                </p:cNvSpPr>
                <p:nvPr/>
              </p:nvSpPr>
              <p:spPr bwMode="auto">
                <a:xfrm>
                  <a:off x="833" y="3586"/>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63" name="Freeform 240">
                  <a:extLst>
                    <a:ext uri="{FF2B5EF4-FFF2-40B4-BE49-F238E27FC236}">
                      <a16:creationId xmlns:a16="http://schemas.microsoft.com/office/drawing/2014/main" id="{451F703F-E0CD-A043-A466-993A7B87F05D}"/>
                    </a:ext>
                  </a:extLst>
                </p:cNvPr>
                <p:cNvSpPr>
                  <a:spLocks/>
                </p:cNvSpPr>
                <p:nvPr/>
              </p:nvSpPr>
              <p:spPr bwMode="auto">
                <a:xfrm>
                  <a:off x="837" y="3596"/>
                  <a:ext cx="40" cy="12"/>
                </a:xfrm>
                <a:custGeom>
                  <a:avLst/>
                  <a:gdLst>
                    <a:gd name="T0" fmla="*/ 0 w 80"/>
                    <a:gd name="T1" fmla="*/ 0 h 36"/>
                    <a:gd name="T2" fmla="*/ 1 w 80"/>
                    <a:gd name="T3" fmla="*/ 0 h 36"/>
                    <a:gd name="T4" fmla="*/ 1 w 80"/>
                    <a:gd name="T5" fmla="*/ 0 h 36"/>
                    <a:gd name="T6" fmla="*/ 1 w 80"/>
                    <a:gd name="T7" fmla="*/ 0 h 36"/>
                    <a:gd name="T8" fmla="*/ 1 w 80"/>
                    <a:gd name="T9" fmla="*/ 0 h 36"/>
                    <a:gd name="T10" fmla="*/ 1 w 80"/>
                    <a:gd name="T11" fmla="*/ 0 h 36"/>
                    <a:gd name="T12" fmla="*/ 0 w 80"/>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21" name="Group 241">
                <a:extLst>
                  <a:ext uri="{FF2B5EF4-FFF2-40B4-BE49-F238E27FC236}">
                    <a16:creationId xmlns:a16="http://schemas.microsoft.com/office/drawing/2014/main" id="{384C889C-593A-1F42-93DF-9E5268E7EA84}"/>
                  </a:ext>
                </a:extLst>
              </p:cNvPr>
              <p:cNvGrpSpPr>
                <a:grpSpLocks/>
              </p:cNvGrpSpPr>
              <p:nvPr/>
            </p:nvGrpSpPr>
            <p:grpSpPr bwMode="auto">
              <a:xfrm>
                <a:off x="840" y="3600"/>
                <a:ext cx="100" cy="73"/>
                <a:chOff x="840" y="3600"/>
                <a:chExt cx="100" cy="73"/>
              </a:xfrm>
            </p:grpSpPr>
            <p:grpSp>
              <p:nvGrpSpPr>
                <p:cNvPr id="23941" name="Group 242">
                  <a:extLst>
                    <a:ext uri="{FF2B5EF4-FFF2-40B4-BE49-F238E27FC236}">
                      <a16:creationId xmlns:a16="http://schemas.microsoft.com/office/drawing/2014/main" id="{A205BEA7-A484-8843-A1E2-D56115806B3E}"/>
                    </a:ext>
                  </a:extLst>
                </p:cNvPr>
                <p:cNvGrpSpPr>
                  <a:grpSpLocks/>
                </p:cNvGrpSpPr>
                <p:nvPr/>
              </p:nvGrpSpPr>
              <p:grpSpPr bwMode="auto">
                <a:xfrm>
                  <a:off x="840" y="3600"/>
                  <a:ext cx="49" cy="23"/>
                  <a:chOff x="840" y="3600"/>
                  <a:chExt cx="49" cy="23"/>
                </a:xfrm>
              </p:grpSpPr>
              <p:sp>
                <p:nvSpPr>
                  <p:cNvPr id="23958" name="Freeform 243">
                    <a:extLst>
                      <a:ext uri="{FF2B5EF4-FFF2-40B4-BE49-F238E27FC236}">
                        <a16:creationId xmlns:a16="http://schemas.microsoft.com/office/drawing/2014/main" id="{7EF87E46-0F31-C04B-9BB5-A20779B865B5}"/>
                      </a:ext>
                    </a:extLst>
                  </p:cNvPr>
                  <p:cNvSpPr>
                    <a:spLocks/>
                  </p:cNvSpPr>
                  <p:nvPr/>
                </p:nvSpPr>
                <p:spPr bwMode="auto">
                  <a:xfrm>
                    <a:off x="840" y="3600"/>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59" name="Freeform 244">
                    <a:extLst>
                      <a:ext uri="{FF2B5EF4-FFF2-40B4-BE49-F238E27FC236}">
                        <a16:creationId xmlns:a16="http://schemas.microsoft.com/office/drawing/2014/main" id="{08F62B16-700E-5846-91C4-16031573D2F2}"/>
                      </a:ext>
                    </a:extLst>
                  </p:cNvPr>
                  <p:cNvSpPr>
                    <a:spLocks/>
                  </p:cNvSpPr>
                  <p:nvPr/>
                </p:nvSpPr>
                <p:spPr bwMode="auto">
                  <a:xfrm>
                    <a:off x="845" y="3600"/>
                    <a:ext cx="37" cy="11"/>
                  </a:xfrm>
                  <a:custGeom>
                    <a:avLst/>
                    <a:gdLst>
                      <a:gd name="T0" fmla="*/ 0 w 75"/>
                      <a:gd name="T1" fmla="*/ 0 h 31"/>
                      <a:gd name="T2" fmla="*/ 0 w 75"/>
                      <a:gd name="T3" fmla="*/ 0 h 31"/>
                      <a:gd name="T4" fmla="*/ 0 w 75"/>
                      <a:gd name="T5" fmla="*/ 0 h 31"/>
                      <a:gd name="T6" fmla="*/ 0 w 75"/>
                      <a:gd name="T7" fmla="*/ 0 h 31"/>
                      <a:gd name="T8" fmla="*/ 0 w 75"/>
                      <a:gd name="T9" fmla="*/ 0 h 31"/>
                      <a:gd name="T10" fmla="*/ 0 w 75"/>
                      <a:gd name="T11" fmla="*/ 0 h 31"/>
                      <a:gd name="T12" fmla="*/ 0 w 75"/>
                      <a:gd name="T13" fmla="*/ 0 h 31"/>
                      <a:gd name="T14" fmla="*/ 0 w 75"/>
                      <a:gd name="T15" fmla="*/ 0 h 31"/>
                      <a:gd name="T16" fmla="*/ 0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60" name="Freeform 245">
                    <a:extLst>
                      <a:ext uri="{FF2B5EF4-FFF2-40B4-BE49-F238E27FC236}">
                        <a16:creationId xmlns:a16="http://schemas.microsoft.com/office/drawing/2014/main" id="{2852AD22-BC50-1B47-BCFE-103E206940A4}"/>
                      </a:ext>
                    </a:extLst>
                  </p:cNvPr>
                  <p:cNvSpPr>
                    <a:spLocks/>
                  </p:cNvSpPr>
                  <p:nvPr/>
                </p:nvSpPr>
                <p:spPr bwMode="auto">
                  <a:xfrm>
                    <a:off x="848" y="3611"/>
                    <a:ext cx="41" cy="12"/>
                  </a:xfrm>
                  <a:custGeom>
                    <a:avLst/>
                    <a:gdLst>
                      <a:gd name="T0" fmla="*/ 0 w 82"/>
                      <a:gd name="T1" fmla="*/ 0 h 38"/>
                      <a:gd name="T2" fmla="*/ 1 w 82"/>
                      <a:gd name="T3" fmla="*/ 0 h 38"/>
                      <a:gd name="T4" fmla="*/ 1 w 82"/>
                      <a:gd name="T5" fmla="*/ 0 h 38"/>
                      <a:gd name="T6" fmla="*/ 1 w 82"/>
                      <a:gd name="T7" fmla="*/ 0 h 38"/>
                      <a:gd name="T8" fmla="*/ 1 w 82"/>
                      <a:gd name="T9" fmla="*/ 0 h 38"/>
                      <a:gd name="T10" fmla="*/ 1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942" name="Group 246">
                  <a:extLst>
                    <a:ext uri="{FF2B5EF4-FFF2-40B4-BE49-F238E27FC236}">
                      <a16:creationId xmlns:a16="http://schemas.microsoft.com/office/drawing/2014/main" id="{1D98C2BD-F403-D64F-9150-3A626F19BAFE}"/>
                    </a:ext>
                  </a:extLst>
                </p:cNvPr>
                <p:cNvGrpSpPr>
                  <a:grpSpLocks/>
                </p:cNvGrpSpPr>
                <p:nvPr/>
              </p:nvGrpSpPr>
              <p:grpSpPr bwMode="auto">
                <a:xfrm>
                  <a:off x="853" y="3612"/>
                  <a:ext cx="48" cy="23"/>
                  <a:chOff x="853" y="3612"/>
                  <a:chExt cx="48" cy="23"/>
                </a:xfrm>
              </p:grpSpPr>
              <p:sp>
                <p:nvSpPr>
                  <p:cNvPr id="23955" name="Freeform 247">
                    <a:extLst>
                      <a:ext uri="{FF2B5EF4-FFF2-40B4-BE49-F238E27FC236}">
                        <a16:creationId xmlns:a16="http://schemas.microsoft.com/office/drawing/2014/main" id="{0F9C70D3-07F5-5048-9058-4BE52D3513D5}"/>
                      </a:ext>
                    </a:extLst>
                  </p:cNvPr>
                  <p:cNvSpPr>
                    <a:spLocks/>
                  </p:cNvSpPr>
                  <p:nvPr/>
                </p:nvSpPr>
                <p:spPr bwMode="auto">
                  <a:xfrm>
                    <a:off x="853" y="3612"/>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56" name="Freeform 248">
                    <a:extLst>
                      <a:ext uri="{FF2B5EF4-FFF2-40B4-BE49-F238E27FC236}">
                        <a16:creationId xmlns:a16="http://schemas.microsoft.com/office/drawing/2014/main" id="{99D05F52-3E62-254D-8CE3-D93A5830C93A}"/>
                      </a:ext>
                    </a:extLst>
                  </p:cNvPr>
                  <p:cNvSpPr>
                    <a:spLocks/>
                  </p:cNvSpPr>
                  <p:nvPr/>
                </p:nvSpPr>
                <p:spPr bwMode="auto">
                  <a:xfrm>
                    <a:off x="857" y="3613"/>
                    <a:ext cx="37" cy="10"/>
                  </a:xfrm>
                  <a:custGeom>
                    <a:avLst/>
                    <a:gdLst>
                      <a:gd name="T0" fmla="*/ 1 w 73"/>
                      <a:gd name="T1" fmla="*/ 0 h 32"/>
                      <a:gd name="T2" fmla="*/ 1 w 73"/>
                      <a:gd name="T3" fmla="*/ 0 h 32"/>
                      <a:gd name="T4" fmla="*/ 1 w 73"/>
                      <a:gd name="T5" fmla="*/ 0 h 32"/>
                      <a:gd name="T6" fmla="*/ 1 w 73"/>
                      <a:gd name="T7" fmla="*/ 0 h 32"/>
                      <a:gd name="T8" fmla="*/ 1 w 73"/>
                      <a:gd name="T9" fmla="*/ 0 h 32"/>
                      <a:gd name="T10" fmla="*/ 1 w 73"/>
                      <a:gd name="T11" fmla="*/ 0 h 32"/>
                      <a:gd name="T12" fmla="*/ 1 w 73"/>
                      <a:gd name="T13" fmla="*/ 0 h 32"/>
                      <a:gd name="T14" fmla="*/ 0 w 73"/>
                      <a:gd name="T15" fmla="*/ 0 h 32"/>
                      <a:gd name="T16" fmla="*/ 1 w 73"/>
                      <a:gd name="T17" fmla="*/ 0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57" name="Freeform 249">
                    <a:extLst>
                      <a:ext uri="{FF2B5EF4-FFF2-40B4-BE49-F238E27FC236}">
                        <a16:creationId xmlns:a16="http://schemas.microsoft.com/office/drawing/2014/main" id="{576F13DE-ED73-1B43-A4B3-FBE6A8794744}"/>
                      </a:ext>
                    </a:extLst>
                  </p:cNvPr>
                  <p:cNvSpPr>
                    <a:spLocks/>
                  </p:cNvSpPr>
                  <p:nvPr/>
                </p:nvSpPr>
                <p:spPr bwMode="auto">
                  <a:xfrm>
                    <a:off x="860" y="3623"/>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943" name="Group 250">
                  <a:extLst>
                    <a:ext uri="{FF2B5EF4-FFF2-40B4-BE49-F238E27FC236}">
                      <a16:creationId xmlns:a16="http://schemas.microsoft.com/office/drawing/2014/main" id="{4BA1E9FC-0185-B141-9153-F445052D66B5}"/>
                    </a:ext>
                  </a:extLst>
                </p:cNvPr>
                <p:cNvGrpSpPr>
                  <a:grpSpLocks/>
                </p:cNvGrpSpPr>
                <p:nvPr/>
              </p:nvGrpSpPr>
              <p:grpSpPr bwMode="auto">
                <a:xfrm>
                  <a:off x="865" y="3625"/>
                  <a:ext cx="49" cy="23"/>
                  <a:chOff x="865" y="3625"/>
                  <a:chExt cx="49" cy="23"/>
                </a:xfrm>
              </p:grpSpPr>
              <p:sp>
                <p:nvSpPr>
                  <p:cNvPr id="23952" name="Freeform 251">
                    <a:extLst>
                      <a:ext uri="{FF2B5EF4-FFF2-40B4-BE49-F238E27FC236}">
                        <a16:creationId xmlns:a16="http://schemas.microsoft.com/office/drawing/2014/main" id="{03DA0814-8A7B-314E-978A-F184C3525FAD}"/>
                      </a:ext>
                    </a:extLst>
                  </p:cNvPr>
                  <p:cNvSpPr>
                    <a:spLocks/>
                  </p:cNvSpPr>
                  <p:nvPr/>
                </p:nvSpPr>
                <p:spPr bwMode="auto">
                  <a:xfrm>
                    <a:off x="865" y="3625"/>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53" name="Freeform 252">
                    <a:extLst>
                      <a:ext uri="{FF2B5EF4-FFF2-40B4-BE49-F238E27FC236}">
                        <a16:creationId xmlns:a16="http://schemas.microsoft.com/office/drawing/2014/main" id="{255F1BDE-5643-A946-B0DD-16A93399D730}"/>
                      </a:ext>
                    </a:extLst>
                  </p:cNvPr>
                  <p:cNvSpPr>
                    <a:spLocks/>
                  </p:cNvSpPr>
                  <p:nvPr/>
                </p:nvSpPr>
                <p:spPr bwMode="auto">
                  <a:xfrm>
                    <a:off x="870" y="3626"/>
                    <a:ext cx="37" cy="9"/>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54" name="Freeform 253">
                    <a:extLst>
                      <a:ext uri="{FF2B5EF4-FFF2-40B4-BE49-F238E27FC236}">
                        <a16:creationId xmlns:a16="http://schemas.microsoft.com/office/drawing/2014/main" id="{9AE04211-6BEF-294F-95C4-DD497405A88D}"/>
                      </a:ext>
                    </a:extLst>
                  </p:cNvPr>
                  <p:cNvSpPr>
                    <a:spLocks/>
                  </p:cNvSpPr>
                  <p:nvPr/>
                </p:nvSpPr>
                <p:spPr bwMode="auto">
                  <a:xfrm>
                    <a:off x="873" y="3636"/>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944" name="Group 254">
                  <a:extLst>
                    <a:ext uri="{FF2B5EF4-FFF2-40B4-BE49-F238E27FC236}">
                      <a16:creationId xmlns:a16="http://schemas.microsoft.com/office/drawing/2014/main" id="{5CCC30A6-B50F-AC4D-8D26-3C131751A93B}"/>
                    </a:ext>
                  </a:extLst>
                </p:cNvPr>
                <p:cNvGrpSpPr>
                  <a:grpSpLocks/>
                </p:cNvGrpSpPr>
                <p:nvPr/>
              </p:nvGrpSpPr>
              <p:grpSpPr bwMode="auto">
                <a:xfrm>
                  <a:off x="878" y="3638"/>
                  <a:ext cx="49" cy="22"/>
                  <a:chOff x="878" y="3638"/>
                  <a:chExt cx="49" cy="22"/>
                </a:xfrm>
              </p:grpSpPr>
              <p:sp>
                <p:nvSpPr>
                  <p:cNvPr id="23949" name="Freeform 255">
                    <a:extLst>
                      <a:ext uri="{FF2B5EF4-FFF2-40B4-BE49-F238E27FC236}">
                        <a16:creationId xmlns:a16="http://schemas.microsoft.com/office/drawing/2014/main" id="{535D494E-D6CF-AC4F-8C4F-52039FBD3ADE}"/>
                      </a:ext>
                    </a:extLst>
                  </p:cNvPr>
                  <p:cNvSpPr>
                    <a:spLocks/>
                  </p:cNvSpPr>
                  <p:nvPr/>
                </p:nvSpPr>
                <p:spPr bwMode="auto">
                  <a:xfrm>
                    <a:off x="878" y="3638"/>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50" name="Freeform 256">
                    <a:extLst>
                      <a:ext uri="{FF2B5EF4-FFF2-40B4-BE49-F238E27FC236}">
                        <a16:creationId xmlns:a16="http://schemas.microsoft.com/office/drawing/2014/main" id="{1F937D63-CA0E-E141-82B6-035A3AADF900}"/>
                      </a:ext>
                    </a:extLst>
                  </p:cNvPr>
                  <p:cNvSpPr>
                    <a:spLocks/>
                  </p:cNvSpPr>
                  <p:nvPr/>
                </p:nvSpPr>
                <p:spPr bwMode="auto">
                  <a:xfrm>
                    <a:off x="883" y="3638"/>
                    <a:ext cx="36" cy="10"/>
                  </a:xfrm>
                  <a:custGeom>
                    <a:avLst/>
                    <a:gdLst>
                      <a:gd name="T0" fmla="*/ 1 w 72"/>
                      <a:gd name="T1" fmla="*/ 0 h 30"/>
                      <a:gd name="T2" fmla="*/ 1 w 72"/>
                      <a:gd name="T3" fmla="*/ 0 h 30"/>
                      <a:gd name="T4" fmla="*/ 1 w 72"/>
                      <a:gd name="T5" fmla="*/ 0 h 30"/>
                      <a:gd name="T6" fmla="*/ 1 w 72"/>
                      <a:gd name="T7" fmla="*/ 0 h 30"/>
                      <a:gd name="T8" fmla="*/ 1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51" name="Freeform 257">
                    <a:extLst>
                      <a:ext uri="{FF2B5EF4-FFF2-40B4-BE49-F238E27FC236}">
                        <a16:creationId xmlns:a16="http://schemas.microsoft.com/office/drawing/2014/main" id="{BAB62DCE-2C91-DA4A-A357-D6C716319556}"/>
                      </a:ext>
                    </a:extLst>
                  </p:cNvPr>
                  <p:cNvSpPr>
                    <a:spLocks/>
                  </p:cNvSpPr>
                  <p:nvPr/>
                </p:nvSpPr>
                <p:spPr bwMode="auto">
                  <a:xfrm>
                    <a:off x="886" y="3648"/>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945" name="Group 258">
                  <a:extLst>
                    <a:ext uri="{FF2B5EF4-FFF2-40B4-BE49-F238E27FC236}">
                      <a16:creationId xmlns:a16="http://schemas.microsoft.com/office/drawing/2014/main" id="{B65A7F16-EC6B-3145-ABE0-08B33BB1BE1E}"/>
                    </a:ext>
                  </a:extLst>
                </p:cNvPr>
                <p:cNvGrpSpPr>
                  <a:grpSpLocks/>
                </p:cNvGrpSpPr>
                <p:nvPr/>
              </p:nvGrpSpPr>
              <p:grpSpPr bwMode="auto">
                <a:xfrm>
                  <a:off x="890" y="3651"/>
                  <a:ext cx="50" cy="22"/>
                  <a:chOff x="890" y="3651"/>
                  <a:chExt cx="50" cy="22"/>
                </a:xfrm>
              </p:grpSpPr>
              <p:sp>
                <p:nvSpPr>
                  <p:cNvPr id="23946" name="Freeform 259">
                    <a:extLst>
                      <a:ext uri="{FF2B5EF4-FFF2-40B4-BE49-F238E27FC236}">
                        <a16:creationId xmlns:a16="http://schemas.microsoft.com/office/drawing/2014/main" id="{8D39300F-0D7A-EB44-8C16-476546280171}"/>
                      </a:ext>
                    </a:extLst>
                  </p:cNvPr>
                  <p:cNvSpPr>
                    <a:spLocks/>
                  </p:cNvSpPr>
                  <p:nvPr/>
                </p:nvSpPr>
                <p:spPr bwMode="auto">
                  <a:xfrm>
                    <a:off x="890" y="3651"/>
                    <a:ext cx="13" cy="22"/>
                  </a:xfrm>
                  <a:custGeom>
                    <a:avLst/>
                    <a:gdLst>
                      <a:gd name="T0" fmla="*/ 1 w 25"/>
                      <a:gd name="T1" fmla="*/ 0 h 67"/>
                      <a:gd name="T2" fmla="*/ 0 w 25"/>
                      <a:gd name="T3" fmla="*/ 0 h 67"/>
                      <a:gd name="T4" fmla="*/ 1 w 25"/>
                      <a:gd name="T5" fmla="*/ 0 h 67"/>
                      <a:gd name="T6" fmla="*/ 1 w 25"/>
                      <a:gd name="T7" fmla="*/ 0 h 67"/>
                      <a:gd name="T8" fmla="*/ 1 w 25"/>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47" name="Freeform 260">
                    <a:extLst>
                      <a:ext uri="{FF2B5EF4-FFF2-40B4-BE49-F238E27FC236}">
                        <a16:creationId xmlns:a16="http://schemas.microsoft.com/office/drawing/2014/main" id="{1CD8EA3D-7BC6-4E42-B672-0A1F12F0F488}"/>
                      </a:ext>
                    </a:extLst>
                  </p:cNvPr>
                  <p:cNvSpPr>
                    <a:spLocks/>
                  </p:cNvSpPr>
                  <p:nvPr/>
                </p:nvSpPr>
                <p:spPr bwMode="auto">
                  <a:xfrm>
                    <a:off x="895" y="3651"/>
                    <a:ext cx="37" cy="10"/>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48" name="Freeform 261">
                    <a:extLst>
                      <a:ext uri="{FF2B5EF4-FFF2-40B4-BE49-F238E27FC236}">
                        <a16:creationId xmlns:a16="http://schemas.microsoft.com/office/drawing/2014/main" id="{A8023527-4E56-CF41-8A77-DFCCF5780904}"/>
                      </a:ext>
                    </a:extLst>
                  </p:cNvPr>
                  <p:cNvSpPr>
                    <a:spLocks/>
                  </p:cNvSpPr>
                  <p:nvPr/>
                </p:nvSpPr>
                <p:spPr bwMode="auto">
                  <a:xfrm>
                    <a:off x="899" y="3662"/>
                    <a:ext cx="41" cy="11"/>
                  </a:xfrm>
                  <a:custGeom>
                    <a:avLst/>
                    <a:gdLst>
                      <a:gd name="T0" fmla="*/ 0 w 83"/>
                      <a:gd name="T1" fmla="*/ 0 h 35"/>
                      <a:gd name="T2" fmla="*/ 0 w 83"/>
                      <a:gd name="T3" fmla="*/ 0 h 35"/>
                      <a:gd name="T4" fmla="*/ 0 w 83"/>
                      <a:gd name="T5" fmla="*/ 0 h 35"/>
                      <a:gd name="T6" fmla="*/ 0 w 83"/>
                      <a:gd name="T7" fmla="*/ 0 h 35"/>
                      <a:gd name="T8" fmla="*/ 0 w 83"/>
                      <a:gd name="T9" fmla="*/ 0 h 35"/>
                      <a:gd name="T10" fmla="*/ 0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3722" name="Group 262">
                <a:extLst>
                  <a:ext uri="{FF2B5EF4-FFF2-40B4-BE49-F238E27FC236}">
                    <a16:creationId xmlns:a16="http://schemas.microsoft.com/office/drawing/2014/main" id="{E12E448A-EE68-5D4B-97DC-02B347FB82D1}"/>
                  </a:ext>
                </a:extLst>
              </p:cNvPr>
              <p:cNvGrpSpPr>
                <a:grpSpLocks/>
              </p:cNvGrpSpPr>
              <p:nvPr/>
            </p:nvGrpSpPr>
            <p:grpSpPr bwMode="auto">
              <a:xfrm>
                <a:off x="903" y="3665"/>
                <a:ext cx="99" cy="74"/>
                <a:chOff x="903" y="3665"/>
                <a:chExt cx="99" cy="74"/>
              </a:xfrm>
            </p:grpSpPr>
            <p:grpSp>
              <p:nvGrpSpPr>
                <p:cNvPr id="23921" name="Group 263">
                  <a:extLst>
                    <a:ext uri="{FF2B5EF4-FFF2-40B4-BE49-F238E27FC236}">
                      <a16:creationId xmlns:a16="http://schemas.microsoft.com/office/drawing/2014/main" id="{1072600B-9E99-C947-AB34-77F249501902}"/>
                    </a:ext>
                  </a:extLst>
                </p:cNvPr>
                <p:cNvGrpSpPr>
                  <a:grpSpLocks/>
                </p:cNvGrpSpPr>
                <p:nvPr/>
              </p:nvGrpSpPr>
              <p:grpSpPr bwMode="auto">
                <a:xfrm>
                  <a:off x="903" y="3665"/>
                  <a:ext cx="49" cy="23"/>
                  <a:chOff x="903" y="3665"/>
                  <a:chExt cx="49" cy="23"/>
                </a:xfrm>
              </p:grpSpPr>
              <p:sp>
                <p:nvSpPr>
                  <p:cNvPr id="23938" name="Freeform 264">
                    <a:extLst>
                      <a:ext uri="{FF2B5EF4-FFF2-40B4-BE49-F238E27FC236}">
                        <a16:creationId xmlns:a16="http://schemas.microsoft.com/office/drawing/2014/main" id="{E3DB1646-8CFA-A744-9973-339B8D0E0FA3}"/>
                      </a:ext>
                    </a:extLst>
                  </p:cNvPr>
                  <p:cNvSpPr>
                    <a:spLocks/>
                  </p:cNvSpPr>
                  <p:nvPr/>
                </p:nvSpPr>
                <p:spPr bwMode="auto">
                  <a:xfrm>
                    <a:off x="903" y="3665"/>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39" name="Freeform 265">
                    <a:extLst>
                      <a:ext uri="{FF2B5EF4-FFF2-40B4-BE49-F238E27FC236}">
                        <a16:creationId xmlns:a16="http://schemas.microsoft.com/office/drawing/2014/main" id="{709B678B-5462-1D43-B47F-8F0E9B4CC3F9}"/>
                      </a:ext>
                    </a:extLst>
                  </p:cNvPr>
                  <p:cNvSpPr>
                    <a:spLocks/>
                  </p:cNvSpPr>
                  <p:nvPr/>
                </p:nvSpPr>
                <p:spPr bwMode="auto">
                  <a:xfrm>
                    <a:off x="907" y="3666"/>
                    <a:ext cx="37" cy="10"/>
                  </a:xfrm>
                  <a:custGeom>
                    <a:avLst/>
                    <a:gdLst>
                      <a:gd name="T0" fmla="*/ 1 w 73"/>
                      <a:gd name="T1" fmla="*/ 0 h 31"/>
                      <a:gd name="T2" fmla="*/ 1 w 73"/>
                      <a:gd name="T3" fmla="*/ 0 h 31"/>
                      <a:gd name="T4" fmla="*/ 1 w 73"/>
                      <a:gd name="T5" fmla="*/ 0 h 31"/>
                      <a:gd name="T6" fmla="*/ 1 w 73"/>
                      <a:gd name="T7" fmla="*/ 0 h 31"/>
                      <a:gd name="T8" fmla="*/ 1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40" name="Freeform 266">
                    <a:extLst>
                      <a:ext uri="{FF2B5EF4-FFF2-40B4-BE49-F238E27FC236}">
                        <a16:creationId xmlns:a16="http://schemas.microsoft.com/office/drawing/2014/main" id="{0581F266-A381-BF45-B084-D948822167A0}"/>
                      </a:ext>
                    </a:extLst>
                  </p:cNvPr>
                  <p:cNvSpPr>
                    <a:spLocks/>
                  </p:cNvSpPr>
                  <p:nvPr/>
                </p:nvSpPr>
                <p:spPr bwMode="auto">
                  <a:xfrm>
                    <a:off x="911" y="3676"/>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922" name="Group 267">
                  <a:extLst>
                    <a:ext uri="{FF2B5EF4-FFF2-40B4-BE49-F238E27FC236}">
                      <a16:creationId xmlns:a16="http://schemas.microsoft.com/office/drawing/2014/main" id="{D83E15F7-A58B-3640-BB1C-02641CFBE7B2}"/>
                    </a:ext>
                  </a:extLst>
                </p:cNvPr>
                <p:cNvGrpSpPr>
                  <a:grpSpLocks/>
                </p:cNvGrpSpPr>
                <p:nvPr/>
              </p:nvGrpSpPr>
              <p:grpSpPr bwMode="auto">
                <a:xfrm>
                  <a:off x="914" y="3678"/>
                  <a:ext cx="49" cy="23"/>
                  <a:chOff x="914" y="3678"/>
                  <a:chExt cx="49" cy="23"/>
                </a:xfrm>
              </p:grpSpPr>
              <p:sp>
                <p:nvSpPr>
                  <p:cNvPr id="23935" name="Freeform 268">
                    <a:extLst>
                      <a:ext uri="{FF2B5EF4-FFF2-40B4-BE49-F238E27FC236}">
                        <a16:creationId xmlns:a16="http://schemas.microsoft.com/office/drawing/2014/main" id="{2031987D-EB9E-3F4F-92AF-53F346269997}"/>
                      </a:ext>
                    </a:extLst>
                  </p:cNvPr>
                  <p:cNvSpPr>
                    <a:spLocks/>
                  </p:cNvSpPr>
                  <p:nvPr/>
                </p:nvSpPr>
                <p:spPr bwMode="auto">
                  <a:xfrm>
                    <a:off x="914" y="3678"/>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36" name="Freeform 269">
                    <a:extLst>
                      <a:ext uri="{FF2B5EF4-FFF2-40B4-BE49-F238E27FC236}">
                        <a16:creationId xmlns:a16="http://schemas.microsoft.com/office/drawing/2014/main" id="{A3F5179C-1882-624C-9874-FF5C949E22DF}"/>
                      </a:ext>
                    </a:extLst>
                  </p:cNvPr>
                  <p:cNvSpPr>
                    <a:spLocks/>
                  </p:cNvSpPr>
                  <p:nvPr/>
                </p:nvSpPr>
                <p:spPr bwMode="auto">
                  <a:xfrm>
                    <a:off x="919" y="3678"/>
                    <a:ext cx="38" cy="10"/>
                  </a:xfrm>
                  <a:custGeom>
                    <a:avLst/>
                    <a:gdLst>
                      <a:gd name="T0" fmla="*/ 1 w 75"/>
                      <a:gd name="T1" fmla="*/ 0 h 30"/>
                      <a:gd name="T2" fmla="*/ 1 w 75"/>
                      <a:gd name="T3" fmla="*/ 0 h 30"/>
                      <a:gd name="T4" fmla="*/ 1 w 75"/>
                      <a:gd name="T5" fmla="*/ 0 h 30"/>
                      <a:gd name="T6" fmla="*/ 1 w 75"/>
                      <a:gd name="T7" fmla="*/ 0 h 30"/>
                      <a:gd name="T8" fmla="*/ 1 w 75"/>
                      <a:gd name="T9" fmla="*/ 0 h 30"/>
                      <a:gd name="T10" fmla="*/ 1 w 75"/>
                      <a:gd name="T11" fmla="*/ 0 h 30"/>
                      <a:gd name="T12" fmla="*/ 1 w 75"/>
                      <a:gd name="T13" fmla="*/ 0 h 30"/>
                      <a:gd name="T14" fmla="*/ 0 w 75"/>
                      <a:gd name="T15" fmla="*/ 0 h 30"/>
                      <a:gd name="T16" fmla="*/ 1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37" name="Freeform 270">
                    <a:extLst>
                      <a:ext uri="{FF2B5EF4-FFF2-40B4-BE49-F238E27FC236}">
                        <a16:creationId xmlns:a16="http://schemas.microsoft.com/office/drawing/2014/main" id="{E1721D9C-716E-D942-8148-5DF157BF0C25}"/>
                      </a:ext>
                    </a:extLst>
                  </p:cNvPr>
                  <p:cNvSpPr>
                    <a:spLocks/>
                  </p:cNvSpPr>
                  <p:nvPr/>
                </p:nvSpPr>
                <p:spPr bwMode="auto">
                  <a:xfrm>
                    <a:off x="922" y="3688"/>
                    <a:ext cx="41" cy="13"/>
                  </a:xfrm>
                  <a:custGeom>
                    <a:avLst/>
                    <a:gdLst>
                      <a:gd name="T0" fmla="*/ 0 w 81"/>
                      <a:gd name="T1" fmla="*/ 0 h 38"/>
                      <a:gd name="T2" fmla="*/ 1 w 81"/>
                      <a:gd name="T3" fmla="*/ 0 h 38"/>
                      <a:gd name="T4" fmla="*/ 1 w 81"/>
                      <a:gd name="T5" fmla="*/ 0 h 38"/>
                      <a:gd name="T6" fmla="*/ 1 w 81"/>
                      <a:gd name="T7" fmla="*/ 0 h 38"/>
                      <a:gd name="T8" fmla="*/ 1 w 81"/>
                      <a:gd name="T9" fmla="*/ 0 h 38"/>
                      <a:gd name="T10" fmla="*/ 1 w 81"/>
                      <a:gd name="T11" fmla="*/ 0 h 38"/>
                      <a:gd name="T12" fmla="*/ 0 w 81"/>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923" name="Group 271">
                  <a:extLst>
                    <a:ext uri="{FF2B5EF4-FFF2-40B4-BE49-F238E27FC236}">
                      <a16:creationId xmlns:a16="http://schemas.microsoft.com/office/drawing/2014/main" id="{C18DEFE6-FC81-2245-BDAF-0B9A2FA09B2D}"/>
                    </a:ext>
                  </a:extLst>
                </p:cNvPr>
                <p:cNvGrpSpPr>
                  <a:grpSpLocks/>
                </p:cNvGrpSpPr>
                <p:nvPr/>
              </p:nvGrpSpPr>
              <p:grpSpPr bwMode="auto">
                <a:xfrm>
                  <a:off x="928" y="3690"/>
                  <a:ext cx="48" cy="23"/>
                  <a:chOff x="928" y="3690"/>
                  <a:chExt cx="48" cy="23"/>
                </a:xfrm>
              </p:grpSpPr>
              <p:sp>
                <p:nvSpPr>
                  <p:cNvPr id="23932" name="Freeform 272">
                    <a:extLst>
                      <a:ext uri="{FF2B5EF4-FFF2-40B4-BE49-F238E27FC236}">
                        <a16:creationId xmlns:a16="http://schemas.microsoft.com/office/drawing/2014/main" id="{1C7A0536-D5E5-E643-B2CD-3587D452D3CC}"/>
                      </a:ext>
                    </a:extLst>
                  </p:cNvPr>
                  <p:cNvSpPr>
                    <a:spLocks/>
                  </p:cNvSpPr>
                  <p:nvPr/>
                </p:nvSpPr>
                <p:spPr bwMode="auto">
                  <a:xfrm>
                    <a:off x="928" y="3690"/>
                    <a:ext cx="12" cy="23"/>
                  </a:xfrm>
                  <a:custGeom>
                    <a:avLst/>
                    <a:gdLst>
                      <a:gd name="T0" fmla="*/ 0 w 25"/>
                      <a:gd name="T1" fmla="*/ 0 h 70"/>
                      <a:gd name="T2" fmla="*/ 0 w 25"/>
                      <a:gd name="T3" fmla="*/ 0 h 70"/>
                      <a:gd name="T4" fmla="*/ 0 w 25"/>
                      <a:gd name="T5" fmla="*/ 0 h 70"/>
                      <a:gd name="T6" fmla="*/ 0 w 25"/>
                      <a:gd name="T7" fmla="*/ 0 h 70"/>
                      <a:gd name="T8" fmla="*/ 0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33" name="Freeform 273">
                    <a:extLst>
                      <a:ext uri="{FF2B5EF4-FFF2-40B4-BE49-F238E27FC236}">
                        <a16:creationId xmlns:a16="http://schemas.microsoft.com/office/drawing/2014/main" id="{75DD8099-F668-4449-9F85-5C14EF49487B}"/>
                      </a:ext>
                    </a:extLst>
                  </p:cNvPr>
                  <p:cNvSpPr>
                    <a:spLocks/>
                  </p:cNvSpPr>
                  <p:nvPr/>
                </p:nvSpPr>
                <p:spPr bwMode="auto">
                  <a:xfrm>
                    <a:off x="932" y="3691"/>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34" name="Freeform 274">
                    <a:extLst>
                      <a:ext uri="{FF2B5EF4-FFF2-40B4-BE49-F238E27FC236}">
                        <a16:creationId xmlns:a16="http://schemas.microsoft.com/office/drawing/2014/main" id="{A6DFDF26-6FAA-3046-A58F-D550E7AE5A51}"/>
                      </a:ext>
                    </a:extLst>
                  </p:cNvPr>
                  <p:cNvSpPr>
                    <a:spLocks/>
                  </p:cNvSpPr>
                  <p:nvPr/>
                </p:nvSpPr>
                <p:spPr bwMode="auto">
                  <a:xfrm>
                    <a:off x="935" y="3701"/>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924" name="Group 275">
                  <a:extLst>
                    <a:ext uri="{FF2B5EF4-FFF2-40B4-BE49-F238E27FC236}">
                      <a16:creationId xmlns:a16="http://schemas.microsoft.com/office/drawing/2014/main" id="{F6C9A4F2-1A85-DB41-987D-CEDF91D65278}"/>
                    </a:ext>
                  </a:extLst>
                </p:cNvPr>
                <p:cNvGrpSpPr>
                  <a:grpSpLocks/>
                </p:cNvGrpSpPr>
                <p:nvPr/>
              </p:nvGrpSpPr>
              <p:grpSpPr bwMode="auto">
                <a:xfrm>
                  <a:off x="940" y="3703"/>
                  <a:ext cx="49" cy="23"/>
                  <a:chOff x="940" y="3703"/>
                  <a:chExt cx="49" cy="23"/>
                </a:xfrm>
              </p:grpSpPr>
              <p:sp>
                <p:nvSpPr>
                  <p:cNvPr id="23929" name="Freeform 276">
                    <a:extLst>
                      <a:ext uri="{FF2B5EF4-FFF2-40B4-BE49-F238E27FC236}">
                        <a16:creationId xmlns:a16="http://schemas.microsoft.com/office/drawing/2014/main" id="{4BE0214D-2602-E849-8F07-D29605D72610}"/>
                      </a:ext>
                    </a:extLst>
                  </p:cNvPr>
                  <p:cNvSpPr>
                    <a:spLocks/>
                  </p:cNvSpPr>
                  <p:nvPr/>
                </p:nvSpPr>
                <p:spPr bwMode="auto">
                  <a:xfrm>
                    <a:off x="940" y="3703"/>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30" name="Freeform 277">
                    <a:extLst>
                      <a:ext uri="{FF2B5EF4-FFF2-40B4-BE49-F238E27FC236}">
                        <a16:creationId xmlns:a16="http://schemas.microsoft.com/office/drawing/2014/main" id="{305F0DD0-7330-CF4E-B556-E671356DEFF9}"/>
                      </a:ext>
                    </a:extLst>
                  </p:cNvPr>
                  <p:cNvSpPr>
                    <a:spLocks/>
                  </p:cNvSpPr>
                  <p:nvPr/>
                </p:nvSpPr>
                <p:spPr bwMode="auto">
                  <a:xfrm>
                    <a:off x="945" y="3703"/>
                    <a:ext cx="37" cy="10"/>
                  </a:xfrm>
                  <a:custGeom>
                    <a:avLst/>
                    <a:gdLst>
                      <a:gd name="T0" fmla="*/ 0 w 75"/>
                      <a:gd name="T1" fmla="*/ 0 h 30"/>
                      <a:gd name="T2" fmla="*/ 0 w 75"/>
                      <a:gd name="T3" fmla="*/ 0 h 30"/>
                      <a:gd name="T4" fmla="*/ 0 w 75"/>
                      <a:gd name="T5" fmla="*/ 0 h 30"/>
                      <a:gd name="T6" fmla="*/ 0 w 75"/>
                      <a:gd name="T7" fmla="*/ 0 h 30"/>
                      <a:gd name="T8" fmla="*/ 0 w 75"/>
                      <a:gd name="T9" fmla="*/ 0 h 30"/>
                      <a:gd name="T10" fmla="*/ 0 w 75"/>
                      <a:gd name="T11" fmla="*/ 0 h 30"/>
                      <a:gd name="T12" fmla="*/ 0 w 75"/>
                      <a:gd name="T13" fmla="*/ 0 h 30"/>
                      <a:gd name="T14" fmla="*/ 0 w 75"/>
                      <a:gd name="T15" fmla="*/ 0 h 30"/>
                      <a:gd name="T16" fmla="*/ 0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31" name="Freeform 278">
                    <a:extLst>
                      <a:ext uri="{FF2B5EF4-FFF2-40B4-BE49-F238E27FC236}">
                        <a16:creationId xmlns:a16="http://schemas.microsoft.com/office/drawing/2014/main" id="{68250F03-A8BC-E74C-AB0B-CAF556512B7F}"/>
                      </a:ext>
                    </a:extLst>
                  </p:cNvPr>
                  <p:cNvSpPr>
                    <a:spLocks/>
                  </p:cNvSpPr>
                  <p:nvPr/>
                </p:nvSpPr>
                <p:spPr bwMode="auto">
                  <a:xfrm>
                    <a:off x="948" y="3714"/>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925" name="Group 279">
                  <a:extLst>
                    <a:ext uri="{FF2B5EF4-FFF2-40B4-BE49-F238E27FC236}">
                      <a16:creationId xmlns:a16="http://schemas.microsoft.com/office/drawing/2014/main" id="{0925819D-6944-FC48-AFCD-9FBA0E12A641}"/>
                    </a:ext>
                  </a:extLst>
                </p:cNvPr>
                <p:cNvGrpSpPr>
                  <a:grpSpLocks/>
                </p:cNvGrpSpPr>
                <p:nvPr/>
              </p:nvGrpSpPr>
              <p:grpSpPr bwMode="auto">
                <a:xfrm>
                  <a:off x="953" y="3716"/>
                  <a:ext cx="49" cy="23"/>
                  <a:chOff x="953" y="3716"/>
                  <a:chExt cx="49" cy="23"/>
                </a:xfrm>
              </p:grpSpPr>
              <p:sp>
                <p:nvSpPr>
                  <p:cNvPr id="23926" name="Freeform 280">
                    <a:extLst>
                      <a:ext uri="{FF2B5EF4-FFF2-40B4-BE49-F238E27FC236}">
                        <a16:creationId xmlns:a16="http://schemas.microsoft.com/office/drawing/2014/main" id="{51B33176-9301-1D4C-B428-E87636F1305B}"/>
                      </a:ext>
                    </a:extLst>
                  </p:cNvPr>
                  <p:cNvSpPr>
                    <a:spLocks/>
                  </p:cNvSpPr>
                  <p:nvPr/>
                </p:nvSpPr>
                <p:spPr bwMode="auto">
                  <a:xfrm>
                    <a:off x="953" y="3716"/>
                    <a:ext cx="12" cy="23"/>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27" name="Freeform 281">
                    <a:extLst>
                      <a:ext uri="{FF2B5EF4-FFF2-40B4-BE49-F238E27FC236}">
                        <a16:creationId xmlns:a16="http://schemas.microsoft.com/office/drawing/2014/main" id="{542EDEAB-A92E-A246-A611-AA103BC56544}"/>
                      </a:ext>
                    </a:extLst>
                  </p:cNvPr>
                  <p:cNvSpPr>
                    <a:spLocks/>
                  </p:cNvSpPr>
                  <p:nvPr/>
                </p:nvSpPr>
                <p:spPr bwMode="auto">
                  <a:xfrm>
                    <a:off x="958" y="3717"/>
                    <a:ext cx="37" cy="9"/>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28" name="Freeform 282">
                    <a:extLst>
                      <a:ext uri="{FF2B5EF4-FFF2-40B4-BE49-F238E27FC236}">
                        <a16:creationId xmlns:a16="http://schemas.microsoft.com/office/drawing/2014/main" id="{78A2A6D1-1B96-FD4E-ADB0-612103BB2966}"/>
                      </a:ext>
                    </a:extLst>
                  </p:cNvPr>
                  <p:cNvSpPr>
                    <a:spLocks/>
                  </p:cNvSpPr>
                  <p:nvPr/>
                </p:nvSpPr>
                <p:spPr bwMode="auto">
                  <a:xfrm>
                    <a:off x="961" y="3727"/>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3723" name="Group 283">
                <a:extLst>
                  <a:ext uri="{FF2B5EF4-FFF2-40B4-BE49-F238E27FC236}">
                    <a16:creationId xmlns:a16="http://schemas.microsoft.com/office/drawing/2014/main" id="{6DA2E21B-48A2-C446-B333-5D30E2517B93}"/>
                  </a:ext>
                </a:extLst>
              </p:cNvPr>
              <p:cNvGrpSpPr>
                <a:grpSpLocks/>
              </p:cNvGrpSpPr>
              <p:nvPr/>
            </p:nvGrpSpPr>
            <p:grpSpPr bwMode="auto">
              <a:xfrm>
                <a:off x="963" y="3727"/>
                <a:ext cx="49" cy="23"/>
                <a:chOff x="963" y="3727"/>
                <a:chExt cx="49" cy="23"/>
              </a:xfrm>
            </p:grpSpPr>
            <p:sp>
              <p:nvSpPr>
                <p:cNvPr id="23918" name="Freeform 284">
                  <a:extLst>
                    <a:ext uri="{FF2B5EF4-FFF2-40B4-BE49-F238E27FC236}">
                      <a16:creationId xmlns:a16="http://schemas.microsoft.com/office/drawing/2014/main" id="{9F01569E-B049-CA4D-A8FD-5AE8F96552FF}"/>
                    </a:ext>
                  </a:extLst>
                </p:cNvPr>
                <p:cNvSpPr>
                  <a:spLocks/>
                </p:cNvSpPr>
                <p:nvPr/>
              </p:nvSpPr>
              <p:spPr bwMode="auto">
                <a:xfrm>
                  <a:off x="963" y="3727"/>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19" name="Freeform 285">
                  <a:extLst>
                    <a:ext uri="{FF2B5EF4-FFF2-40B4-BE49-F238E27FC236}">
                      <a16:creationId xmlns:a16="http://schemas.microsoft.com/office/drawing/2014/main" id="{606E8B2F-39FA-E641-9C7A-C2F74684CF27}"/>
                    </a:ext>
                  </a:extLst>
                </p:cNvPr>
                <p:cNvSpPr>
                  <a:spLocks/>
                </p:cNvSpPr>
                <p:nvPr/>
              </p:nvSpPr>
              <p:spPr bwMode="auto">
                <a:xfrm>
                  <a:off x="968" y="3728"/>
                  <a:ext cx="37" cy="10"/>
                </a:xfrm>
                <a:custGeom>
                  <a:avLst/>
                  <a:gdLst>
                    <a:gd name="T0" fmla="*/ 1 w 73"/>
                    <a:gd name="T1" fmla="*/ 0 h 31"/>
                    <a:gd name="T2" fmla="*/ 1 w 73"/>
                    <a:gd name="T3" fmla="*/ 0 h 31"/>
                    <a:gd name="T4" fmla="*/ 1 w 73"/>
                    <a:gd name="T5" fmla="*/ 0 h 31"/>
                    <a:gd name="T6" fmla="*/ 1 w 73"/>
                    <a:gd name="T7" fmla="*/ 0 h 31"/>
                    <a:gd name="T8" fmla="*/ 1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20" name="Freeform 286">
                  <a:extLst>
                    <a:ext uri="{FF2B5EF4-FFF2-40B4-BE49-F238E27FC236}">
                      <a16:creationId xmlns:a16="http://schemas.microsoft.com/office/drawing/2014/main" id="{79A3C434-AEA8-0E42-836B-238D7B6442FC}"/>
                    </a:ext>
                  </a:extLst>
                </p:cNvPr>
                <p:cNvSpPr>
                  <a:spLocks/>
                </p:cNvSpPr>
                <p:nvPr/>
              </p:nvSpPr>
              <p:spPr bwMode="auto">
                <a:xfrm>
                  <a:off x="972" y="3738"/>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24" name="Group 287">
                <a:extLst>
                  <a:ext uri="{FF2B5EF4-FFF2-40B4-BE49-F238E27FC236}">
                    <a16:creationId xmlns:a16="http://schemas.microsoft.com/office/drawing/2014/main" id="{D700718F-D9B3-8F44-B2E2-B14CB3E4D9FE}"/>
                  </a:ext>
                </a:extLst>
              </p:cNvPr>
              <p:cNvGrpSpPr>
                <a:grpSpLocks/>
              </p:cNvGrpSpPr>
              <p:nvPr/>
            </p:nvGrpSpPr>
            <p:grpSpPr bwMode="auto">
              <a:xfrm>
                <a:off x="976" y="3740"/>
                <a:ext cx="50" cy="22"/>
                <a:chOff x="976" y="3740"/>
                <a:chExt cx="50" cy="22"/>
              </a:xfrm>
            </p:grpSpPr>
            <p:sp>
              <p:nvSpPr>
                <p:cNvPr id="23915" name="Freeform 288">
                  <a:extLst>
                    <a:ext uri="{FF2B5EF4-FFF2-40B4-BE49-F238E27FC236}">
                      <a16:creationId xmlns:a16="http://schemas.microsoft.com/office/drawing/2014/main" id="{38DFC5A3-9196-E043-B855-F5CC5C89FF04}"/>
                    </a:ext>
                  </a:extLst>
                </p:cNvPr>
                <p:cNvSpPr>
                  <a:spLocks/>
                </p:cNvSpPr>
                <p:nvPr/>
              </p:nvSpPr>
              <p:spPr bwMode="auto">
                <a:xfrm>
                  <a:off x="976" y="3740"/>
                  <a:ext cx="12" cy="22"/>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16" name="Freeform 289">
                  <a:extLst>
                    <a:ext uri="{FF2B5EF4-FFF2-40B4-BE49-F238E27FC236}">
                      <a16:creationId xmlns:a16="http://schemas.microsoft.com/office/drawing/2014/main" id="{2805734A-EC89-8D49-9725-FEAC43421D7F}"/>
                    </a:ext>
                  </a:extLst>
                </p:cNvPr>
                <p:cNvSpPr>
                  <a:spLocks/>
                </p:cNvSpPr>
                <p:nvPr/>
              </p:nvSpPr>
              <p:spPr bwMode="auto">
                <a:xfrm>
                  <a:off x="980" y="3740"/>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17" name="Freeform 290">
                  <a:extLst>
                    <a:ext uri="{FF2B5EF4-FFF2-40B4-BE49-F238E27FC236}">
                      <a16:creationId xmlns:a16="http://schemas.microsoft.com/office/drawing/2014/main" id="{4D0B9C7D-70E2-0145-8CFE-9D0856CCADA7}"/>
                    </a:ext>
                  </a:extLst>
                </p:cNvPr>
                <p:cNvSpPr>
                  <a:spLocks/>
                </p:cNvSpPr>
                <p:nvPr/>
              </p:nvSpPr>
              <p:spPr bwMode="auto">
                <a:xfrm>
                  <a:off x="984" y="3750"/>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25" name="Group 291">
                <a:extLst>
                  <a:ext uri="{FF2B5EF4-FFF2-40B4-BE49-F238E27FC236}">
                    <a16:creationId xmlns:a16="http://schemas.microsoft.com/office/drawing/2014/main" id="{D9464C28-2A48-1947-9FD3-64FC6D130645}"/>
                  </a:ext>
                </a:extLst>
              </p:cNvPr>
              <p:cNvGrpSpPr>
                <a:grpSpLocks/>
              </p:cNvGrpSpPr>
              <p:nvPr/>
            </p:nvGrpSpPr>
            <p:grpSpPr bwMode="auto">
              <a:xfrm>
                <a:off x="761" y="3560"/>
                <a:ext cx="50" cy="22"/>
                <a:chOff x="761" y="3560"/>
                <a:chExt cx="50" cy="22"/>
              </a:xfrm>
            </p:grpSpPr>
            <p:sp>
              <p:nvSpPr>
                <p:cNvPr id="23912" name="Freeform 292">
                  <a:extLst>
                    <a:ext uri="{FF2B5EF4-FFF2-40B4-BE49-F238E27FC236}">
                      <a16:creationId xmlns:a16="http://schemas.microsoft.com/office/drawing/2014/main" id="{5581BBC6-97D9-BC45-8AF1-A4C5255226EE}"/>
                    </a:ext>
                  </a:extLst>
                </p:cNvPr>
                <p:cNvSpPr>
                  <a:spLocks/>
                </p:cNvSpPr>
                <p:nvPr/>
              </p:nvSpPr>
              <p:spPr bwMode="auto">
                <a:xfrm>
                  <a:off x="761" y="3560"/>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13" name="Freeform 293">
                  <a:extLst>
                    <a:ext uri="{FF2B5EF4-FFF2-40B4-BE49-F238E27FC236}">
                      <a16:creationId xmlns:a16="http://schemas.microsoft.com/office/drawing/2014/main" id="{74D29D05-CC29-A742-87DB-94805C942203}"/>
                    </a:ext>
                  </a:extLst>
                </p:cNvPr>
                <p:cNvSpPr>
                  <a:spLocks/>
                </p:cNvSpPr>
                <p:nvPr/>
              </p:nvSpPr>
              <p:spPr bwMode="auto">
                <a:xfrm>
                  <a:off x="767" y="3560"/>
                  <a:ext cx="36" cy="10"/>
                </a:xfrm>
                <a:custGeom>
                  <a:avLst/>
                  <a:gdLst>
                    <a:gd name="T0" fmla="*/ 0 w 73"/>
                    <a:gd name="T1" fmla="*/ 0 h 29"/>
                    <a:gd name="T2" fmla="*/ 0 w 73"/>
                    <a:gd name="T3" fmla="*/ 0 h 29"/>
                    <a:gd name="T4" fmla="*/ 0 w 73"/>
                    <a:gd name="T5" fmla="*/ 0 h 29"/>
                    <a:gd name="T6" fmla="*/ 0 w 73"/>
                    <a:gd name="T7" fmla="*/ 0 h 29"/>
                    <a:gd name="T8" fmla="*/ 0 w 73"/>
                    <a:gd name="T9" fmla="*/ 0 h 29"/>
                    <a:gd name="T10" fmla="*/ 0 w 73"/>
                    <a:gd name="T11" fmla="*/ 0 h 29"/>
                    <a:gd name="T12" fmla="*/ 0 w 73"/>
                    <a:gd name="T13" fmla="*/ 0 h 29"/>
                    <a:gd name="T14" fmla="*/ 0 w 73"/>
                    <a:gd name="T15" fmla="*/ 0 h 29"/>
                    <a:gd name="T16" fmla="*/ 0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14" name="Freeform 294">
                  <a:extLst>
                    <a:ext uri="{FF2B5EF4-FFF2-40B4-BE49-F238E27FC236}">
                      <a16:creationId xmlns:a16="http://schemas.microsoft.com/office/drawing/2014/main" id="{78D69AE0-A763-4E4D-ABEB-237DB3E81C20}"/>
                    </a:ext>
                  </a:extLst>
                </p:cNvPr>
                <p:cNvSpPr>
                  <a:spLocks/>
                </p:cNvSpPr>
                <p:nvPr/>
              </p:nvSpPr>
              <p:spPr bwMode="auto">
                <a:xfrm>
                  <a:off x="769" y="3571"/>
                  <a:ext cx="42" cy="11"/>
                </a:xfrm>
                <a:custGeom>
                  <a:avLst/>
                  <a:gdLst>
                    <a:gd name="T0" fmla="*/ 0 w 83"/>
                    <a:gd name="T1" fmla="*/ 0 h 35"/>
                    <a:gd name="T2" fmla="*/ 1 w 83"/>
                    <a:gd name="T3" fmla="*/ 0 h 35"/>
                    <a:gd name="T4" fmla="*/ 1 w 83"/>
                    <a:gd name="T5" fmla="*/ 0 h 35"/>
                    <a:gd name="T6" fmla="*/ 1 w 83"/>
                    <a:gd name="T7" fmla="*/ 0 h 35"/>
                    <a:gd name="T8" fmla="*/ 1 w 83"/>
                    <a:gd name="T9" fmla="*/ 0 h 35"/>
                    <a:gd name="T10" fmla="*/ 1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26" name="Group 295">
                <a:extLst>
                  <a:ext uri="{FF2B5EF4-FFF2-40B4-BE49-F238E27FC236}">
                    <a16:creationId xmlns:a16="http://schemas.microsoft.com/office/drawing/2014/main" id="{A5672D37-71E8-9E49-8812-87C08E18661A}"/>
                  </a:ext>
                </a:extLst>
              </p:cNvPr>
              <p:cNvGrpSpPr>
                <a:grpSpLocks/>
              </p:cNvGrpSpPr>
              <p:nvPr/>
            </p:nvGrpSpPr>
            <p:grpSpPr bwMode="auto">
              <a:xfrm>
                <a:off x="774" y="3572"/>
                <a:ext cx="49" cy="23"/>
                <a:chOff x="774" y="3572"/>
                <a:chExt cx="49" cy="23"/>
              </a:xfrm>
            </p:grpSpPr>
            <p:sp>
              <p:nvSpPr>
                <p:cNvPr id="23909" name="Freeform 296">
                  <a:extLst>
                    <a:ext uri="{FF2B5EF4-FFF2-40B4-BE49-F238E27FC236}">
                      <a16:creationId xmlns:a16="http://schemas.microsoft.com/office/drawing/2014/main" id="{F8D3C830-0FEE-9546-BBB1-3B51290426BE}"/>
                    </a:ext>
                  </a:extLst>
                </p:cNvPr>
                <p:cNvSpPr>
                  <a:spLocks/>
                </p:cNvSpPr>
                <p:nvPr/>
              </p:nvSpPr>
              <p:spPr bwMode="auto">
                <a:xfrm>
                  <a:off x="774" y="3572"/>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10" name="Freeform 297">
                  <a:extLst>
                    <a:ext uri="{FF2B5EF4-FFF2-40B4-BE49-F238E27FC236}">
                      <a16:creationId xmlns:a16="http://schemas.microsoft.com/office/drawing/2014/main" id="{59ADF297-2ECE-4747-825F-2E3B8F25EE01}"/>
                    </a:ext>
                  </a:extLst>
                </p:cNvPr>
                <p:cNvSpPr>
                  <a:spLocks/>
                </p:cNvSpPr>
                <p:nvPr/>
              </p:nvSpPr>
              <p:spPr bwMode="auto">
                <a:xfrm>
                  <a:off x="778" y="3573"/>
                  <a:ext cx="38" cy="9"/>
                </a:xfrm>
                <a:custGeom>
                  <a:avLst/>
                  <a:gdLst>
                    <a:gd name="T0" fmla="*/ 1 w 75"/>
                    <a:gd name="T1" fmla="*/ 0 h 29"/>
                    <a:gd name="T2" fmla="*/ 1 w 75"/>
                    <a:gd name="T3" fmla="*/ 0 h 29"/>
                    <a:gd name="T4" fmla="*/ 1 w 75"/>
                    <a:gd name="T5" fmla="*/ 0 h 29"/>
                    <a:gd name="T6" fmla="*/ 1 w 75"/>
                    <a:gd name="T7" fmla="*/ 0 h 29"/>
                    <a:gd name="T8" fmla="*/ 1 w 75"/>
                    <a:gd name="T9" fmla="*/ 0 h 29"/>
                    <a:gd name="T10" fmla="*/ 1 w 75"/>
                    <a:gd name="T11" fmla="*/ 0 h 29"/>
                    <a:gd name="T12" fmla="*/ 1 w 75"/>
                    <a:gd name="T13" fmla="*/ 0 h 29"/>
                    <a:gd name="T14" fmla="*/ 0 w 75"/>
                    <a:gd name="T15" fmla="*/ 0 h 29"/>
                    <a:gd name="T16" fmla="*/ 1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11" name="Freeform 298">
                  <a:extLst>
                    <a:ext uri="{FF2B5EF4-FFF2-40B4-BE49-F238E27FC236}">
                      <a16:creationId xmlns:a16="http://schemas.microsoft.com/office/drawing/2014/main" id="{6250201F-2FC1-984F-8E5B-343C35CF8F66}"/>
                    </a:ext>
                  </a:extLst>
                </p:cNvPr>
                <p:cNvSpPr>
                  <a:spLocks/>
                </p:cNvSpPr>
                <p:nvPr/>
              </p:nvSpPr>
              <p:spPr bwMode="auto">
                <a:xfrm>
                  <a:off x="782" y="3583"/>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27" name="Group 299">
                <a:extLst>
                  <a:ext uri="{FF2B5EF4-FFF2-40B4-BE49-F238E27FC236}">
                    <a16:creationId xmlns:a16="http://schemas.microsoft.com/office/drawing/2014/main" id="{6FAD1E65-1519-244A-A111-3508C4615C2A}"/>
                  </a:ext>
                </a:extLst>
              </p:cNvPr>
              <p:cNvGrpSpPr>
                <a:grpSpLocks/>
              </p:cNvGrpSpPr>
              <p:nvPr/>
            </p:nvGrpSpPr>
            <p:grpSpPr bwMode="auto">
              <a:xfrm>
                <a:off x="787" y="3585"/>
                <a:ext cx="49" cy="23"/>
                <a:chOff x="787" y="3585"/>
                <a:chExt cx="49" cy="23"/>
              </a:xfrm>
            </p:grpSpPr>
            <p:sp>
              <p:nvSpPr>
                <p:cNvPr id="23906" name="Freeform 300">
                  <a:extLst>
                    <a:ext uri="{FF2B5EF4-FFF2-40B4-BE49-F238E27FC236}">
                      <a16:creationId xmlns:a16="http://schemas.microsoft.com/office/drawing/2014/main" id="{49C05DA0-0A8F-984C-83AC-C3E841B825D8}"/>
                    </a:ext>
                  </a:extLst>
                </p:cNvPr>
                <p:cNvSpPr>
                  <a:spLocks/>
                </p:cNvSpPr>
                <p:nvPr/>
              </p:nvSpPr>
              <p:spPr bwMode="auto">
                <a:xfrm>
                  <a:off x="787" y="3585"/>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07" name="Freeform 301">
                  <a:extLst>
                    <a:ext uri="{FF2B5EF4-FFF2-40B4-BE49-F238E27FC236}">
                      <a16:creationId xmlns:a16="http://schemas.microsoft.com/office/drawing/2014/main" id="{B0FC1D91-F3FE-E145-9FCC-8FC1F8091910}"/>
                    </a:ext>
                  </a:extLst>
                </p:cNvPr>
                <p:cNvSpPr>
                  <a:spLocks/>
                </p:cNvSpPr>
                <p:nvPr/>
              </p:nvSpPr>
              <p:spPr bwMode="auto">
                <a:xfrm>
                  <a:off x="792" y="3586"/>
                  <a:ext cx="36" cy="10"/>
                </a:xfrm>
                <a:custGeom>
                  <a:avLst/>
                  <a:gdLst>
                    <a:gd name="T0" fmla="*/ 0 w 74"/>
                    <a:gd name="T1" fmla="*/ 0 h 29"/>
                    <a:gd name="T2" fmla="*/ 0 w 74"/>
                    <a:gd name="T3" fmla="*/ 0 h 29"/>
                    <a:gd name="T4" fmla="*/ 0 w 74"/>
                    <a:gd name="T5" fmla="*/ 0 h 29"/>
                    <a:gd name="T6" fmla="*/ 0 w 74"/>
                    <a:gd name="T7" fmla="*/ 0 h 29"/>
                    <a:gd name="T8" fmla="*/ 0 w 74"/>
                    <a:gd name="T9" fmla="*/ 0 h 29"/>
                    <a:gd name="T10" fmla="*/ 0 w 74"/>
                    <a:gd name="T11" fmla="*/ 0 h 29"/>
                    <a:gd name="T12" fmla="*/ 0 w 74"/>
                    <a:gd name="T13" fmla="*/ 0 h 29"/>
                    <a:gd name="T14" fmla="*/ 0 w 74"/>
                    <a:gd name="T15" fmla="*/ 0 h 29"/>
                    <a:gd name="T16" fmla="*/ 0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08" name="Freeform 302">
                  <a:extLst>
                    <a:ext uri="{FF2B5EF4-FFF2-40B4-BE49-F238E27FC236}">
                      <a16:creationId xmlns:a16="http://schemas.microsoft.com/office/drawing/2014/main" id="{DC8F6804-BE70-9745-9B39-AF553FA46C8D}"/>
                    </a:ext>
                  </a:extLst>
                </p:cNvPr>
                <p:cNvSpPr>
                  <a:spLocks/>
                </p:cNvSpPr>
                <p:nvPr/>
              </p:nvSpPr>
              <p:spPr bwMode="auto">
                <a:xfrm>
                  <a:off x="795" y="3596"/>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28" name="Group 303">
                <a:extLst>
                  <a:ext uri="{FF2B5EF4-FFF2-40B4-BE49-F238E27FC236}">
                    <a16:creationId xmlns:a16="http://schemas.microsoft.com/office/drawing/2014/main" id="{C1EEB121-45FB-CD45-B111-8BE587057F90}"/>
                  </a:ext>
                </a:extLst>
              </p:cNvPr>
              <p:cNvGrpSpPr>
                <a:grpSpLocks/>
              </p:cNvGrpSpPr>
              <p:nvPr/>
            </p:nvGrpSpPr>
            <p:grpSpPr bwMode="auto">
              <a:xfrm>
                <a:off x="799" y="3600"/>
                <a:ext cx="99" cy="73"/>
                <a:chOff x="799" y="3600"/>
                <a:chExt cx="99" cy="73"/>
              </a:xfrm>
            </p:grpSpPr>
            <p:grpSp>
              <p:nvGrpSpPr>
                <p:cNvPr id="23886" name="Group 304">
                  <a:extLst>
                    <a:ext uri="{FF2B5EF4-FFF2-40B4-BE49-F238E27FC236}">
                      <a16:creationId xmlns:a16="http://schemas.microsoft.com/office/drawing/2014/main" id="{F0C2F4F9-5550-7141-95CC-A2922B0F23E1}"/>
                    </a:ext>
                  </a:extLst>
                </p:cNvPr>
                <p:cNvGrpSpPr>
                  <a:grpSpLocks/>
                </p:cNvGrpSpPr>
                <p:nvPr/>
              </p:nvGrpSpPr>
              <p:grpSpPr bwMode="auto">
                <a:xfrm>
                  <a:off x="799" y="3600"/>
                  <a:ext cx="48" cy="23"/>
                  <a:chOff x="799" y="3600"/>
                  <a:chExt cx="48" cy="23"/>
                </a:xfrm>
              </p:grpSpPr>
              <p:sp>
                <p:nvSpPr>
                  <p:cNvPr id="23903" name="Freeform 305">
                    <a:extLst>
                      <a:ext uri="{FF2B5EF4-FFF2-40B4-BE49-F238E27FC236}">
                        <a16:creationId xmlns:a16="http://schemas.microsoft.com/office/drawing/2014/main" id="{61E0C72B-ACB0-A145-8A6D-D52CD0BD6680}"/>
                      </a:ext>
                    </a:extLst>
                  </p:cNvPr>
                  <p:cNvSpPr>
                    <a:spLocks/>
                  </p:cNvSpPr>
                  <p:nvPr/>
                </p:nvSpPr>
                <p:spPr bwMode="auto">
                  <a:xfrm>
                    <a:off x="799" y="3600"/>
                    <a:ext cx="12" cy="23"/>
                  </a:xfrm>
                  <a:custGeom>
                    <a:avLst/>
                    <a:gdLst>
                      <a:gd name="T0" fmla="*/ 0 w 25"/>
                      <a:gd name="T1" fmla="*/ 0 h 70"/>
                      <a:gd name="T2" fmla="*/ 0 w 25"/>
                      <a:gd name="T3" fmla="*/ 0 h 70"/>
                      <a:gd name="T4" fmla="*/ 0 w 25"/>
                      <a:gd name="T5" fmla="*/ 0 h 70"/>
                      <a:gd name="T6" fmla="*/ 0 w 25"/>
                      <a:gd name="T7" fmla="*/ 0 h 70"/>
                      <a:gd name="T8" fmla="*/ 0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04" name="Freeform 306">
                    <a:extLst>
                      <a:ext uri="{FF2B5EF4-FFF2-40B4-BE49-F238E27FC236}">
                        <a16:creationId xmlns:a16="http://schemas.microsoft.com/office/drawing/2014/main" id="{E0E9B3B0-DCC6-0E4E-847D-DD4F643E1580}"/>
                      </a:ext>
                    </a:extLst>
                  </p:cNvPr>
                  <p:cNvSpPr>
                    <a:spLocks/>
                  </p:cNvSpPr>
                  <p:nvPr/>
                </p:nvSpPr>
                <p:spPr bwMode="auto">
                  <a:xfrm>
                    <a:off x="803" y="3600"/>
                    <a:ext cx="38" cy="11"/>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05" name="Freeform 307">
                    <a:extLst>
                      <a:ext uri="{FF2B5EF4-FFF2-40B4-BE49-F238E27FC236}">
                        <a16:creationId xmlns:a16="http://schemas.microsoft.com/office/drawing/2014/main" id="{1963CCB0-9AD0-D84A-81E6-9EE86172C1CB}"/>
                      </a:ext>
                    </a:extLst>
                  </p:cNvPr>
                  <p:cNvSpPr>
                    <a:spLocks/>
                  </p:cNvSpPr>
                  <p:nvPr/>
                </p:nvSpPr>
                <p:spPr bwMode="auto">
                  <a:xfrm>
                    <a:off x="807" y="3611"/>
                    <a:ext cx="40" cy="12"/>
                  </a:xfrm>
                  <a:custGeom>
                    <a:avLst/>
                    <a:gdLst>
                      <a:gd name="T0" fmla="*/ 0 w 82"/>
                      <a:gd name="T1" fmla="*/ 0 h 38"/>
                      <a:gd name="T2" fmla="*/ 0 w 82"/>
                      <a:gd name="T3" fmla="*/ 0 h 38"/>
                      <a:gd name="T4" fmla="*/ 0 w 82"/>
                      <a:gd name="T5" fmla="*/ 0 h 38"/>
                      <a:gd name="T6" fmla="*/ 0 w 82"/>
                      <a:gd name="T7" fmla="*/ 0 h 38"/>
                      <a:gd name="T8" fmla="*/ 0 w 82"/>
                      <a:gd name="T9" fmla="*/ 0 h 38"/>
                      <a:gd name="T10" fmla="*/ 0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887" name="Group 308">
                  <a:extLst>
                    <a:ext uri="{FF2B5EF4-FFF2-40B4-BE49-F238E27FC236}">
                      <a16:creationId xmlns:a16="http://schemas.microsoft.com/office/drawing/2014/main" id="{25601360-570E-3845-A04D-56AEF6A57C92}"/>
                    </a:ext>
                  </a:extLst>
                </p:cNvPr>
                <p:cNvGrpSpPr>
                  <a:grpSpLocks/>
                </p:cNvGrpSpPr>
                <p:nvPr/>
              </p:nvGrpSpPr>
              <p:grpSpPr bwMode="auto">
                <a:xfrm>
                  <a:off x="811" y="3612"/>
                  <a:ext cx="48" cy="23"/>
                  <a:chOff x="811" y="3612"/>
                  <a:chExt cx="48" cy="23"/>
                </a:xfrm>
              </p:grpSpPr>
              <p:sp>
                <p:nvSpPr>
                  <p:cNvPr id="23900" name="Freeform 309">
                    <a:extLst>
                      <a:ext uri="{FF2B5EF4-FFF2-40B4-BE49-F238E27FC236}">
                        <a16:creationId xmlns:a16="http://schemas.microsoft.com/office/drawing/2014/main" id="{D9CD7CE7-0D64-BF4F-90A0-D7C337DBBC87}"/>
                      </a:ext>
                    </a:extLst>
                  </p:cNvPr>
                  <p:cNvSpPr>
                    <a:spLocks/>
                  </p:cNvSpPr>
                  <p:nvPr/>
                </p:nvSpPr>
                <p:spPr bwMode="auto">
                  <a:xfrm>
                    <a:off x="811" y="3612"/>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01" name="Freeform 310">
                    <a:extLst>
                      <a:ext uri="{FF2B5EF4-FFF2-40B4-BE49-F238E27FC236}">
                        <a16:creationId xmlns:a16="http://schemas.microsoft.com/office/drawing/2014/main" id="{2EF116B2-6143-F84C-89E6-C361FCB1DB58}"/>
                      </a:ext>
                    </a:extLst>
                  </p:cNvPr>
                  <p:cNvSpPr>
                    <a:spLocks/>
                  </p:cNvSpPr>
                  <p:nvPr/>
                </p:nvSpPr>
                <p:spPr bwMode="auto">
                  <a:xfrm>
                    <a:off x="815" y="3613"/>
                    <a:ext cx="38" cy="10"/>
                  </a:xfrm>
                  <a:custGeom>
                    <a:avLst/>
                    <a:gdLst>
                      <a:gd name="T0" fmla="*/ 1 w 75"/>
                      <a:gd name="T1" fmla="*/ 0 h 32"/>
                      <a:gd name="T2" fmla="*/ 1 w 75"/>
                      <a:gd name="T3" fmla="*/ 0 h 32"/>
                      <a:gd name="T4" fmla="*/ 1 w 75"/>
                      <a:gd name="T5" fmla="*/ 0 h 32"/>
                      <a:gd name="T6" fmla="*/ 1 w 75"/>
                      <a:gd name="T7" fmla="*/ 0 h 32"/>
                      <a:gd name="T8" fmla="*/ 1 w 75"/>
                      <a:gd name="T9" fmla="*/ 0 h 32"/>
                      <a:gd name="T10" fmla="*/ 1 w 75"/>
                      <a:gd name="T11" fmla="*/ 0 h 32"/>
                      <a:gd name="T12" fmla="*/ 1 w 75"/>
                      <a:gd name="T13" fmla="*/ 0 h 32"/>
                      <a:gd name="T14" fmla="*/ 0 w 75"/>
                      <a:gd name="T15" fmla="*/ 0 h 32"/>
                      <a:gd name="T16" fmla="*/ 1 w 75"/>
                      <a:gd name="T17" fmla="*/ 0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02" name="Freeform 311">
                    <a:extLst>
                      <a:ext uri="{FF2B5EF4-FFF2-40B4-BE49-F238E27FC236}">
                        <a16:creationId xmlns:a16="http://schemas.microsoft.com/office/drawing/2014/main" id="{22AD74CB-45A5-174B-8867-B3BC8F648422}"/>
                      </a:ext>
                    </a:extLst>
                  </p:cNvPr>
                  <p:cNvSpPr>
                    <a:spLocks/>
                  </p:cNvSpPr>
                  <p:nvPr/>
                </p:nvSpPr>
                <p:spPr bwMode="auto">
                  <a:xfrm>
                    <a:off x="819" y="3623"/>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888" name="Group 312">
                  <a:extLst>
                    <a:ext uri="{FF2B5EF4-FFF2-40B4-BE49-F238E27FC236}">
                      <a16:creationId xmlns:a16="http://schemas.microsoft.com/office/drawing/2014/main" id="{1660B440-06DF-8141-A976-844CD60E9093}"/>
                    </a:ext>
                  </a:extLst>
                </p:cNvPr>
                <p:cNvGrpSpPr>
                  <a:grpSpLocks/>
                </p:cNvGrpSpPr>
                <p:nvPr/>
              </p:nvGrpSpPr>
              <p:grpSpPr bwMode="auto">
                <a:xfrm>
                  <a:off x="823" y="3625"/>
                  <a:ext cx="49" cy="23"/>
                  <a:chOff x="823" y="3625"/>
                  <a:chExt cx="49" cy="23"/>
                </a:xfrm>
              </p:grpSpPr>
              <p:sp>
                <p:nvSpPr>
                  <p:cNvPr id="23897" name="Freeform 313">
                    <a:extLst>
                      <a:ext uri="{FF2B5EF4-FFF2-40B4-BE49-F238E27FC236}">
                        <a16:creationId xmlns:a16="http://schemas.microsoft.com/office/drawing/2014/main" id="{CB766002-08FF-7542-8F0C-A0EEC1D7D669}"/>
                      </a:ext>
                    </a:extLst>
                  </p:cNvPr>
                  <p:cNvSpPr>
                    <a:spLocks/>
                  </p:cNvSpPr>
                  <p:nvPr/>
                </p:nvSpPr>
                <p:spPr bwMode="auto">
                  <a:xfrm>
                    <a:off x="823" y="3625"/>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98" name="Freeform 314">
                    <a:extLst>
                      <a:ext uri="{FF2B5EF4-FFF2-40B4-BE49-F238E27FC236}">
                        <a16:creationId xmlns:a16="http://schemas.microsoft.com/office/drawing/2014/main" id="{46A248A9-3ED3-6846-842B-E004307FF368}"/>
                      </a:ext>
                    </a:extLst>
                  </p:cNvPr>
                  <p:cNvSpPr>
                    <a:spLocks/>
                  </p:cNvSpPr>
                  <p:nvPr/>
                </p:nvSpPr>
                <p:spPr bwMode="auto">
                  <a:xfrm>
                    <a:off x="828" y="3626"/>
                    <a:ext cx="37" cy="9"/>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99" name="Freeform 315">
                    <a:extLst>
                      <a:ext uri="{FF2B5EF4-FFF2-40B4-BE49-F238E27FC236}">
                        <a16:creationId xmlns:a16="http://schemas.microsoft.com/office/drawing/2014/main" id="{62930908-CCCE-1F4A-B909-ECE32B8DB57B}"/>
                      </a:ext>
                    </a:extLst>
                  </p:cNvPr>
                  <p:cNvSpPr>
                    <a:spLocks/>
                  </p:cNvSpPr>
                  <p:nvPr/>
                </p:nvSpPr>
                <p:spPr bwMode="auto">
                  <a:xfrm>
                    <a:off x="832" y="3636"/>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889" name="Group 316">
                  <a:extLst>
                    <a:ext uri="{FF2B5EF4-FFF2-40B4-BE49-F238E27FC236}">
                      <a16:creationId xmlns:a16="http://schemas.microsoft.com/office/drawing/2014/main" id="{790DBC4D-4C9A-3545-B185-55C33522363F}"/>
                    </a:ext>
                  </a:extLst>
                </p:cNvPr>
                <p:cNvGrpSpPr>
                  <a:grpSpLocks/>
                </p:cNvGrpSpPr>
                <p:nvPr/>
              </p:nvGrpSpPr>
              <p:grpSpPr bwMode="auto">
                <a:xfrm>
                  <a:off x="836" y="3638"/>
                  <a:ext cx="50" cy="22"/>
                  <a:chOff x="836" y="3638"/>
                  <a:chExt cx="50" cy="22"/>
                </a:xfrm>
              </p:grpSpPr>
              <p:sp>
                <p:nvSpPr>
                  <p:cNvPr id="23894" name="Freeform 317">
                    <a:extLst>
                      <a:ext uri="{FF2B5EF4-FFF2-40B4-BE49-F238E27FC236}">
                        <a16:creationId xmlns:a16="http://schemas.microsoft.com/office/drawing/2014/main" id="{5E7FE44D-C780-F440-B24C-E1921507116A}"/>
                      </a:ext>
                    </a:extLst>
                  </p:cNvPr>
                  <p:cNvSpPr>
                    <a:spLocks/>
                  </p:cNvSpPr>
                  <p:nvPr/>
                </p:nvSpPr>
                <p:spPr bwMode="auto">
                  <a:xfrm>
                    <a:off x="836" y="3638"/>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95" name="Freeform 318">
                    <a:extLst>
                      <a:ext uri="{FF2B5EF4-FFF2-40B4-BE49-F238E27FC236}">
                        <a16:creationId xmlns:a16="http://schemas.microsoft.com/office/drawing/2014/main" id="{7917C8E2-B497-6047-A215-615823DA1DDE}"/>
                      </a:ext>
                    </a:extLst>
                  </p:cNvPr>
                  <p:cNvSpPr>
                    <a:spLocks/>
                  </p:cNvSpPr>
                  <p:nvPr/>
                </p:nvSpPr>
                <p:spPr bwMode="auto">
                  <a:xfrm>
                    <a:off x="842" y="3638"/>
                    <a:ext cx="36" cy="10"/>
                  </a:xfrm>
                  <a:custGeom>
                    <a:avLst/>
                    <a:gdLst>
                      <a:gd name="T0" fmla="*/ 1 w 72"/>
                      <a:gd name="T1" fmla="*/ 0 h 30"/>
                      <a:gd name="T2" fmla="*/ 1 w 72"/>
                      <a:gd name="T3" fmla="*/ 0 h 30"/>
                      <a:gd name="T4" fmla="*/ 1 w 72"/>
                      <a:gd name="T5" fmla="*/ 0 h 30"/>
                      <a:gd name="T6" fmla="*/ 1 w 72"/>
                      <a:gd name="T7" fmla="*/ 0 h 30"/>
                      <a:gd name="T8" fmla="*/ 1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96" name="Freeform 319">
                    <a:extLst>
                      <a:ext uri="{FF2B5EF4-FFF2-40B4-BE49-F238E27FC236}">
                        <a16:creationId xmlns:a16="http://schemas.microsoft.com/office/drawing/2014/main" id="{91CE1B9C-643A-C243-ACA8-8B96CFF1EE2F}"/>
                      </a:ext>
                    </a:extLst>
                  </p:cNvPr>
                  <p:cNvSpPr>
                    <a:spLocks/>
                  </p:cNvSpPr>
                  <p:nvPr/>
                </p:nvSpPr>
                <p:spPr bwMode="auto">
                  <a:xfrm>
                    <a:off x="844" y="3648"/>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890" name="Group 320">
                  <a:extLst>
                    <a:ext uri="{FF2B5EF4-FFF2-40B4-BE49-F238E27FC236}">
                      <a16:creationId xmlns:a16="http://schemas.microsoft.com/office/drawing/2014/main" id="{4D933756-5D7A-2B4B-83FD-31D2E70E8A43}"/>
                    </a:ext>
                  </a:extLst>
                </p:cNvPr>
                <p:cNvGrpSpPr>
                  <a:grpSpLocks/>
                </p:cNvGrpSpPr>
                <p:nvPr/>
              </p:nvGrpSpPr>
              <p:grpSpPr bwMode="auto">
                <a:xfrm>
                  <a:off x="849" y="3651"/>
                  <a:ext cx="49" cy="22"/>
                  <a:chOff x="849" y="3651"/>
                  <a:chExt cx="49" cy="22"/>
                </a:xfrm>
              </p:grpSpPr>
              <p:sp>
                <p:nvSpPr>
                  <p:cNvPr id="23891" name="Freeform 321">
                    <a:extLst>
                      <a:ext uri="{FF2B5EF4-FFF2-40B4-BE49-F238E27FC236}">
                        <a16:creationId xmlns:a16="http://schemas.microsoft.com/office/drawing/2014/main" id="{A54A13A0-0F44-554A-99C3-307888795B01}"/>
                      </a:ext>
                    </a:extLst>
                  </p:cNvPr>
                  <p:cNvSpPr>
                    <a:spLocks/>
                  </p:cNvSpPr>
                  <p:nvPr/>
                </p:nvSpPr>
                <p:spPr bwMode="auto">
                  <a:xfrm>
                    <a:off x="849" y="3651"/>
                    <a:ext cx="12" cy="22"/>
                  </a:xfrm>
                  <a:custGeom>
                    <a:avLst/>
                    <a:gdLst>
                      <a:gd name="T0" fmla="*/ 0 w 25"/>
                      <a:gd name="T1" fmla="*/ 0 h 67"/>
                      <a:gd name="T2" fmla="*/ 0 w 25"/>
                      <a:gd name="T3" fmla="*/ 0 h 67"/>
                      <a:gd name="T4" fmla="*/ 0 w 25"/>
                      <a:gd name="T5" fmla="*/ 0 h 67"/>
                      <a:gd name="T6" fmla="*/ 0 w 25"/>
                      <a:gd name="T7" fmla="*/ 0 h 67"/>
                      <a:gd name="T8" fmla="*/ 0 w 25"/>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92" name="Freeform 322">
                    <a:extLst>
                      <a:ext uri="{FF2B5EF4-FFF2-40B4-BE49-F238E27FC236}">
                        <a16:creationId xmlns:a16="http://schemas.microsoft.com/office/drawing/2014/main" id="{07EF417C-0A7C-1542-BDBB-8B5467B75711}"/>
                      </a:ext>
                    </a:extLst>
                  </p:cNvPr>
                  <p:cNvSpPr>
                    <a:spLocks/>
                  </p:cNvSpPr>
                  <p:nvPr/>
                </p:nvSpPr>
                <p:spPr bwMode="auto">
                  <a:xfrm>
                    <a:off x="854" y="3651"/>
                    <a:ext cx="37" cy="10"/>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93" name="Freeform 323">
                    <a:extLst>
                      <a:ext uri="{FF2B5EF4-FFF2-40B4-BE49-F238E27FC236}">
                        <a16:creationId xmlns:a16="http://schemas.microsoft.com/office/drawing/2014/main" id="{4FFDFEF1-A592-FF4E-90EF-BA8F560A5A17}"/>
                      </a:ext>
                    </a:extLst>
                  </p:cNvPr>
                  <p:cNvSpPr>
                    <a:spLocks/>
                  </p:cNvSpPr>
                  <p:nvPr/>
                </p:nvSpPr>
                <p:spPr bwMode="auto">
                  <a:xfrm>
                    <a:off x="857" y="3662"/>
                    <a:ext cx="41" cy="11"/>
                  </a:xfrm>
                  <a:custGeom>
                    <a:avLst/>
                    <a:gdLst>
                      <a:gd name="T0" fmla="*/ 0 w 81"/>
                      <a:gd name="T1" fmla="*/ 0 h 35"/>
                      <a:gd name="T2" fmla="*/ 1 w 81"/>
                      <a:gd name="T3" fmla="*/ 0 h 35"/>
                      <a:gd name="T4" fmla="*/ 1 w 81"/>
                      <a:gd name="T5" fmla="*/ 0 h 35"/>
                      <a:gd name="T6" fmla="*/ 1 w 81"/>
                      <a:gd name="T7" fmla="*/ 0 h 35"/>
                      <a:gd name="T8" fmla="*/ 1 w 81"/>
                      <a:gd name="T9" fmla="*/ 0 h 35"/>
                      <a:gd name="T10" fmla="*/ 1 w 81"/>
                      <a:gd name="T11" fmla="*/ 0 h 35"/>
                      <a:gd name="T12" fmla="*/ 0 w 81"/>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3729" name="Group 324">
                <a:extLst>
                  <a:ext uri="{FF2B5EF4-FFF2-40B4-BE49-F238E27FC236}">
                    <a16:creationId xmlns:a16="http://schemas.microsoft.com/office/drawing/2014/main" id="{82CD6100-EB42-8C47-A419-4B5D3C57027A}"/>
                  </a:ext>
                </a:extLst>
              </p:cNvPr>
              <p:cNvGrpSpPr>
                <a:grpSpLocks/>
              </p:cNvGrpSpPr>
              <p:nvPr/>
            </p:nvGrpSpPr>
            <p:grpSpPr bwMode="auto">
              <a:xfrm>
                <a:off x="861" y="3665"/>
                <a:ext cx="99" cy="74"/>
                <a:chOff x="861" y="3665"/>
                <a:chExt cx="99" cy="74"/>
              </a:xfrm>
            </p:grpSpPr>
            <p:grpSp>
              <p:nvGrpSpPr>
                <p:cNvPr id="23866" name="Group 325">
                  <a:extLst>
                    <a:ext uri="{FF2B5EF4-FFF2-40B4-BE49-F238E27FC236}">
                      <a16:creationId xmlns:a16="http://schemas.microsoft.com/office/drawing/2014/main" id="{33A31E9C-A161-254E-89DD-5B4E8CAE16E6}"/>
                    </a:ext>
                  </a:extLst>
                </p:cNvPr>
                <p:cNvGrpSpPr>
                  <a:grpSpLocks/>
                </p:cNvGrpSpPr>
                <p:nvPr/>
              </p:nvGrpSpPr>
              <p:grpSpPr bwMode="auto">
                <a:xfrm>
                  <a:off x="861" y="3665"/>
                  <a:ext cx="50" cy="23"/>
                  <a:chOff x="861" y="3665"/>
                  <a:chExt cx="50" cy="23"/>
                </a:xfrm>
              </p:grpSpPr>
              <p:sp>
                <p:nvSpPr>
                  <p:cNvPr id="23883" name="Freeform 326">
                    <a:extLst>
                      <a:ext uri="{FF2B5EF4-FFF2-40B4-BE49-F238E27FC236}">
                        <a16:creationId xmlns:a16="http://schemas.microsoft.com/office/drawing/2014/main" id="{AD8A7D18-827D-824A-B6C2-E8C041D96E54}"/>
                      </a:ext>
                    </a:extLst>
                  </p:cNvPr>
                  <p:cNvSpPr>
                    <a:spLocks/>
                  </p:cNvSpPr>
                  <p:nvPr/>
                </p:nvSpPr>
                <p:spPr bwMode="auto">
                  <a:xfrm>
                    <a:off x="861" y="3665"/>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84" name="Freeform 327">
                    <a:extLst>
                      <a:ext uri="{FF2B5EF4-FFF2-40B4-BE49-F238E27FC236}">
                        <a16:creationId xmlns:a16="http://schemas.microsoft.com/office/drawing/2014/main" id="{63369657-7200-2B4A-80AB-EC5C5713C256}"/>
                      </a:ext>
                    </a:extLst>
                  </p:cNvPr>
                  <p:cNvSpPr>
                    <a:spLocks/>
                  </p:cNvSpPr>
                  <p:nvPr/>
                </p:nvSpPr>
                <p:spPr bwMode="auto">
                  <a:xfrm>
                    <a:off x="865" y="3666"/>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85" name="Freeform 328">
                    <a:extLst>
                      <a:ext uri="{FF2B5EF4-FFF2-40B4-BE49-F238E27FC236}">
                        <a16:creationId xmlns:a16="http://schemas.microsoft.com/office/drawing/2014/main" id="{56F1FF31-1A6C-F041-8627-06A91B97AD8C}"/>
                      </a:ext>
                    </a:extLst>
                  </p:cNvPr>
                  <p:cNvSpPr>
                    <a:spLocks/>
                  </p:cNvSpPr>
                  <p:nvPr/>
                </p:nvSpPr>
                <p:spPr bwMode="auto">
                  <a:xfrm>
                    <a:off x="869" y="3676"/>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867" name="Group 329">
                  <a:extLst>
                    <a:ext uri="{FF2B5EF4-FFF2-40B4-BE49-F238E27FC236}">
                      <a16:creationId xmlns:a16="http://schemas.microsoft.com/office/drawing/2014/main" id="{9DA7B562-709C-CA41-A8EA-68AA24CCD6EB}"/>
                    </a:ext>
                  </a:extLst>
                </p:cNvPr>
                <p:cNvGrpSpPr>
                  <a:grpSpLocks/>
                </p:cNvGrpSpPr>
                <p:nvPr/>
              </p:nvGrpSpPr>
              <p:grpSpPr bwMode="auto">
                <a:xfrm>
                  <a:off x="873" y="3678"/>
                  <a:ext cx="49" cy="23"/>
                  <a:chOff x="873" y="3678"/>
                  <a:chExt cx="49" cy="23"/>
                </a:xfrm>
              </p:grpSpPr>
              <p:sp>
                <p:nvSpPr>
                  <p:cNvPr id="23880" name="Freeform 330">
                    <a:extLst>
                      <a:ext uri="{FF2B5EF4-FFF2-40B4-BE49-F238E27FC236}">
                        <a16:creationId xmlns:a16="http://schemas.microsoft.com/office/drawing/2014/main" id="{EB4AF2A5-7B37-5141-BB62-132B42663754}"/>
                      </a:ext>
                    </a:extLst>
                  </p:cNvPr>
                  <p:cNvSpPr>
                    <a:spLocks/>
                  </p:cNvSpPr>
                  <p:nvPr/>
                </p:nvSpPr>
                <p:spPr bwMode="auto">
                  <a:xfrm>
                    <a:off x="873" y="3678"/>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81" name="Freeform 331">
                    <a:extLst>
                      <a:ext uri="{FF2B5EF4-FFF2-40B4-BE49-F238E27FC236}">
                        <a16:creationId xmlns:a16="http://schemas.microsoft.com/office/drawing/2014/main" id="{7D60ED6E-806A-194B-989C-4A4D352838D0}"/>
                      </a:ext>
                    </a:extLst>
                  </p:cNvPr>
                  <p:cNvSpPr>
                    <a:spLocks/>
                  </p:cNvSpPr>
                  <p:nvPr/>
                </p:nvSpPr>
                <p:spPr bwMode="auto">
                  <a:xfrm>
                    <a:off x="878" y="3678"/>
                    <a:ext cx="37" cy="10"/>
                  </a:xfrm>
                  <a:custGeom>
                    <a:avLst/>
                    <a:gdLst>
                      <a:gd name="T0" fmla="*/ 0 w 75"/>
                      <a:gd name="T1" fmla="*/ 0 h 30"/>
                      <a:gd name="T2" fmla="*/ 0 w 75"/>
                      <a:gd name="T3" fmla="*/ 0 h 30"/>
                      <a:gd name="T4" fmla="*/ 0 w 75"/>
                      <a:gd name="T5" fmla="*/ 0 h 30"/>
                      <a:gd name="T6" fmla="*/ 0 w 75"/>
                      <a:gd name="T7" fmla="*/ 0 h 30"/>
                      <a:gd name="T8" fmla="*/ 0 w 75"/>
                      <a:gd name="T9" fmla="*/ 0 h 30"/>
                      <a:gd name="T10" fmla="*/ 0 w 75"/>
                      <a:gd name="T11" fmla="*/ 0 h 30"/>
                      <a:gd name="T12" fmla="*/ 0 w 75"/>
                      <a:gd name="T13" fmla="*/ 0 h 30"/>
                      <a:gd name="T14" fmla="*/ 0 w 75"/>
                      <a:gd name="T15" fmla="*/ 0 h 30"/>
                      <a:gd name="T16" fmla="*/ 0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82" name="Freeform 332">
                    <a:extLst>
                      <a:ext uri="{FF2B5EF4-FFF2-40B4-BE49-F238E27FC236}">
                        <a16:creationId xmlns:a16="http://schemas.microsoft.com/office/drawing/2014/main" id="{69EE4175-EBF3-164E-8E7A-2CBB84360F8C}"/>
                      </a:ext>
                    </a:extLst>
                  </p:cNvPr>
                  <p:cNvSpPr>
                    <a:spLocks/>
                  </p:cNvSpPr>
                  <p:nvPr/>
                </p:nvSpPr>
                <p:spPr bwMode="auto">
                  <a:xfrm>
                    <a:off x="880" y="3688"/>
                    <a:ext cx="42" cy="13"/>
                  </a:xfrm>
                  <a:custGeom>
                    <a:avLst/>
                    <a:gdLst>
                      <a:gd name="T0" fmla="*/ 0 w 82"/>
                      <a:gd name="T1" fmla="*/ 0 h 38"/>
                      <a:gd name="T2" fmla="*/ 1 w 82"/>
                      <a:gd name="T3" fmla="*/ 0 h 38"/>
                      <a:gd name="T4" fmla="*/ 1 w 82"/>
                      <a:gd name="T5" fmla="*/ 0 h 38"/>
                      <a:gd name="T6" fmla="*/ 1 w 82"/>
                      <a:gd name="T7" fmla="*/ 0 h 38"/>
                      <a:gd name="T8" fmla="*/ 1 w 82"/>
                      <a:gd name="T9" fmla="*/ 0 h 38"/>
                      <a:gd name="T10" fmla="*/ 1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868" name="Group 333">
                  <a:extLst>
                    <a:ext uri="{FF2B5EF4-FFF2-40B4-BE49-F238E27FC236}">
                      <a16:creationId xmlns:a16="http://schemas.microsoft.com/office/drawing/2014/main" id="{BCF9D16C-24F0-AD48-AFEA-D6C6624B1800}"/>
                    </a:ext>
                  </a:extLst>
                </p:cNvPr>
                <p:cNvGrpSpPr>
                  <a:grpSpLocks/>
                </p:cNvGrpSpPr>
                <p:nvPr/>
              </p:nvGrpSpPr>
              <p:grpSpPr bwMode="auto">
                <a:xfrm>
                  <a:off x="886" y="3690"/>
                  <a:ext cx="49" cy="23"/>
                  <a:chOff x="886" y="3690"/>
                  <a:chExt cx="49" cy="23"/>
                </a:xfrm>
              </p:grpSpPr>
              <p:sp>
                <p:nvSpPr>
                  <p:cNvPr id="23877" name="Freeform 334">
                    <a:extLst>
                      <a:ext uri="{FF2B5EF4-FFF2-40B4-BE49-F238E27FC236}">
                        <a16:creationId xmlns:a16="http://schemas.microsoft.com/office/drawing/2014/main" id="{EE4D722D-AD5F-BD4E-BE34-4CED02686E62}"/>
                      </a:ext>
                    </a:extLst>
                  </p:cNvPr>
                  <p:cNvSpPr>
                    <a:spLocks/>
                  </p:cNvSpPr>
                  <p:nvPr/>
                </p:nvSpPr>
                <p:spPr bwMode="auto">
                  <a:xfrm>
                    <a:off x="886" y="3690"/>
                    <a:ext cx="12" cy="23"/>
                  </a:xfrm>
                  <a:custGeom>
                    <a:avLst/>
                    <a:gdLst>
                      <a:gd name="T0" fmla="*/ 1 w 24"/>
                      <a:gd name="T1" fmla="*/ 0 h 70"/>
                      <a:gd name="T2" fmla="*/ 0 w 24"/>
                      <a:gd name="T3" fmla="*/ 0 h 70"/>
                      <a:gd name="T4" fmla="*/ 1 w 24"/>
                      <a:gd name="T5" fmla="*/ 0 h 70"/>
                      <a:gd name="T6" fmla="*/ 1 w 24"/>
                      <a:gd name="T7" fmla="*/ 0 h 70"/>
                      <a:gd name="T8" fmla="*/ 1 w 24"/>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78" name="Freeform 335">
                    <a:extLst>
                      <a:ext uri="{FF2B5EF4-FFF2-40B4-BE49-F238E27FC236}">
                        <a16:creationId xmlns:a16="http://schemas.microsoft.com/office/drawing/2014/main" id="{8C3CC09B-9E1A-E344-B540-761A90390F2D}"/>
                      </a:ext>
                    </a:extLst>
                  </p:cNvPr>
                  <p:cNvSpPr>
                    <a:spLocks/>
                  </p:cNvSpPr>
                  <p:nvPr/>
                </p:nvSpPr>
                <p:spPr bwMode="auto">
                  <a:xfrm>
                    <a:off x="890" y="3691"/>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79" name="Freeform 336">
                    <a:extLst>
                      <a:ext uri="{FF2B5EF4-FFF2-40B4-BE49-F238E27FC236}">
                        <a16:creationId xmlns:a16="http://schemas.microsoft.com/office/drawing/2014/main" id="{37F004FD-4719-B345-8A4B-DBCFBB18DC1E}"/>
                      </a:ext>
                    </a:extLst>
                  </p:cNvPr>
                  <p:cNvSpPr>
                    <a:spLocks/>
                  </p:cNvSpPr>
                  <p:nvPr/>
                </p:nvSpPr>
                <p:spPr bwMode="auto">
                  <a:xfrm>
                    <a:off x="893" y="3701"/>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869" name="Group 337">
                  <a:extLst>
                    <a:ext uri="{FF2B5EF4-FFF2-40B4-BE49-F238E27FC236}">
                      <a16:creationId xmlns:a16="http://schemas.microsoft.com/office/drawing/2014/main" id="{46C07AF3-284C-664D-9F98-89EF8CFF5BCC}"/>
                    </a:ext>
                  </a:extLst>
                </p:cNvPr>
                <p:cNvGrpSpPr>
                  <a:grpSpLocks/>
                </p:cNvGrpSpPr>
                <p:nvPr/>
              </p:nvGrpSpPr>
              <p:grpSpPr bwMode="auto">
                <a:xfrm>
                  <a:off x="899" y="3703"/>
                  <a:ext cx="48" cy="23"/>
                  <a:chOff x="899" y="3703"/>
                  <a:chExt cx="48" cy="23"/>
                </a:xfrm>
              </p:grpSpPr>
              <p:sp>
                <p:nvSpPr>
                  <p:cNvPr id="23874" name="Freeform 338">
                    <a:extLst>
                      <a:ext uri="{FF2B5EF4-FFF2-40B4-BE49-F238E27FC236}">
                        <a16:creationId xmlns:a16="http://schemas.microsoft.com/office/drawing/2014/main" id="{892EE55A-4933-C44B-B1B2-59A70EE5AF59}"/>
                      </a:ext>
                    </a:extLst>
                  </p:cNvPr>
                  <p:cNvSpPr>
                    <a:spLocks/>
                  </p:cNvSpPr>
                  <p:nvPr/>
                </p:nvSpPr>
                <p:spPr bwMode="auto">
                  <a:xfrm>
                    <a:off x="899" y="3703"/>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75" name="Freeform 339">
                    <a:extLst>
                      <a:ext uri="{FF2B5EF4-FFF2-40B4-BE49-F238E27FC236}">
                        <a16:creationId xmlns:a16="http://schemas.microsoft.com/office/drawing/2014/main" id="{ECDD4327-E773-9442-9A9E-B9B759AA5722}"/>
                      </a:ext>
                    </a:extLst>
                  </p:cNvPr>
                  <p:cNvSpPr>
                    <a:spLocks/>
                  </p:cNvSpPr>
                  <p:nvPr/>
                </p:nvSpPr>
                <p:spPr bwMode="auto">
                  <a:xfrm>
                    <a:off x="903" y="3703"/>
                    <a:ext cx="38" cy="10"/>
                  </a:xfrm>
                  <a:custGeom>
                    <a:avLst/>
                    <a:gdLst>
                      <a:gd name="T0" fmla="*/ 1 w 75"/>
                      <a:gd name="T1" fmla="*/ 0 h 30"/>
                      <a:gd name="T2" fmla="*/ 1 w 75"/>
                      <a:gd name="T3" fmla="*/ 0 h 30"/>
                      <a:gd name="T4" fmla="*/ 1 w 75"/>
                      <a:gd name="T5" fmla="*/ 0 h 30"/>
                      <a:gd name="T6" fmla="*/ 1 w 75"/>
                      <a:gd name="T7" fmla="*/ 0 h 30"/>
                      <a:gd name="T8" fmla="*/ 1 w 75"/>
                      <a:gd name="T9" fmla="*/ 0 h 30"/>
                      <a:gd name="T10" fmla="*/ 1 w 75"/>
                      <a:gd name="T11" fmla="*/ 0 h 30"/>
                      <a:gd name="T12" fmla="*/ 1 w 75"/>
                      <a:gd name="T13" fmla="*/ 0 h 30"/>
                      <a:gd name="T14" fmla="*/ 0 w 75"/>
                      <a:gd name="T15" fmla="*/ 0 h 30"/>
                      <a:gd name="T16" fmla="*/ 1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76" name="Freeform 340">
                    <a:extLst>
                      <a:ext uri="{FF2B5EF4-FFF2-40B4-BE49-F238E27FC236}">
                        <a16:creationId xmlns:a16="http://schemas.microsoft.com/office/drawing/2014/main" id="{A854BF8B-24BB-7744-956E-0D8590F2BE1F}"/>
                      </a:ext>
                    </a:extLst>
                  </p:cNvPr>
                  <p:cNvSpPr>
                    <a:spLocks/>
                  </p:cNvSpPr>
                  <p:nvPr/>
                </p:nvSpPr>
                <p:spPr bwMode="auto">
                  <a:xfrm>
                    <a:off x="907" y="3714"/>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870" name="Group 341">
                  <a:extLst>
                    <a:ext uri="{FF2B5EF4-FFF2-40B4-BE49-F238E27FC236}">
                      <a16:creationId xmlns:a16="http://schemas.microsoft.com/office/drawing/2014/main" id="{2B03278A-12AD-4249-89AC-8F713C17C66F}"/>
                    </a:ext>
                  </a:extLst>
                </p:cNvPr>
                <p:cNvGrpSpPr>
                  <a:grpSpLocks/>
                </p:cNvGrpSpPr>
                <p:nvPr/>
              </p:nvGrpSpPr>
              <p:grpSpPr bwMode="auto">
                <a:xfrm>
                  <a:off x="912" y="3716"/>
                  <a:ext cx="48" cy="23"/>
                  <a:chOff x="912" y="3716"/>
                  <a:chExt cx="48" cy="23"/>
                </a:xfrm>
              </p:grpSpPr>
              <p:sp>
                <p:nvSpPr>
                  <p:cNvPr id="23871" name="Freeform 342">
                    <a:extLst>
                      <a:ext uri="{FF2B5EF4-FFF2-40B4-BE49-F238E27FC236}">
                        <a16:creationId xmlns:a16="http://schemas.microsoft.com/office/drawing/2014/main" id="{106BC84A-FA34-9645-B810-BB871545608A}"/>
                      </a:ext>
                    </a:extLst>
                  </p:cNvPr>
                  <p:cNvSpPr>
                    <a:spLocks/>
                  </p:cNvSpPr>
                  <p:nvPr/>
                </p:nvSpPr>
                <p:spPr bwMode="auto">
                  <a:xfrm>
                    <a:off x="912" y="3716"/>
                    <a:ext cx="11" cy="23"/>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72" name="Freeform 343">
                    <a:extLst>
                      <a:ext uri="{FF2B5EF4-FFF2-40B4-BE49-F238E27FC236}">
                        <a16:creationId xmlns:a16="http://schemas.microsoft.com/office/drawing/2014/main" id="{D1A1E8E3-BD69-AC4B-ACCD-23E6BAAF7919}"/>
                      </a:ext>
                    </a:extLst>
                  </p:cNvPr>
                  <p:cNvSpPr>
                    <a:spLocks/>
                  </p:cNvSpPr>
                  <p:nvPr/>
                </p:nvSpPr>
                <p:spPr bwMode="auto">
                  <a:xfrm>
                    <a:off x="916" y="3717"/>
                    <a:ext cx="37" cy="9"/>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73" name="Freeform 344">
                    <a:extLst>
                      <a:ext uri="{FF2B5EF4-FFF2-40B4-BE49-F238E27FC236}">
                        <a16:creationId xmlns:a16="http://schemas.microsoft.com/office/drawing/2014/main" id="{EF6EE0B1-926B-654C-B909-44781E0F9D73}"/>
                      </a:ext>
                    </a:extLst>
                  </p:cNvPr>
                  <p:cNvSpPr>
                    <a:spLocks/>
                  </p:cNvSpPr>
                  <p:nvPr/>
                </p:nvSpPr>
                <p:spPr bwMode="auto">
                  <a:xfrm>
                    <a:off x="919" y="3727"/>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3730" name="Group 345">
                <a:extLst>
                  <a:ext uri="{FF2B5EF4-FFF2-40B4-BE49-F238E27FC236}">
                    <a16:creationId xmlns:a16="http://schemas.microsoft.com/office/drawing/2014/main" id="{FC084058-D6CB-4047-B241-24F49CB8BEFE}"/>
                  </a:ext>
                </a:extLst>
              </p:cNvPr>
              <p:cNvGrpSpPr>
                <a:grpSpLocks/>
              </p:cNvGrpSpPr>
              <p:nvPr/>
            </p:nvGrpSpPr>
            <p:grpSpPr bwMode="auto">
              <a:xfrm>
                <a:off x="922" y="3727"/>
                <a:ext cx="49" cy="23"/>
                <a:chOff x="922" y="3727"/>
                <a:chExt cx="49" cy="23"/>
              </a:xfrm>
            </p:grpSpPr>
            <p:sp>
              <p:nvSpPr>
                <p:cNvPr id="23863" name="Freeform 346">
                  <a:extLst>
                    <a:ext uri="{FF2B5EF4-FFF2-40B4-BE49-F238E27FC236}">
                      <a16:creationId xmlns:a16="http://schemas.microsoft.com/office/drawing/2014/main" id="{DC0E6EFB-2365-E64E-A810-DB50902FB8F1}"/>
                    </a:ext>
                  </a:extLst>
                </p:cNvPr>
                <p:cNvSpPr>
                  <a:spLocks/>
                </p:cNvSpPr>
                <p:nvPr/>
              </p:nvSpPr>
              <p:spPr bwMode="auto">
                <a:xfrm>
                  <a:off x="922" y="3727"/>
                  <a:ext cx="12" cy="23"/>
                </a:xfrm>
                <a:custGeom>
                  <a:avLst/>
                  <a:gdLst>
                    <a:gd name="T0" fmla="*/ 1 w 24"/>
                    <a:gd name="T1" fmla="*/ 0 h 69"/>
                    <a:gd name="T2" fmla="*/ 0 w 24"/>
                    <a:gd name="T3" fmla="*/ 0 h 69"/>
                    <a:gd name="T4" fmla="*/ 1 w 24"/>
                    <a:gd name="T5" fmla="*/ 0 h 69"/>
                    <a:gd name="T6" fmla="*/ 1 w 24"/>
                    <a:gd name="T7" fmla="*/ 0 h 69"/>
                    <a:gd name="T8" fmla="*/ 1 w 24"/>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64" name="Freeform 347">
                  <a:extLst>
                    <a:ext uri="{FF2B5EF4-FFF2-40B4-BE49-F238E27FC236}">
                      <a16:creationId xmlns:a16="http://schemas.microsoft.com/office/drawing/2014/main" id="{423ACE7F-A1BE-B743-80DE-CEC9E4529E0F}"/>
                    </a:ext>
                  </a:extLst>
                </p:cNvPr>
                <p:cNvSpPr>
                  <a:spLocks/>
                </p:cNvSpPr>
                <p:nvPr/>
              </p:nvSpPr>
              <p:spPr bwMode="auto">
                <a:xfrm>
                  <a:off x="927" y="3728"/>
                  <a:ext cx="36" cy="10"/>
                </a:xfrm>
                <a:custGeom>
                  <a:avLst/>
                  <a:gdLst>
                    <a:gd name="T0" fmla="*/ 1 w 72"/>
                    <a:gd name="T1" fmla="*/ 0 h 31"/>
                    <a:gd name="T2" fmla="*/ 1 w 72"/>
                    <a:gd name="T3" fmla="*/ 0 h 31"/>
                    <a:gd name="T4" fmla="*/ 1 w 72"/>
                    <a:gd name="T5" fmla="*/ 0 h 31"/>
                    <a:gd name="T6" fmla="*/ 1 w 72"/>
                    <a:gd name="T7" fmla="*/ 0 h 31"/>
                    <a:gd name="T8" fmla="*/ 1 w 72"/>
                    <a:gd name="T9" fmla="*/ 0 h 31"/>
                    <a:gd name="T10" fmla="*/ 1 w 72"/>
                    <a:gd name="T11" fmla="*/ 0 h 31"/>
                    <a:gd name="T12" fmla="*/ 1 w 72"/>
                    <a:gd name="T13" fmla="*/ 0 h 31"/>
                    <a:gd name="T14" fmla="*/ 0 w 72"/>
                    <a:gd name="T15" fmla="*/ 0 h 31"/>
                    <a:gd name="T16" fmla="*/ 1 w 72"/>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65" name="Freeform 348">
                  <a:extLst>
                    <a:ext uri="{FF2B5EF4-FFF2-40B4-BE49-F238E27FC236}">
                      <a16:creationId xmlns:a16="http://schemas.microsoft.com/office/drawing/2014/main" id="{E7050E6D-7C63-B94A-B712-72552EA0DD97}"/>
                    </a:ext>
                  </a:extLst>
                </p:cNvPr>
                <p:cNvSpPr>
                  <a:spLocks/>
                </p:cNvSpPr>
                <p:nvPr/>
              </p:nvSpPr>
              <p:spPr bwMode="auto">
                <a:xfrm>
                  <a:off x="930" y="3738"/>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31" name="Group 349">
                <a:extLst>
                  <a:ext uri="{FF2B5EF4-FFF2-40B4-BE49-F238E27FC236}">
                    <a16:creationId xmlns:a16="http://schemas.microsoft.com/office/drawing/2014/main" id="{6EFB9AF1-8809-8E43-8686-71E16A4E3B93}"/>
                  </a:ext>
                </a:extLst>
              </p:cNvPr>
              <p:cNvGrpSpPr>
                <a:grpSpLocks/>
              </p:cNvGrpSpPr>
              <p:nvPr/>
            </p:nvGrpSpPr>
            <p:grpSpPr bwMode="auto">
              <a:xfrm>
                <a:off x="895" y="3526"/>
                <a:ext cx="44" cy="23"/>
                <a:chOff x="895" y="3526"/>
                <a:chExt cx="44" cy="23"/>
              </a:xfrm>
            </p:grpSpPr>
            <p:sp>
              <p:nvSpPr>
                <p:cNvPr id="23860" name="Freeform 350">
                  <a:extLst>
                    <a:ext uri="{FF2B5EF4-FFF2-40B4-BE49-F238E27FC236}">
                      <a16:creationId xmlns:a16="http://schemas.microsoft.com/office/drawing/2014/main" id="{BD353CAA-69BA-FC45-B728-68F92A35722F}"/>
                    </a:ext>
                  </a:extLst>
                </p:cNvPr>
                <p:cNvSpPr>
                  <a:spLocks/>
                </p:cNvSpPr>
                <p:nvPr/>
              </p:nvSpPr>
              <p:spPr bwMode="auto">
                <a:xfrm>
                  <a:off x="895" y="3526"/>
                  <a:ext cx="19" cy="23"/>
                </a:xfrm>
                <a:custGeom>
                  <a:avLst/>
                  <a:gdLst>
                    <a:gd name="T0" fmla="*/ 1 w 38"/>
                    <a:gd name="T1" fmla="*/ 0 h 69"/>
                    <a:gd name="T2" fmla="*/ 0 w 38"/>
                    <a:gd name="T3" fmla="*/ 0 h 69"/>
                    <a:gd name="T4" fmla="*/ 1 w 38"/>
                    <a:gd name="T5" fmla="*/ 0 h 69"/>
                    <a:gd name="T6" fmla="*/ 1 w 38"/>
                    <a:gd name="T7" fmla="*/ 0 h 69"/>
                    <a:gd name="T8" fmla="*/ 1 w 38"/>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61" name="Freeform 351">
                  <a:extLst>
                    <a:ext uri="{FF2B5EF4-FFF2-40B4-BE49-F238E27FC236}">
                      <a16:creationId xmlns:a16="http://schemas.microsoft.com/office/drawing/2014/main" id="{10C3F625-0052-FF4E-8751-5D39F0ED1DD5}"/>
                    </a:ext>
                  </a:extLst>
                </p:cNvPr>
                <p:cNvSpPr>
                  <a:spLocks/>
                </p:cNvSpPr>
                <p:nvPr/>
              </p:nvSpPr>
              <p:spPr bwMode="auto">
                <a:xfrm>
                  <a:off x="901" y="3526"/>
                  <a:ext cx="33" cy="12"/>
                </a:xfrm>
                <a:custGeom>
                  <a:avLst/>
                  <a:gdLst>
                    <a:gd name="T0" fmla="*/ 0 w 64"/>
                    <a:gd name="T1" fmla="*/ 0 h 35"/>
                    <a:gd name="T2" fmla="*/ 1 w 64"/>
                    <a:gd name="T3" fmla="*/ 0 h 35"/>
                    <a:gd name="T4" fmla="*/ 1 w 64"/>
                    <a:gd name="T5" fmla="*/ 0 h 35"/>
                    <a:gd name="T6" fmla="*/ 1 w 64"/>
                    <a:gd name="T7" fmla="*/ 0 h 35"/>
                    <a:gd name="T8" fmla="*/ 0 w 64"/>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62" name="Freeform 352">
                  <a:extLst>
                    <a:ext uri="{FF2B5EF4-FFF2-40B4-BE49-F238E27FC236}">
                      <a16:creationId xmlns:a16="http://schemas.microsoft.com/office/drawing/2014/main" id="{17289489-4FA5-754A-B8BF-25D90545AEDB}"/>
                    </a:ext>
                  </a:extLst>
                </p:cNvPr>
                <p:cNvSpPr>
                  <a:spLocks/>
                </p:cNvSpPr>
                <p:nvPr/>
              </p:nvSpPr>
              <p:spPr bwMode="auto">
                <a:xfrm>
                  <a:off x="907" y="3538"/>
                  <a:ext cx="32" cy="11"/>
                </a:xfrm>
                <a:custGeom>
                  <a:avLst/>
                  <a:gdLst>
                    <a:gd name="T0" fmla="*/ 0 w 65"/>
                    <a:gd name="T1" fmla="*/ 0 h 31"/>
                    <a:gd name="T2" fmla="*/ 0 w 65"/>
                    <a:gd name="T3" fmla="*/ 0 h 31"/>
                    <a:gd name="T4" fmla="*/ 0 w 65"/>
                    <a:gd name="T5" fmla="*/ 0 h 31"/>
                    <a:gd name="T6" fmla="*/ 0 w 65"/>
                    <a:gd name="T7" fmla="*/ 0 h 31"/>
                    <a:gd name="T8" fmla="*/ 0 w 65"/>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32" name="Group 353">
                <a:extLst>
                  <a:ext uri="{FF2B5EF4-FFF2-40B4-BE49-F238E27FC236}">
                    <a16:creationId xmlns:a16="http://schemas.microsoft.com/office/drawing/2014/main" id="{7382FEFE-A44D-3A46-819D-CA1388CFF62A}"/>
                  </a:ext>
                </a:extLst>
              </p:cNvPr>
              <p:cNvGrpSpPr>
                <a:grpSpLocks/>
              </p:cNvGrpSpPr>
              <p:nvPr/>
            </p:nvGrpSpPr>
            <p:grpSpPr bwMode="auto">
              <a:xfrm>
                <a:off x="907" y="3540"/>
                <a:ext cx="45" cy="22"/>
                <a:chOff x="907" y="3540"/>
                <a:chExt cx="45" cy="22"/>
              </a:xfrm>
            </p:grpSpPr>
            <p:sp>
              <p:nvSpPr>
                <p:cNvPr id="23857" name="Freeform 354">
                  <a:extLst>
                    <a:ext uri="{FF2B5EF4-FFF2-40B4-BE49-F238E27FC236}">
                      <a16:creationId xmlns:a16="http://schemas.microsoft.com/office/drawing/2014/main" id="{8F35FB50-8431-5B42-BD84-8F82DCDECF31}"/>
                    </a:ext>
                  </a:extLst>
                </p:cNvPr>
                <p:cNvSpPr>
                  <a:spLocks/>
                </p:cNvSpPr>
                <p:nvPr/>
              </p:nvSpPr>
              <p:spPr bwMode="auto">
                <a:xfrm>
                  <a:off x="907" y="3540"/>
                  <a:ext cx="20" cy="22"/>
                </a:xfrm>
                <a:custGeom>
                  <a:avLst/>
                  <a:gdLst>
                    <a:gd name="T0" fmla="*/ 1 w 39"/>
                    <a:gd name="T1" fmla="*/ 0 h 68"/>
                    <a:gd name="T2" fmla="*/ 0 w 39"/>
                    <a:gd name="T3" fmla="*/ 0 h 68"/>
                    <a:gd name="T4" fmla="*/ 1 w 39"/>
                    <a:gd name="T5" fmla="*/ 0 h 68"/>
                    <a:gd name="T6" fmla="*/ 1 w 39"/>
                    <a:gd name="T7" fmla="*/ 0 h 68"/>
                    <a:gd name="T8" fmla="*/ 1 w 39"/>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58" name="Freeform 355">
                  <a:extLst>
                    <a:ext uri="{FF2B5EF4-FFF2-40B4-BE49-F238E27FC236}">
                      <a16:creationId xmlns:a16="http://schemas.microsoft.com/office/drawing/2014/main" id="{566AEA93-B50C-2547-BE81-F376156A445A}"/>
                    </a:ext>
                  </a:extLst>
                </p:cNvPr>
                <p:cNvSpPr>
                  <a:spLocks/>
                </p:cNvSpPr>
                <p:nvPr/>
              </p:nvSpPr>
              <p:spPr bwMode="auto">
                <a:xfrm>
                  <a:off x="914" y="3540"/>
                  <a:ext cx="32" cy="11"/>
                </a:xfrm>
                <a:custGeom>
                  <a:avLst/>
                  <a:gdLst>
                    <a:gd name="T0" fmla="*/ 0 w 64"/>
                    <a:gd name="T1" fmla="*/ 0 h 34"/>
                    <a:gd name="T2" fmla="*/ 1 w 64"/>
                    <a:gd name="T3" fmla="*/ 0 h 34"/>
                    <a:gd name="T4" fmla="*/ 1 w 64"/>
                    <a:gd name="T5" fmla="*/ 0 h 34"/>
                    <a:gd name="T6" fmla="*/ 1 w 64"/>
                    <a:gd name="T7" fmla="*/ 0 h 34"/>
                    <a:gd name="T8" fmla="*/ 0 w 6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59" name="Freeform 356">
                  <a:extLst>
                    <a:ext uri="{FF2B5EF4-FFF2-40B4-BE49-F238E27FC236}">
                      <a16:creationId xmlns:a16="http://schemas.microsoft.com/office/drawing/2014/main" id="{9AFF3106-0993-FA48-94E6-34D4A87B12C7}"/>
                    </a:ext>
                  </a:extLst>
                </p:cNvPr>
                <p:cNvSpPr>
                  <a:spLocks/>
                </p:cNvSpPr>
                <p:nvPr/>
              </p:nvSpPr>
              <p:spPr bwMode="auto">
                <a:xfrm>
                  <a:off x="919" y="3552"/>
                  <a:ext cx="33" cy="10"/>
                </a:xfrm>
                <a:custGeom>
                  <a:avLst/>
                  <a:gdLst>
                    <a:gd name="T0" fmla="*/ 0 w 66"/>
                    <a:gd name="T1" fmla="*/ 0 h 30"/>
                    <a:gd name="T2" fmla="*/ 1 w 66"/>
                    <a:gd name="T3" fmla="*/ 0 h 30"/>
                    <a:gd name="T4" fmla="*/ 1 w 66"/>
                    <a:gd name="T5" fmla="*/ 0 h 30"/>
                    <a:gd name="T6" fmla="*/ 1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33" name="Group 357">
                <a:extLst>
                  <a:ext uri="{FF2B5EF4-FFF2-40B4-BE49-F238E27FC236}">
                    <a16:creationId xmlns:a16="http://schemas.microsoft.com/office/drawing/2014/main" id="{90924553-AC33-B447-88CE-40469FE84F37}"/>
                  </a:ext>
                </a:extLst>
              </p:cNvPr>
              <p:cNvGrpSpPr>
                <a:grpSpLocks/>
              </p:cNvGrpSpPr>
              <p:nvPr/>
            </p:nvGrpSpPr>
            <p:grpSpPr bwMode="auto">
              <a:xfrm>
                <a:off x="920" y="3553"/>
                <a:ext cx="45" cy="23"/>
                <a:chOff x="920" y="3553"/>
                <a:chExt cx="45" cy="23"/>
              </a:xfrm>
            </p:grpSpPr>
            <p:sp>
              <p:nvSpPr>
                <p:cNvPr id="23854" name="Freeform 358">
                  <a:extLst>
                    <a:ext uri="{FF2B5EF4-FFF2-40B4-BE49-F238E27FC236}">
                      <a16:creationId xmlns:a16="http://schemas.microsoft.com/office/drawing/2014/main" id="{B2E46AC0-36FB-2242-8354-A36D33A73CD0}"/>
                    </a:ext>
                  </a:extLst>
                </p:cNvPr>
                <p:cNvSpPr>
                  <a:spLocks/>
                </p:cNvSpPr>
                <p:nvPr/>
              </p:nvSpPr>
              <p:spPr bwMode="auto">
                <a:xfrm>
                  <a:off x="920" y="3553"/>
                  <a:ext cx="20" cy="23"/>
                </a:xfrm>
                <a:custGeom>
                  <a:avLst/>
                  <a:gdLst>
                    <a:gd name="T0" fmla="*/ 0 w 41"/>
                    <a:gd name="T1" fmla="*/ 0 h 68"/>
                    <a:gd name="T2" fmla="*/ 0 w 41"/>
                    <a:gd name="T3" fmla="*/ 0 h 68"/>
                    <a:gd name="T4" fmla="*/ 0 w 41"/>
                    <a:gd name="T5" fmla="*/ 0 h 68"/>
                    <a:gd name="T6" fmla="*/ 0 w 41"/>
                    <a:gd name="T7" fmla="*/ 0 h 68"/>
                    <a:gd name="T8" fmla="*/ 0 w 41"/>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55" name="Freeform 359">
                  <a:extLst>
                    <a:ext uri="{FF2B5EF4-FFF2-40B4-BE49-F238E27FC236}">
                      <a16:creationId xmlns:a16="http://schemas.microsoft.com/office/drawing/2014/main" id="{1E12E616-ABBD-4E4D-AF33-C5C2488E9250}"/>
                    </a:ext>
                  </a:extLst>
                </p:cNvPr>
                <p:cNvSpPr>
                  <a:spLocks/>
                </p:cNvSpPr>
                <p:nvPr/>
              </p:nvSpPr>
              <p:spPr bwMode="auto">
                <a:xfrm>
                  <a:off x="927" y="3554"/>
                  <a:ext cx="32" cy="11"/>
                </a:xfrm>
                <a:custGeom>
                  <a:avLst/>
                  <a:gdLst>
                    <a:gd name="T0" fmla="*/ 0 w 63"/>
                    <a:gd name="T1" fmla="*/ 0 h 33"/>
                    <a:gd name="T2" fmla="*/ 1 w 63"/>
                    <a:gd name="T3" fmla="*/ 0 h 33"/>
                    <a:gd name="T4" fmla="*/ 1 w 63"/>
                    <a:gd name="T5" fmla="*/ 0 h 33"/>
                    <a:gd name="T6" fmla="*/ 1 w 63"/>
                    <a:gd name="T7" fmla="*/ 0 h 33"/>
                    <a:gd name="T8" fmla="*/ 0 w 63"/>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56" name="Freeform 360">
                  <a:extLst>
                    <a:ext uri="{FF2B5EF4-FFF2-40B4-BE49-F238E27FC236}">
                      <a16:creationId xmlns:a16="http://schemas.microsoft.com/office/drawing/2014/main" id="{4EB476B6-9A3B-A54E-9337-476D83B35ED4}"/>
                    </a:ext>
                  </a:extLst>
                </p:cNvPr>
                <p:cNvSpPr>
                  <a:spLocks/>
                </p:cNvSpPr>
                <p:nvPr/>
              </p:nvSpPr>
              <p:spPr bwMode="auto">
                <a:xfrm>
                  <a:off x="932" y="3566"/>
                  <a:ext cx="33" cy="10"/>
                </a:xfrm>
                <a:custGeom>
                  <a:avLst/>
                  <a:gdLst>
                    <a:gd name="T0" fmla="*/ 0 w 66"/>
                    <a:gd name="T1" fmla="*/ 0 h 30"/>
                    <a:gd name="T2" fmla="*/ 1 w 66"/>
                    <a:gd name="T3" fmla="*/ 0 h 30"/>
                    <a:gd name="T4" fmla="*/ 1 w 66"/>
                    <a:gd name="T5" fmla="*/ 0 h 30"/>
                    <a:gd name="T6" fmla="*/ 1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34" name="Group 361">
                <a:extLst>
                  <a:ext uri="{FF2B5EF4-FFF2-40B4-BE49-F238E27FC236}">
                    <a16:creationId xmlns:a16="http://schemas.microsoft.com/office/drawing/2014/main" id="{DDD87D6E-1DB2-094E-B8F8-8E86C86A466F}"/>
                  </a:ext>
                </a:extLst>
              </p:cNvPr>
              <p:cNvGrpSpPr>
                <a:grpSpLocks/>
              </p:cNvGrpSpPr>
              <p:nvPr/>
            </p:nvGrpSpPr>
            <p:grpSpPr bwMode="auto">
              <a:xfrm>
                <a:off x="934" y="3566"/>
                <a:ext cx="44" cy="23"/>
                <a:chOff x="934" y="3566"/>
                <a:chExt cx="44" cy="23"/>
              </a:xfrm>
            </p:grpSpPr>
            <p:sp>
              <p:nvSpPr>
                <p:cNvPr id="23851" name="Freeform 362">
                  <a:extLst>
                    <a:ext uri="{FF2B5EF4-FFF2-40B4-BE49-F238E27FC236}">
                      <a16:creationId xmlns:a16="http://schemas.microsoft.com/office/drawing/2014/main" id="{90CD6E6B-BC20-E44F-B366-007796249E73}"/>
                    </a:ext>
                  </a:extLst>
                </p:cNvPr>
                <p:cNvSpPr>
                  <a:spLocks/>
                </p:cNvSpPr>
                <p:nvPr/>
              </p:nvSpPr>
              <p:spPr bwMode="auto">
                <a:xfrm>
                  <a:off x="934" y="3566"/>
                  <a:ext cx="19" cy="23"/>
                </a:xfrm>
                <a:custGeom>
                  <a:avLst/>
                  <a:gdLst>
                    <a:gd name="T0" fmla="*/ 0 w 40"/>
                    <a:gd name="T1" fmla="*/ 0 h 68"/>
                    <a:gd name="T2" fmla="*/ 0 w 40"/>
                    <a:gd name="T3" fmla="*/ 0 h 68"/>
                    <a:gd name="T4" fmla="*/ 0 w 40"/>
                    <a:gd name="T5" fmla="*/ 0 h 68"/>
                    <a:gd name="T6" fmla="*/ 0 w 40"/>
                    <a:gd name="T7" fmla="*/ 0 h 68"/>
                    <a:gd name="T8" fmla="*/ 0 w 40"/>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52" name="Freeform 363">
                  <a:extLst>
                    <a:ext uri="{FF2B5EF4-FFF2-40B4-BE49-F238E27FC236}">
                      <a16:creationId xmlns:a16="http://schemas.microsoft.com/office/drawing/2014/main" id="{1B4AFAF2-202A-C948-AC52-61035398F3C3}"/>
                    </a:ext>
                  </a:extLst>
                </p:cNvPr>
                <p:cNvSpPr>
                  <a:spLocks/>
                </p:cNvSpPr>
                <p:nvPr/>
              </p:nvSpPr>
              <p:spPr bwMode="auto">
                <a:xfrm>
                  <a:off x="940" y="3567"/>
                  <a:ext cx="32" cy="11"/>
                </a:xfrm>
                <a:custGeom>
                  <a:avLst/>
                  <a:gdLst>
                    <a:gd name="T0" fmla="*/ 0 w 65"/>
                    <a:gd name="T1" fmla="*/ 0 h 35"/>
                    <a:gd name="T2" fmla="*/ 0 w 65"/>
                    <a:gd name="T3" fmla="*/ 0 h 35"/>
                    <a:gd name="T4" fmla="*/ 0 w 65"/>
                    <a:gd name="T5" fmla="*/ 0 h 35"/>
                    <a:gd name="T6" fmla="*/ 0 w 65"/>
                    <a:gd name="T7" fmla="*/ 0 h 35"/>
                    <a:gd name="T8" fmla="*/ 0 w 65"/>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53" name="Freeform 364">
                  <a:extLst>
                    <a:ext uri="{FF2B5EF4-FFF2-40B4-BE49-F238E27FC236}">
                      <a16:creationId xmlns:a16="http://schemas.microsoft.com/office/drawing/2014/main" id="{C4790584-39B8-714E-8E45-623AEB108BB8}"/>
                    </a:ext>
                  </a:extLst>
                </p:cNvPr>
                <p:cNvSpPr>
                  <a:spLocks/>
                </p:cNvSpPr>
                <p:nvPr/>
              </p:nvSpPr>
              <p:spPr bwMode="auto">
                <a:xfrm>
                  <a:off x="945" y="3579"/>
                  <a:ext cx="33" cy="9"/>
                </a:xfrm>
                <a:custGeom>
                  <a:avLst/>
                  <a:gdLst>
                    <a:gd name="T0" fmla="*/ 0 w 65"/>
                    <a:gd name="T1" fmla="*/ 0 h 28"/>
                    <a:gd name="T2" fmla="*/ 1 w 65"/>
                    <a:gd name="T3" fmla="*/ 0 h 28"/>
                    <a:gd name="T4" fmla="*/ 1 w 65"/>
                    <a:gd name="T5" fmla="*/ 0 h 28"/>
                    <a:gd name="T6" fmla="*/ 1 w 65"/>
                    <a:gd name="T7" fmla="*/ 0 h 28"/>
                    <a:gd name="T8" fmla="*/ 0 w 65"/>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35" name="Group 365">
                <a:extLst>
                  <a:ext uri="{FF2B5EF4-FFF2-40B4-BE49-F238E27FC236}">
                    <a16:creationId xmlns:a16="http://schemas.microsoft.com/office/drawing/2014/main" id="{599343DF-C7CB-5A4B-983D-8D25046188CF}"/>
                  </a:ext>
                </a:extLst>
              </p:cNvPr>
              <p:cNvGrpSpPr>
                <a:grpSpLocks/>
              </p:cNvGrpSpPr>
              <p:nvPr/>
            </p:nvGrpSpPr>
            <p:grpSpPr bwMode="auto">
              <a:xfrm>
                <a:off x="949" y="3579"/>
                <a:ext cx="83" cy="63"/>
                <a:chOff x="949" y="3579"/>
                <a:chExt cx="83" cy="63"/>
              </a:xfrm>
            </p:grpSpPr>
            <p:grpSp>
              <p:nvGrpSpPr>
                <p:cNvPr id="23835" name="Group 366">
                  <a:extLst>
                    <a:ext uri="{FF2B5EF4-FFF2-40B4-BE49-F238E27FC236}">
                      <a16:creationId xmlns:a16="http://schemas.microsoft.com/office/drawing/2014/main" id="{84448B77-99DA-9841-9700-FAA0E96CBF96}"/>
                    </a:ext>
                  </a:extLst>
                </p:cNvPr>
                <p:cNvGrpSpPr>
                  <a:grpSpLocks/>
                </p:cNvGrpSpPr>
                <p:nvPr/>
              </p:nvGrpSpPr>
              <p:grpSpPr bwMode="auto">
                <a:xfrm>
                  <a:off x="949" y="3579"/>
                  <a:ext cx="44" cy="23"/>
                  <a:chOff x="949" y="3579"/>
                  <a:chExt cx="44" cy="23"/>
                </a:xfrm>
              </p:grpSpPr>
              <p:sp>
                <p:nvSpPr>
                  <p:cNvPr id="23848" name="Freeform 367">
                    <a:extLst>
                      <a:ext uri="{FF2B5EF4-FFF2-40B4-BE49-F238E27FC236}">
                        <a16:creationId xmlns:a16="http://schemas.microsoft.com/office/drawing/2014/main" id="{1E5E51AE-0153-DA4E-8753-9CAE8203CDFC}"/>
                      </a:ext>
                    </a:extLst>
                  </p:cNvPr>
                  <p:cNvSpPr>
                    <a:spLocks/>
                  </p:cNvSpPr>
                  <p:nvPr/>
                </p:nvSpPr>
                <p:spPr bwMode="auto">
                  <a:xfrm>
                    <a:off x="949" y="3579"/>
                    <a:ext cx="19" cy="23"/>
                  </a:xfrm>
                  <a:custGeom>
                    <a:avLst/>
                    <a:gdLst>
                      <a:gd name="T0" fmla="*/ 1 w 38"/>
                      <a:gd name="T1" fmla="*/ 0 h 68"/>
                      <a:gd name="T2" fmla="*/ 0 w 38"/>
                      <a:gd name="T3" fmla="*/ 0 h 68"/>
                      <a:gd name="T4" fmla="*/ 1 w 38"/>
                      <a:gd name="T5" fmla="*/ 0 h 68"/>
                      <a:gd name="T6" fmla="*/ 1 w 38"/>
                      <a:gd name="T7" fmla="*/ 0 h 68"/>
                      <a:gd name="T8" fmla="*/ 1 w 38"/>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49" name="Freeform 368">
                    <a:extLst>
                      <a:ext uri="{FF2B5EF4-FFF2-40B4-BE49-F238E27FC236}">
                        <a16:creationId xmlns:a16="http://schemas.microsoft.com/office/drawing/2014/main" id="{92C05B03-07B9-3443-ACBC-7662830A3055}"/>
                      </a:ext>
                    </a:extLst>
                  </p:cNvPr>
                  <p:cNvSpPr>
                    <a:spLocks/>
                  </p:cNvSpPr>
                  <p:nvPr/>
                </p:nvSpPr>
                <p:spPr bwMode="auto">
                  <a:xfrm>
                    <a:off x="955" y="3579"/>
                    <a:ext cx="32" cy="11"/>
                  </a:xfrm>
                  <a:custGeom>
                    <a:avLst/>
                    <a:gdLst>
                      <a:gd name="T0" fmla="*/ 0 w 66"/>
                      <a:gd name="T1" fmla="*/ 0 h 32"/>
                      <a:gd name="T2" fmla="*/ 0 w 66"/>
                      <a:gd name="T3" fmla="*/ 0 h 32"/>
                      <a:gd name="T4" fmla="*/ 0 w 66"/>
                      <a:gd name="T5" fmla="*/ 0 h 32"/>
                      <a:gd name="T6" fmla="*/ 0 w 66"/>
                      <a:gd name="T7" fmla="*/ 0 h 32"/>
                      <a:gd name="T8" fmla="*/ 0 w 66"/>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50" name="Freeform 369">
                    <a:extLst>
                      <a:ext uri="{FF2B5EF4-FFF2-40B4-BE49-F238E27FC236}">
                        <a16:creationId xmlns:a16="http://schemas.microsoft.com/office/drawing/2014/main" id="{B41426F6-72B8-B14F-8BF9-65C987C23B02}"/>
                      </a:ext>
                    </a:extLst>
                  </p:cNvPr>
                  <p:cNvSpPr>
                    <a:spLocks/>
                  </p:cNvSpPr>
                  <p:nvPr/>
                </p:nvSpPr>
                <p:spPr bwMode="auto">
                  <a:xfrm>
                    <a:off x="960" y="3591"/>
                    <a:ext cx="33" cy="10"/>
                  </a:xfrm>
                  <a:custGeom>
                    <a:avLst/>
                    <a:gdLst>
                      <a:gd name="T0" fmla="*/ 0 w 65"/>
                      <a:gd name="T1" fmla="*/ 0 h 31"/>
                      <a:gd name="T2" fmla="*/ 1 w 65"/>
                      <a:gd name="T3" fmla="*/ 0 h 31"/>
                      <a:gd name="T4" fmla="*/ 1 w 65"/>
                      <a:gd name="T5" fmla="*/ 0 h 31"/>
                      <a:gd name="T6" fmla="*/ 1 w 65"/>
                      <a:gd name="T7" fmla="*/ 0 h 31"/>
                      <a:gd name="T8" fmla="*/ 0 w 65"/>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836" name="Group 370">
                  <a:extLst>
                    <a:ext uri="{FF2B5EF4-FFF2-40B4-BE49-F238E27FC236}">
                      <a16:creationId xmlns:a16="http://schemas.microsoft.com/office/drawing/2014/main" id="{7CD31B2F-376B-DC4C-8C0B-1092FD534292}"/>
                    </a:ext>
                  </a:extLst>
                </p:cNvPr>
                <p:cNvGrpSpPr>
                  <a:grpSpLocks/>
                </p:cNvGrpSpPr>
                <p:nvPr/>
              </p:nvGrpSpPr>
              <p:grpSpPr bwMode="auto">
                <a:xfrm>
                  <a:off x="961" y="3592"/>
                  <a:ext cx="45" cy="23"/>
                  <a:chOff x="961" y="3592"/>
                  <a:chExt cx="45" cy="23"/>
                </a:xfrm>
              </p:grpSpPr>
              <p:sp>
                <p:nvSpPr>
                  <p:cNvPr id="23845" name="Freeform 371">
                    <a:extLst>
                      <a:ext uri="{FF2B5EF4-FFF2-40B4-BE49-F238E27FC236}">
                        <a16:creationId xmlns:a16="http://schemas.microsoft.com/office/drawing/2014/main" id="{9B303F01-AD06-CA44-A59F-7BECE47D4216}"/>
                      </a:ext>
                    </a:extLst>
                  </p:cNvPr>
                  <p:cNvSpPr>
                    <a:spLocks/>
                  </p:cNvSpPr>
                  <p:nvPr/>
                </p:nvSpPr>
                <p:spPr bwMode="auto">
                  <a:xfrm>
                    <a:off x="961" y="3592"/>
                    <a:ext cx="20" cy="23"/>
                  </a:xfrm>
                  <a:custGeom>
                    <a:avLst/>
                    <a:gdLst>
                      <a:gd name="T0" fmla="*/ 1 w 40"/>
                      <a:gd name="T1" fmla="*/ 0 h 69"/>
                      <a:gd name="T2" fmla="*/ 0 w 40"/>
                      <a:gd name="T3" fmla="*/ 0 h 69"/>
                      <a:gd name="T4" fmla="*/ 1 w 40"/>
                      <a:gd name="T5" fmla="*/ 0 h 69"/>
                      <a:gd name="T6" fmla="*/ 1 w 40"/>
                      <a:gd name="T7" fmla="*/ 0 h 69"/>
                      <a:gd name="T8" fmla="*/ 1 w 40"/>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46" name="Freeform 372">
                    <a:extLst>
                      <a:ext uri="{FF2B5EF4-FFF2-40B4-BE49-F238E27FC236}">
                        <a16:creationId xmlns:a16="http://schemas.microsoft.com/office/drawing/2014/main" id="{AFEA720A-AA3E-B74E-AECC-5326F2F9208D}"/>
                      </a:ext>
                    </a:extLst>
                  </p:cNvPr>
                  <p:cNvSpPr>
                    <a:spLocks/>
                  </p:cNvSpPr>
                  <p:nvPr/>
                </p:nvSpPr>
                <p:spPr bwMode="auto">
                  <a:xfrm>
                    <a:off x="968" y="3593"/>
                    <a:ext cx="33" cy="11"/>
                  </a:xfrm>
                  <a:custGeom>
                    <a:avLst/>
                    <a:gdLst>
                      <a:gd name="T0" fmla="*/ 0 w 66"/>
                      <a:gd name="T1" fmla="*/ 0 h 35"/>
                      <a:gd name="T2" fmla="*/ 1 w 66"/>
                      <a:gd name="T3" fmla="*/ 0 h 35"/>
                      <a:gd name="T4" fmla="*/ 1 w 66"/>
                      <a:gd name="T5" fmla="*/ 0 h 35"/>
                      <a:gd name="T6" fmla="*/ 1 w 66"/>
                      <a:gd name="T7" fmla="*/ 0 h 35"/>
                      <a:gd name="T8" fmla="*/ 0 w 66"/>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47" name="Freeform 373">
                    <a:extLst>
                      <a:ext uri="{FF2B5EF4-FFF2-40B4-BE49-F238E27FC236}">
                        <a16:creationId xmlns:a16="http://schemas.microsoft.com/office/drawing/2014/main" id="{FAAB1AC6-4A8B-9B44-A36A-8F8455D49250}"/>
                      </a:ext>
                    </a:extLst>
                  </p:cNvPr>
                  <p:cNvSpPr>
                    <a:spLocks/>
                  </p:cNvSpPr>
                  <p:nvPr/>
                </p:nvSpPr>
                <p:spPr bwMode="auto">
                  <a:xfrm>
                    <a:off x="973" y="3605"/>
                    <a:ext cx="33" cy="10"/>
                  </a:xfrm>
                  <a:custGeom>
                    <a:avLst/>
                    <a:gdLst>
                      <a:gd name="T0" fmla="*/ 0 w 66"/>
                      <a:gd name="T1" fmla="*/ 0 h 30"/>
                      <a:gd name="T2" fmla="*/ 1 w 66"/>
                      <a:gd name="T3" fmla="*/ 0 h 30"/>
                      <a:gd name="T4" fmla="*/ 1 w 66"/>
                      <a:gd name="T5" fmla="*/ 0 h 30"/>
                      <a:gd name="T6" fmla="*/ 1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837" name="Group 374">
                  <a:extLst>
                    <a:ext uri="{FF2B5EF4-FFF2-40B4-BE49-F238E27FC236}">
                      <a16:creationId xmlns:a16="http://schemas.microsoft.com/office/drawing/2014/main" id="{27357839-DDC7-B040-AA4B-1EE5B7405B75}"/>
                    </a:ext>
                  </a:extLst>
                </p:cNvPr>
                <p:cNvGrpSpPr>
                  <a:grpSpLocks/>
                </p:cNvGrpSpPr>
                <p:nvPr/>
              </p:nvGrpSpPr>
              <p:grpSpPr bwMode="auto">
                <a:xfrm>
                  <a:off x="974" y="3606"/>
                  <a:ext cx="44" cy="23"/>
                  <a:chOff x="974" y="3606"/>
                  <a:chExt cx="44" cy="23"/>
                </a:xfrm>
              </p:grpSpPr>
              <p:sp>
                <p:nvSpPr>
                  <p:cNvPr id="23842" name="Freeform 375">
                    <a:extLst>
                      <a:ext uri="{FF2B5EF4-FFF2-40B4-BE49-F238E27FC236}">
                        <a16:creationId xmlns:a16="http://schemas.microsoft.com/office/drawing/2014/main" id="{4AEF121A-815A-E149-BE23-896BEBD62780}"/>
                      </a:ext>
                    </a:extLst>
                  </p:cNvPr>
                  <p:cNvSpPr>
                    <a:spLocks/>
                  </p:cNvSpPr>
                  <p:nvPr/>
                </p:nvSpPr>
                <p:spPr bwMode="auto">
                  <a:xfrm>
                    <a:off x="974" y="3606"/>
                    <a:ext cx="19" cy="23"/>
                  </a:xfrm>
                  <a:custGeom>
                    <a:avLst/>
                    <a:gdLst>
                      <a:gd name="T0" fmla="*/ 0 w 40"/>
                      <a:gd name="T1" fmla="*/ 0 h 68"/>
                      <a:gd name="T2" fmla="*/ 0 w 40"/>
                      <a:gd name="T3" fmla="*/ 0 h 68"/>
                      <a:gd name="T4" fmla="*/ 0 w 40"/>
                      <a:gd name="T5" fmla="*/ 0 h 68"/>
                      <a:gd name="T6" fmla="*/ 0 w 40"/>
                      <a:gd name="T7" fmla="*/ 0 h 68"/>
                      <a:gd name="T8" fmla="*/ 0 w 40"/>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43" name="Freeform 376">
                    <a:extLst>
                      <a:ext uri="{FF2B5EF4-FFF2-40B4-BE49-F238E27FC236}">
                        <a16:creationId xmlns:a16="http://schemas.microsoft.com/office/drawing/2014/main" id="{B5E1CBDD-0C15-8444-A965-68A754A1677D}"/>
                      </a:ext>
                    </a:extLst>
                  </p:cNvPr>
                  <p:cNvSpPr>
                    <a:spLocks/>
                  </p:cNvSpPr>
                  <p:nvPr/>
                </p:nvSpPr>
                <p:spPr bwMode="auto">
                  <a:xfrm>
                    <a:off x="980" y="3606"/>
                    <a:ext cx="32" cy="12"/>
                  </a:xfrm>
                  <a:custGeom>
                    <a:avLst/>
                    <a:gdLst>
                      <a:gd name="T0" fmla="*/ 0 w 65"/>
                      <a:gd name="T1" fmla="*/ 0 h 35"/>
                      <a:gd name="T2" fmla="*/ 0 w 65"/>
                      <a:gd name="T3" fmla="*/ 0 h 35"/>
                      <a:gd name="T4" fmla="*/ 0 w 65"/>
                      <a:gd name="T5" fmla="*/ 0 h 35"/>
                      <a:gd name="T6" fmla="*/ 0 w 65"/>
                      <a:gd name="T7" fmla="*/ 0 h 35"/>
                      <a:gd name="T8" fmla="*/ 0 w 65"/>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44" name="Freeform 377">
                    <a:extLst>
                      <a:ext uri="{FF2B5EF4-FFF2-40B4-BE49-F238E27FC236}">
                        <a16:creationId xmlns:a16="http://schemas.microsoft.com/office/drawing/2014/main" id="{F18A6BB7-66C7-7949-8320-84A456A85B74}"/>
                      </a:ext>
                    </a:extLst>
                  </p:cNvPr>
                  <p:cNvSpPr>
                    <a:spLocks/>
                  </p:cNvSpPr>
                  <p:nvPr/>
                </p:nvSpPr>
                <p:spPr bwMode="auto">
                  <a:xfrm>
                    <a:off x="986" y="3619"/>
                    <a:ext cx="32" cy="9"/>
                  </a:xfrm>
                  <a:custGeom>
                    <a:avLst/>
                    <a:gdLst>
                      <a:gd name="T0" fmla="*/ 0 w 65"/>
                      <a:gd name="T1" fmla="*/ 0 h 29"/>
                      <a:gd name="T2" fmla="*/ 0 w 65"/>
                      <a:gd name="T3" fmla="*/ 0 h 29"/>
                      <a:gd name="T4" fmla="*/ 0 w 65"/>
                      <a:gd name="T5" fmla="*/ 0 h 29"/>
                      <a:gd name="T6" fmla="*/ 0 w 65"/>
                      <a:gd name="T7" fmla="*/ 0 h 29"/>
                      <a:gd name="T8" fmla="*/ 0 w 65"/>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838" name="Group 378">
                  <a:extLst>
                    <a:ext uri="{FF2B5EF4-FFF2-40B4-BE49-F238E27FC236}">
                      <a16:creationId xmlns:a16="http://schemas.microsoft.com/office/drawing/2014/main" id="{E5EDEA48-5A77-574A-A3C4-BBA1FD7AE95F}"/>
                    </a:ext>
                  </a:extLst>
                </p:cNvPr>
                <p:cNvGrpSpPr>
                  <a:grpSpLocks/>
                </p:cNvGrpSpPr>
                <p:nvPr/>
              </p:nvGrpSpPr>
              <p:grpSpPr bwMode="auto">
                <a:xfrm>
                  <a:off x="987" y="3619"/>
                  <a:ext cx="45" cy="23"/>
                  <a:chOff x="987" y="3619"/>
                  <a:chExt cx="45" cy="23"/>
                </a:xfrm>
              </p:grpSpPr>
              <p:sp>
                <p:nvSpPr>
                  <p:cNvPr id="23839" name="Freeform 379">
                    <a:extLst>
                      <a:ext uri="{FF2B5EF4-FFF2-40B4-BE49-F238E27FC236}">
                        <a16:creationId xmlns:a16="http://schemas.microsoft.com/office/drawing/2014/main" id="{F3ED6EC0-A49D-6347-9E9E-C0B875E4410A}"/>
                      </a:ext>
                    </a:extLst>
                  </p:cNvPr>
                  <p:cNvSpPr>
                    <a:spLocks/>
                  </p:cNvSpPr>
                  <p:nvPr/>
                </p:nvSpPr>
                <p:spPr bwMode="auto">
                  <a:xfrm>
                    <a:off x="987" y="3619"/>
                    <a:ext cx="20" cy="23"/>
                  </a:xfrm>
                  <a:custGeom>
                    <a:avLst/>
                    <a:gdLst>
                      <a:gd name="T0" fmla="*/ 1 w 39"/>
                      <a:gd name="T1" fmla="*/ 0 h 68"/>
                      <a:gd name="T2" fmla="*/ 0 w 39"/>
                      <a:gd name="T3" fmla="*/ 0 h 68"/>
                      <a:gd name="T4" fmla="*/ 1 w 39"/>
                      <a:gd name="T5" fmla="*/ 0 h 68"/>
                      <a:gd name="T6" fmla="*/ 1 w 39"/>
                      <a:gd name="T7" fmla="*/ 0 h 68"/>
                      <a:gd name="T8" fmla="*/ 1 w 39"/>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40" name="Freeform 380">
                    <a:extLst>
                      <a:ext uri="{FF2B5EF4-FFF2-40B4-BE49-F238E27FC236}">
                        <a16:creationId xmlns:a16="http://schemas.microsoft.com/office/drawing/2014/main" id="{2C7FBB26-5F2C-9340-90FD-9669B41A9B67}"/>
                      </a:ext>
                    </a:extLst>
                  </p:cNvPr>
                  <p:cNvSpPr>
                    <a:spLocks/>
                  </p:cNvSpPr>
                  <p:nvPr/>
                </p:nvSpPr>
                <p:spPr bwMode="auto">
                  <a:xfrm>
                    <a:off x="994" y="3620"/>
                    <a:ext cx="32" cy="11"/>
                  </a:xfrm>
                  <a:custGeom>
                    <a:avLst/>
                    <a:gdLst>
                      <a:gd name="T0" fmla="*/ 0 w 64"/>
                      <a:gd name="T1" fmla="*/ 0 h 33"/>
                      <a:gd name="T2" fmla="*/ 1 w 64"/>
                      <a:gd name="T3" fmla="*/ 0 h 33"/>
                      <a:gd name="T4" fmla="*/ 1 w 64"/>
                      <a:gd name="T5" fmla="*/ 0 h 33"/>
                      <a:gd name="T6" fmla="*/ 1 w 64"/>
                      <a:gd name="T7" fmla="*/ 0 h 33"/>
                      <a:gd name="T8" fmla="*/ 0 w 64"/>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41" name="Freeform 381">
                    <a:extLst>
                      <a:ext uri="{FF2B5EF4-FFF2-40B4-BE49-F238E27FC236}">
                        <a16:creationId xmlns:a16="http://schemas.microsoft.com/office/drawing/2014/main" id="{7792C08A-E290-2F4C-99DF-FFB92BD1B73E}"/>
                      </a:ext>
                    </a:extLst>
                  </p:cNvPr>
                  <p:cNvSpPr>
                    <a:spLocks/>
                  </p:cNvSpPr>
                  <p:nvPr/>
                </p:nvSpPr>
                <p:spPr bwMode="auto">
                  <a:xfrm>
                    <a:off x="999" y="3632"/>
                    <a:ext cx="33" cy="9"/>
                  </a:xfrm>
                  <a:custGeom>
                    <a:avLst/>
                    <a:gdLst>
                      <a:gd name="T0" fmla="*/ 0 w 65"/>
                      <a:gd name="T1" fmla="*/ 0 h 29"/>
                      <a:gd name="T2" fmla="*/ 1 w 65"/>
                      <a:gd name="T3" fmla="*/ 0 h 29"/>
                      <a:gd name="T4" fmla="*/ 1 w 65"/>
                      <a:gd name="T5" fmla="*/ 0 h 29"/>
                      <a:gd name="T6" fmla="*/ 1 w 65"/>
                      <a:gd name="T7" fmla="*/ 0 h 29"/>
                      <a:gd name="T8" fmla="*/ 0 w 65"/>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3736" name="Group 382">
                <a:extLst>
                  <a:ext uri="{FF2B5EF4-FFF2-40B4-BE49-F238E27FC236}">
                    <a16:creationId xmlns:a16="http://schemas.microsoft.com/office/drawing/2014/main" id="{D615FBCF-DE8E-2E48-AE6A-52B312E9B685}"/>
                  </a:ext>
                </a:extLst>
              </p:cNvPr>
              <p:cNvGrpSpPr>
                <a:grpSpLocks/>
              </p:cNvGrpSpPr>
              <p:nvPr/>
            </p:nvGrpSpPr>
            <p:grpSpPr bwMode="auto">
              <a:xfrm>
                <a:off x="1002" y="3632"/>
                <a:ext cx="83" cy="63"/>
                <a:chOff x="1002" y="3632"/>
                <a:chExt cx="83" cy="63"/>
              </a:xfrm>
            </p:grpSpPr>
            <p:grpSp>
              <p:nvGrpSpPr>
                <p:cNvPr id="23819" name="Group 383">
                  <a:extLst>
                    <a:ext uri="{FF2B5EF4-FFF2-40B4-BE49-F238E27FC236}">
                      <a16:creationId xmlns:a16="http://schemas.microsoft.com/office/drawing/2014/main" id="{12266315-9811-F34D-ADE3-1185B3D5223B}"/>
                    </a:ext>
                  </a:extLst>
                </p:cNvPr>
                <p:cNvGrpSpPr>
                  <a:grpSpLocks/>
                </p:cNvGrpSpPr>
                <p:nvPr/>
              </p:nvGrpSpPr>
              <p:grpSpPr bwMode="auto">
                <a:xfrm>
                  <a:off x="1002" y="3632"/>
                  <a:ext cx="44" cy="22"/>
                  <a:chOff x="1002" y="3632"/>
                  <a:chExt cx="44" cy="22"/>
                </a:xfrm>
              </p:grpSpPr>
              <p:sp>
                <p:nvSpPr>
                  <p:cNvPr id="23832" name="Freeform 384">
                    <a:extLst>
                      <a:ext uri="{FF2B5EF4-FFF2-40B4-BE49-F238E27FC236}">
                        <a16:creationId xmlns:a16="http://schemas.microsoft.com/office/drawing/2014/main" id="{7C13F372-2775-FE4D-BAB6-86838DC4CF9E}"/>
                      </a:ext>
                    </a:extLst>
                  </p:cNvPr>
                  <p:cNvSpPr>
                    <a:spLocks/>
                  </p:cNvSpPr>
                  <p:nvPr/>
                </p:nvSpPr>
                <p:spPr bwMode="auto">
                  <a:xfrm>
                    <a:off x="1002" y="3632"/>
                    <a:ext cx="19" cy="22"/>
                  </a:xfrm>
                  <a:custGeom>
                    <a:avLst/>
                    <a:gdLst>
                      <a:gd name="T0" fmla="*/ 1 w 38"/>
                      <a:gd name="T1" fmla="*/ 0 h 68"/>
                      <a:gd name="T2" fmla="*/ 0 w 38"/>
                      <a:gd name="T3" fmla="*/ 0 h 68"/>
                      <a:gd name="T4" fmla="*/ 1 w 38"/>
                      <a:gd name="T5" fmla="*/ 0 h 68"/>
                      <a:gd name="T6" fmla="*/ 1 w 38"/>
                      <a:gd name="T7" fmla="*/ 0 h 68"/>
                      <a:gd name="T8" fmla="*/ 1 w 38"/>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33" name="Freeform 385">
                    <a:extLst>
                      <a:ext uri="{FF2B5EF4-FFF2-40B4-BE49-F238E27FC236}">
                        <a16:creationId xmlns:a16="http://schemas.microsoft.com/office/drawing/2014/main" id="{11CA8CDF-28CE-984F-BB9B-87FCE1F4DEF1}"/>
                      </a:ext>
                    </a:extLst>
                  </p:cNvPr>
                  <p:cNvSpPr>
                    <a:spLocks/>
                  </p:cNvSpPr>
                  <p:nvPr/>
                </p:nvSpPr>
                <p:spPr bwMode="auto">
                  <a:xfrm>
                    <a:off x="1008" y="3632"/>
                    <a:ext cx="33" cy="12"/>
                  </a:xfrm>
                  <a:custGeom>
                    <a:avLst/>
                    <a:gdLst>
                      <a:gd name="T0" fmla="*/ 0 w 65"/>
                      <a:gd name="T1" fmla="*/ 0 h 35"/>
                      <a:gd name="T2" fmla="*/ 1 w 65"/>
                      <a:gd name="T3" fmla="*/ 0 h 35"/>
                      <a:gd name="T4" fmla="*/ 1 w 65"/>
                      <a:gd name="T5" fmla="*/ 0 h 35"/>
                      <a:gd name="T6" fmla="*/ 1 w 65"/>
                      <a:gd name="T7" fmla="*/ 0 h 35"/>
                      <a:gd name="T8" fmla="*/ 0 w 65"/>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34" name="Freeform 386">
                    <a:extLst>
                      <a:ext uri="{FF2B5EF4-FFF2-40B4-BE49-F238E27FC236}">
                        <a16:creationId xmlns:a16="http://schemas.microsoft.com/office/drawing/2014/main" id="{AD12A2A9-1BDB-EA4B-A466-30B393FE9C17}"/>
                      </a:ext>
                    </a:extLst>
                  </p:cNvPr>
                  <p:cNvSpPr>
                    <a:spLocks/>
                  </p:cNvSpPr>
                  <p:nvPr/>
                </p:nvSpPr>
                <p:spPr bwMode="auto">
                  <a:xfrm>
                    <a:off x="1013" y="3644"/>
                    <a:ext cx="33" cy="10"/>
                  </a:xfrm>
                  <a:custGeom>
                    <a:avLst/>
                    <a:gdLst>
                      <a:gd name="T0" fmla="*/ 0 w 66"/>
                      <a:gd name="T1" fmla="*/ 0 h 28"/>
                      <a:gd name="T2" fmla="*/ 1 w 66"/>
                      <a:gd name="T3" fmla="*/ 0 h 28"/>
                      <a:gd name="T4" fmla="*/ 1 w 66"/>
                      <a:gd name="T5" fmla="*/ 0 h 28"/>
                      <a:gd name="T6" fmla="*/ 1 w 66"/>
                      <a:gd name="T7" fmla="*/ 0 h 28"/>
                      <a:gd name="T8" fmla="*/ 0 w 66"/>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820" name="Group 387">
                  <a:extLst>
                    <a:ext uri="{FF2B5EF4-FFF2-40B4-BE49-F238E27FC236}">
                      <a16:creationId xmlns:a16="http://schemas.microsoft.com/office/drawing/2014/main" id="{B06D1BD6-2C72-C940-A1F9-9DE844EC6CD8}"/>
                    </a:ext>
                  </a:extLst>
                </p:cNvPr>
                <p:cNvGrpSpPr>
                  <a:grpSpLocks/>
                </p:cNvGrpSpPr>
                <p:nvPr/>
              </p:nvGrpSpPr>
              <p:grpSpPr bwMode="auto">
                <a:xfrm>
                  <a:off x="1014" y="3645"/>
                  <a:ext cx="44" cy="23"/>
                  <a:chOff x="1014" y="3645"/>
                  <a:chExt cx="44" cy="23"/>
                </a:xfrm>
              </p:grpSpPr>
              <p:sp>
                <p:nvSpPr>
                  <p:cNvPr id="23829" name="Freeform 388">
                    <a:extLst>
                      <a:ext uri="{FF2B5EF4-FFF2-40B4-BE49-F238E27FC236}">
                        <a16:creationId xmlns:a16="http://schemas.microsoft.com/office/drawing/2014/main" id="{93FD5FC6-3E76-FF44-809A-63B8FD4269BD}"/>
                      </a:ext>
                    </a:extLst>
                  </p:cNvPr>
                  <p:cNvSpPr>
                    <a:spLocks/>
                  </p:cNvSpPr>
                  <p:nvPr/>
                </p:nvSpPr>
                <p:spPr bwMode="auto">
                  <a:xfrm>
                    <a:off x="1014" y="3645"/>
                    <a:ext cx="19" cy="23"/>
                  </a:xfrm>
                  <a:custGeom>
                    <a:avLst/>
                    <a:gdLst>
                      <a:gd name="T0" fmla="*/ 0 w 40"/>
                      <a:gd name="T1" fmla="*/ 0 h 68"/>
                      <a:gd name="T2" fmla="*/ 0 w 40"/>
                      <a:gd name="T3" fmla="*/ 0 h 68"/>
                      <a:gd name="T4" fmla="*/ 0 w 40"/>
                      <a:gd name="T5" fmla="*/ 0 h 68"/>
                      <a:gd name="T6" fmla="*/ 0 w 40"/>
                      <a:gd name="T7" fmla="*/ 0 h 68"/>
                      <a:gd name="T8" fmla="*/ 0 w 40"/>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30" name="Freeform 389">
                    <a:extLst>
                      <a:ext uri="{FF2B5EF4-FFF2-40B4-BE49-F238E27FC236}">
                        <a16:creationId xmlns:a16="http://schemas.microsoft.com/office/drawing/2014/main" id="{9E0D5B5C-D5CD-9F47-941D-6ECD660662D8}"/>
                      </a:ext>
                    </a:extLst>
                  </p:cNvPr>
                  <p:cNvSpPr>
                    <a:spLocks/>
                  </p:cNvSpPr>
                  <p:nvPr/>
                </p:nvSpPr>
                <p:spPr bwMode="auto">
                  <a:xfrm>
                    <a:off x="1021" y="3646"/>
                    <a:ext cx="32" cy="11"/>
                  </a:xfrm>
                  <a:custGeom>
                    <a:avLst/>
                    <a:gdLst>
                      <a:gd name="T0" fmla="*/ 0 w 63"/>
                      <a:gd name="T1" fmla="*/ 0 h 33"/>
                      <a:gd name="T2" fmla="*/ 1 w 63"/>
                      <a:gd name="T3" fmla="*/ 0 h 33"/>
                      <a:gd name="T4" fmla="*/ 1 w 63"/>
                      <a:gd name="T5" fmla="*/ 0 h 33"/>
                      <a:gd name="T6" fmla="*/ 1 w 63"/>
                      <a:gd name="T7" fmla="*/ 0 h 33"/>
                      <a:gd name="T8" fmla="*/ 0 w 63"/>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31" name="Freeform 390">
                    <a:extLst>
                      <a:ext uri="{FF2B5EF4-FFF2-40B4-BE49-F238E27FC236}">
                        <a16:creationId xmlns:a16="http://schemas.microsoft.com/office/drawing/2014/main" id="{4FA0C26E-2B8F-4143-9CEB-4D655FD87297}"/>
                      </a:ext>
                    </a:extLst>
                  </p:cNvPr>
                  <p:cNvSpPr>
                    <a:spLocks/>
                  </p:cNvSpPr>
                  <p:nvPr/>
                </p:nvSpPr>
                <p:spPr bwMode="auto">
                  <a:xfrm>
                    <a:off x="1026" y="3658"/>
                    <a:ext cx="32" cy="10"/>
                  </a:xfrm>
                  <a:custGeom>
                    <a:avLst/>
                    <a:gdLst>
                      <a:gd name="T0" fmla="*/ 0 w 65"/>
                      <a:gd name="T1" fmla="*/ 0 h 30"/>
                      <a:gd name="T2" fmla="*/ 0 w 65"/>
                      <a:gd name="T3" fmla="*/ 0 h 30"/>
                      <a:gd name="T4" fmla="*/ 0 w 65"/>
                      <a:gd name="T5" fmla="*/ 0 h 30"/>
                      <a:gd name="T6" fmla="*/ 0 w 65"/>
                      <a:gd name="T7" fmla="*/ 0 h 30"/>
                      <a:gd name="T8" fmla="*/ 0 w 65"/>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821" name="Group 391">
                  <a:extLst>
                    <a:ext uri="{FF2B5EF4-FFF2-40B4-BE49-F238E27FC236}">
                      <a16:creationId xmlns:a16="http://schemas.microsoft.com/office/drawing/2014/main" id="{68EA3BE9-3B0E-C045-9408-C44D728BCB40}"/>
                    </a:ext>
                  </a:extLst>
                </p:cNvPr>
                <p:cNvGrpSpPr>
                  <a:grpSpLocks/>
                </p:cNvGrpSpPr>
                <p:nvPr/>
              </p:nvGrpSpPr>
              <p:grpSpPr bwMode="auto">
                <a:xfrm>
                  <a:off x="1027" y="3659"/>
                  <a:ext cx="45" cy="23"/>
                  <a:chOff x="1027" y="3659"/>
                  <a:chExt cx="45" cy="23"/>
                </a:xfrm>
              </p:grpSpPr>
              <p:sp>
                <p:nvSpPr>
                  <p:cNvPr id="23826" name="Freeform 392">
                    <a:extLst>
                      <a:ext uri="{FF2B5EF4-FFF2-40B4-BE49-F238E27FC236}">
                        <a16:creationId xmlns:a16="http://schemas.microsoft.com/office/drawing/2014/main" id="{FB83A7AF-0B3D-0E45-988D-525C8F01D4D7}"/>
                      </a:ext>
                    </a:extLst>
                  </p:cNvPr>
                  <p:cNvSpPr>
                    <a:spLocks/>
                  </p:cNvSpPr>
                  <p:nvPr/>
                </p:nvSpPr>
                <p:spPr bwMode="auto">
                  <a:xfrm>
                    <a:off x="1027" y="3659"/>
                    <a:ext cx="20" cy="23"/>
                  </a:xfrm>
                  <a:custGeom>
                    <a:avLst/>
                    <a:gdLst>
                      <a:gd name="T0" fmla="*/ 1 w 39"/>
                      <a:gd name="T1" fmla="*/ 0 h 70"/>
                      <a:gd name="T2" fmla="*/ 0 w 39"/>
                      <a:gd name="T3" fmla="*/ 0 h 70"/>
                      <a:gd name="T4" fmla="*/ 1 w 39"/>
                      <a:gd name="T5" fmla="*/ 0 h 70"/>
                      <a:gd name="T6" fmla="*/ 1 w 39"/>
                      <a:gd name="T7" fmla="*/ 0 h 70"/>
                      <a:gd name="T8" fmla="*/ 1 w 39"/>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27" name="Freeform 393">
                    <a:extLst>
                      <a:ext uri="{FF2B5EF4-FFF2-40B4-BE49-F238E27FC236}">
                        <a16:creationId xmlns:a16="http://schemas.microsoft.com/office/drawing/2014/main" id="{6FC4B044-9DF4-4D4E-A109-9E8B146A8787}"/>
                      </a:ext>
                    </a:extLst>
                  </p:cNvPr>
                  <p:cNvSpPr>
                    <a:spLocks/>
                  </p:cNvSpPr>
                  <p:nvPr/>
                </p:nvSpPr>
                <p:spPr bwMode="auto">
                  <a:xfrm>
                    <a:off x="1033" y="3659"/>
                    <a:ext cx="33" cy="11"/>
                  </a:xfrm>
                  <a:custGeom>
                    <a:avLst/>
                    <a:gdLst>
                      <a:gd name="T0" fmla="*/ 0 w 64"/>
                      <a:gd name="T1" fmla="*/ 0 h 34"/>
                      <a:gd name="T2" fmla="*/ 1 w 64"/>
                      <a:gd name="T3" fmla="*/ 0 h 34"/>
                      <a:gd name="T4" fmla="*/ 1 w 64"/>
                      <a:gd name="T5" fmla="*/ 0 h 34"/>
                      <a:gd name="T6" fmla="*/ 1 w 64"/>
                      <a:gd name="T7" fmla="*/ 0 h 34"/>
                      <a:gd name="T8" fmla="*/ 0 w 6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28" name="Freeform 394">
                    <a:extLst>
                      <a:ext uri="{FF2B5EF4-FFF2-40B4-BE49-F238E27FC236}">
                        <a16:creationId xmlns:a16="http://schemas.microsoft.com/office/drawing/2014/main" id="{A43CA352-3C78-2C42-A244-9BD1EED39A1F}"/>
                      </a:ext>
                    </a:extLst>
                  </p:cNvPr>
                  <p:cNvSpPr>
                    <a:spLocks/>
                  </p:cNvSpPr>
                  <p:nvPr/>
                </p:nvSpPr>
                <p:spPr bwMode="auto">
                  <a:xfrm>
                    <a:off x="1039" y="3671"/>
                    <a:ext cx="33" cy="10"/>
                  </a:xfrm>
                  <a:custGeom>
                    <a:avLst/>
                    <a:gdLst>
                      <a:gd name="T0" fmla="*/ 0 w 66"/>
                      <a:gd name="T1" fmla="*/ 0 h 30"/>
                      <a:gd name="T2" fmla="*/ 1 w 66"/>
                      <a:gd name="T3" fmla="*/ 0 h 30"/>
                      <a:gd name="T4" fmla="*/ 1 w 66"/>
                      <a:gd name="T5" fmla="*/ 0 h 30"/>
                      <a:gd name="T6" fmla="*/ 1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822" name="Group 395">
                  <a:extLst>
                    <a:ext uri="{FF2B5EF4-FFF2-40B4-BE49-F238E27FC236}">
                      <a16:creationId xmlns:a16="http://schemas.microsoft.com/office/drawing/2014/main" id="{F7A16443-8EB1-C24F-AB9D-1D29B35FAA12}"/>
                    </a:ext>
                  </a:extLst>
                </p:cNvPr>
                <p:cNvGrpSpPr>
                  <a:grpSpLocks/>
                </p:cNvGrpSpPr>
                <p:nvPr/>
              </p:nvGrpSpPr>
              <p:grpSpPr bwMode="auto">
                <a:xfrm>
                  <a:off x="1040" y="3672"/>
                  <a:ext cx="45" cy="23"/>
                  <a:chOff x="1040" y="3672"/>
                  <a:chExt cx="45" cy="23"/>
                </a:xfrm>
              </p:grpSpPr>
              <p:sp>
                <p:nvSpPr>
                  <p:cNvPr id="23823" name="Freeform 396">
                    <a:extLst>
                      <a:ext uri="{FF2B5EF4-FFF2-40B4-BE49-F238E27FC236}">
                        <a16:creationId xmlns:a16="http://schemas.microsoft.com/office/drawing/2014/main" id="{59EE4796-07B1-634B-A08F-B6D2A96A5604}"/>
                      </a:ext>
                    </a:extLst>
                  </p:cNvPr>
                  <p:cNvSpPr>
                    <a:spLocks/>
                  </p:cNvSpPr>
                  <p:nvPr/>
                </p:nvSpPr>
                <p:spPr bwMode="auto">
                  <a:xfrm>
                    <a:off x="1040" y="3672"/>
                    <a:ext cx="20" cy="23"/>
                  </a:xfrm>
                  <a:custGeom>
                    <a:avLst/>
                    <a:gdLst>
                      <a:gd name="T0" fmla="*/ 0 w 41"/>
                      <a:gd name="T1" fmla="*/ 0 h 70"/>
                      <a:gd name="T2" fmla="*/ 0 w 41"/>
                      <a:gd name="T3" fmla="*/ 0 h 70"/>
                      <a:gd name="T4" fmla="*/ 0 w 41"/>
                      <a:gd name="T5" fmla="*/ 0 h 70"/>
                      <a:gd name="T6" fmla="*/ 0 w 41"/>
                      <a:gd name="T7" fmla="*/ 0 h 70"/>
                      <a:gd name="T8" fmla="*/ 0 w 41"/>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24" name="Freeform 397">
                    <a:extLst>
                      <a:ext uri="{FF2B5EF4-FFF2-40B4-BE49-F238E27FC236}">
                        <a16:creationId xmlns:a16="http://schemas.microsoft.com/office/drawing/2014/main" id="{1C45081A-BE01-AE40-BB5B-8F0C3DEF416D}"/>
                      </a:ext>
                    </a:extLst>
                  </p:cNvPr>
                  <p:cNvSpPr>
                    <a:spLocks/>
                  </p:cNvSpPr>
                  <p:nvPr/>
                </p:nvSpPr>
                <p:spPr bwMode="auto">
                  <a:xfrm>
                    <a:off x="1047" y="3672"/>
                    <a:ext cx="32" cy="12"/>
                  </a:xfrm>
                  <a:custGeom>
                    <a:avLst/>
                    <a:gdLst>
                      <a:gd name="T0" fmla="*/ 0 w 65"/>
                      <a:gd name="T1" fmla="*/ 0 h 34"/>
                      <a:gd name="T2" fmla="*/ 0 w 65"/>
                      <a:gd name="T3" fmla="*/ 0 h 34"/>
                      <a:gd name="T4" fmla="*/ 0 w 65"/>
                      <a:gd name="T5" fmla="*/ 0 h 34"/>
                      <a:gd name="T6" fmla="*/ 0 w 65"/>
                      <a:gd name="T7" fmla="*/ 0 h 34"/>
                      <a:gd name="T8" fmla="*/ 0 w 65"/>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25" name="Freeform 398">
                    <a:extLst>
                      <a:ext uri="{FF2B5EF4-FFF2-40B4-BE49-F238E27FC236}">
                        <a16:creationId xmlns:a16="http://schemas.microsoft.com/office/drawing/2014/main" id="{FFCF936F-3A09-394E-9067-C4436A0EAC71}"/>
                      </a:ext>
                    </a:extLst>
                  </p:cNvPr>
                  <p:cNvSpPr>
                    <a:spLocks/>
                  </p:cNvSpPr>
                  <p:nvPr/>
                </p:nvSpPr>
                <p:spPr bwMode="auto">
                  <a:xfrm>
                    <a:off x="1053" y="3685"/>
                    <a:ext cx="32" cy="9"/>
                  </a:xfrm>
                  <a:custGeom>
                    <a:avLst/>
                    <a:gdLst>
                      <a:gd name="T0" fmla="*/ 0 w 66"/>
                      <a:gd name="T1" fmla="*/ 0 h 28"/>
                      <a:gd name="T2" fmla="*/ 0 w 66"/>
                      <a:gd name="T3" fmla="*/ 0 h 28"/>
                      <a:gd name="T4" fmla="*/ 0 w 66"/>
                      <a:gd name="T5" fmla="*/ 0 h 28"/>
                      <a:gd name="T6" fmla="*/ 0 w 66"/>
                      <a:gd name="T7" fmla="*/ 0 h 28"/>
                      <a:gd name="T8" fmla="*/ 0 w 66"/>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3737" name="Group 399">
                <a:extLst>
                  <a:ext uri="{FF2B5EF4-FFF2-40B4-BE49-F238E27FC236}">
                    <a16:creationId xmlns:a16="http://schemas.microsoft.com/office/drawing/2014/main" id="{E70C1254-F50D-864A-83BE-23DF829F2B3F}"/>
                  </a:ext>
                </a:extLst>
              </p:cNvPr>
              <p:cNvGrpSpPr>
                <a:grpSpLocks/>
              </p:cNvGrpSpPr>
              <p:nvPr/>
            </p:nvGrpSpPr>
            <p:grpSpPr bwMode="auto">
              <a:xfrm>
                <a:off x="1054" y="3685"/>
                <a:ext cx="45" cy="23"/>
                <a:chOff x="1054" y="3685"/>
                <a:chExt cx="45" cy="23"/>
              </a:xfrm>
            </p:grpSpPr>
            <p:sp>
              <p:nvSpPr>
                <p:cNvPr id="23816" name="Freeform 400">
                  <a:extLst>
                    <a:ext uri="{FF2B5EF4-FFF2-40B4-BE49-F238E27FC236}">
                      <a16:creationId xmlns:a16="http://schemas.microsoft.com/office/drawing/2014/main" id="{8778670B-F525-4B4C-82DB-4F52ABD23B75}"/>
                    </a:ext>
                  </a:extLst>
                </p:cNvPr>
                <p:cNvSpPr>
                  <a:spLocks/>
                </p:cNvSpPr>
                <p:nvPr/>
              </p:nvSpPr>
              <p:spPr bwMode="auto">
                <a:xfrm>
                  <a:off x="1054" y="3685"/>
                  <a:ext cx="20" cy="23"/>
                </a:xfrm>
                <a:custGeom>
                  <a:avLst/>
                  <a:gdLst>
                    <a:gd name="T0" fmla="*/ 1 w 39"/>
                    <a:gd name="T1" fmla="*/ 0 h 70"/>
                    <a:gd name="T2" fmla="*/ 0 w 39"/>
                    <a:gd name="T3" fmla="*/ 0 h 70"/>
                    <a:gd name="T4" fmla="*/ 1 w 39"/>
                    <a:gd name="T5" fmla="*/ 0 h 70"/>
                    <a:gd name="T6" fmla="*/ 1 w 39"/>
                    <a:gd name="T7" fmla="*/ 0 h 70"/>
                    <a:gd name="T8" fmla="*/ 1 w 39"/>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17" name="Freeform 401">
                  <a:extLst>
                    <a:ext uri="{FF2B5EF4-FFF2-40B4-BE49-F238E27FC236}">
                      <a16:creationId xmlns:a16="http://schemas.microsoft.com/office/drawing/2014/main" id="{363E12F8-81C3-BE4C-BF77-D158BD164076}"/>
                    </a:ext>
                  </a:extLst>
                </p:cNvPr>
                <p:cNvSpPr>
                  <a:spLocks/>
                </p:cNvSpPr>
                <p:nvPr/>
              </p:nvSpPr>
              <p:spPr bwMode="auto">
                <a:xfrm>
                  <a:off x="1061" y="3685"/>
                  <a:ext cx="32" cy="12"/>
                </a:xfrm>
                <a:custGeom>
                  <a:avLst/>
                  <a:gdLst>
                    <a:gd name="T0" fmla="*/ 0 w 63"/>
                    <a:gd name="T1" fmla="*/ 0 h 35"/>
                    <a:gd name="T2" fmla="*/ 1 w 63"/>
                    <a:gd name="T3" fmla="*/ 0 h 35"/>
                    <a:gd name="T4" fmla="*/ 1 w 63"/>
                    <a:gd name="T5" fmla="*/ 0 h 35"/>
                    <a:gd name="T6" fmla="*/ 1 w 63"/>
                    <a:gd name="T7" fmla="*/ 0 h 35"/>
                    <a:gd name="T8" fmla="*/ 0 w 63"/>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18" name="Freeform 402">
                  <a:extLst>
                    <a:ext uri="{FF2B5EF4-FFF2-40B4-BE49-F238E27FC236}">
                      <a16:creationId xmlns:a16="http://schemas.microsoft.com/office/drawing/2014/main" id="{8838FA2C-213C-B04C-BB02-7A4397ADE518}"/>
                    </a:ext>
                  </a:extLst>
                </p:cNvPr>
                <p:cNvSpPr>
                  <a:spLocks/>
                </p:cNvSpPr>
                <p:nvPr/>
              </p:nvSpPr>
              <p:spPr bwMode="auto">
                <a:xfrm>
                  <a:off x="1066" y="3697"/>
                  <a:ext cx="33" cy="10"/>
                </a:xfrm>
                <a:custGeom>
                  <a:avLst/>
                  <a:gdLst>
                    <a:gd name="T0" fmla="*/ 0 w 64"/>
                    <a:gd name="T1" fmla="*/ 0 h 30"/>
                    <a:gd name="T2" fmla="*/ 1 w 64"/>
                    <a:gd name="T3" fmla="*/ 0 h 30"/>
                    <a:gd name="T4" fmla="*/ 1 w 64"/>
                    <a:gd name="T5" fmla="*/ 0 h 30"/>
                    <a:gd name="T6" fmla="*/ 1 w 64"/>
                    <a:gd name="T7" fmla="*/ 0 h 30"/>
                    <a:gd name="T8" fmla="*/ 0 w 64"/>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38" name="Group 403">
                <a:extLst>
                  <a:ext uri="{FF2B5EF4-FFF2-40B4-BE49-F238E27FC236}">
                    <a16:creationId xmlns:a16="http://schemas.microsoft.com/office/drawing/2014/main" id="{AEE8FD1D-47D3-A84E-B32A-D400312E1FFA}"/>
                  </a:ext>
                </a:extLst>
              </p:cNvPr>
              <p:cNvGrpSpPr>
                <a:grpSpLocks/>
              </p:cNvGrpSpPr>
              <p:nvPr/>
            </p:nvGrpSpPr>
            <p:grpSpPr bwMode="auto">
              <a:xfrm>
                <a:off x="1067" y="3698"/>
                <a:ext cx="45" cy="23"/>
                <a:chOff x="1067" y="3698"/>
                <a:chExt cx="45" cy="23"/>
              </a:xfrm>
            </p:grpSpPr>
            <p:sp>
              <p:nvSpPr>
                <p:cNvPr id="23813" name="Freeform 404">
                  <a:extLst>
                    <a:ext uri="{FF2B5EF4-FFF2-40B4-BE49-F238E27FC236}">
                      <a16:creationId xmlns:a16="http://schemas.microsoft.com/office/drawing/2014/main" id="{B9441640-7233-6342-8ABE-5DA5A38DA4D2}"/>
                    </a:ext>
                  </a:extLst>
                </p:cNvPr>
                <p:cNvSpPr>
                  <a:spLocks/>
                </p:cNvSpPr>
                <p:nvPr/>
              </p:nvSpPr>
              <p:spPr bwMode="auto">
                <a:xfrm>
                  <a:off x="1067" y="3698"/>
                  <a:ext cx="20" cy="23"/>
                </a:xfrm>
                <a:custGeom>
                  <a:avLst/>
                  <a:gdLst>
                    <a:gd name="T0" fmla="*/ 1 w 39"/>
                    <a:gd name="T1" fmla="*/ 0 h 69"/>
                    <a:gd name="T2" fmla="*/ 0 w 39"/>
                    <a:gd name="T3" fmla="*/ 0 h 69"/>
                    <a:gd name="T4" fmla="*/ 1 w 39"/>
                    <a:gd name="T5" fmla="*/ 0 h 69"/>
                    <a:gd name="T6" fmla="*/ 1 w 39"/>
                    <a:gd name="T7" fmla="*/ 0 h 69"/>
                    <a:gd name="T8" fmla="*/ 1 w 39"/>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14" name="Freeform 405">
                  <a:extLst>
                    <a:ext uri="{FF2B5EF4-FFF2-40B4-BE49-F238E27FC236}">
                      <a16:creationId xmlns:a16="http://schemas.microsoft.com/office/drawing/2014/main" id="{54691EC7-F461-3A4F-9328-141807645B2F}"/>
                    </a:ext>
                  </a:extLst>
                </p:cNvPr>
                <p:cNvSpPr>
                  <a:spLocks/>
                </p:cNvSpPr>
                <p:nvPr/>
              </p:nvSpPr>
              <p:spPr bwMode="auto">
                <a:xfrm>
                  <a:off x="1074" y="3699"/>
                  <a:ext cx="32" cy="11"/>
                </a:xfrm>
                <a:custGeom>
                  <a:avLst/>
                  <a:gdLst>
                    <a:gd name="T0" fmla="*/ 0 w 64"/>
                    <a:gd name="T1" fmla="*/ 0 h 34"/>
                    <a:gd name="T2" fmla="*/ 1 w 64"/>
                    <a:gd name="T3" fmla="*/ 0 h 34"/>
                    <a:gd name="T4" fmla="*/ 1 w 64"/>
                    <a:gd name="T5" fmla="*/ 0 h 34"/>
                    <a:gd name="T6" fmla="*/ 1 w 64"/>
                    <a:gd name="T7" fmla="*/ 0 h 34"/>
                    <a:gd name="T8" fmla="*/ 0 w 6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15" name="Freeform 406">
                  <a:extLst>
                    <a:ext uri="{FF2B5EF4-FFF2-40B4-BE49-F238E27FC236}">
                      <a16:creationId xmlns:a16="http://schemas.microsoft.com/office/drawing/2014/main" id="{E226763B-2541-F447-8DEE-D05E84F8071C}"/>
                    </a:ext>
                  </a:extLst>
                </p:cNvPr>
                <p:cNvSpPr>
                  <a:spLocks/>
                </p:cNvSpPr>
                <p:nvPr/>
              </p:nvSpPr>
              <p:spPr bwMode="auto">
                <a:xfrm>
                  <a:off x="1079" y="3711"/>
                  <a:ext cx="33" cy="10"/>
                </a:xfrm>
                <a:custGeom>
                  <a:avLst/>
                  <a:gdLst>
                    <a:gd name="T0" fmla="*/ 0 w 65"/>
                    <a:gd name="T1" fmla="*/ 0 h 30"/>
                    <a:gd name="T2" fmla="*/ 1 w 65"/>
                    <a:gd name="T3" fmla="*/ 0 h 30"/>
                    <a:gd name="T4" fmla="*/ 1 w 65"/>
                    <a:gd name="T5" fmla="*/ 0 h 30"/>
                    <a:gd name="T6" fmla="*/ 1 w 65"/>
                    <a:gd name="T7" fmla="*/ 0 h 30"/>
                    <a:gd name="T8" fmla="*/ 0 w 65"/>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39" name="Group 407">
                <a:extLst>
                  <a:ext uri="{FF2B5EF4-FFF2-40B4-BE49-F238E27FC236}">
                    <a16:creationId xmlns:a16="http://schemas.microsoft.com/office/drawing/2014/main" id="{DC204F78-6795-2C46-BF2B-45A3FBA04087}"/>
                  </a:ext>
                </a:extLst>
              </p:cNvPr>
              <p:cNvGrpSpPr>
                <a:grpSpLocks/>
              </p:cNvGrpSpPr>
              <p:nvPr/>
            </p:nvGrpSpPr>
            <p:grpSpPr bwMode="auto">
              <a:xfrm>
                <a:off x="1079" y="3712"/>
                <a:ext cx="44" cy="23"/>
                <a:chOff x="1079" y="3712"/>
                <a:chExt cx="44" cy="23"/>
              </a:xfrm>
            </p:grpSpPr>
            <p:sp>
              <p:nvSpPr>
                <p:cNvPr id="23810" name="Freeform 408">
                  <a:extLst>
                    <a:ext uri="{FF2B5EF4-FFF2-40B4-BE49-F238E27FC236}">
                      <a16:creationId xmlns:a16="http://schemas.microsoft.com/office/drawing/2014/main" id="{1F1339C2-9C2D-FA4D-A4F7-D98AF0BB1A70}"/>
                    </a:ext>
                  </a:extLst>
                </p:cNvPr>
                <p:cNvSpPr>
                  <a:spLocks/>
                </p:cNvSpPr>
                <p:nvPr/>
              </p:nvSpPr>
              <p:spPr bwMode="auto">
                <a:xfrm>
                  <a:off x="1079" y="3712"/>
                  <a:ext cx="21" cy="23"/>
                </a:xfrm>
                <a:custGeom>
                  <a:avLst/>
                  <a:gdLst>
                    <a:gd name="T0" fmla="*/ 1 w 41"/>
                    <a:gd name="T1" fmla="*/ 0 h 68"/>
                    <a:gd name="T2" fmla="*/ 0 w 41"/>
                    <a:gd name="T3" fmla="*/ 0 h 68"/>
                    <a:gd name="T4" fmla="*/ 1 w 41"/>
                    <a:gd name="T5" fmla="*/ 0 h 68"/>
                    <a:gd name="T6" fmla="*/ 1 w 41"/>
                    <a:gd name="T7" fmla="*/ 0 h 68"/>
                    <a:gd name="T8" fmla="*/ 1 w 41"/>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11" name="Freeform 409">
                  <a:extLst>
                    <a:ext uri="{FF2B5EF4-FFF2-40B4-BE49-F238E27FC236}">
                      <a16:creationId xmlns:a16="http://schemas.microsoft.com/office/drawing/2014/main" id="{A4E3612C-9924-4840-9931-E76A951DF2BF}"/>
                    </a:ext>
                  </a:extLst>
                </p:cNvPr>
                <p:cNvSpPr>
                  <a:spLocks/>
                </p:cNvSpPr>
                <p:nvPr/>
              </p:nvSpPr>
              <p:spPr bwMode="auto">
                <a:xfrm>
                  <a:off x="1087" y="3713"/>
                  <a:ext cx="31" cy="10"/>
                </a:xfrm>
                <a:custGeom>
                  <a:avLst/>
                  <a:gdLst>
                    <a:gd name="T0" fmla="*/ 0 w 63"/>
                    <a:gd name="T1" fmla="*/ 0 h 32"/>
                    <a:gd name="T2" fmla="*/ 0 w 63"/>
                    <a:gd name="T3" fmla="*/ 0 h 32"/>
                    <a:gd name="T4" fmla="*/ 0 w 63"/>
                    <a:gd name="T5" fmla="*/ 0 h 32"/>
                    <a:gd name="T6" fmla="*/ 0 w 63"/>
                    <a:gd name="T7" fmla="*/ 0 h 32"/>
                    <a:gd name="T8" fmla="*/ 0 w 63"/>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12" name="Freeform 410">
                  <a:extLst>
                    <a:ext uri="{FF2B5EF4-FFF2-40B4-BE49-F238E27FC236}">
                      <a16:creationId xmlns:a16="http://schemas.microsoft.com/office/drawing/2014/main" id="{50BDCAE0-8114-C949-85CB-2A745AE206DA}"/>
                    </a:ext>
                  </a:extLst>
                </p:cNvPr>
                <p:cNvSpPr>
                  <a:spLocks/>
                </p:cNvSpPr>
                <p:nvPr/>
              </p:nvSpPr>
              <p:spPr bwMode="auto">
                <a:xfrm>
                  <a:off x="1092" y="3724"/>
                  <a:ext cx="31" cy="11"/>
                </a:xfrm>
                <a:custGeom>
                  <a:avLst/>
                  <a:gdLst>
                    <a:gd name="T0" fmla="*/ 0 w 63"/>
                    <a:gd name="T1" fmla="*/ 0 h 31"/>
                    <a:gd name="T2" fmla="*/ 0 w 63"/>
                    <a:gd name="T3" fmla="*/ 0 h 31"/>
                    <a:gd name="T4" fmla="*/ 0 w 63"/>
                    <a:gd name="T5" fmla="*/ 0 h 31"/>
                    <a:gd name="T6" fmla="*/ 0 w 63"/>
                    <a:gd name="T7" fmla="*/ 0 h 31"/>
                    <a:gd name="T8" fmla="*/ 0 w 63"/>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40" name="Group 411">
                <a:extLst>
                  <a:ext uri="{FF2B5EF4-FFF2-40B4-BE49-F238E27FC236}">
                    <a16:creationId xmlns:a16="http://schemas.microsoft.com/office/drawing/2014/main" id="{C555FEA1-270B-8647-9BCE-ACD2BDFFC036}"/>
                  </a:ext>
                </a:extLst>
              </p:cNvPr>
              <p:cNvGrpSpPr>
                <a:grpSpLocks/>
              </p:cNvGrpSpPr>
              <p:nvPr/>
            </p:nvGrpSpPr>
            <p:grpSpPr bwMode="auto">
              <a:xfrm>
                <a:off x="1093" y="3725"/>
                <a:ext cx="45" cy="23"/>
                <a:chOff x="1093" y="3725"/>
                <a:chExt cx="45" cy="23"/>
              </a:xfrm>
            </p:grpSpPr>
            <p:sp>
              <p:nvSpPr>
                <p:cNvPr id="23807" name="Freeform 412">
                  <a:extLst>
                    <a:ext uri="{FF2B5EF4-FFF2-40B4-BE49-F238E27FC236}">
                      <a16:creationId xmlns:a16="http://schemas.microsoft.com/office/drawing/2014/main" id="{8B209540-079A-164E-899A-C93CEF61797C}"/>
                    </a:ext>
                  </a:extLst>
                </p:cNvPr>
                <p:cNvSpPr>
                  <a:spLocks/>
                </p:cNvSpPr>
                <p:nvPr/>
              </p:nvSpPr>
              <p:spPr bwMode="auto">
                <a:xfrm>
                  <a:off x="1093" y="3725"/>
                  <a:ext cx="20" cy="23"/>
                </a:xfrm>
                <a:custGeom>
                  <a:avLst/>
                  <a:gdLst>
                    <a:gd name="T0" fmla="*/ 1 w 40"/>
                    <a:gd name="T1" fmla="*/ 0 h 68"/>
                    <a:gd name="T2" fmla="*/ 0 w 40"/>
                    <a:gd name="T3" fmla="*/ 0 h 68"/>
                    <a:gd name="T4" fmla="*/ 1 w 40"/>
                    <a:gd name="T5" fmla="*/ 0 h 68"/>
                    <a:gd name="T6" fmla="*/ 1 w 40"/>
                    <a:gd name="T7" fmla="*/ 0 h 68"/>
                    <a:gd name="T8" fmla="*/ 1 w 40"/>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08" name="Freeform 413">
                  <a:extLst>
                    <a:ext uri="{FF2B5EF4-FFF2-40B4-BE49-F238E27FC236}">
                      <a16:creationId xmlns:a16="http://schemas.microsoft.com/office/drawing/2014/main" id="{187386DE-DEE8-AA4E-BE24-44046B1F8D2D}"/>
                    </a:ext>
                  </a:extLst>
                </p:cNvPr>
                <p:cNvSpPr>
                  <a:spLocks/>
                </p:cNvSpPr>
                <p:nvPr/>
              </p:nvSpPr>
              <p:spPr bwMode="auto">
                <a:xfrm>
                  <a:off x="1100" y="3726"/>
                  <a:ext cx="32" cy="11"/>
                </a:xfrm>
                <a:custGeom>
                  <a:avLst/>
                  <a:gdLst>
                    <a:gd name="T0" fmla="*/ 0 w 64"/>
                    <a:gd name="T1" fmla="*/ 0 h 34"/>
                    <a:gd name="T2" fmla="*/ 1 w 64"/>
                    <a:gd name="T3" fmla="*/ 0 h 34"/>
                    <a:gd name="T4" fmla="*/ 1 w 64"/>
                    <a:gd name="T5" fmla="*/ 0 h 34"/>
                    <a:gd name="T6" fmla="*/ 1 w 64"/>
                    <a:gd name="T7" fmla="*/ 0 h 34"/>
                    <a:gd name="T8" fmla="*/ 0 w 6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09" name="Freeform 414">
                  <a:extLst>
                    <a:ext uri="{FF2B5EF4-FFF2-40B4-BE49-F238E27FC236}">
                      <a16:creationId xmlns:a16="http://schemas.microsoft.com/office/drawing/2014/main" id="{5C5250DF-8080-1041-ABD8-FDE1E83648BA}"/>
                    </a:ext>
                  </a:extLst>
                </p:cNvPr>
                <p:cNvSpPr>
                  <a:spLocks/>
                </p:cNvSpPr>
                <p:nvPr/>
              </p:nvSpPr>
              <p:spPr bwMode="auto">
                <a:xfrm>
                  <a:off x="1106" y="3738"/>
                  <a:ext cx="32" cy="9"/>
                </a:xfrm>
                <a:custGeom>
                  <a:avLst/>
                  <a:gdLst>
                    <a:gd name="T0" fmla="*/ 0 w 65"/>
                    <a:gd name="T1" fmla="*/ 0 h 28"/>
                    <a:gd name="T2" fmla="*/ 0 w 65"/>
                    <a:gd name="T3" fmla="*/ 0 h 28"/>
                    <a:gd name="T4" fmla="*/ 0 w 65"/>
                    <a:gd name="T5" fmla="*/ 0 h 28"/>
                    <a:gd name="T6" fmla="*/ 0 w 65"/>
                    <a:gd name="T7" fmla="*/ 0 h 28"/>
                    <a:gd name="T8" fmla="*/ 0 w 65"/>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41" name="Group 415">
                <a:extLst>
                  <a:ext uri="{FF2B5EF4-FFF2-40B4-BE49-F238E27FC236}">
                    <a16:creationId xmlns:a16="http://schemas.microsoft.com/office/drawing/2014/main" id="{FBB33FA1-D50E-A848-BAB0-64F7DEE497F1}"/>
                  </a:ext>
                </a:extLst>
              </p:cNvPr>
              <p:cNvGrpSpPr>
                <a:grpSpLocks/>
              </p:cNvGrpSpPr>
              <p:nvPr/>
            </p:nvGrpSpPr>
            <p:grpSpPr bwMode="auto">
              <a:xfrm>
                <a:off x="1108" y="3739"/>
                <a:ext cx="44" cy="23"/>
                <a:chOff x="1108" y="3739"/>
                <a:chExt cx="44" cy="23"/>
              </a:xfrm>
            </p:grpSpPr>
            <p:sp>
              <p:nvSpPr>
                <p:cNvPr id="23804" name="Freeform 416">
                  <a:extLst>
                    <a:ext uri="{FF2B5EF4-FFF2-40B4-BE49-F238E27FC236}">
                      <a16:creationId xmlns:a16="http://schemas.microsoft.com/office/drawing/2014/main" id="{B6605DBE-60A8-D346-927F-23B5C210EFB8}"/>
                    </a:ext>
                  </a:extLst>
                </p:cNvPr>
                <p:cNvSpPr>
                  <a:spLocks/>
                </p:cNvSpPr>
                <p:nvPr/>
              </p:nvSpPr>
              <p:spPr bwMode="auto">
                <a:xfrm>
                  <a:off x="1108" y="3739"/>
                  <a:ext cx="19" cy="23"/>
                </a:xfrm>
                <a:custGeom>
                  <a:avLst/>
                  <a:gdLst>
                    <a:gd name="T0" fmla="*/ 0 w 40"/>
                    <a:gd name="T1" fmla="*/ 0 h 69"/>
                    <a:gd name="T2" fmla="*/ 0 w 40"/>
                    <a:gd name="T3" fmla="*/ 0 h 69"/>
                    <a:gd name="T4" fmla="*/ 0 w 40"/>
                    <a:gd name="T5" fmla="*/ 0 h 69"/>
                    <a:gd name="T6" fmla="*/ 0 w 40"/>
                    <a:gd name="T7" fmla="*/ 0 h 69"/>
                    <a:gd name="T8" fmla="*/ 0 w 40"/>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05" name="Freeform 417">
                  <a:extLst>
                    <a:ext uri="{FF2B5EF4-FFF2-40B4-BE49-F238E27FC236}">
                      <a16:creationId xmlns:a16="http://schemas.microsoft.com/office/drawing/2014/main" id="{DCB42102-6784-2F46-9EF4-D1CB16DBCA19}"/>
                    </a:ext>
                  </a:extLst>
                </p:cNvPr>
                <p:cNvSpPr>
                  <a:spLocks/>
                </p:cNvSpPr>
                <p:nvPr/>
              </p:nvSpPr>
              <p:spPr bwMode="auto">
                <a:xfrm>
                  <a:off x="1114" y="3740"/>
                  <a:ext cx="32" cy="11"/>
                </a:xfrm>
                <a:custGeom>
                  <a:avLst/>
                  <a:gdLst>
                    <a:gd name="T0" fmla="*/ 0 w 64"/>
                    <a:gd name="T1" fmla="*/ 0 h 35"/>
                    <a:gd name="T2" fmla="*/ 1 w 64"/>
                    <a:gd name="T3" fmla="*/ 0 h 35"/>
                    <a:gd name="T4" fmla="*/ 1 w 64"/>
                    <a:gd name="T5" fmla="*/ 0 h 35"/>
                    <a:gd name="T6" fmla="*/ 1 w 64"/>
                    <a:gd name="T7" fmla="*/ 0 h 35"/>
                    <a:gd name="T8" fmla="*/ 0 w 64"/>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06" name="Freeform 418">
                  <a:extLst>
                    <a:ext uri="{FF2B5EF4-FFF2-40B4-BE49-F238E27FC236}">
                      <a16:creationId xmlns:a16="http://schemas.microsoft.com/office/drawing/2014/main" id="{9BE3BCBF-73A7-B144-9289-F5F59A9E8CA9}"/>
                    </a:ext>
                  </a:extLst>
                </p:cNvPr>
                <p:cNvSpPr>
                  <a:spLocks/>
                </p:cNvSpPr>
                <p:nvPr/>
              </p:nvSpPr>
              <p:spPr bwMode="auto">
                <a:xfrm>
                  <a:off x="1120" y="3752"/>
                  <a:ext cx="32" cy="10"/>
                </a:xfrm>
                <a:custGeom>
                  <a:avLst/>
                  <a:gdLst>
                    <a:gd name="T0" fmla="*/ 0 w 66"/>
                    <a:gd name="T1" fmla="*/ 0 h 30"/>
                    <a:gd name="T2" fmla="*/ 0 w 66"/>
                    <a:gd name="T3" fmla="*/ 0 h 30"/>
                    <a:gd name="T4" fmla="*/ 0 w 66"/>
                    <a:gd name="T5" fmla="*/ 0 h 30"/>
                    <a:gd name="T6" fmla="*/ 0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42" name="Group 419">
                <a:extLst>
                  <a:ext uri="{FF2B5EF4-FFF2-40B4-BE49-F238E27FC236}">
                    <a16:creationId xmlns:a16="http://schemas.microsoft.com/office/drawing/2014/main" id="{CC959E96-23F9-0F4D-8216-61E74755D354}"/>
                  </a:ext>
                </a:extLst>
              </p:cNvPr>
              <p:cNvGrpSpPr>
                <a:grpSpLocks/>
              </p:cNvGrpSpPr>
              <p:nvPr/>
            </p:nvGrpSpPr>
            <p:grpSpPr bwMode="auto">
              <a:xfrm>
                <a:off x="1121" y="3753"/>
                <a:ext cx="45" cy="23"/>
                <a:chOff x="1121" y="3753"/>
                <a:chExt cx="45" cy="23"/>
              </a:xfrm>
            </p:grpSpPr>
            <p:sp>
              <p:nvSpPr>
                <p:cNvPr id="23801" name="Freeform 420">
                  <a:extLst>
                    <a:ext uri="{FF2B5EF4-FFF2-40B4-BE49-F238E27FC236}">
                      <a16:creationId xmlns:a16="http://schemas.microsoft.com/office/drawing/2014/main" id="{638A9CB7-5AD2-7C4C-BF15-CD40405AA5AA}"/>
                    </a:ext>
                  </a:extLst>
                </p:cNvPr>
                <p:cNvSpPr>
                  <a:spLocks/>
                </p:cNvSpPr>
                <p:nvPr/>
              </p:nvSpPr>
              <p:spPr bwMode="auto">
                <a:xfrm>
                  <a:off x="1121" y="3753"/>
                  <a:ext cx="20" cy="23"/>
                </a:xfrm>
                <a:custGeom>
                  <a:avLst/>
                  <a:gdLst>
                    <a:gd name="T0" fmla="*/ 1 w 39"/>
                    <a:gd name="T1" fmla="*/ 0 h 68"/>
                    <a:gd name="T2" fmla="*/ 0 w 39"/>
                    <a:gd name="T3" fmla="*/ 0 h 68"/>
                    <a:gd name="T4" fmla="*/ 1 w 39"/>
                    <a:gd name="T5" fmla="*/ 0 h 68"/>
                    <a:gd name="T6" fmla="*/ 1 w 39"/>
                    <a:gd name="T7" fmla="*/ 0 h 68"/>
                    <a:gd name="T8" fmla="*/ 1 w 39"/>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02" name="Freeform 421">
                  <a:extLst>
                    <a:ext uri="{FF2B5EF4-FFF2-40B4-BE49-F238E27FC236}">
                      <a16:creationId xmlns:a16="http://schemas.microsoft.com/office/drawing/2014/main" id="{EE064014-70BD-3B45-AF04-48508CD6D620}"/>
                    </a:ext>
                  </a:extLst>
                </p:cNvPr>
                <p:cNvSpPr>
                  <a:spLocks/>
                </p:cNvSpPr>
                <p:nvPr/>
              </p:nvSpPr>
              <p:spPr bwMode="auto">
                <a:xfrm>
                  <a:off x="1127" y="3753"/>
                  <a:ext cx="33" cy="12"/>
                </a:xfrm>
                <a:custGeom>
                  <a:avLst/>
                  <a:gdLst>
                    <a:gd name="T0" fmla="*/ 0 w 64"/>
                    <a:gd name="T1" fmla="*/ 0 h 35"/>
                    <a:gd name="T2" fmla="*/ 1 w 64"/>
                    <a:gd name="T3" fmla="*/ 0 h 35"/>
                    <a:gd name="T4" fmla="*/ 1 w 64"/>
                    <a:gd name="T5" fmla="*/ 0 h 35"/>
                    <a:gd name="T6" fmla="*/ 1 w 64"/>
                    <a:gd name="T7" fmla="*/ 0 h 35"/>
                    <a:gd name="T8" fmla="*/ 0 w 64"/>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03" name="Freeform 422">
                  <a:extLst>
                    <a:ext uri="{FF2B5EF4-FFF2-40B4-BE49-F238E27FC236}">
                      <a16:creationId xmlns:a16="http://schemas.microsoft.com/office/drawing/2014/main" id="{AE8B1379-96EC-4647-9F8B-24FC57DBF75C}"/>
                    </a:ext>
                  </a:extLst>
                </p:cNvPr>
                <p:cNvSpPr>
                  <a:spLocks/>
                </p:cNvSpPr>
                <p:nvPr/>
              </p:nvSpPr>
              <p:spPr bwMode="auto">
                <a:xfrm>
                  <a:off x="1133" y="3766"/>
                  <a:ext cx="33" cy="9"/>
                </a:xfrm>
                <a:custGeom>
                  <a:avLst/>
                  <a:gdLst>
                    <a:gd name="T0" fmla="*/ 0 w 66"/>
                    <a:gd name="T1" fmla="*/ 0 h 29"/>
                    <a:gd name="T2" fmla="*/ 1 w 66"/>
                    <a:gd name="T3" fmla="*/ 0 h 29"/>
                    <a:gd name="T4" fmla="*/ 1 w 66"/>
                    <a:gd name="T5" fmla="*/ 0 h 29"/>
                    <a:gd name="T6" fmla="*/ 1 w 66"/>
                    <a:gd name="T7" fmla="*/ 0 h 29"/>
                    <a:gd name="T8" fmla="*/ 0 w 66"/>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43" name="Group 423">
                <a:extLst>
                  <a:ext uri="{FF2B5EF4-FFF2-40B4-BE49-F238E27FC236}">
                    <a16:creationId xmlns:a16="http://schemas.microsoft.com/office/drawing/2014/main" id="{8C5453C1-ADB8-D441-BE1F-BD04B3095350}"/>
                  </a:ext>
                </a:extLst>
              </p:cNvPr>
              <p:cNvGrpSpPr>
                <a:grpSpLocks/>
              </p:cNvGrpSpPr>
              <p:nvPr/>
            </p:nvGrpSpPr>
            <p:grpSpPr bwMode="auto">
              <a:xfrm>
                <a:off x="1133" y="3767"/>
                <a:ext cx="44" cy="23"/>
                <a:chOff x="1133" y="3767"/>
                <a:chExt cx="44" cy="23"/>
              </a:xfrm>
            </p:grpSpPr>
            <p:sp>
              <p:nvSpPr>
                <p:cNvPr id="23798" name="Freeform 424">
                  <a:extLst>
                    <a:ext uri="{FF2B5EF4-FFF2-40B4-BE49-F238E27FC236}">
                      <a16:creationId xmlns:a16="http://schemas.microsoft.com/office/drawing/2014/main" id="{8C630355-1F3E-F342-8280-3A04FB75DD91}"/>
                    </a:ext>
                  </a:extLst>
                </p:cNvPr>
                <p:cNvSpPr>
                  <a:spLocks/>
                </p:cNvSpPr>
                <p:nvPr/>
              </p:nvSpPr>
              <p:spPr bwMode="auto">
                <a:xfrm>
                  <a:off x="1133" y="3767"/>
                  <a:ext cx="20" cy="23"/>
                </a:xfrm>
                <a:custGeom>
                  <a:avLst/>
                  <a:gdLst>
                    <a:gd name="T0" fmla="*/ 1 w 39"/>
                    <a:gd name="T1" fmla="*/ 0 h 69"/>
                    <a:gd name="T2" fmla="*/ 0 w 39"/>
                    <a:gd name="T3" fmla="*/ 0 h 69"/>
                    <a:gd name="T4" fmla="*/ 1 w 39"/>
                    <a:gd name="T5" fmla="*/ 0 h 69"/>
                    <a:gd name="T6" fmla="*/ 1 w 39"/>
                    <a:gd name="T7" fmla="*/ 0 h 69"/>
                    <a:gd name="T8" fmla="*/ 1 w 39"/>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99" name="Freeform 425">
                  <a:extLst>
                    <a:ext uri="{FF2B5EF4-FFF2-40B4-BE49-F238E27FC236}">
                      <a16:creationId xmlns:a16="http://schemas.microsoft.com/office/drawing/2014/main" id="{82D39CDB-2E70-7341-8467-0088C315D22E}"/>
                    </a:ext>
                  </a:extLst>
                </p:cNvPr>
                <p:cNvSpPr>
                  <a:spLocks/>
                </p:cNvSpPr>
                <p:nvPr/>
              </p:nvSpPr>
              <p:spPr bwMode="auto">
                <a:xfrm>
                  <a:off x="1140" y="3767"/>
                  <a:ext cx="32" cy="11"/>
                </a:xfrm>
                <a:custGeom>
                  <a:avLst/>
                  <a:gdLst>
                    <a:gd name="T0" fmla="*/ 0 w 64"/>
                    <a:gd name="T1" fmla="*/ 0 h 33"/>
                    <a:gd name="T2" fmla="*/ 1 w 64"/>
                    <a:gd name="T3" fmla="*/ 0 h 33"/>
                    <a:gd name="T4" fmla="*/ 1 w 64"/>
                    <a:gd name="T5" fmla="*/ 0 h 33"/>
                    <a:gd name="T6" fmla="*/ 1 w 64"/>
                    <a:gd name="T7" fmla="*/ 0 h 33"/>
                    <a:gd name="T8" fmla="*/ 0 w 64"/>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00" name="Freeform 426">
                  <a:extLst>
                    <a:ext uri="{FF2B5EF4-FFF2-40B4-BE49-F238E27FC236}">
                      <a16:creationId xmlns:a16="http://schemas.microsoft.com/office/drawing/2014/main" id="{F8F8D8E5-4A14-4D4E-9331-12CF41CD4417}"/>
                    </a:ext>
                  </a:extLst>
                </p:cNvPr>
                <p:cNvSpPr>
                  <a:spLocks/>
                </p:cNvSpPr>
                <p:nvPr/>
              </p:nvSpPr>
              <p:spPr bwMode="auto">
                <a:xfrm>
                  <a:off x="1146" y="3779"/>
                  <a:ext cx="31" cy="10"/>
                </a:xfrm>
                <a:custGeom>
                  <a:avLst/>
                  <a:gdLst>
                    <a:gd name="T0" fmla="*/ 0 w 63"/>
                    <a:gd name="T1" fmla="*/ 0 h 31"/>
                    <a:gd name="T2" fmla="*/ 0 w 63"/>
                    <a:gd name="T3" fmla="*/ 0 h 31"/>
                    <a:gd name="T4" fmla="*/ 0 w 63"/>
                    <a:gd name="T5" fmla="*/ 0 h 31"/>
                    <a:gd name="T6" fmla="*/ 0 w 63"/>
                    <a:gd name="T7" fmla="*/ 0 h 31"/>
                    <a:gd name="T8" fmla="*/ 0 w 63"/>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3744" name="Freeform 427">
                <a:extLst>
                  <a:ext uri="{FF2B5EF4-FFF2-40B4-BE49-F238E27FC236}">
                    <a16:creationId xmlns:a16="http://schemas.microsoft.com/office/drawing/2014/main" id="{A7883949-B90A-1942-B570-AA95CC95A4F7}"/>
                  </a:ext>
                </a:extLst>
              </p:cNvPr>
              <p:cNvSpPr>
                <a:spLocks/>
              </p:cNvSpPr>
              <p:nvPr/>
            </p:nvSpPr>
            <p:spPr bwMode="auto">
              <a:xfrm>
                <a:off x="972" y="3556"/>
                <a:ext cx="40" cy="12"/>
              </a:xfrm>
              <a:custGeom>
                <a:avLst/>
                <a:gdLst>
                  <a:gd name="T0" fmla="*/ 0 w 79"/>
                  <a:gd name="T1" fmla="*/ 0 h 36"/>
                  <a:gd name="T2" fmla="*/ 1 w 79"/>
                  <a:gd name="T3" fmla="*/ 0 h 36"/>
                  <a:gd name="T4" fmla="*/ 1 w 79"/>
                  <a:gd name="T5" fmla="*/ 0 h 36"/>
                  <a:gd name="T6" fmla="*/ 1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45" name="Freeform 428">
                <a:extLst>
                  <a:ext uri="{FF2B5EF4-FFF2-40B4-BE49-F238E27FC236}">
                    <a16:creationId xmlns:a16="http://schemas.microsoft.com/office/drawing/2014/main" id="{D5E07CC0-6F3B-F048-84BC-920BA6FF3FD1}"/>
                  </a:ext>
                </a:extLst>
              </p:cNvPr>
              <p:cNvSpPr>
                <a:spLocks/>
              </p:cNvSpPr>
              <p:nvPr/>
            </p:nvSpPr>
            <p:spPr bwMode="auto">
              <a:xfrm>
                <a:off x="993" y="3576"/>
                <a:ext cx="39" cy="12"/>
              </a:xfrm>
              <a:custGeom>
                <a:avLst/>
                <a:gdLst>
                  <a:gd name="T0" fmla="*/ 0 w 79"/>
                  <a:gd name="T1" fmla="*/ 0 h 36"/>
                  <a:gd name="T2" fmla="*/ 0 w 79"/>
                  <a:gd name="T3" fmla="*/ 0 h 36"/>
                  <a:gd name="T4" fmla="*/ 0 w 79"/>
                  <a:gd name="T5" fmla="*/ 0 h 36"/>
                  <a:gd name="T6" fmla="*/ 0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46" name="Freeform 429">
                <a:extLst>
                  <a:ext uri="{FF2B5EF4-FFF2-40B4-BE49-F238E27FC236}">
                    <a16:creationId xmlns:a16="http://schemas.microsoft.com/office/drawing/2014/main" id="{140938B0-4395-3A43-8E11-15DB1F889253}"/>
                  </a:ext>
                </a:extLst>
              </p:cNvPr>
              <p:cNvSpPr>
                <a:spLocks/>
              </p:cNvSpPr>
              <p:nvPr/>
            </p:nvSpPr>
            <p:spPr bwMode="auto">
              <a:xfrm>
                <a:off x="1012" y="3594"/>
                <a:ext cx="39" cy="12"/>
              </a:xfrm>
              <a:custGeom>
                <a:avLst/>
                <a:gdLst>
                  <a:gd name="T0" fmla="*/ 0 w 78"/>
                  <a:gd name="T1" fmla="*/ 0 h 36"/>
                  <a:gd name="T2" fmla="*/ 1 w 78"/>
                  <a:gd name="T3" fmla="*/ 0 h 36"/>
                  <a:gd name="T4" fmla="*/ 1 w 78"/>
                  <a:gd name="T5" fmla="*/ 0 h 36"/>
                  <a:gd name="T6" fmla="*/ 1 w 78"/>
                  <a:gd name="T7" fmla="*/ 0 h 36"/>
                  <a:gd name="T8" fmla="*/ 0 w 78"/>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47" name="Freeform 430">
                <a:extLst>
                  <a:ext uri="{FF2B5EF4-FFF2-40B4-BE49-F238E27FC236}">
                    <a16:creationId xmlns:a16="http://schemas.microsoft.com/office/drawing/2014/main" id="{B0240B83-F2ED-1D40-98ED-24C9FDC9242A}"/>
                  </a:ext>
                </a:extLst>
              </p:cNvPr>
              <p:cNvSpPr>
                <a:spLocks/>
              </p:cNvSpPr>
              <p:nvPr/>
            </p:nvSpPr>
            <p:spPr bwMode="auto">
              <a:xfrm>
                <a:off x="1032" y="3613"/>
                <a:ext cx="40" cy="12"/>
              </a:xfrm>
              <a:custGeom>
                <a:avLst/>
                <a:gdLst>
                  <a:gd name="T0" fmla="*/ 0 w 79"/>
                  <a:gd name="T1" fmla="*/ 0 h 36"/>
                  <a:gd name="T2" fmla="*/ 1 w 79"/>
                  <a:gd name="T3" fmla="*/ 0 h 36"/>
                  <a:gd name="T4" fmla="*/ 1 w 79"/>
                  <a:gd name="T5" fmla="*/ 0 h 36"/>
                  <a:gd name="T6" fmla="*/ 1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48" name="Freeform 431">
                <a:extLst>
                  <a:ext uri="{FF2B5EF4-FFF2-40B4-BE49-F238E27FC236}">
                    <a16:creationId xmlns:a16="http://schemas.microsoft.com/office/drawing/2014/main" id="{D4BF54CF-ADAF-3D4E-8134-E27D301B0267}"/>
                  </a:ext>
                </a:extLst>
              </p:cNvPr>
              <p:cNvSpPr>
                <a:spLocks/>
              </p:cNvSpPr>
              <p:nvPr/>
            </p:nvSpPr>
            <p:spPr bwMode="auto">
              <a:xfrm>
                <a:off x="1053" y="3632"/>
                <a:ext cx="39" cy="12"/>
              </a:xfrm>
              <a:custGeom>
                <a:avLst/>
                <a:gdLst>
                  <a:gd name="T0" fmla="*/ 0 w 79"/>
                  <a:gd name="T1" fmla="*/ 0 h 36"/>
                  <a:gd name="T2" fmla="*/ 0 w 79"/>
                  <a:gd name="T3" fmla="*/ 0 h 36"/>
                  <a:gd name="T4" fmla="*/ 0 w 79"/>
                  <a:gd name="T5" fmla="*/ 0 h 36"/>
                  <a:gd name="T6" fmla="*/ 0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49" name="Freeform 432">
                <a:extLst>
                  <a:ext uri="{FF2B5EF4-FFF2-40B4-BE49-F238E27FC236}">
                    <a16:creationId xmlns:a16="http://schemas.microsoft.com/office/drawing/2014/main" id="{07F4C908-6F4E-D048-B139-5DC7D5A1B179}"/>
                  </a:ext>
                </a:extLst>
              </p:cNvPr>
              <p:cNvSpPr>
                <a:spLocks/>
              </p:cNvSpPr>
              <p:nvPr/>
            </p:nvSpPr>
            <p:spPr bwMode="auto">
              <a:xfrm>
                <a:off x="1074" y="3651"/>
                <a:ext cx="40" cy="12"/>
              </a:xfrm>
              <a:custGeom>
                <a:avLst/>
                <a:gdLst>
                  <a:gd name="T0" fmla="*/ 0 w 79"/>
                  <a:gd name="T1" fmla="*/ 0 h 35"/>
                  <a:gd name="T2" fmla="*/ 1 w 79"/>
                  <a:gd name="T3" fmla="*/ 0 h 35"/>
                  <a:gd name="T4" fmla="*/ 1 w 79"/>
                  <a:gd name="T5" fmla="*/ 0 h 35"/>
                  <a:gd name="T6" fmla="*/ 1 w 79"/>
                  <a:gd name="T7" fmla="*/ 0 h 35"/>
                  <a:gd name="T8" fmla="*/ 0 w 7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50" name="Freeform 433">
                <a:extLst>
                  <a:ext uri="{FF2B5EF4-FFF2-40B4-BE49-F238E27FC236}">
                    <a16:creationId xmlns:a16="http://schemas.microsoft.com/office/drawing/2014/main" id="{CA68784D-616B-BF4C-BE8F-C6D6E8C36AC3}"/>
                  </a:ext>
                </a:extLst>
              </p:cNvPr>
              <p:cNvSpPr>
                <a:spLocks/>
              </p:cNvSpPr>
              <p:nvPr/>
            </p:nvSpPr>
            <p:spPr bwMode="auto">
              <a:xfrm>
                <a:off x="1095" y="3669"/>
                <a:ext cx="40" cy="12"/>
              </a:xfrm>
              <a:custGeom>
                <a:avLst/>
                <a:gdLst>
                  <a:gd name="T0" fmla="*/ 0 w 80"/>
                  <a:gd name="T1" fmla="*/ 0 h 36"/>
                  <a:gd name="T2" fmla="*/ 1 w 80"/>
                  <a:gd name="T3" fmla="*/ 0 h 36"/>
                  <a:gd name="T4" fmla="*/ 1 w 80"/>
                  <a:gd name="T5" fmla="*/ 0 h 36"/>
                  <a:gd name="T6" fmla="*/ 1 w 80"/>
                  <a:gd name="T7" fmla="*/ 0 h 36"/>
                  <a:gd name="T8" fmla="*/ 0 w 80"/>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51" name="Freeform 434">
                <a:extLst>
                  <a:ext uri="{FF2B5EF4-FFF2-40B4-BE49-F238E27FC236}">
                    <a16:creationId xmlns:a16="http://schemas.microsoft.com/office/drawing/2014/main" id="{230F384D-1E80-0643-A973-4B42D3946E9C}"/>
                  </a:ext>
                </a:extLst>
              </p:cNvPr>
              <p:cNvSpPr>
                <a:spLocks/>
              </p:cNvSpPr>
              <p:nvPr/>
            </p:nvSpPr>
            <p:spPr bwMode="auto">
              <a:xfrm>
                <a:off x="1115" y="3688"/>
                <a:ext cx="40" cy="12"/>
              </a:xfrm>
              <a:custGeom>
                <a:avLst/>
                <a:gdLst>
                  <a:gd name="T0" fmla="*/ 0 w 80"/>
                  <a:gd name="T1" fmla="*/ 0 h 36"/>
                  <a:gd name="T2" fmla="*/ 1 w 80"/>
                  <a:gd name="T3" fmla="*/ 0 h 36"/>
                  <a:gd name="T4" fmla="*/ 1 w 80"/>
                  <a:gd name="T5" fmla="*/ 0 h 36"/>
                  <a:gd name="T6" fmla="*/ 1 w 80"/>
                  <a:gd name="T7" fmla="*/ 0 h 36"/>
                  <a:gd name="T8" fmla="*/ 0 w 80"/>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52" name="Freeform 435">
                <a:extLst>
                  <a:ext uri="{FF2B5EF4-FFF2-40B4-BE49-F238E27FC236}">
                    <a16:creationId xmlns:a16="http://schemas.microsoft.com/office/drawing/2014/main" id="{68DBC60E-36FB-714C-81BA-CE1F1EDB0050}"/>
                  </a:ext>
                </a:extLst>
              </p:cNvPr>
              <p:cNvSpPr>
                <a:spLocks/>
              </p:cNvSpPr>
              <p:nvPr/>
            </p:nvSpPr>
            <p:spPr bwMode="auto">
              <a:xfrm>
                <a:off x="1134" y="3707"/>
                <a:ext cx="39" cy="12"/>
              </a:xfrm>
              <a:custGeom>
                <a:avLst/>
                <a:gdLst>
                  <a:gd name="T0" fmla="*/ 0 w 79"/>
                  <a:gd name="T1" fmla="*/ 0 h 36"/>
                  <a:gd name="T2" fmla="*/ 0 w 79"/>
                  <a:gd name="T3" fmla="*/ 0 h 36"/>
                  <a:gd name="T4" fmla="*/ 0 w 79"/>
                  <a:gd name="T5" fmla="*/ 0 h 36"/>
                  <a:gd name="T6" fmla="*/ 0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53" name="Freeform 436">
                <a:extLst>
                  <a:ext uri="{FF2B5EF4-FFF2-40B4-BE49-F238E27FC236}">
                    <a16:creationId xmlns:a16="http://schemas.microsoft.com/office/drawing/2014/main" id="{6C1D23CA-1338-7C41-8150-25B164E09EE0}"/>
                  </a:ext>
                </a:extLst>
              </p:cNvPr>
              <p:cNvSpPr>
                <a:spLocks/>
              </p:cNvSpPr>
              <p:nvPr/>
            </p:nvSpPr>
            <p:spPr bwMode="auto">
              <a:xfrm>
                <a:off x="1154" y="3726"/>
                <a:ext cx="40" cy="12"/>
              </a:xfrm>
              <a:custGeom>
                <a:avLst/>
                <a:gdLst>
                  <a:gd name="T0" fmla="*/ 0 w 80"/>
                  <a:gd name="T1" fmla="*/ 0 h 36"/>
                  <a:gd name="T2" fmla="*/ 1 w 80"/>
                  <a:gd name="T3" fmla="*/ 0 h 36"/>
                  <a:gd name="T4" fmla="*/ 1 w 80"/>
                  <a:gd name="T5" fmla="*/ 0 h 36"/>
                  <a:gd name="T6" fmla="*/ 1 w 80"/>
                  <a:gd name="T7" fmla="*/ 0 h 36"/>
                  <a:gd name="T8" fmla="*/ 0 w 80"/>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54" name="Freeform 437">
                <a:extLst>
                  <a:ext uri="{FF2B5EF4-FFF2-40B4-BE49-F238E27FC236}">
                    <a16:creationId xmlns:a16="http://schemas.microsoft.com/office/drawing/2014/main" id="{BC166124-2122-7240-84C4-C7AE62530DCB}"/>
                  </a:ext>
                </a:extLst>
              </p:cNvPr>
              <p:cNvSpPr>
                <a:spLocks/>
              </p:cNvSpPr>
              <p:nvPr/>
            </p:nvSpPr>
            <p:spPr bwMode="auto">
              <a:xfrm>
                <a:off x="1175" y="3745"/>
                <a:ext cx="40" cy="12"/>
              </a:xfrm>
              <a:custGeom>
                <a:avLst/>
                <a:gdLst>
                  <a:gd name="T0" fmla="*/ 0 w 81"/>
                  <a:gd name="T1" fmla="*/ 0 h 36"/>
                  <a:gd name="T2" fmla="*/ 0 w 81"/>
                  <a:gd name="T3" fmla="*/ 0 h 36"/>
                  <a:gd name="T4" fmla="*/ 0 w 81"/>
                  <a:gd name="T5" fmla="*/ 0 h 36"/>
                  <a:gd name="T6" fmla="*/ 0 w 81"/>
                  <a:gd name="T7" fmla="*/ 0 h 36"/>
                  <a:gd name="T8" fmla="*/ 0 w 81"/>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3755" name="Group 438">
                <a:extLst>
                  <a:ext uri="{FF2B5EF4-FFF2-40B4-BE49-F238E27FC236}">
                    <a16:creationId xmlns:a16="http://schemas.microsoft.com/office/drawing/2014/main" id="{0938E087-508C-6741-AB15-D0E5F4691A8E}"/>
                  </a:ext>
                </a:extLst>
              </p:cNvPr>
              <p:cNvGrpSpPr>
                <a:grpSpLocks/>
              </p:cNvGrpSpPr>
              <p:nvPr/>
            </p:nvGrpSpPr>
            <p:grpSpPr bwMode="auto">
              <a:xfrm>
                <a:off x="700" y="3535"/>
                <a:ext cx="49" cy="24"/>
                <a:chOff x="700" y="3535"/>
                <a:chExt cx="49" cy="24"/>
              </a:xfrm>
            </p:grpSpPr>
            <p:sp>
              <p:nvSpPr>
                <p:cNvPr id="23795" name="Freeform 439">
                  <a:extLst>
                    <a:ext uri="{FF2B5EF4-FFF2-40B4-BE49-F238E27FC236}">
                      <a16:creationId xmlns:a16="http://schemas.microsoft.com/office/drawing/2014/main" id="{8722BB47-B6F2-B648-9D4A-CEB650124DC3}"/>
                    </a:ext>
                  </a:extLst>
                </p:cNvPr>
                <p:cNvSpPr>
                  <a:spLocks/>
                </p:cNvSpPr>
                <p:nvPr/>
              </p:nvSpPr>
              <p:spPr bwMode="auto">
                <a:xfrm>
                  <a:off x="700" y="3535"/>
                  <a:ext cx="12" cy="24"/>
                </a:xfrm>
                <a:custGeom>
                  <a:avLst/>
                  <a:gdLst>
                    <a:gd name="T0" fmla="*/ 1 w 24"/>
                    <a:gd name="T1" fmla="*/ 0 h 70"/>
                    <a:gd name="T2" fmla="*/ 0 w 24"/>
                    <a:gd name="T3" fmla="*/ 0 h 70"/>
                    <a:gd name="T4" fmla="*/ 1 w 24"/>
                    <a:gd name="T5" fmla="*/ 0 h 70"/>
                    <a:gd name="T6" fmla="*/ 1 w 24"/>
                    <a:gd name="T7" fmla="*/ 0 h 70"/>
                    <a:gd name="T8" fmla="*/ 1 w 24"/>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96" name="Freeform 440">
                  <a:extLst>
                    <a:ext uri="{FF2B5EF4-FFF2-40B4-BE49-F238E27FC236}">
                      <a16:creationId xmlns:a16="http://schemas.microsoft.com/office/drawing/2014/main" id="{EF8BE4D5-4A2A-314D-B0EA-FF95682943A6}"/>
                    </a:ext>
                  </a:extLst>
                </p:cNvPr>
                <p:cNvSpPr>
                  <a:spLocks/>
                </p:cNvSpPr>
                <p:nvPr/>
              </p:nvSpPr>
              <p:spPr bwMode="auto">
                <a:xfrm>
                  <a:off x="705" y="3536"/>
                  <a:ext cx="37" cy="10"/>
                </a:xfrm>
                <a:custGeom>
                  <a:avLst/>
                  <a:gdLst>
                    <a:gd name="T0" fmla="*/ 1 w 73"/>
                    <a:gd name="T1" fmla="*/ 0 h 30"/>
                    <a:gd name="T2" fmla="*/ 1 w 73"/>
                    <a:gd name="T3" fmla="*/ 0 h 30"/>
                    <a:gd name="T4" fmla="*/ 1 w 73"/>
                    <a:gd name="T5" fmla="*/ 0 h 30"/>
                    <a:gd name="T6" fmla="*/ 1 w 73"/>
                    <a:gd name="T7" fmla="*/ 0 h 30"/>
                    <a:gd name="T8" fmla="*/ 1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97" name="Freeform 441">
                  <a:extLst>
                    <a:ext uri="{FF2B5EF4-FFF2-40B4-BE49-F238E27FC236}">
                      <a16:creationId xmlns:a16="http://schemas.microsoft.com/office/drawing/2014/main" id="{95127370-8E35-CF4B-A9C3-11F3EB108B6C}"/>
                    </a:ext>
                  </a:extLst>
                </p:cNvPr>
                <p:cNvSpPr>
                  <a:spLocks/>
                </p:cNvSpPr>
                <p:nvPr/>
              </p:nvSpPr>
              <p:spPr bwMode="auto">
                <a:xfrm>
                  <a:off x="708" y="3547"/>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56" name="Group 442">
                <a:extLst>
                  <a:ext uri="{FF2B5EF4-FFF2-40B4-BE49-F238E27FC236}">
                    <a16:creationId xmlns:a16="http://schemas.microsoft.com/office/drawing/2014/main" id="{5C84E1C7-444C-DA4A-8026-C32FCA2AA385}"/>
                  </a:ext>
                </a:extLst>
              </p:cNvPr>
              <p:cNvGrpSpPr>
                <a:grpSpLocks/>
              </p:cNvGrpSpPr>
              <p:nvPr/>
            </p:nvGrpSpPr>
            <p:grpSpPr bwMode="auto">
              <a:xfrm>
                <a:off x="714" y="3551"/>
                <a:ext cx="49" cy="22"/>
                <a:chOff x="714" y="3551"/>
                <a:chExt cx="49" cy="22"/>
              </a:xfrm>
            </p:grpSpPr>
            <p:sp>
              <p:nvSpPr>
                <p:cNvPr id="23792" name="Freeform 443">
                  <a:extLst>
                    <a:ext uri="{FF2B5EF4-FFF2-40B4-BE49-F238E27FC236}">
                      <a16:creationId xmlns:a16="http://schemas.microsoft.com/office/drawing/2014/main" id="{81A94BB7-5935-E646-A4C9-D9C3354237A3}"/>
                    </a:ext>
                  </a:extLst>
                </p:cNvPr>
                <p:cNvSpPr>
                  <a:spLocks/>
                </p:cNvSpPr>
                <p:nvPr/>
              </p:nvSpPr>
              <p:spPr bwMode="auto">
                <a:xfrm>
                  <a:off x="714" y="3551"/>
                  <a:ext cx="12" cy="22"/>
                </a:xfrm>
                <a:custGeom>
                  <a:avLst/>
                  <a:gdLst>
                    <a:gd name="T0" fmla="*/ 1 w 24"/>
                    <a:gd name="T1" fmla="*/ 0 h 67"/>
                    <a:gd name="T2" fmla="*/ 0 w 24"/>
                    <a:gd name="T3" fmla="*/ 0 h 67"/>
                    <a:gd name="T4" fmla="*/ 1 w 24"/>
                    <a:gd name="T5" fmla="*/ 0 h 67"/>
                    <a:gd name="T6" fmla="*/ 1 w 24"/>
                    <a:gd name="T7" fmla="*/ 0 h 67"/>
                    <a:gd name="T8" fmla="*/ 1 w 24"/>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93" name="Freeform 444">
                  <a:extLst>
                    <a:ext uri="{FF2B5EF4-FFF2-40B4-BE49-F238E27FC236}">
                      <a16:creationId xmlns:a16="http://schemas.microsoft.com/office/drawing/2014/main" id="{9A0E1754-3F7D-384B-AFBB-57A9A63733C5}"/>
                    </a:ext>
                  </a:extLst>
                </p:cNvPr>
                <p:cNvSpPr>
                  <a:spLocks/>
                </p:cNvSpPr>
                <p:nvPr/>
              </p:nvSpPr>
              <p:spPr bwMode="auto">
                <a:xfrm>
                  <a:off x="719" y="3551"/>
                  <a:ext cx="36" cy="10"/>
                </a:xfrm>
                <a:custGeom>
                  <a:avLst/>
                  <a:gdLst>
                    <a:gd name="T0" fmla="*/ 0 w 74"/>
                    <a:gd name="T1" fmla="*/ 0 h 29"/>
                    <a:gd name="T2" fmla="*/ 0 w 74"/>
                    <a:gd name="T3" fmla="*/ 0 h 29"/>
                    <a:gd name="T4" fmla="*/ 0 w 74"/>
                    <a:gd name="T5" fmla="*/ 0 h 29"/>
                    <a:gd name="T6" fmla="*/ 0 w 74"/>
                    <a:gd name="T7" fmla="*/ 0 h 29"/>
                    <a:gd name="T8" fmla="*/ 0 w 74"/>
                    <a:gd name="T9" fmla="*/ 0 h 29"/>
                    <a:gd name="T10" fmla="*/ 0 w 74"/>
                    <a:gd name="T11" fmla="*/ 0 h 29"/>
                    <a:gd name="T12" fmla="*/ 0 w 74"/>
                    <a:gd name="T13" fmla="*/ 0 h 29"/>
                    <a:gd name="T14" fmla="*/ 0 w 74"/>
                    <a:gd name="T15" fmla="*/ 0 h 29"/>
                    <a:gd name="T16" fmla="*/ 0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94" name="Freeform 445">
                  <a:extLst>
                    <a:ext uri="{FF2B5EF4-FFF2-40B4-BE49-F238E27FC236}">
                      <a16:creationId xmlns:a16="http://schemas.microsoft.com/office/drawing/2014/main" id="{B8FD5219-2FC6-1B4B-BC64-FB6D87BE6711}"/>
                    </a:ext>
                  </a:extLst>
                </p:cNvPr>
                <p:cNvSpPr>
                  <a:spLocks/>
                </p:cNvSpPr>
                <p:nvPr/>
              </p:nvSpPr>
              <p:spPr bwMode="auto">
                <a:xfrm>
                  <a:off x="722" y="3562"/>
                  <a:ext cx="41" cy="11"/>
                </a:xfrm>
                <a:custGeom>
                  <a:avLst/>
                  <a:gdLst>
                    <a:gd name="T0" fmla="*/ 0 w 81"/>
                    <a:gd name="T1" fmla="*/ 0 h 35"/>
                    <a:gd name="T2" fmla="*/ 1 w 81"/>
                    <a:gd name="T3" fmla="*/ 0 h 35"/>
                    <a:gd name="T4" fmla="*/ 1 w 81"/>
                    <a:gd name="T5" fmla="*/ 0 h 35"/>
                    <a:gd name="T6" fmla="*/ 1 w 81"/>
                    <a:gd name="T7" fmla="*/ 0 h 35"/>
                    <a:gd name="T8" fmla="*/ 1 w 81"/>
                    <a:gd name="T9" fmla="*/ 0 h 35"/>
                    <a:gd name="T10" fmla="*/ 1 w 81"/>
                    <a:gd name="T11" fmla="*/ 0 h 35"/>
                    <a:gd name="T12" fmla="*/ 0 w 81"/>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57" name="Group 446">
                <a:extLst>
                  <a:ext uri="{FF2B5EF4-FFF2-40B4-BE49-F238E27FC236}">
                    <a16:creationId xmlns:a16="http://schemas.microsoft.com/office/drawing/2014/main" id="{2A43C844-8F00-C747-B898-A87B65FFC499}"/>
                  </a:ext>
                </a:extLst>
              </p:cNvPr>
              <p:cNvGrpSpPr>
                <a:grpSpLocks/>
              </p:cNvGrpSpPr>
              <p:nvPr/>
            </p:nvGrpSpPr>
            <p:grpSpPr bwMode="auto">
              <a:xfrm>
                <a:off x="728" y="3564"/>
                <a:ext cx="48" cy="23"/>
                <a:chOff x="728" y="3564"/>
                <a:chExt cx="48" cy="23"/>
              </a:xfrm>
            </p:grpSpPr>
            <p:sp>
              <p:nvSpPr>
                <p:cNvPr id="23789" name="Freeform 447">
                  <a:extLst>
                    <a:ext uri="{FF2B5EF4-FFF2-40B4-BE49-F238E27FC236}">
                      <a16:creationId xmlns:a16="http://schemas.microsoft.com/office/drawing/2014/main" id="{A28BFF65-00FF-D54A-8DE4-F124ABCFD1AA}"/>
                    </a:ext>
                  </a:extLst>
                </p:cNvPr>
                <p:cNvSpPr>
                  <a:spLocks/>
                </p:cNvSpPr>
                <p:nvPr/>
              </p:nvSpPr>
              <p:spPr bwMode="auto">
                <a:xfrm>
                  <a:off x="728" y="3564"/>
                  <a:ext cx="11" cy="23"/>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90" name="Freeform 448">
                  <a:extLst>
                    <a:ext uri="{FF2B5EF4-FFF2-40B4-BE49-F238E27FC236}">
                      <a16:creationId xmlns:a16="http://schemas.microsoft.com/office/drawing/2014/main" id="{51B0E3E5-FC2A-5749-9779-2F4242A702A9}"/>
                    </a:ext>
                  </a:extLst>
                </p:cNvPr>
                <p:cNvSpPr>
                  <a:spLocks/>
                </p:cNvSpPr>
                <p:nvPr/>
              </p:nvSpPr>
              <p:spPr bwMode="auto">
                <a:xfrm>
                  <a:off x="732" y="3565"/>
                  <a:ext cx="37" cy="10"/>
                </a:xfrm>
                <a:custGeom>
                  <a:avLst/>
                  <a:gdLst>
                    <a:gd name="T0" fmla="*/ 1 w 72"/>
                    <a:gd name="T1" fmla="*/ 0 h 30"/>
                    <a:gd name="T2" fmla="*/ 1 w 72"/>
                    <a:gd name="T3" fmla="*/ 0 h 30"/>
                    <a:gd name="T4" fmla="*/ 1 w 72"/>
                    <a:gd name="T5" fmla="*/ 0 h 30"/>
                    <a:gd name="T6" fmla="*/ 1 w 72"/>
                    <a:gd name="T7" fmla="*/ 0 h 30"/>
                    <a:gd name="T8" fmla="*/ 1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91" name="Freeform 449">
                  <a:extLst>
                    <a:ext uri="{FF2B5EF4-FFF2-40B4-BE49-F238E27FC236}">
                      <a16:creationId xmlns:a16="http://schemas.microsoft.com/office/drawing/2014/main" id="{0BA01A43-4EBD-324B-A1AD-C329EFEA34E6}"/>
                    </a:ext>
                  </a:extLst>
                </p:cNvPr>
                <p:cNvSpPr>
                  <a:spLocks/>
                </p:cNvSpPr>
                <p:nvPr/>
              </p:nvSpPr>
              <p:spPr bwMode="auto">
                <a:xfrm>
                  <a:off x="735" y="3575"/>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58" name="Group 450">
                <a:extLst>
                  <a:ext uri="{FF2B5EF4-FFF2-40B4-BE49-F238E27FC236}">
                    <a16:creationId xmlns:a16="http://schemas.microsoft.com/office/drawing/2014/main" id="{9CDE8EEB-0942-7345-BF03-BF235D64DFF1}"/>
                  </a:ext>
                </a:extLst>
              </p:cNvPr>
              <p:cNvGrpSpPr>
                <a:grpSpLocks/>
              </p:cNvGrpSpPr>
              <p:nvPr/>
            </p:nvGrpSpPr>
            <p:grpSpPr bwMode="auto">
              <a:xfrm>
                <a:off x="742" y="3582"/>
                <a:ext cx="49" cy="23"/>
                <a:chOff x="742" y="3582"/>
                <a:chExt cx="49" cy="23"/>
              </a:xfrm>
            </p:grpSpPr>
            <p:sp>
              <p:nvSpPr>
                <p:cNvPr id="23786" name="Freeform 451">
                  <a:extLst>
                    <a:ext uri="{FF2B5EF4-FFF2-40B4-BE49-F238E27FC236}">
                      <a16:creationId xmlns:a16="http://schemas.microsoft.com/office/drawing/2014/main" id="{1143052F-1413-0C43-AAB9-F3AA3ACB8D07}"/>
                    </a:ext>
                  </a:extLst>
                </p:cNvPr>
                <p:cNvSpPr>
                  <a:spLocks/>
                </p:cNvSpPr>
                <p:nvPr/>
              </p:nvSpPr>
              <p:spPr bwMode="auto">
                <a:xfrm>
                  <a:off x="742" y="3582"/>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87" name="Freeform 452">
                  <a:extLst>
                    <a:ext uri="{FF2B5EF4-FFF2-40B4-BE49-F238E27FC236}">
                      <a16:creationId xmlns:a16="http://schemas.microsoft.com/office/drawing/2014/main" id="{2C7830D1-E661-AF45-BECB-A6AEE1523FAA}"/>
                    </a:ext>
                  </a:extLst>
                </p:cNvPr>
                <p:cNvSpPr>
                  <a:spLocks/>
                </p:cNvSpPr>
                <p:nvPr/>
              </p:nvSpPr>
              <p:spPr bwMode="auto">
                <a:xfrm>
                  <a:off x="747" y="3582"/>
                  <a:ext cx="36" cy="10"/>
                </a:xfrm>
                <a:custGeom>
                  <a:avLst/>
                  <a:gdLst>
                    <a:gd name="T0" fmla="*/ 1 w 72"/>
                    <a:gd name="T1" fmla="*/ 0 h 30"/>
                    <a:gd name="T2" fmla="*/ 1 w 72"/>
                    <a:gd name="T3" fmla="*/ 0 h 30"/>
                    <a:gd name="T4" fmla="*/ 1 w 72"/>
                    <a:gd name="T5" fmla="*/ 0 h 30"/>
                    <a:gd name="T6" fmla="*/ 1 w 72"/>
                    <a:gd name="T7" fmla="*/ 0 h 30"/>
                    <a:gd name="T8" fmla="*/ 1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88" name="Freeform 453">
                  <a:extLst>
                    <a:ext uri="{FF2B5EF4-FFF2-40B4-BE49-F238E27FC236}">
                      <a16:creationId xmlns:a16="http://schemas.microsoft.com/office/drawing/2014/main" id="{09CADA4E-0BEF-2C43-8807-7B8CE2654210}"/>
                    </a:ext>
                  </a:extLst>
                </p:cNvPr>
                <p:cNvSpPr>
                  <a:spLocks/>
                </p:cNvSpPr>
                <p:nvPr/>
              </p:nvSpPr>
              <p:spPr bwMode="auto">
                <a:xfrm>
                  <a:off x="750" y="3593"/>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59" name="Group 454">
                <a:extLst>
                  <a:ext uri="{FF2B5EF4-FFF2-40B4-BE49-F238E27FC236}">
                    <a16:creationId xmlns:a16="http://schemas.microsoft.com/office/drawing/2014/main" id="{E0BBC553-0C8B-7741-A544-5CF79B5688A6}"/>
                  </a:ext>
                </a:extLst>
              </p:cNvPr>
              <p:cNvGrpSpPr>
                <a:grpSpLocks/>
              </p:cNvGrpSpPr>
              <p:nvPr/>
            </p:nvGrpSpPr>
            <p:grpSpPr bwMode="auto">
              <a:xfrm>
                <a:off x="752" y="3597"/>
                <a:ext cx="133" cy="106"/>
                <a:chOff x="752" y="3597"/>
                <a:chExt cx="133" cy="106"/>
              </a:xfrm>
            </p:grpSpPr>
            <p:sp>
              <p:nvSpPr>
                <p:cNvPr id="23783" name="Freeform 455">
                  <a:extLst>
                    <a:ext uri="{FF2B5EF4-FFF2-40B4-BE49-F238E27FC236}">
                      <a16:creationId xmlns:a16="http://schemas.microsoft.com/office/drawing/2014/main" id="{4558AC80-586F-3B4C-B40F-F4457E937F6D}"/>
                    </a:ext>
                  </a:extLst>
                </p:cNvPr>
                <p:cNvSpPr>
                  <a:spLocks/>
                </p:cNvSpPr>
                <p:nvPr/>
              </p:nvSpPr>
              <p:spPr bwMode="auto">
                <a:xfrm>
                  <a:off x="752" y="3598"/>
                  <a:ext cx="91" cy="105"/>
                </a:xfrm>
                <a:custGeom>
                  <a:avLst/>
                  <a:gdLst>
                    <a:gd name="T0" fmla="*/ 1 w 182"/>
                    <a:gd name="T1" fmla="*/ 0 h 314"/>
                    <a:gd name="T2" fmla="*/ 0 w 182"/>
                    <a:gd name="T3" fmla="*/ 0 h 314"/>
                    <a:gd name="T4" fmla="*/ 1 w 182"/>
                    <a:gd name="T5" fmla="*/ 0 h 314"/>
                    <a:gd name="T6" fmla="*/ 1 w 182"/>
                    <a:gd name="T7" fmla="*/ 0 h 314"/>
                    <a:gd name="T8" fmla="*/ 1 w 182"/>
                    <a:gd name="T9" fmla="*/ 0 h 3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84" name="Freeform 456">
                  <a:extLst>
                    <a:ext uri="{FF2B5EF4-FFF2-40B4-BE49-F238E27FC236}">
                      <a16:creationId xmlns:a16="http://schemas.microsoft.com/office/drawing/2014/main" id="{C7E6BD91-2BFD-9848-972C-1465F9074D68}"/>
                    </a:ext>
                  </a:extLst>
                </p:cNvPr>
                <p:cNvSpPr>
                  <a:spLocks/>
                </p:cNvSpPr>
                <p:nvPr/>
              </p:nvSpPr>
              <p:spPr bwMode="auto">
                <a:xfrm>
                  <a:off x="759" y="3597"/>
                  <a:ext cx="118" cy="94"/>
                </a:xfrm>
                <a:custGeom>
                  <a:avLst/>
                  <a:gdLst>
                    <a:gd name="T0" fmla="*/ 1 w 235"/>
                    <a:gd name="T1" fmla="*/ 0 h 281"/>
                    <a:gd name="T2" fmla="*/ 1 w 235"/>
                    <a:gd name="T3" fmla="*/ 0 h 281"/>
                    <a:gd name="T4" fmla="*/ 1 w 235"/>
                    <a:gd name="T5" fmla="*/ 0 h 281"/>
                    <a:gd name="T6" fmla="*/ 1 w 235"/>
                    <a:gd name="T7" fmla="*/ 0 h 281"/>
                    <a:gd name="T8" fmla="*/ 1 w 235"/>
                    <a:gd name="T9" fmla="*/ 0 h 281"/>
                    <a:gd name="T10" fmla="*/ 1 w 235"/>
                    <a:gd name="T11" fmla="*/ 0 h 281"/>
                    <a:gd name="T12" fmla="*/ 1 w 235"/>
                    <a:gd name="T13" fmla="*/ 0 h 281"/>
                    <a:gd name="T14" fmla="*/ 0 w 235"/>
                    <a:gd name="T15" fmla="*/ 0 h 281"/>
                    <a:gd name="T16" fmla="*/ 1 w 235"/>
                    <a:gd name="T17" fmla="*/ 0 h 28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85" name="Freeform 457">
                  <a:extLst>
                    <a:ext uri="{FF2B5EF4-FFF2-40B4-BE49-F238E27FC236}">
                      <a16:creationId xmlns:a16="http://schemas.microsoft.com/office/drawing/2014/main" id="{7BCF6D30-7305-D34F-9C6B-93195233FE80}"/>
                    </a:ext>
                  </a:extLst>
                </p:cNvPr>
                <p:cNvSpPr>
                  <a:spLocks/>
                </p:cNvSpPr>
                <p:nvPr/>
              </p:nvSpPr>
              <p:spPr bwMode="auto">
                <a:xfrm>
                  <a:off x="838" y="3691"/>
                  <a:ext cx="47" cy="12"/>
                </a:xfrm>
                <a:custGeom>
                  <a:avLst/>
                  <a:gdLst>
                    <a:gd name="T0" fmla="*/ 0 w 95"/>
                    <a:gd name="T1" fmla="*/ 0 h 36"/>
                    <a:gd name="T2" fmla="*/ 0 w 95"/>
                    <a:gd name="T3" fmla="*/ 0 h 36"/>
                    <a:gd name="T4" fmla="*/ 0 w 95"/>
                    <a:gd name="T5" fmla="*/ 0 h 36"/>
                    <a:gd name="T6" fmla="*/ 0 w 95"/>
                    <a:gd name="T7" fmla="*/ 0 h 36"/>
                    <a:gd name="T8" fmla="*/ 0 w 95"/>
                    <a:gd name="T9" fmla="*/ 0 h 36"/>
                    <a:gd name="T10" fmla="*/ 0 w 95"/>
                    <a:gd name="T11" fmla="*/ 0 h 36"/>
                    <a:gd name="T12" fmla="*/ 0 w 95"/>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60" name="Group 458">
                <a:extLst>
                  <a:ext uri="{FF2B5EF4-FFF2-40B4-BE49-F238E27FC236}">
                    <a16:creationId xmlns:a16="http://schemas.microsoft.com/office/drawing/2014/main" id="{FD7D2785-539F-F44F-AE22-857905B1A4CB}"/>
                  </a:ext>
                </a:extLst>
              </p:cNvPr>
              <p:cNvGrpSpPr>
                <a:grpSpLocks/>
              </p:cNvGrpSpPr>
              <p:nvPr/>
            </p:nvGrpSpPr>
            <p:grpSpPr bwMode="auto">
              <a:xfrm>
                <a:off x="844" y="3694"/>
                <a:ext cx="48" cy="23"/>
                <a:chOff x="844" y="3694"/>
                <a:chExt cx="48" cy="23"/>
              </a:xfrm>
            </p:grpSpPr>
            <p:sp>
              <p:nvSpPr>
                <p:cNvPr id="23780" name="Freeform 459">
                  <a:extLst>
                    <a:ext uri="{FF2B5EF4-FFF2-40B4-BE49-F238E27FC236}">
                      <a16:creationId xmlns:a16="http://schemas.microsoft.com/office/drawing/2014/main" id="{0324BD60-4E59-514E-985C-997AD7980D6F}"/>
                    </a:ext>
                  </a:extLst>
                </p:cNvPr>
                <p:cNvSpPr>
                  <a:spLocks/>
                </p:cNvSpPr>
                <p:nvPr/>
              </p:nvSpPr>
              <p:spPr bwMode="auto">
                <a:xfrm>
                  <a:off x="844" y="3694"/>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81" name="Freeform 460">
                  <a:extLst>
                    <a:ext uri="{FF2B5EF4-FFF2-40B4-BE49-F238E27FC236}">
                      <a16:creationId xmlns:a16="http://schemas.microsoft.com/office/drawing/2014/main" id="{906FBEC0-BE03-D648-9077-CADC14352800}"/>
                    </a:ext>
                  </a:extLst>
                </p:cNvPr>
                <p:cNvSpPr>
                  <a:spLocks/>
                </p:cNvSpPr>
                <p:nvPr/>
              </p:nvSpPr>
              <p:spPr bwMode="auto">
                <a:xfrm>
                  <a:off x="848" y="3695"/>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82" name="Freeform 461">
                  <a:extLst>
                    <a:ext uri="{FF2B5EF4-FFF2-40B4-BE49-F238E27FC236}">
                      <a16:creationId xmlns:a16="http://schemas.microsoft.com/office/drawing/2014/main" id="{6371C1D7-D41D-484C-8C40-0ACE14543172}"/>
                    </a:ext>
                  </a:extLst>
                </p:cNvPr>
                <p:cNvSpPr>
                  <a:spLocks/>
                </p:cNvSpPr>
                <p:nvPr/>
              </p:nvSpPr>
              <p:spPr bwMode="auto">
                <a:xfrm>
                  <a:off x="851" y="3706"/>
                  <a:ext cx="41" cy="11"/>
                </a:xfrm>
                <a:custGeom>
                  <a:avLst/>
                  <a:gdLst>
                    <a:gd name="T0" fmla="*/ 0 w 81"/>
                    <a:gd name="T1" fmla="*/ 0 h 34"/>
                    <a:gd name="T2" fmla="*/ 1 w 81"/>
                    <a:gd name="T3" fmla="*/ 0 h 34"/>
                    <a:gd name="T4" fmla="*/ 1 w 81"/>
                    <a:gd name="T5" fmla="*/ 0 h 34"/>
                    <a:gd name="T6" fmla="*/ 1 w 81"/>
                    <a:gd name="T7" fmla="*/ 0 h 34"/>
                    <a:gd name="T8" fmla="*/ 1 w 81"/>
                    <a:gd name="T9" fmla="*/ 0 h 34"/>
                    <a:gd name="T10" fmla="*/ 1 w 81"/>
                    <a:gd name="T11" fmla="*/ 0 h 34"/>
                    <a:gd name="T12" fmla="*/ 0 w 81"/>
                    <a:gd name="T13" fmla="*/ 0 h 3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61" name="Group 462">
                <a:extLst>
                  <a:ext uri="{FF2B5EF4-FFF2-40B4-BE49-F238E27FC236}">
                    <a16:creationId xmlns:a16="http://schemas.microsoft.com/office/drawing/2014/main" id="{4A83C573-C987-1047-BC3A-FD039B05C290}"/>
                  </a:ext>
                </a:extLst>
              </p:cNvPr>
              <p:cNvGrpSpPr>
                <a:grpSpLocks/>
              </p:cNvGrpSpPr>
              <p:nvPr/>
            </p:nvGrpSpPr>
            <p:grpSpPr bwMode="auto">
              <a:xfrm>
                <a:off x="857" y="3710"/>
                <a:ext cx="49" cy="22"/>
                <a:chOff x="857" y="3710"/>
                <a:chExt cx="49" cy="22"/>
              </a:xfrm>
            </p:grpSpPr>
            <p:sp>
              <p:nvSpPr>
                <p:cNvPr id="23777" name="Freeform 463">
                  <a:extLst>
                    <a:ext uri="{FF2B5EF4-FFF2-40B4-BE49-F238E27FC236}">
                      <a16:creationId xmlns:a16="http://schemas.microsoft.com/office/drawing/2014/main" id="{5F40C5F8-39E8-1347-ABE0-7F2CF1F3E64A}"/>
                    </a:ext>
                  </a:extLst>
                </p:cNvPr>
                <p:cNvSpPr>
                  <a:spLocks/>
                </p:cNvSpPr>
                <p:nvPr/>
              </p:nvSpPr>
              <p:spPr bwMode="auto">
                <a:xfrm>
                  <a:off x="857" y="3710"/>
                  <a:ext cx="11" cy="22"/>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78" name="Freeform 464">
                  <a:extLst>
                    <a:ext uri="{FF2B5EF4-FFF2-40B4-BE49-F238E27FC236}">
                      <a16:creationId xmlns:a16="http://schemas.microsoft.com/office/drawing/2014/main" id="{38956E78-DAD7-AD49-9BE9-32E07669177D}"/>
                    </a:ext>
                  </a:extLst>
                </p:cNvPr>
                <p:cNvSpPr>
                  <a:spLocks/>
                </p:cNvSpPr>
                <p:nvPr/>
              </p:nvSpPr>
              <p:spPr bwMode="auto">
                <a:xfrm>
                  <a:off x="862" y="3710"/>
                  <a:ext cx="36" cy="10"/>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79" name="Freeform 465">
                  <a:extLst>
                    <a:ext uri="{FF2B5EF4-FFF2-40B4-BE49-F238E27FC236}">
                      <a16:creationId xmlns:a16="http://schemas.microsoft.com/office/drawing/2014/main" id="{9F66CD7B-0232-A14B-9769-A50FBB334DF2}"/>
                    </a:ext>
                  </a:extLst>
                </p:cNvPr>
                <p:cNvSpPr>
                  <a:spLocks/>
                </p:cNvSpPr>
                <p:nvPr/>
              </p:nvSpPr>
              <p:spPr bwMode="auto">
                <a:xfrm>
                  <a:off x="865" y="3720"/>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62" name="Group 466">
                <a:extLst>
                  <a:ext uri="{FF2B5EF4-FFF2-40B4-BE49-F238E27FC236}">
                    <a16:creationId xmlns:a16="http://schemas.microsoft.com/office/drawing/2014/main" id="{C27058E8-A8E3-594A-8107-A590659D542B}"/>
                  </a:ext>
                </a:extLst>
              </p:cNvPr>
              <p:cNvGrpSpPr>
                <a:grpSpLocks/>
              </p:cNvGrpSpPr>
              <p:nvPr/>
            </p:nvGrpSpPr>
            <p:grpSpPr bwMode="auto">
              <a:xfrm>
                <a:off x="1086" y="3766"/>
                <a:ext cx="49" cy="23"/>
                <a:chOff x="1086" y="3766"/>
                <a:chExt cx="49" cy="23"/>
              </a:xfrm>
            </p:grpSpPr>
            <p:sp>
              <p:nvSpPr>
                <p:cNvPr id="23774" name="Freeform 467">
                  <a:extLst>
                    <a:ext uri="{FF2B5EF4-FFF2-40B4-BE49-F238E27FC236}">
                      <a16:creationId xmlns:a16="http://schemas.microsoft.com/office/drawing/2014/main" id="{899A891F-5B03-AC4E-9DF0-37D89D8D3F35}"/>
                    </a:ext>
                  </a:extLst>
                </p:cNvPr>
                <p:cNvSpPr>
                  <a:spLocks/>
                </p:cNvSpPr>
                <p:nvPr/>
              </p:nvSpPr>
              <p:spPr bwMode="auto">
                <a:xfrm>
                  <a:off x="1086" y="3766"/>
                  <a:ext cx="11" cy="23"/>
                </a:xfrm>
                <a:custGeom>
                  <a:avLst/>
                  <a:gdLst>
                    <a:gd name="T0" fmla="*/ 1 w 22"/>
                    <a:gd name="T1" fmla="*/ 0 h 69"/>
                    <a:gd name="T2" fmla="*/ 0 w 22"/>
                    <a:gd name="T3" fmla="*/ 0 h 69"/>
                    <a:gd name="T4" fmla="*/ 1 w 22"/>
                    <a:gd name="T5" fmla="*/ 0 h 69"/>
                    <a:gd name="T6" fmla="*/ 1 w 22"/>
                    <a:gd name="T7" fmla="*/ 0 h 69"/>
                    <a:gd name="T8" fmla="*/ 1 w 22"/>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75" name="Freeform 468">
                  <a:extLst>
                    <a:ext uri="{FF2B5EF4-FFF2-40B4-BE49-F238E27FC236}">
                      <a16:creationId xmlns:a16="http://schemas.microsoft.com/office/drawing/2014/main" id="{719E06C3-DAF2-834C-BE62-83D8B2C4030E}"/>
                    </a:ext>
                  </a:extLst>
                </p:cNvPr>
                <p:cNvSpPr>
                  <a:spLocks/>
                </p:cNvSpPr>
                <p:nvPr/>
              </p:nvSpPr>
              <p:spPr bwMode="auto">
                <a:xfrm>
                  <a:off x="1090" y="3767"/>
                  <a:ext cx="37" cy="10"/>
                </a:xfrm>
                <a:custGeom>
                  <a:avLst/>
                  <a:gdLst>
                    <a:gd name="T0" fmla="*/ 1 w 74"/>
                    <a:gd name="T1" fmla="*/ 0 h 31"/>
                    <a:gd name="T2" fmla="*/ 1 w 74"/>
                    <a:gd name="T3" fmla="*/ 0 h 31"/>
                    <a:gd name="T4" fmla="*/ 1 w 74"/>
                    <a:gd name="T5" fmla="*/ 0 h 31"/>
                    <a:gd name="T6" fmla="*/ 1 w 74"/>
                    <a:gd name="T7" fmla="*/ 0 h 31"/>
                    <a:gd name="T8" fmla="*/ 1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76" name="Freeform 469">
                  <a:extLst>
                    <a:ext uri="{FF2B5EF4-FFF2-40B4-BE49-F238E27FC236}">
                      <a16:creationId xmlns:a16="http://schemas.microsoft.com/office/drawing/2014/main" id="{54F72DB0-4E7E-BE45-86AB-4D23208B4F85}"/>
                    </a:ext>
                  </a:extLst>
                </p:cNvPr>
                <p:cNvSpPr>
                  <a:spLocks/>
                </p:cNvSpPr>
                <p:nvPr/>
              </p:nvSpPr>
              <p:spPr bwMode="auto">
                <a:xfrm>
                  <a:off x="1093" y="3777"/>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63" name="Group 470">
                <a:extLst>
                  <a:ext uri="{FF2B5EF4-FFF2-40B4-BE49-F238E27FC236}">
                    <a16:creationId xmlns:a16="http://schemas.microsoft.com/office/drawing/2014/main" id="{59607A08-3430-CA4E-936E-0D4D09C63794}"/>
                  </a:ext>
                </a:extLst>
              </p:cNvPr>
              <p:cNvGrpSpPr>
                <a:grpSpLocks/>
              </p:cNvGrpSpPr>
              <p:nvPr/>
            </p:nvGrpSpPr>
            <p:grpSpPr bwMode="auto">
              <a:xfrm>
                <a:off x="934" y="3740"/>
                <a:ext cx="48" cy="23"/>
                <a:chOff x="934" y="3740"/>
                <a:chExt cx="48" cy="23"/>
              </a:xfrm>
            </p:grpSpPr>
            <p:sp>
              <p:nvSpPr>
                <p:cNvPr id="23771" name="Freeform 471">
                  <a:extLst>
                    <a:ext uri="{FF2B5EF4-FFF2-40B4-BE49-F238E27FC236}">
                      <a16:creationId xmlns:a16="http://schemas.microsoft.com/office/drawing/2014/main" id="{6A9CC58B-8EAD-714A-B54F-E0C199755992}"/>
                    </a:ext>
                  </a:extLst>
                </p:cNvPr>
                <p:cNvSpPr>
                  <a:spLocks/>
                </p:cNvSpPr>
                <p:nvPr/>
              </p:nvSpPr>
              <p:spPr bwMode="auto">
                <a:xfrm>
                  <a:off x="934" y="3740"/>
                  <a:ext cx="11" cy="23"/>
                </a:xfrm>
                <a:custGeom>
                  <a:avLst/>
                  <a:gdLst>
                    <a:gd name="T0" fmla="*/ 0 w 24"/>
                    <a:gd name="T1" fmla="*/ 0 h 70"/>
                    <a:gd name="T2" fmla="*/ 0 w 24"/>
                    <a:gd name="T3" fmla="*/ 0 h 70"/>
                    <a:gd name="T4" fmla="*/ 0 w 24"/>
                    <a:gd name="T5" fmla="*/ 0 h 70"/>
                    <a:gd name="T6" fmla="*/ 0 w 24"/>
                    <a:gd name="T7" fmla="*/ 0 h 70"/>
                    <a:gd name="T8" fmla="*/ 0 w 24"/>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72" name="Freeform 472">
                  <a:extLst>
                    <a:ext uri="{FF2B5EF4-FFF2-40B4-BE49-F238E27FC236}">
                      <a16:creationId xmlns:a16="http://schemas.microsoft.com/office/drawing/2014/main" id="{7F3CE595-2D67-3242-B3F2-C120FBA13798}"/>
                    </a:ext>
                  </a:extLst>
                </p:cNvPr>
                <p:cNvSpPr>
                  <a:spLocks/>
                </p:cNvSpPr>
                <p:nvPr/>
              </p:nvSpPr>
              <p:spPr bwMode="auto">
                <a:xfrm>
                  <a:off x="938" y="3741"/>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73" name="Freeform 473">
                  <a:extLst>
                    <a:ext uri="{FF2B5EF4-FFF2-40B4-BE49-F238E27FC236}">
                      <a16:creationId xmlns:a16="http://schemas.microsoft.com/office/drawing/2014/main" id="{A7D67745-B887-7246-9A37-4DA74F1B6F2B}"/>
                    </a:ext>
                  </a:extLst>
                </p:cNvPr>
                <p:cNvSpPr>
                  <a:spLocks/>
                </p:cNvSpPr>
                <p:nvPr/>
              </p:nvSpPr>
              <p:spPr bwMode="auto">
                <a:xfrm>
                  <a:off x="941" y="3751"/>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64" name="Group 474">
                <a:extLst>
                  <a:ext uri="{FF2B5EF4-FFF2-40B4-BE49-F238E27FC236}">
                    <a16:creationId xmlns:a16="http://schemas.microsoft.com/office/drawing/2014/main" id="{83907A45-A9D9-5944-8FBB-2C17ABB86D44}"/>
                  </a:ext>
                </a:extLst>
              </p:cNvPr>
              <p:cNvGrpSpPr>
                <a:grpSpLocks/>
              </p:cNvGrpSpPr>
              <p:nvPr/>
            </p:nvGrpSpPr>
            <p:grpSpPr bwMode="auto">
              <a:xfrm>
                <a:off x="943" y="3754"/>
                <a:ext cx="49" cy="23"/>
                <a:chOff x="943" y="3754"/>
                <a:chExt cx="49" cy="23"/>
              </a:xfrm>
            </p:grpSpPr>
            <p:sp>
              <p:nvSpPr>
                <p:cNvPr id="23768" name="Freeform 475">
                  <a:extLst>
                    <a:ext uri="{FF2B5EF4-FFF2-40B4-BE49-F238E27FC236}">
                      <a16:creationId xmlns:a16="http://schemas.microsoft.com/office/drawing/2014/main" id="{E503DB9D-7DBD-4A4E-97A2-0A24369CCF4B}"/>
                    </a:ext>
                  </a:extLst>
                </p:cNvPr>
                <p:cNvSpPr>
                  <a:spLocks/>
                </p:cNvSpPr>
                <p:nvPr/>
              </p:nvSpPr>
              <p:spPr bwMode="auto">
                <a:xfrm>
                  <a:off x="943" y="3754"/>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69" name="Freeform 476">
                  <a:extLst>
                    <a:ext uri="{FF2B5EF4-FFF2-40B4-BE49-F238E27FC236}">
                      <a16:creationId xmlns:a16="http://schemas.microsoft.com/office/drawing/2014/main" id="{9B32139A-9170-DB4C-9346-44C5BA1806BA}"/>
                    </a:ext>
                  </a:extLst>
                </p:cNvPr>
                <p:cNvSpPr>
                  <a:spLocks/>
                </p:cNvSpPr>
                <p:nvPr/>
              </p:nvSpPr>
              <p:spPr bwMode="auto">
                <a:xfrm>
                  <a:off x="948" y="3755"/>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70" name="Freeform 477">
                  <a:extLst>
                    <a:ext uri="{FF2B5EF4-FFF2-40B4-BE49-F238E27FC236}">
                      <a16:creationId xmlns:a16="http://schemas.microsoft.com/office/drawing/2014/main" id="{EDB29B5D-1021-0A4D-B50E-D25D691DD31E}"/>
                    </a:ext>
                  </a:extLst>
                </p:cNvPr>
                <p:cNvSpPr>
                  <a:spLocks/>
                </p:cNvSpPr>
                <p:nvPr/>
              </p:nvSpPr>
              <p:spPr bwMode="auto">
                <a:xfrm>
                  <a:off x="951" y="3765"/>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3765" name="Freeform 478">
                <a:extLst>
                  <a:ext uri="{FF2B5EF4-FFF2-40B4-BE49-F238E27FC236}">
                    <a16:creationId xmlns:a16="http://schemas.microsoft.com/office/drawing/2014/main" id="{6CE90FD6-95FB-E747-B1EC-761A81482C2E}"/>
                  </a:ext>
                </a:extLst>
              </p:cNvPr>
              <p:cNvSpPr>
                <a:spLocks/>
              </p:cNvSpPr>
              <p:nvPr/>
            </p:nvSpPr>
            <p:spPr bwMode="auto">
              <a:xfrm>
                <a:off x="987" y="3753"/>
                <a:ext cx="25" cy="43"/>
              </a:xfrm>
              <a:custGeom>
                <a:avLst/>
                <a:gdLst>
                  <a:gd name="T0" fmla="*/ 0 w 51"/>
                  <a:gd name="T1" fmla="*/ 0 h 128"/>
                  <a:gd name="T2" fmla="*/ 0 w 51"/>
                  <a:gd name="T3" fmla="*/ 0 h 128"/>
                  <a:gd name="T4" fmla="*/ 0 w 51"/>
                  <a:gd name="T5" fmla="*/ 0 h 128"/>
                  <a:gd name="T6" fmla="*/ 0 w 51"/>
                  <a:gd name="T7" fmla="*/ 0 h 128"/>
                  <a:gd name="T8" fmla="*/ 0 w 51"/>
                  <a:gd name="T9" fmla="*/ 0 h 128"/>
                  <a:gd name="T10" fmla="*/ 0 w 51"/>
                  <a:gd name="T11" fmla="*/ 0 h 128"/>
                  <a:gd name="T12" fmla="*/ 0 w 51"/>
                  <a:gd name="T13" fmla="*/ 0 h 12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66" name="Freeform 479">
                <a:extLst>
                  <a:ext uri="{FF2B5EF4-FFF2-40B4-BE49-F238E27FC236}">
                    <a16:creationId xmlns:a16="http://schemas.microsoft.com/office/drawing/2014/main" id="{7ECCBB76-976E-444B-82B1-34D7977F9E4B}"/>
                  </a:ext>
                </a:extLst>
              </p:cNvPr>
              <p:cNvSpPr>
                <a:spLocks/>
              </p:cNvSpPr>
              <p:nvPr/>
            </p:nvSpPr>
            <p:spPr bwMode="auto">
              <a:xfrm>
                <a:off x="992" y="3753"/>
                <a:ext cx="91" cy="29"/>
              </a:xfrm>
              <a:custGeom>
                <a:avLst/>
                <a:gdLst>
                  <a:gd name="T0" fmla="*/ 0 w 183"/>
                  <a:gd name="T1" fmla="*/ 0 h 85"/>
                  <a:gd name="T2" fmla="*/ 0 w 183"/>
                  <a:gd name="T3" fmla="*/ 0 h 85"/>
                  <a:gd name="T4" fmla="*/ 0 w 183"/>
                  <a:gd name="T5" fmla="*/ 0 h 85"/>
                  <a:gd name="T6" fmla="*/ 0 w 183"/>
                  <a:gd name="T7" fmla="*/ 0 h 85"/>
                  <a:gd name="T8" fmla="*/ 0 w 183"/>
                  <a:gd name="T9" fmla="*/ 0 h 85"/>
                  <a:gd name="T10" fmla="*/ 0 w 183"/>
                  <a:gd name="T11" fmla="*/ 0 h 85"/>
                  <a:gd name="T12" fmla="*/ 0 w 183"/>
                  <a:gd name="T13" fmla="*/ 0 h 85"/>
                  <a:gd name="T14" fmla="*/ 0 w 183"/>
                  <a:gd name="T15" fmla="*/ 0 h 85"/>
                  <a:gd name="T16" fmla="*/ 0 w 183"/>
                  <a:gd name="T17" fmla="*/ 0 h 85"/>
                  <a:gd name="T18" fmla="*/ 0 w 183"/>
                  <a:gd name="T19" fmla="*/ 0 h 85"/>
                  <a:gd name="T20" fmla="*/ 0 w 183"/>
                  <a:gd name="T21" fmla="*/ 0 h 85"/>
                  <a:gd name="T22" fmla="*/ 0 w 183"/>
                  <a:gd name="T23" fmla="*/ 0 h 8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67" name="Freeform 480">
                <a:extLst>
                  <a:ext uri="{FF2B5EF4-FFF2-40B4-BE49-F238E27FC236}">
                    <a16:creationId xmlns:a16="http://schemas.microsoft.com/office/drawing/2014/main" id="{C5084663-C12D-104B-B8B5-AD97E25518F5}"/>
                  </a:ext>
                </a:extLst>
              </p:cNvPr>
              <p:cNvSpPr>
                <a:spLocks/>
              </p:cNvSpPr>
              <p:nvPr/>
            </p:nvSpPr>
            <p:spPr bwMode="auto">
              <a:xfrm>
                <a:off x="1008" y="3782"/>
                <a:ext cx="81" cy="12"/>
              </a:xfrm>
              <a:custGeom>
                <a:avLst/>
                <a:gdLst>
                  <a:gd name="T0" fmla="*/ 0 w 160"/>
                  <a:gd name="T1" fmla="*/ 0 h 36"/>
                  <a:gd name="T2" fmla="*/ 1 w 160"/>
                  <a:gd name="T3" fmla="*/ 0 h 36"/>
                  <a:gd name="T4" fmla="*/ 1 w 160"/>
                  <a:gd name="T5" fmla="*/ 0 h 36"/>
                  <a:gd name="T6" fmla="*/ 1 w 160"/>
                  <a:gd name="T7" fmla="*/ 0 h 36"/>
                  <a:gd name="T8" fmla="*/ 1 w 160"/>
                  <a:gd name="T9" fmla="*/ 0 h 36"/>
                  <a:gd name="T10" fmla="*/ 1 w 160"/>
                  <a:gd name="T11" fmla="*/ 0 h 36"/>
                  <a:gd name="T12" fmla="*/ 0 w 160"/>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662" name="Group 481">
              <a:extLst>
                <a:ext uri="{FF2B5EF4-FFF2-40B4-BE49-F238E27FC236}">
                  <a16:creationId xmlns:a16="http://schemas.microsoft.com/office/drawing/2014/main" id="{829277CA-392C-814C-9070-86134433500A}"/>
                </a:ext>
              </a:extLst>
            </p:cNvPr>
            <p:cNvGrpSpPr>
              <a:grpSpLocks/>
            </p:cNvGrpSpPr>
            <p:nvPr/>
          </p:nvGrpSpPr>
          <p:grpSpPr bwMode="auto">
            <a:xfrm>
              <a:off x="920" y="3821"/>
              <a:ext cx="413" cy="50"/>
              <a:chOff x="920" y="3821"/>
              <a:chExt cx="413" cy="50"/>
            </a:xfrm>
          </p:grpSpPr>
          <p:sp>
            <p:nvSpPr>
              <p:cNvPr id="23683" name="Freeform 482">
                <a:extLst>
                  <a:ext uri="{FF2B5EF4-FFF2-40B4-BE49-F238E27FC236}">
                    <a16:creationId xmlns:a16="http://schemas.microsoft.com/office/drawing/2014/main" id="{2E6DBF47-20D2-8C4E-B798-D33B9B382DCC}"/>
                  </a:ext>
                </a:extLst>
              </p:cNvPr>
              <p:cNvSpPr>
                <a:spLocks/>
              </p:cNvSpPr>
              <p:nvPr/>
            </p:nvSpPr>
            <p:spPr bwMode="auto">
              <a:xfrm>
                <a:off x="920" y="3821"/>
                <a:ext cx="413" cy="50"/>
              </a:xfrm>
              <a:custGeom>
                <a:avLst/>
                <a:gdLst>
                  <a:gd name="T0" fmla="*/ 1 w 825"/>
                  <a:gd name="T1" fmla="*/ 0 h 151"/>
                  <a:gd name="T2" fmla="*/ 1 w 825"/>
                  <a:gd name="T3" fmla="*/ 0 h 151"/>
                  <a:gd name="T4" fmla="*/ 1 w 825"/>
                  <a:gd name="T5" fmla="*/ 0 h 151"/>
                  <a:gd name="T6" fmla="*/ 0 w 825"/>
                  <a:gd name="T7" fmla="*/ 0 h 151"/>
                  <a:gd name="T8" fmla="*/ 1 w 825"/>
                  <a:gd name="T9" fmla="*/ 0 h 151"/>
                  <a:gd name="T10" fmla="*/ 1 w 825"/>
                  <a:gd name="T11" fmla="*/ 0 h 151"/>
                  <a:gd name="T12" fmla="*/ 1 w 825"/>
                  <a:gd name="T13" fmla="*/ 0 h 151"/>
                  <a:gd name="T14" fmla="*/ 1 w 825"/>
                  <a:gd name="T15" fmla="*/ 0 h 151"/>
                  <a:gd name="T16" fmla="*/ 1 w 825"/>
                  <a:gd name="T17" fmla="*/ 0 h 151"/>
                  <a:gd name="T18" fmla="*/ 1 w 825"/>
                  <a:gd name="T19" fmla="*/ 0 h 151"/>
                  <a:gd name="T20" fmla="*/ 1 w 825"/>
                  <a:gd name="T21" fmla="*/ 0 h 151"/>
                  <a:gd name="T22" fmla="*/ 1 w 825"/>
                  <a:gd name="T23" fmla="*/ 0 h 151"/>
                  <a:gd name="T24" fmla="*/ 1 w 825"/>
                  <a:gd name="T25" fmla="*/ 0 h 151"/>
                  <a:gd name="T26" fmla="*/ 1 w 825"/>
                  <a:gd name="T27" fmla="*/ 0 h 151"/>
                  <a:gd name="T28" fmla="*/ 1 w 825"/>
                  <a:gd name="T29" fmla="*/ 0 h 15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prstDash val="solid"/>
                <a:round/>
                <a:headEnd/>
                <a:tailEnd/>
              </a:ln>
            </p:spPr>
            <p:txBody>
              <a:bodyPr/>
              <a:lstStyle/>
              <a:p>
                <a:endParaRPr lang="zh-CN" altLang="en-US"/>
              </a:p>
            </p:txBody>
          </p:sp>
          <p:sp>
            <p:nvSpPr>
              <p:cNvPr id="23684" name="Freeform 483">
                <a:extLst>
                  <a:ext uri="{FF2B5EF4-FFF2-40B4-BE49-F238E27FC236}">
                    <a16:creationId xmlns:a16="http://schemas.microsoft.com/office/drawing/2014/main" id="{6463E6A3-D545-4545-9E43-E566E69378F8}"/>
                  </a:ext>
                </a:extLst>
              </p:cNvPr>
              <p:cNvSpPr>
                <a:spLocks/>
              </p:cNvSpPr>
              <p:nvPr/>
            </p:nvSpPr>
            <p:spPr bwMode="auto">
              <a:xfrm>
                <a:off x="972" y="3833"/>
                <a:ext cx="330" cy="27"/>
              </a:xfrm>
              <a:custGeom>
                <a:avLst/>
                <a:gdLst>
                  <a:gd name="T0" fmla="*/ 1 w 658"/>
                  <a:gd name="T1" fmla="*/ 0 h 79"/>
                  <a:gd name="T2" fmla="*/ 0 w 658"/>
                  <a:gd name="T3" fmla="*/ 0 h 79"/>
                  <a:gd name="T4" fmla="*/ 1 w 658"/>
                  <a:gd name="T5" fmla="*/ 0 h 79"/>
                  <a:gd name="T6" fmla="*/ 1 w 658"/>
                  <a:gd name="T7" fmla="*/ 0 h 79"/>
                  <a:gd name="T8" fmla="*/ 1 w 658"/>
                  <a:gd name="T9" fmla="*/ 0 h 79"/>
                  <a:gd name="T10" fmla="*/ 1 w 658"/>
                  <a:gd name="T11" fmla="*/ 0 h 79"/>
                  <a:gd name="T12" fmla="*/ 1 w 658"/>
                  <a:gd name="T13" fmla="*/ 0 h 79"/>
                  <a:gd name="T14" fmla="*/ 1 w 658"/>
                  <a:gd name="T15" fmla="*/ 0 h 79"/>
                  <a:gd name="T16" fmla="*/ 1 w 658"/>
                  <a:gd name="T17" fmla="*/ 0 h 79"/>
                  <a:gd name="T18" fmla="*/ 1 w 658"/>
                  <a:gd name="T19" fmla="*/ 0 h 79"/>
                  <a:gd name="T20" fmla="*/ 1 w 658"/>
                  <a:gd name="T21" fmla="*/ 0 h 79"/>
                  <a:gd name="T22" fmla="*/ 1 w 658"/>
                  <a:gd name="T23" fmla="*/ 0 h 79"/>
                  <a:gd name="T24" fmla="*/ 1 w 658"/>
                  <a:gd name="T25" fmla="*/ 0 h 7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85" name="Rectangle 484">
                <a:extLst>
                  <a:ext uri="{FF2B5EF4-FFF2-40B4-BE49-F238E27FC236}">
                    <a16:creationId xmlns:a16="http://schemas.microsoft.com/office/drawing/2014/main" id="{5A8AD9EF-D8DD-6A40-8241-9F69B72BCBA1}"/>
                  </a:ext>
                </a:extLst>
              </p:cNvPr>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86" name="Rectangle 485">
                <a:extLst>
                  <a:ext uri="{FF2B5EF4-FFF2-40B4-BE49-F238E27FC236}">
                    <a16:creationId xmlns:a16="http://schemas.microsoft.com/office/drawing/2014/main" id="{195ACF0B-6C5C-E74A-96D7-6FC7B55F6969}"/>
                  </a:ext>
                </a:extLst>
              </p:cNvPr>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grpSp>
          <p:nvGrpSpPr>
            <p:cNvPr id="23663" name="Group 486">
              <a:extLst>
                <a:ext uri="{FF2B5EF4-FFF2-40B4-BE49-F238E27FC236}">
                  <a16:creationId xmlns:a16="http://schemas.microsoft.com/office/drawing/2014/main" id="{A2657878-26EE-274C-BE72-FAB6313196C5}"/>
                </a:ext>
              </a:extLst>
            </p:cNvPr>
            <p:cNvGrpSpPr>
              <a:grpSpLocks/>
            </p:cNvGrpSpPr>
            <p:nvPr/>
          </p:nvGrpSpPr>
          <p:grpSpPr bwMode="auto">
            <a:xfrm>
              <a:off x="1227" y="3477"/>
              <a:ext cx="508" cy="321"/>
              <a:chOff x="1227" y="3477"/>
              <a:chExt cx="508" cy="321"/>
            </a:xfrm>
          </p:grpSpPr>
          <p:sp>
            <p:nvSpPr>
              <p:cNvPr id="23664" name="Freeform 487">
                <a:extLst>
                  <a:ext uri="{FF2B5EF4-FFF2-40B4-BE49-F238E27FC236}">
                    <a16:creationId xmlns:a16="http://schemas.microsoft.com/office/drawing/2014/main" id="{C0B497A7-C377-E44E-8132-01998A4110E2}"/>
                  </a:ext>
                </a:extLst>
              </p:cNvPr>
              <p:cNvSpPr>
                <a:spLocks/>
              </p:cNvSpPr>
              <p:nvPr/>
            </p:nvSpPr>
            <p:spPr bwMode="auto">
              <a:xfrm>
                <a:off x="1640" y="3731"/>
                <a:ext cx="95" cy="66"/>
              </a:xfrm>
              <a:custGeom>
                <a:avLst/>
                <a:gdLst>
                  <a:gd name="T0" fmla="*/ 0 w 191"/>
                  <a:gd name="T1" fmla="*/ 0 h 200"/>
                  <a:gd name="T2" fmla="*/ 0 w 191"/>
                  <a:gd name="T3" fmla="*/ 0 h 200"/>
                  <a:gd name="T4" fmla="*/ 0 w 191"/>
                  <a:gd name="T5" fmla="*/ 0 h 200"/>
                  <a:gd name="T6" fmla="*/ 0 w 191"/>
                  <a:gd name="T7" fmla="*/ 0 h 200"/>
                  <a:gd name="T8" fmla="*/ 0 w 191"/>
                  <a:gd name="T9" fmla="*/ 0 h 200"/>
                  <a:gd name="T10" fmla="*/ 0 w 191"/>
                  <a:gd name="T11" fmla="*/ 0 h 200"/>
                  <a:gd name="T12" fmla="*/ 0 w 191"/>
                  <a:gd name="T13" fmla="*/ 0 h 200"/>
                  <a:gd name="T14" fmla="*/ 0 w 191"/>
                  <a:gd name="T15" fmla="*/ 0 h 200"/>
                  <a:gd name="T16" fmla="*/ 0 w 191"/>
                  <a:gd name="T17" fmla="*/ 0 h 200"/>
                  <a:gd name="T18" fmla="*/ 0 w 191"/>
                  <a:gd name="T19" fmla="*/ 0 h 200"/>
                  <a:gd name="T20" fmla="*/ 0 w 191"/>
                  <a:gd name="T21" fmla="*/ 0 h 200"/>
                  <a:gd name="T22" fmla="*/ 0 w 191"/>
                  <a:gd name="T23" fmla="*/ 0 h 2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prstDash val="solid"/>
                <a:round/>
                <a:headEnd/>
                <a:tailEnd/>
              </a:ln>
            </p:spPr>
            <p:txBody>
              <a:bodyPr/>
              <a:lstStyle/>
              <a:p>
                <a:endParaRPr lang="zh-CN" altLang="en-US"/>
              </a:p>
            </p:txBody>
          </p:sp>
          <p:sp>
            <p:nvSpPr>
              <p:cNvPr id="23665" name="Freeform 488">
                <a:extLst>
                  <a:ext uri="{FF2B5EF4-FFF2-40B4-BE49-F238E27FC236}">
                    <a16:creationId xmlns:a16="http://schemas.microsoft.com/office/drawing/2014/main" id="{8D051C32-F112-764B-BC8B-BF7C05F0FB0A}"/>
                  </a:ext>
                </a:extLst>
              </p:cNvPr>
              <p:cNvSpPr>
                <a:spLocks/>
              </p:cNvSpPr>
              <p:nvPr/>
            </p:nvSpPr>
            <p:spPr bwMode="auto">
              <a:xfrm>
                <a:off x="1227" y="3477"/>
                <a:ext cx="429" cy="264"/>
              </a:xfrm>
              <a:custGeom>
                <a:avLst/>
                <a:gdLst>
                  <a:gd name="T0" fmla="*/ 0 w 860"/>
                  <a:gd name="T1" fmla="*/ 0 h 791"/>
                  <a:gd name="T2" fmla="*/ 0 w 860"/>
                  <a:gd name="T3" fmla="*/ 0 h 791"/>
                  <a:gd name="T4" fmla="*/ 0 w 860"/>
                  <a:gd name="T5" fmla="*/ 0 h 791"/>
                  <a:gd name="T6" fmla="*/ 0 w 860"/>
                  <a:gd name="T7" fmla="*/ 0 h 791"/>
                  <a:gd name="T8" fmla="*/ 0 w 860"/>
                  <a:gd name="T9" fmla="*/ 0 h 7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66" name="Freeform 489">
                <a:extLst>
                  <a:ext uri="{FF2B5EF4-FFF2-40B4-BE49-F238E27FC236}">
                    <a16:creationId xmlns:a16="http://schemas.microsoft.com/office/drawing/2014/main" id="{75B9709D-E5C1-6648-8F01-8DED4F7ACE3B}"/>
                  </a:ext>
                </a:extLst>
              </p:cNvPr>
              <p:cNvSpPr>
                <a:spLocks/>
              </p:cNvSpPr>
              <p:nvPr/>
            </p:nvSpPr>
            <p:spPr bwMode="auto">
              <a:xfrm>
                <a:off x="1521" y="3650"/>
                <a:ext cx="141" cy="122"/>
              </a:xfrm>
              <a:custGeom>
                <a:avLst/>
                <a:gdLst>
                  <a:gd name="T0" fmla="*/ 1 w 281"/>
                  <a:gd name="T1" fmla="*/ 0 h 366"/>
                  <a:gd name="T2" fmla="*/ 1 w 281"/>
                  <a:gd name="T3" fmla="*/ 0 h 366"/>
                  <a:gd name="T4" fmla="*/ 1 w 281"/>
                  <a:gd name="T5" fmla="*/ 0 h 366"/>
                  <a:gd name="T6" fmla="*/ 1 w 281"/>
                  <a:gd name="T7" fmla="*/ 0 h 366"/>
                  <a:gd name="T8" fmla="*/ 1 w 281"/>
                  <a:gd name="T9" fmla="*/ 0 h 366"/>
                  <a:gd name="T10" fmla="*/ 1 w 281"/>
                  <a:gd name="T11" fmla="*/ 0 h 366"/>
                  <a:gd name="T12" fmla="*/ 1 w 281"/>
                  <a:gd name="T13" fmla="*/ 0 h 366"/>
                  <a:gd name="T14" fmla="*/ 1 w 281"/>
                  <a:gd name="T15" fmla="*/ 0 h 366"/>
                  <a:gd name="T16" fmla="*/ 1 w 281"/>
                  <a:gd name="T17" fmla="*/ 0 h 366"/>
                  <a:gd name="T18" fmla="*/ 1 w 281"/>
                  <a:gd name="T19" fmla="*/ 0 h 366"/>
                  <a:gd name="T20" fmla="*/ 1 w 281"/>
                  <a:gd name="T21" fmla="*/ 0 h 366"/>
                  <a:gd name="T22" fmla="*/ 1 w 281"/>
                  <a:gd name="T23" fmla="*/ 0 h 366"/>
                  <a:gd name="T24" fmla="*/ 1 w 281"/>
                  <a:gd name="T25" fmla="*/ 0 h 366"/>
                  <a:gd name="T26" fmla="*/ 1 w 281"/>
                  <a:gd name="T27" fmla="*/ 0 h 366"/>
                  <a:gd name="T28" fmla="*/ 1 w 281"/>
                  <a:gd name="T29" fmla="*/ 0 h 366"/>
                  <a:gd name="T30" fmla="*/ 0 w 281"/>
                  <a:gd name="T31" fmla="*/ 0 h 366"/>
                  <a:gd name="T32" fmla="*/ 0 w 281"/>
                  <a:gd name="T33" fmla="*/ 0 h 366"/>
                  <a:gd name="T34" fmla="*/ 1 w 281"/>
                  <a:gd name="T35" fmla="*/ 0 h 3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prstDash val="solid"/>
                <a:round/>
                <a:headEnd/>
                <a:tailEnd/>
              </a:ln>
            </p:spPr>
            <p:txBody>
              <a:bodyPr/>
              <a:lstStyle/>
              <a:p>
                <a:endParaRPr lang="zh-CN" altLang="en-US"/>
              </a:p>
            </p:txBody>
          </p:sp>
          <p:sp>
            <p:nvSpPr>
              <p:cNvPr id="23667" name="Line 490">
                <a:extLst>
                  <a:ext uri="{FF2B5EF4-FFF2-40B4-BE49-F238E27FC236}">
                    <a16:creationId xmlns:a16="http://schemas.microsoft.com/office/drawing/2014/main" id="{61DB2942-1EA1-B242-BEA0-0CF6465AB3B0}"/>
                  </a:ext>
                </a:extLst>
              </p:cNvPr>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68" name="Freeform 491">
                <a:extLst>
                  <a:ext uri="{FF2B5EF4-FFF2-40B4-BE49-F238E27FC236}">
                    <a16:creationId xmlns:a16="http://schemas.microsoft.com/office/drawing/2014/main" id="{87EB1157-CB41-0C4E-A5ED-FC7F144F4DE4}"/>
                  </a:ext>
                </a:extLst>
              </p:cNvPr>
              <p:cNvSpPr>
                <a:spLocks/>
              </p:cNvSpPr>
              <p:nvPr/>
            </p:nvSpPr>
            <p:spPr bwMode="auto">
              <a:xfrm>
                <a:off x="1242" y="3486"/>
                <a:ext cx="111" cy="96"/>
              </a:xfrm>
              <a:custGeom>
                <a:avLst/>
                <a:gdLst>
                  <a:gd name="T0" fmla="*/ 1 w 222"/>
                  <a:gd name="T1" fmla="*/ 0 h 289"/>
                  <a:gd name="T2" fmla="*/ 1 w 222"/>
                  <a:gd name="T3" fmla="*/ 0 h 289"/>
                  <a:gd name="T4" fmla="*/ 1 w 222"/>
                  <a:gd name="T5" fmla="*/ 0 h 289"/>
                  <a:gd name="T6" fmla="*/ 1 w 222"/>
                  <a:gd name="T7" fmla="*/ 0 h 289"/>
                  <a:gd name="T8" fmla="*/ 1 w 222"/>
                  <a:gd name="T9" fmla="*/ 0 h 289"/>
                  <a:gd name="T10" fmla="*/ 1 w 222"/>
                  <a:gd name="T11" fmla="*/ 0 h 289"/>
                  <a:gd name="T12" fmla="*/ 1 w 222"/>
                  <a:gd name="T13" fmla="*/ 0 h 289"/>
                  <a:gd name="T14" fmla="*/ 1 w 222"/>
                  <a:gd name="T15" fmla="*/ 0 h 289"/>
                  <a:gd name="T16" fmla="*/ 1 w 222"/>
                  <a:gd name="T17" fmla="*/ 0 h 289"/>
                  <a:gd name="T18" fmla="*/ 1 w 222"/>
                  <a:gd name="T19" fmla="*/ 0 h 289"/>
                  <a:gd name="T20" fmla="*/ 1 w 222"/>
                  <a:gd name="T21" fmla="*/ 0 h 289"/>
                  <a:gd name="T22" fmla="*/ 1 w 222"/>
                  <a:gd name="T23" fmla="*/ 0 h 289"/>
                  <a:gd name="T24" fmla="*/ 1 w 222"/>
                  <a:gd name="T25" fmla="*/ 0 h 289"/>
                  <a:gd name="T26" fmla="*/ 1 w 222"/>
                  <a:gd name="T27" fmla="*/ 0 h 289"/>
                  <a:gd name="T28" fmla="*/ 1 w 222"/>
                  <a:gd name="T29" fmla="*/ 0 h 289"/>
                  <a:gd name="T30" fmla="*/ 0 w 222"/>
                  <a:gd name="T31" fmla="*/ 0 h 289"/>
                  <a:gd name="T32" fmla="*/ 1 w 222"/>
                  <a:gd name="T33" fmla="*/ 0 h 289"/>
                  <a:gd name="T34" fmla="*/ 1 w 222"/>
                  <a:gd name="T35" fmla="*/ 0 h 2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prstDash val="solid"/>
                <a:round/>
                <a:headEnd/>
                <a:tailEnd/>
              </a:ln>
            </p:spPr>
            <p:txBody>
              <a:bodyPr/>
              <a:lstStyle/>
              <a:p>
                <a:endParaRPr lang="zh-CN" altLang="en-US"/>
              </a:p>
            </p:txBody>
          </p:sp>
          <p:sp>
            <p:nvSpPr>
              <p:cNvPr id="23669" name="Freeform 492">
                <a:extLst>
                  <a:ext uri="{FF2B5EF4-FFF2-40B4-BE49-F238E27FC236}">
                    <a16:creationId xmlns:a16="http://schemas.microsoft.com/office/drawing/2014/main" id="{55BDB4DA-AB87-4145-B916-7876BB48A970}"/>
                  </a:ext>
                </a:extLst>
              </p:cNvPr>
              <p:cNvSpPr>
                <a:spLocks/>
              </p:cNvSpPr>
              <p:nvPr/>
            </p:nvSpPr>
            <p:spPr bwMode="auto">
              <a:xfrm>
                <a:off x="1456" y="3626"/>
                <a:ext cx="64" cy="62"/>
              </a:xfrm>
              <a:custGeom>
                <a:avLst/>
                <a:gdLst>
                  <a:gd name="T0" fmla="*/ 1 w 128"/>
                  <a:gd name="T1" fmla="*/ 0 h 186"/>
                  <a:gd name="T2" fmla="*/ 1 w 128"/>
                  <a:gd name="T3" fmla="*/ 0 h 186"/>
                  <a:gd name="T4" fmla="*/ 1 w 128"/>
                  <a:gd name="T5" fmla="*/ 0 h 186"/>
                  <a:gd name="T6" fmla="*/ 1 w 128"/>
                  <a:gd name="T7" fmla="*/ 0 h 186"/>
                  <a:gd name="T8" fmla="*/ 0 w 128"/>
                  <a:gd name="T9" fmla="*/ 0 h 186"/>
                  <a:gd name="T10" fmla="*/ 0 w 128"/>
                  <a:gd name="T11" fmla="*/ 0 h 186"/>
                  <a:gd name="T12" fmla="*/ 0 w 128"/>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23670" name="Freeform 493">
                <a:extLst>
                  <a:ext uri="{FF2B5EF4-FFF2-40B4-BE49-F238E27FC236}">
                    <a16:creationId xmlns:a16="http://schemas.microsoft.com/office/drawing/2014/main" id="{2260515B-C9B2-C947-97DD-FA9A7DE42907}"/>
                  </a:ext>
                </a:extLst>
              </p:cNvPr>
              <p:cNvSpPr>
                <a:spLocks/>
              </p:cNvSpPr>
              <p:nvPr/>
            </p:nvSpPr>
            <p:spPr bwMode="auto">
              <a:xfrm>
                <a:off x="1440" y="3615"/>
                <a:ext cx="63" cy="61"/>
              </a:xfrm>
              <a:custGeom>
                <a:avLst/>
                <a:gdLst>
                  <a:gd name="T0" fmla="*/ 1 w 126"/>
                  <a:gd name="T1" fmla="*/ 0 h 185"/>
                  <a:gd name="T2" fmla="*/ 1 w 126"/>
                  <a:gd name="T3" fmla="*/ 0 h 185"/>
                  <a:gd name="T4" fmla="*/ 1 w 126"/>
                  <a:gd name="T5" fmla="*/ 0 h 185"/>
                  <a:gd name="T6" fmla="*/ 1 w 126"/>
                  <a:gd name="T7" fmla="*/ 0 h 185"/>
                  <a:gd name="T8" fmla="*/ 0 w 126"/>
                  <a:gd name="T9" fmla="*/ 0 h 185"/>
                  <a:gd name="T10" fmla="*/ 0 w 126"/>
                  <a:gd name="T11" fmla="*/ 0 h 185"/>
                  <a:gd name="T12" fmla="*/ 0 w 126"/>
                  <a:gd name="T13" fmla="*/ 0 h 18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prstDash val="solid"/>
                <a:round/>
                <a:headEnd/>
                <a:tailEnd/>
              </a:ln>
            </p:spPr>
            <p:txBody>
              <a:bodyPr/>
              <a:lstStyle/>
              <a:p>
                <a:endParaRPr lang="zh-CN" altLang="en-US"/>
              </a:p>
            </p:txBody>
          </p:sp>
          <p:sp>
            <p:nvSpPr>
              <p:cNvPr id="23671" name="Freeform 494">
                <a:extLst>
                  <a:ext uri="{FF2B5EF4-FFF2-40B4-BE49-F238E27FC236}">
                    <a16:creationId xmlns:a16="http://schemas.microsoft.com/office/drawing/2014/main" id="{B884B4B4-2EF3-554E-AE40-B12D412DA04A}"/>
                  </a:ext>
                </a:extLst>
              </p:cNvPr>
              <p:cNvSpPr>
                <a:spLocks/>
              </p:cNvSpPr>
              <p:nvPr/>
            </p:nvSpPr>
            <p:spPr bwMode="auto">
              <a:xfrm>
                <a:off x="1422" y="3604"/>
                <a:ext cx="64" cy="62"/>
              </a:xfrm>
              <a:custGeom>
                <a:avLst/>
                <a:gdLst>
                  <a:gd name="T0" fmla="*/ 1 w 127"/>
                  <a:gd name="T1" fmla="*/ 0 h 185"/>
                  <a:gd name="T2" fmla="*/ 1 w 127"/>
                  <a:gd name="T3" fmla="*/ 0 h 185"/>
                  <a:gd name="T4" fmla="*/ 1 w 127"/>
                  <a:gd name="T5" fmla="*/ 0 h 185"/>
                  <a:gd name="T6" fmla="*/ 1 w 127"/>
                  <a:gd name="T7" fmla="*/ 0 h 185"/>
                  <a:gd name="T8" fmla="*/ 0 w 127"/>
                  <a:gd name="T9" fmla="*/ 0 h 185"/>
                  <a:gd name="T10" fmla="*/ 0 w 127"/>
                  <a:gd name="T11" fmla="*/ 0 h 185"/>
                  <a:gd name="T12" fmla="*/ 0 w 127"/>
                  <a:gd name="T13" fmla="*/ 0 h 18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23672" name="Freeform 495">
                <a:extLst>
                  <a:ext uri="{FF2B5EF4-FFF2-40B4-BE49-F238E27FC236}">
                    <a16:creationId xmlns:a16="http://schemas.microsoft.com/office/drawing/2014/main" id="{497DDECF-349F-F540-9A07-FCBEDAB88DD1}"/>
                  </a:ext>
                </a:extLst>
              </p:cNvPr>
              <p:cNvSpPr>
                <a:spLocks/>
              </p:cNvSpPr>
              <p:nvPr/>
            </p:nvSpPr>
            <p:spPr bwMode="auto">
              <a:xfrm>
                <a:off x="1401" y="3594"/>
                <a:ext cx="64" cy="62"/>
              </a:xfrm>
              <a:custGeom>
                <a:avLst/>
                <a:gdLst>
                  <a:gd name="T0" fmla="*/ 1 w 127"/>
                  <a:gd name="T1" fmla="*/ 0 h 186"/>
                  <a:gd name="T2" fmla="*/ 1 w 127"/>
                  <a:gd name="T3" fmla="*/ 0 h 186"/>
                  <a:gd name="T4" fmla="*/ 1 w 127"/>
                  <a:gd name="T5" fmla="*/ 0 h 186"/>
                  <a:gd name="T6" fmla="*/ 1 w 127"/>
                  <a:gd name="T7" fmla="*/ 0 h 186"/>
                  <a:gd name="T8" fmla="*/ 0 w 127"/>
                  <a:gd name="T9" fmla="*/ 0 h 186"/>
                  <a:gd name="T10" fmla="*/ 0 w 127"/>
                  <a:gd name="T11" fmla="*/ 0 h 186"/>
                  <a:gd name="T12" fmla="*/ 0 w 127"/>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23673" name="Freeform 496">
                <a:extLst>
                  <a:ext uri="{FF2B5EF4-FFF2-40B4-BE49-F238E27FC236}">
                    <a16:creationId xmlns:a16="http://schemas.microsoft.com/office/drawing/2014/main" id="{196F6447-C20D-574B-8C50-E8F0C61E0718}"/>
                  </a:ext>
                </a:extLst>
              </p:cNvPr>
              <p:cNvSpPr>
                <a:spLocks/>
              </p:cNvSpPr>
              <p:nvPr/>
            </p:nvSpPr>
            <p:spPr bwMode="auto">
              <a:xfrm>
                <a:off x="1383" y="3583"/>
                <a:ext cx="64" cy="62"/>
              </a:xfrm>
              <a:custGeom>
                <a:avLst/>
                <a:gdLst>
                  <a:gd name="T0" fmla="*/ 1 w 128"/>
                  <a:gd name="T1" fmla="*/ 0 h 186"/>
                  <a:gd name="T2" fmla="*/ 1 w 128"/>
                  <a:gd name="T3" fmla="*/ 0 h 186"/>
                  <a:gd name="T4" fmla="*/ 1 w 128"/>
                  <a:gd name="T5" fmla="*/ 0 h 186"/>
                  <a:gd name="T6" fmla="*/ 1 w 128"/>
                  <a:gd name="T7" fmla="*/ 0 h 186"/>
                  <a:gd name="T8" fmla="*/ 0 w 128"/>
                  <a:gd name="T9" fmla="*/ 0 h 186"/>
                  <a:gd name="T10" fmla="*/ 0 w 128"/>
                  <a:gd name="T11" fmla="*/ 0 h 186"/>
                  <a:gd name="T12" fmla="*/ 0 w 128"/>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23674" name="Freeform 497">
                <a:extLst>
                  <a:ext uri="{FF2B5EF4-FFF2-40B4-BE49-F238E27FC236}">
                    <a16:creationId xmlns:a16="http://schemas.microsoft.com/office/drawing/2014/main" id="{B0CD85E0-3382-FA42-A807-6FBC488546F9}"/>
                  </a:ext>
                </a:extLst>
              </p:cNvPr>
              <p:cNvSpPr>
                <a:spLocks/>
              </p:cNvSpPr>
              <p:nvPr/>
            </p:nvSpPr>
            <p:spPr bwMode="auto">
              <a:xfrm>
                <a:off x="1365" y="3570"/>
                <a:ext cx="63" cy="62"/>
              </a:xfrm>
              <a:custGeom>
                <a:avLst/>
                <a:gdLst>
                  <a:gd name="T0" fmla="*/ 1 w 126"/>
                  <a:gd name="T1" fmla="*/ 0 h 186"/>
                  <a:gd name="T2" fmla="*/ 1 w 126"/>
                  <a:gd name="T3" fmla="*/ 0 h 186"/>
                  <a:gd name="T4" fmla="*/ 1 w 126"/>
                  <a:gd name="T5" fmla="*/ 0 h 186"/>
                  <a:gd name="T6" fmla="*/ 1 w 126"/>
                  <a:gd name="T7" fmla="*/ 0 h 186"/>
                  <a:gd name="T8" fmla="*/ 0 w 126"/>
                  <a:gd name="T9" fmla="*/ 0 h 186"/>
                  <a:gd name="T10" fmla="*/ 0 w 126"/>
                  <a:gd name="T11" fmla="*/ 0 h 186"/>
                  <a:gd name="T12" fmla="*/ 0 w 126"/>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23675" name="Freeform 498">
                <a:extLst>
                  <a:ext uri="{FF2B5EF4-FFF2-40B4-BE49-F238E27FC236}">
                    <a16:creationId xmlns:a16="http://schemas.microsoft.com/office/drawing/2014/main" id="{084E74DD-DC4A-3B40-BCD6-6B771F89735C}"/>
                  </a:ext>
                </a:extLst>
              </p:cNvPr>
              <p:cNvSpPr>
                <a:spLocks/>
              </p:cNvSpPr>
              <p:nvPr/>
            </p:nvSpPr>
            <p:spPr bwMode="auto">
              <a:xfrm>
                <a:off x="1349" y="3558"/>
                <a:ext cx="64" cy="62"/>
              </a:xfrm>
              <a:custGeom>
                <a:avLst/>
                <a:gdLst>
                  <a:gd name="T0" fmla="*/ 1 w 127"/>
                  <a:gd name="T1" fmla="*/ 0 h 186"/>
                  <a:gd name="T2" fmla="*/ 1 w 127"/>
                  <a:gd name="T3" fmla="*/ 0 h 186"/>
                  <a:gd name="T4" fmla="*/ 1 w 127"/>
                  <a:gd name="T5" fmla="*/ 0 h 186"/>
                  <a:gd name="T6" fmla="*/ 1 w 127"/>
                  <a:gd name="T7" fmla="*/ 0 h 186"/>
                  <a:gd name="T8" fmla="*/ 0 w 127"/>
                  <a:gd name="T9" fmla="*/ 0 h 186"/>
                  <a:gd name="T10" fmla="*/ 0 w 127"/>
                  <a:gd name="T11" fmla="*/ 0 h 186"/>
                  <a:gd name="T12" fmla="*/ 0 w 127"/>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23676" name="Freeform 499">
                <a:extLst>
                  <a:ext uri="{FF2B5EF4-FFF2-40B4-BE49-F238E27FC236}">
                    <a16:creationId xmlns:a16="http://schemas.microsoft.com/office/drawing/2014/main" id="{0AF77D7D-CC57-3649-82A4-C364B3BC6E84}"/>
                  </a:ext>
                </a:extLst>
              </p:cNvPr>
              <p:cNvSpPr>
                <a:spLocks/>
              </p:cNvSpPr>
              <p:nvPr/>
            </p:nvSpPr>
            <p:spPr bwMode="auto">
              <a:xfrm>
                <a:off x="1331" y="3550"/>
                <a:ext cx="63" cy="62"/>
              </a:xfrm>
              <a:custGeom>
                <a:avLst/>
                <a:gdLst>
                  <a:gd name="T0" fmla="*/ 0 w 127"/>
                  <a:gd name="T1" fmla="*/ 0 h 186"/>
                  <a:gd name="T2" fmla="*/ 0 w 127"/>
                  <a:gd name="T3" fmla="*/ 0 h 186"/>
                  <a:gd name="T4" fmla="*/ 0 w 127"/>
                  <a:gd name="T5" fmla="*/ 0 h 186"/>
                  <a:gd name="T6" fmla="*/ 0 w 127"/>
                  <a:gd name="T7" fmla="*/ 0 h 186"/>
                  <a:gd name="T8" fmla="*/ 0 w 127"/>
                  <a:gd name="T9" fmla="*/ 0 h 186"/>
                  <a:gd name="T10" fmla="*/ 0 w 127"/>
                  <a:gd name="T11" fmla="*/ 0 h 186"/>
                  <a:gd name="T12" fmla="*/ 0 w 127"/>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prstDash val="solid"/>
                <a:round/>
                <a:headEnd/>
                <a:tailEnd/>
              </a:ln>
            </p:spPr>
            <p:txBody>
              <a:bodyPr/>
              <a:lstStyle/>
              <a:p>
                <a:endParaRPr lang="zh-CN" altLang="en-US"/>
              </a:p>
            </p:txBody>
          </p:sp>
          <p:sp>
            <p:nvSpPr>
              <p:cNvPr id="23677" name="Freeform 500">
                <a:extLst>
                  <a:ext uri="{FF2B5EF4-FFF2-40B4-BE49-F238E27FC236}">
                    <a16:creationId xmlns:a16="http://schemas.microsoft.com/office/drawing/2014/main" id="{F4EB1B0F-1F62-DD4A-B249-DA5295A03054}"/>
                  </a:ext>
                </a:extLst>
              </p:cNvPr>
              <p:cNvSpPr>
                <a:spLocks/>
              </p:cNvSpPr>
              <p:nvPr/>
            </p:nvSpPr>
            <p:spPr bwMode="auto">
              <a:xfrm>
                <a:off x="1308" y="3501"/>
                <a:ext cx="47" cy="25"/>
              </a:xfrm>
              <a:custGeom>
                <a:avLst/>
                <a:gdLst>
                  <a:gd name="T0" fmla="*/ 0 w 96"/>
                  <a:gd name="T1" fmla="*/ 0 h 74"/>
                  <a:gd name="T2" fmla="*/ 0 w 96"/>
                  <a:gd name="T3" fmla="*/ 0 h 74"/>
                  <a:gd name="T4" fmla="*/ 0 w 96"/>
                  <a:gd name="T5" fmla="*/ 0 h 74"/>
                  <a:gd name="T6" fmla="*/ 0 w 96"/>
                  <a:gd name="T7" fmla="*/ 0 h 7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prstDash val="solid"/>
                <a:round/>
                <a:headEnd/>
                <a:tailEnd/>
              </a:ln>
            </p:spPr>
            <p:txBody>
              <a:bodyPr/>
              <a:lstStyle/>
              <a:p>
                <a:endParaRPr lang="zh-CN" altLang="en-US"/>
              </a:p>
            </p:txBody>
          </p:sp>
          <p:sp>
            <p:nvSpPr>
              <p:cNvPr id="23678" name="Oval 501">
                <a:extLst>
                  <a:ext uri="{FF2B5EF4-FFF2-40B4-BE49-F238E27FC236}">
                    <a16:creationId xmlns:a16="http://schemas.microsoft.com/office/drawing/2014/main" id="{855BB860-94C3-B341-9CF5-AD4E8EB6ED2C}"/>
                  </a:ext>
                </a:extLst>
              </p:cNvPr>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79" name="Oval 502">
                <a:extLst>
                  <a:ext uri="{FF2B5EF4-FFF2-40B4-BE49-F238E27FC236}">
                    <a16:creationId xmlns:a16="http://schemas.microsoft.com/office/drawing/2014/main" id="{205A43FA-9EBF-3C4D-9EEA-C5BB337E39B4}"/>
                  </a:ext>
                </a:extLst>
              </p:cNvPr>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80" name="Freeform 503">
                <a:extLst>
                  <a:ext uri="{FF2B5EF4-FFF2-40B4-BE49-F238E27FC236}">
                    <a16:creationId xmlns:a16="http://schemas.microsoft.com/office/drawing/2014/main" id="{DD894013-820D-124B-A043-A10AE2ADF622}"/>
                  </a:ext>
                </a:extLst>
              </p:cNvPr>
              <p:cNvSpPr>
                <a:spLocks/>
              </p:cNvSpPr>
              <p:nvPr/>
            </p:nvSpPr>
            <p:spPr bwMode="auto">
              <a:xfrm>
                <a:off x="1511" y="3785"/>
                <a:ext cx="94" cy="8"/>
              </a:xfrm>
              <a:custGeom>
                <a:avLst/>
                <a:gdLst>
                  <a:gd name="T0" fmla="*/ 0 w 188"/>
                  <a:gd name="T1" fmla="*/ 0 h 25"/>
                  <a:gd name="T2" fmla="*/ 1 w 188"/>
                  <a:gd name="T3" fmla="*/ 0 h 25"/>
                  <a:gd name="T4" fmla="*/ 1 w 188"/>
                  <a:gd name="T5" fmla="*/ 0 h 25"/>
                  <a:gd name="T6" fmla="*/ 1 w 188"/>
                  <a:gd name="T7" fmla="*/ 0 h 25"/>
                  <a:gd name="T8" fmla="*/ 0 w 188"/>
                  <a:gd name="T9" fmla="*/ 0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81" name="Oval 504">
                <a:extLst>
                  <a:ext uri="{FF2B5EF4-FFF2-40B4-BE49-F238E27FC236}">
                    <a16:creationId xmlns:a16="http://schemas.microsoft.com/office/drawing/2014/main" id="{52CABF80-311B-0C4E-9E2F-B1F6F69ED8E1}"/>
                  </a:ext>
                </a:extLst>
              </p:cNvPr>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82" name="Oval 505">
                <a:extLst>
                  <a:ext uri="{FF2B5EF4-FFF2-40B4-BE49-F238E27FC236}">
                    <a16:creationId xmlns:a16="http://schemas.microsoft.com/office/drawing/2014/main" id="{9A26314E-E516-154E-AD96-F1D10E2E1745}"/>
                  </a:ext>
                </a:extLst>
              </p:cNvPr>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grpSp>
      <p:grpSp>
        <p:nvGrpSpPr>
          <p:cNvPr id="23577" name="Group 506">
            <a:extLst>
              <a:ext uri="{FF2B5EF4-FFF2-40B4-BE49-F238E27FC236}">
                <a16:creationId xmlns:a16="http://schemas.microsoft.com/office/drawing/2014/main" id="{FF12DBD3-1F7F-0B4B-BCE6-61856DF09260}"/>
              </a:ext>
            </a:extLst>
          </p:cNvPr>
          <p:cNvGrpSpPr>
            <a:grpSpLocks/>
          </p:cNvGrpSpPr>
          <p:nvPr/>
        </p:nvGrpSpPr>
        <p:grpSpPr bwMode="auto">
          <a:xfrm>
            <a:off x="6391275" y="2256235"/>
            <a:ext cx="846535" cy="585788"/>
            <a:chOff x="1680" y="240"/>
            <a:chExt cx="2529" cy="1270"/>
          </a:xfrm>
        </p:grpSpPr>
        <p:sp>
          <p:nvSpPr>
            <p:cNvPr id="23640" name="Oval 507">
              <a:extLst>
                <a:ext uri="{FF2B5EF4-FFF2-40B4-BE49-F238E27FC236}">
                  <a16:creationId xmlns:a16="http://schemas.microsoft.com/office/drawing/2014/main" id="{7C1FEAD0-CE58-0149-8939-21B642D7BFD2}"/>
                </a:ext>
              </a:extLst>
            </p:cNvPr>
            <p:cNvSpPr>
              <a:spLocks noChangeArrowheads="1"/>
            </p:cNvSpPr>
            <p:nvPr/>
          </p:nvSpPr>
          <p:spPr bwMode="auto">
            <a:xfrm>
              <a:off x="2555" y="240"/>
              <a:ext cx="1088" cy="514"/>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41" name="Oval 508">
              <a:extLst>
                <a:ext uri="{FF2B5EF4-FFF2-40B4-BE49-F238E27FC236}">
                  <a16:creationId xmlns:a16="http://schemas.microsoft.com/office/drawing/2014/main" id="{F24B465E-7E2C-CD46-9292-99F7EACEE9E7}"/>
                </a:ext>
              </a:extLst>
            </p:cNvPr>
            <p:cNvSpPr>
              <a:spLocks noChangeArrowheads="1"/>
            </p:cNvSpPr>
            <p:nvPr/>
          </p:nvSpPr>
          <p:spPr bwMode="auto">
            <a:xfrm>
              <a:off x="1940" y="382"/>
              <a:ext cx="829" cy="5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42" name="Oval 509">
              <a:extLst>
                <a:ext uri="{FF2B5EF4-FFF2-40B4-BE49-F238E27FC236}">
                  <a16:creationId xmlns:a16="http://schemas.microsoft.com/office/drawing/2014/main" id="{E0F8DAB8-83A3-654D-B1B3-1B997D7FF478}"/>
                </a:ext>
              </a:extLst>
            </p:cNvPr>
            <p:cNvSpPr>
              <a:spLocks noChangeArrowheads="1"/>
            </p:cNvSpPr>
            <p:nvPr/>
          </p:nvSpPr>
          <p:spPr bwMode="auto">
            <a:xfrm>
              <a:off x="1680" y="702"/>
              <a:ext cx="551" cy="41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43" name="Oval 510">
              <a:extLst>
                <a:ext uri="{FF2B5EF4-FFF2-40B4-BE49-F238E27FC236}">
                  <a16:creationId xmlns:a16="http://schemas.microsoft.com/office/drawing/2014/main" id="{33A3142F-8B5B-8B4D-828E-D2E2F27BC8EB}"/>
                </a:ext>
              </a:extLst>
            </p:cNvPr>
            <p:cNvSpPr>
              <a:spLocks noChangeArrowheads="1"/>
            </p:cNvSpPr>
            <p:nvPr/>
          </p:nvSpPr>
          <p:spPr bwMode="auto">
            <a:xfrm>
              <a:off x="1851" y="893"/>
              <a:ext cx="839" cy="452"/>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44" name="Oval 511">
              <a:extLst>
                <a:ext uri="{FF2B5EF4-FFF2-40B4-BE49-F238E27FC236}">
                  <a16:creationId xmlns:a16="http://schemas.microsoft.com/office/drawing/2014/main" id="{6485A95B-D0A2-334F-B52E-74E6CE55D4F9}"/>
                </a:ext>
              </a:extLst>
            </p:cNvPr>
            <p:cNvSpPr>
              <a:spLocks noChangeArrowheads="1"/>
            </p:cNvSpPr>
            <p:nvPr/>
          </p:nvSpPr>
          <p:spPr bwMode="auto">
            <a:xfrm>
              <a:off x="2463" y="971"/>
              <a:ext cx="1270"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45" name="Oval 512">
              <a:extLst>
                <a:ext uri="{FF2B5EF4-FFF2-40B4-BE49-F238E27FC236}">
                  <a16:creationId xmlns:a16="http://schemas.microsoft.com/office/drawing/2014/main" id="{EDC5CF75-C1F0-1147-9BBC-6649F5328B54}"/>
                </a:ext>
              </a:extLst>
            </p:cNvPr>
            <p:cNvSpPr>
              <a:spLocks noChangeArrowheads="1"/>
            </p:cNvSpPr>
            <p:nvPr/>
          </p:nvSpPr>
          <p:spPr bwMode="auto">
            <a:xfrm>
              <a:off x="3288" y="395"/>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46" name="Oval 513">
              <a:extLst>
                <a:ext uri="{FF2B5EF4-FFF2-40B4-BE49-F238E27FC236}">
                  <a16:creationId xmlns:a16="http://schemas.microsoft.com/office/drawing/2014/main" id="{C98D44DA-291A-2249-AD75-DC2F5E455ACE}"/>
                </a:ext>
              </a:extLst>
            </p:cNvPr>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47" name="Oval 514">
              <a:extLst>
                <a:ext uri="{FF2B5EF4-FFF2-40B4-BE49-F238E27FC236}">
                  <a16:creationId xmlns:a16="http://schemas.microsoft.com/office/drawing/2014/main" id="{EEE58D8F-CFE7-384A-95B5-8E83B6D99D46}"/>
                </a:ext>
              </a:extLst>
            </p:cNvPr>
            <p:cNvSpPr>
              <a:spLocks noChangeArrowheads="1"/>
            </p:cNvSpPr>
            <p:nvPr/>
          </p:nvSpPr>
          <p:spPr bwMode="auto">
            <a:xfrm>
              <a:off x="3334" y="754"/>
              <a:ext cx="797"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48" name="Oval 515">
              <a:extLst>
                <a:ext uri="{FF2B5EF4-FFF2-40B4-BE49-F238E27FC236}">
                  <a16:creationId xmlns:a16="http://schemas.microsoft.com/office/drawing/2014/main" id="{C8DBD071-E8C8-F146-B052-F6244F8980CD}"/>
                </a:ext>
              </a:extLst>
            </p:cNvPr>
            <p:cNvSpPr>
              <a:spLocks noChangeArrowheads="1"/>
            </p:cNvSpPr>
            <p:nvPr/>
          </p:nvSpPr>
          <p:spPr bwMode="auto">
            <a:xfrm>
              <a:off x="2139" y="547"/>
              <a:ext cx="1640"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sp>
        <p:nvSpPr>
          <p:cNvPr id="23578" name="Text Box 516">
            <a:extLst>
              <a:ext uri="{FF2B5EF4-FFF2-40B4-BE49-F238E27FC236}">
                <a16:creationId xmlns:a16="http://schemas.microsoft.com/office/drawing/2014/main" id="{254C1D81-23AA-4541-A6A7-8D5684D9A36F}"/>
              </a:ext>
            </a:extLst>
          </p:cNvPr>
          <p:cNvSpPr txBox="1">
            <a:spLocks noChangeArrowheads="1"/>
          </p:cNvSpPr>
          <p:nvPr/>
        </p:nvSpPr>
        <p:spPr bwMode="auto">
          <a:xfrm>
            <a:off x="6562726" y="2397919"/>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局域网</a:t>
            </a:r>
          </a:p>
        </p:txBody>
      </p:sp>
      <p:sp>
        <p:nvSpPr>
          <p:cNvPr id="138757" name="Line 517">
            <a:extLst>
              <a:ext uri="{FF2B5EF4-FFF2-40B4-BE49-F238E27FC236}">
                <a16:creationId xmlns:a16="http://schemas.microsoft.com/office/drawing/2014/main" id="{7172521C-518C-F449-B58C-15470A4D0BA6}"/>
              </a:ext>
            </a:extLst>
          </p:cNvPr>
          <p:cNvSpPr>
            <a:spLocks noChangeShapeType="1"/>
          </p:cNvSpPr>
          <p:nvPr/>
        </p:nvSpPr>
        <p:spPr bwMode="auto">
          <a:xfrm flipV="1">
            <a:off x="1922860" y="2306241"/>
            <a:ext cx="917972" cy="270272"/>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38758" name="Line 518">
            <a:extLst>
              <a:ext uri="{FF2B5EF4-FFF2-40B4-BE49-F238E27FC236}">
                <a16:creationId xmlns:a16="http://schemas.microsoft.com/office/drawing/2014/main" id="{864D94A7-3FE8-3447-8DBE-8EF11A7F29FC}"/>
              </a:ext>
            </a:extLst>
          </p:cNvPr>
          <p:cNvSpPr>
            <a:spLocks noChangeShapeType="1"/>
          </p:cNvSpPr>
          <p:nvPr/>
        </p:nvSpPr>
        <p:spPr bwMode="auto">
          <a:xfrm flipV="1">
            <a:off x="4870848" y="2315767"/>
            <a:ext cx="1054894" cy="86915"/>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38759" name="Line 519">
            <a:extLst>
              <a:ext uri="{FF2B5EF4-FFF2-40B4-BE49-F238E27FC236}">
                <a16:creationId xmlns:a16="http://schemas.microsoft.com/office/drawing/2014/main" id="{77E7FBED-9676-EA4C-A934-7DEB6C9C4AF5}"/>
              </a:ext>
            </a:extLst>
          </p:cNvPr>
          <p:cNvSpPr>
            <a:spLocks noChangeShapeType="1"/>
          </p:cNvSpPr>
          <p:nvPr/>
        </p:nvSpPr>
        <p:spPr bwMode="auto">
          <a:xfrm>
            <a:off x="6375797" y="2350294"/>
            <a:ext cx="1190625" cy="196454"/>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38760" name="Line 520">
            <a:extLst>
              <a:ext uri="{FF2B5EF4-FFF2-40B4-BE49-F238E27FC236}">
                <a16:creationId xmlns:a16="http://schemas.microsoft.com/office/drawing/2014/main" id="{65F65B66-2922-BA40-AEC6-9D3DB2C8E6F2}"/>
              </a:ext>
            </a:extLst>
          </p:cNvPr>
          <p:cNvSpPr>
            <a:spLocks noChangeShapeType="1"/>
          </p:cNvSpPr>
          <p:nvPr/>
        </p:nvSpPr>
        <p:spPr bwMode="auto">
          <a:xfrm>
            <a:off x="3323035" y="2283619"/>
            <a:ext cx="1157288" cy="107156"/>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38761" name="Text Box 521">
            <a:extLst>
              <a:ext uri="{FF2B5EF4-FFF2-40B4-BE49-F238E27FC236}">
                <a16:creationId xmlns:a16="http://schemas.microsoft.com/office/drawing/2014/main" id="{417ADED8-E616-0847-BA0D-7121FA2DEC24}"/>
              </a:ext>
            </a:extLst>
          </p:cNvPr>
          <p:cNvSpPr txBox="1">
            <a:spLocks noChangeArrowheads="1"/>
          </p:cNvSpPr>
          <p:nvPr/>
        </p:nvSpPr>
        <p:spPr bwMode="auto">
          <a:xfrm>
            <a:off x="3013473" y="1383507"/>
            <a:ext cx="32047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400">
                <a:latin typeface="Arial" panose="020B0604020202020204" pitchFamily="34" charset="0"/>
                <a:ea typeface="宋体" panose="02010600030101010101" pitchFamily="2" charset="-122"/>
              </a:rPr>
              <a:t>主机</a:t>
            </a:r>
            <a:r>
              <a:rPr kumimoji="1" lang="zh-CN" altLang="en-US" sz="1350">
                <a:latin typeface="Arial" panose="020B0604020202020204" pitchFamily="34" charset="0"/>
                <a:ea typeface="宋体" panose="02010600030101010101" pitchFamily="2" charset="-122"/>
              </a:rPr>
              <a:t> </a:t>
            </a:r>
            <a:r>
              <a:rPr kumimoji="1" lang="en-US" altLang="zh-CN" sz="2400">
                <a:latin typeface="Arial" panose="020B0604020202020204" pitchFamily="34" charset="0"/>
                <a:ea typeface="宋体" panose="02010600030101010101" pitchFamily="2" charset="-122"/>
              </a:rPr>
              <a:t>H</a:t>
            </a:r>
            <a:r>
              <a:rPr kumimoji="1" lang="en-US" altLang="zh-CN" sz="2400" baseline="-25000">
                <a:latin typeface="Arial" panose="020B0604020202020204" pitchFamily="34" charset="0"/>
                <a:ea typeface="宋体" panose="02010600030101010101" pitchFamily="2" charset="-122"/>
              </a:rPr>
              <a:t>1</a:t>
            </a:r>
            <a:r>
              <a:rPr kumimoji="1" lang="en-US" altLang="zh-CN" sz="1350">
                <a:latin typeface="Arial" panose="020B0604020202020204" pitchFamily="34" charset="0"/>
                <a:ea typeface="宋体" panose="02010600030101010101" pitchFamily="2" charset="-122"/>
              </a:rPr>
              <a:t> </a:t>
            </a:r>
            <a:r>
              <a:rPr kumimoji="1" lang="zh-CN" altLang="en-US" sz="2400">
                <a:latin typeface="Arial" panose="020B0604020202020204" pitchFamily="34" charset="0"/>
                <a:ea typeface="宋体" panose="02010600030101010101" pitchFamily="2" charset="-122"/>
              </a:rPr>
              <a:t>向</a:t>
            </a:r>
            <a:r>
              <a:rPr kumimoji="1" lang="zh-CN" altLang="en-US" sz="1350">
                <a:latin typeface="Arial" panose="020B0604020202020204" pitchFamily="34" charset="0"/>
                <a:ea typeface="宋体" panose="02010600030101010101" pitchFamily="2" charset="-122"/>
              </a:rPr>
              <a:t> </a:t>
            </a:r>
            <a:r>
              <a:rPr kumimoji="1" lang="en-US" altLang="zh-CN" sz="2400">
                <a:latin typeface="Arial" panose="020B0604020202020204" pitchFamily="34" charset="0"/>
                <a:ea typeface="宋体" panose="02010600030101010101" pitchFamily="2" charset="-122"/>
              </a:rPr>
              <a:t>H</a:t>
            </a:r>
            <a:r>
              <a:rPr kumimoji="1" lang="en-US" altLang="zh-CN" sz="2400" baseline="-25000">
                <a:latin typeface="Arial" panose="020B0604020202020204" pitchFamily="34" charset="0"/>
                <a:ea typeface="宋体" panose="02010600030101010101" pitchFamily="2" charset="-122"/>
              </a:rPr>
              <a:t>2</a:t>
            </a:r>
            <a:r>
              <a:rPr kumimoji="1" lang="en-US" altLang="zh-CN" sz="1350">
                <a:latin typeface="Arial" panose="020B0604020202020204" pitchFamily="34" charset="0"/>
                <a:ea typeface="宋体" panose="02010600030101010101" pitchFamily="2" charset="-122"/>
              </a:rPr>
              <a:t> </a:t>
            </a:r>
            <a:r>
              <a:rPr kumimoji="1" lang="zh-CN" altLang="en-US" sz="2400">
                <a:latin typeface="Arial" panose="020B0604020202020204" pitchFamily="34" charset="0"/>
                <a:ea typeface="宋体" panose="02010600030101010101" pitchFamily="2" charset="-122"/>
              </a:rPr>
              <a:t>发送数据</a:t>
            </a:r>
            <a:endParaRPr kumimoji="1" lang="zh-CN" altLang="en-US" sz="2400" baseline="-25000">
              <a:latin typeface="Arial" panose="020B0604020202020204" pitchFamily="34" charset="0"/>
              <a:ea typeface="宋体" panose="02010600030101010101" pitchFamily="2" charset="-122"/>
            </a:endParaRPr>
          </a:p>
        </p:txBody>
      </p:sp>
      <p:grpSp>
        <p:nvGrpSpPr>
          <p:cNvPr id="138827" name="Group 587">
            <a:extLst>
              <a:ext uri="{FF2B5EF4-FFF2-40B4-BE49-F238E27FC236}">
                <a16:creationId xmlns:a16="http://schemas.microsoft.com/office/drawing/2014/main" id="{4034CC4A-02D5-7E4A-B5D5-EB779F55E018}"/>
              </a:ext>
            </a:extLst>
          </p:cNvPr>
          <p:cNvGrpSpPr>
            <a:grpSpLocks/>
          </p:cNvGrpSpPr>
          <p:nvPr/>
        </p:nvGrpSpPr>
        <p:grpSpPr bwMode="auto">
          <a:xfrm>
            <a:off x="1273970" y="2863453"/>
            <a:ext cx="6644877" cy="1814513"/>
            <a:chOff x="110" y="2405"/>
            <a:chExt cx="5581" cy="1524"/>
          </a:xfrm>
        </p:grpSpPr>
        <p:sp>
          <p:nvSpPr>
            <p:cNvPr id="23588" name="AutoShape 524">
              <a:extLst>
                <a:ext uri="{FF2B5EF4-FFF2-40B4-BE49-F238E27FC236}">
                  <a16:creationId xmlns:a16="http://schemas.microsoft.com/office/drawing/2014/main" id="{79668D2D-D7EB-DB4A-B828-2E2BD1A159A4}"/>
                </a:ext>
              </a:extLst>
            </p:cNvPr>
            <p:cNvSpPr>
              <a:spLocks noChangeArrowheads="1"/>
            </p:cNvSpPr>
            <p:nvPr/>
          </p:nvSpPr>
          <p:spPr bwMode="auto">
            <a:xfrm>
              <a:off x="158" y="2633"/>
              <a:ext cx="564" cy="1144"/>
            </a:xfrm>
            <a:prstGeom prst="cube">
              <a:avLst>
                <a:gd name="adj" fmla="val 9250"/>
              </a:avLst>
            </a:prstGeom>
            <a:solidFill>
              <a:srgbClr val="FFFF66"/>
            </a:solidFill>
            <a:ln w="1905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589" name="Freeform 525">
              <a:extLst>
                <a:ext uri="{FF2B5EF4-FFF2-40B4-BE49-F238E27FC236}">
                  <a16:creationId xmlns:a16="http://schemas.microsoft.com/office/drawing/2014/main" id="{887A2F18-D50C-F943-9A56-6944AA16E55F}"/>
                </a:ext>
              </a:extLst>
            </p:cNvPr>
            <p:cNvSpPr>
              <a:spLocks/>
            </p:cNvSpPr>
            <p:nvPr/>
          </p:nvSpPr>
          <p:spPr bwMode="auto">
            <a:xfrm>
              <a:off x="158" y="3491"/>
              <a:ext cx="564" cy="75"/>
            </a:xfrm>
            <a:custGeom>
              <a:avLst/>
              <a:gdLst>
                <a:gd name="T0" fmla="*/ 0 w 1200"/>
                <a:gd name="T1" fmla="*/ 18 h 120"/>
                <a:gd name="T2" fmla="*/ 53 w 1200"/>
                <a:gd name="T3" fmla="*/ 18 h 120"/>
                <a:gd name="T4" fmla="*/ 59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590" name="Freeform 528">
              <a:extLst>
                <a:ext uri="{FF2B5EF4-FFF2-40B4-BE49-F238E27FC236}">
                  <a16:creationId xmlns:a16="http://schemas.microsoft.com/office/drawing/2014/main" id="{0D89518C-0B0F-8B4F-B73A-861CA0BB5BFD}"/>
                </a:ext>
              </a:extLst>
            </p:cNvPr>
            <p:cNvSpPr>
              <a:spLocks/>
            </p:cNvSpPr>
            <p:nvPr/>
          </p:nvSpPr>
          <p:spPr bwMode="auto">
            <a:xfrm>
              <a:off x="158" y="2844"/>
              <a:ext cx="564" cy="75"/>
            </a:xfrm>
            <a:custGeom>
              <a:avLst/>
              <a:gdLst>
                <a:gd name="T0" fmla="*/ 0 w 1200"/>
                <a:gd name="T1" fmla="*/ 18 h 120"/>
                <a:gd name="T2" fmla="*/ 53 w 1200"/>
                <a:gd name="T3" fmla="*/ 18 h 120"/>
                <a:gd name="T4" fmla="*/ 59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591" name="Freeform 526">
              <a:extLst>
                <a:ext uri="{FF2B5EF4-FFF2-40B4-BE49-F238E27FC236}">
                  <a16:creationId xmlns:a16="http://schemas.microsoft.com/office/drawing/2014/main" id="{67FC4A9E-172B-F14C-A9C1-F8D0C2BD6DCE}"/>
                </a:ext>
              </a:extLst>
            </p:cNvPr>
            <p:cNvSpPr>
              <a:spLocks/>
            </p:cNvSpPr>
            <p:nvPr/>
          </p:nvSpPr>
          <p:spPr bwMode="auto">
            <a:xfrm>
              <a:off x="158" y="3273"/>
              <a:ext cx="564" cy="75"/>
            </a:xfrm>
            <a:custGeom>
              <a:avLst/>
              <a:gdLst>
                <a:gd name="T0" fmla="*/ 0 w 1200"/>
                <a:gd name="T1" fmla="*/ 18 h 120"/>
                <a:gd name="T2" fmla="*/ 53 w 1200"/>
                <a:gd name="T3" fmla="*/ 18 h 120"/>
                <a:gd name="T4" fmla="*/ 59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592" name="Freeform 527">
              <a:extLst>
                <a:ext uri="{FF2B5EF4-FFF2-40B4-BE49-F238E27FC236}">
                  <a16:creationId xmlns:a16="http://schemas.microsoft.com/office/drawing/2014/main" id="{59B5FBF9-5DB3-FA47-987A-188588A9B4F8}"/>
                </a:ext>
              </a:extLst>
            </p:cNvPr>
            <p:cNvSpPr>
              <a:spLocks/>
            </p:cNvSpPr>
            <p:nvPr/>
          </p:nvSpPr>
          <p:spPr bwMode="auto">
            <a:xfrm>
              <a:off x="158" y="3058"/>
              <a:ext cx="564" cy="76"/>
            </a:xfrm>
            <a:custGeom>
              <a:avLst/>
              <a:gdLst>
                <a:gd name="T0" fmla="*/ 0 w 1200"/>
                <a:gd name="T1" fmla="*/ 19 h 120"/>
                <a:gd name="T2" fmla="*/ 53 w 1200"/>
                <a:gd name="T3" fmla="*/ 19 h 120"/>
                <a:gd name="T4" fmla="*/ 59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593" name="Rectangle 529">
              <a:extLst>
                <a:ext uri="{FF2B5EF4-FFF2-40B4-BE49-F238E27FC236}">
                  <a16:creationId xmlns:a16="http://schemas.microsoft.com/office/drawing/2014/main" id="{41A0B869-D8FC-AF40-8152-D29606D3DCAE}"/>
                </a:ext>
              </a:extLst>
            </p:cNvPr>
            <p:cNvSpPr>
              <a:spLocks noChangeArrowheads="1"/>
            </p:cNvSpPr>
            <p:nvPr/>
          </p:nvSpPr>
          <p:spPr bwMode="auto">
            <a:xfrm>
              <a:off x="170" y="3363"/>
              <a:ext cx="48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594" name="Text Box 530">
              <a:extLst>
                <a:ext uri="{FF2B5EF4-FFF2-40B4-BE49-F238E27FC236}">
                  <a16:creationId xmlns:a16="http://schemas.microsoft.com/office/drawing/2014/main" id="{A62123CE-9205-924F-AF4E-C871E172708A}"/>
                </a:ext>
              </a:extLst>
            </p:cNvPr>
            <p:cNvSpPr txBox="1">
              <a:spLocks noChangeArrowheads="1"/>
            </p:cNvSpPr>
            <p:nvPr/>
          </p:nvSpPr>
          <p:spPr bwMode="auto">
            <a:xfrm>
              <a:off x="118" y="3330"/>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dirty="0">
                  <a:latin typeface="黑体" panose="02010609060101010101" pitchFamily="49" charset="-122"/>
                  <a:ea typeface="宋体" panose="02010600030101010101" pitchFamily="2" charset="-122"/>
                </a:rPr>
                <a:t>链路层</a:t>
              </a:r>
            </a:p>
          </p:txBody>
        </p:sp>
        <p:sp>
          <p:nvSpPr>
            <p:cNvPr id="23595" name="Text Box 531">
              <a:extLst>
                <a:ext uri="{FF2B5EF4-FFF2-40B4-BE49-F238E27FC236}">
                  <a16:creationId xmlns:a16="http://schemas.microsoft.com/office/drawing/2014/main" id="{4985BB1A-BB4D-F14C-BA23-B434F9C04979}"/>
                </a:ext>
              </a:extLst>
            </p:cNvPr>
            <p:cNvSpPr txBox="1">
              <a:spLocks noChangeArrowheads="1"/>
            </p:cNvSpPr>
            <p:nvPr/>
          </p:nvSpPr>
          <p:spPr bwMode="auto">
            <a:xfrm>
              <a:off x="110" y="2677"/>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dirty="0">
                  <a:latin typeface="黑体" panose="02010609060101010101" pitchFamily="49" charset="-122"/>
                  <a:ea typeface="宋体" panose="02010600030101010101" pitchFamily="2" charset="-122"/>
                </a:rPr>
                <a:t>应用层</a:t>
              </a:r>
            </a:p>
          </p:txBody>
        </p:sp>
        <p:sp>
          <p:nvSpPr>
            <p:cNvPr id="23596" name="Text Box 532">
              <a:extLst>
                <a:ext uri="{FF2B5EF4-FFF2-40B4-BE49-F238E27FC236}">
                  <a16:creationId xmlns:a16="http://schemas.microsoft.com/office/drawing/2014/main" id="{E72EC2B5-82F2-BB44-916B-543C6D1B8930}"/>
                </a:ext>
              </a:extLst>
            </p:cNvPr>
            <p:cNvSpPr txBox="1">
              <a:spLocks noChangeArrowheads="1"/>
            </p:cNvSpPr>
            <p:nvPr/>
          </p:nvSpPr>
          <p:spPr bwMode="auto">
            <a:xfrm>
              <a:off x="118" y="2894"/>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dirty="0">
                  <a:latin typeface="黑体" panose="02010609060101010101" pitchFamily="49" charset="-122"/>
                  <a:ea typeface="宋体" panose="02010600030101010101" pitchFamily="2" charset="-122"/>
                </a:rPr>
                <a:t>运输层</a:t>
              </a:r>
            </a:p>
          </p:txBody>
        </p:sp>
        <p:sp>
          <p:nvSpPr>
            <p:cNvPr id="23597" name="Text Box 533">
              <a:extLst>
                <a:ext uri="{FF2B5EF4-FFF2-40B4-BE49-F238E27FC236}">
                  <a16:creationId xmlns:a16="http://schemas.microsoft.com/office/drawing/2014/main" id="{E6815B26-ED6F-6D46-A89A-19C6D92FFD1F}"/>
                </a:ext>
              </a:extLst>
            </p:cNvPr>
            <p:cNvSpPr txBox="1">
              <a:spLocks noChangeArrowheads="1"/>
            </p:cNvSpPr>
            <p:nvPr/>
          </p:nvSpPr>
          <p:spPr bwMode="auto">
            <a:xfrm>
              <a:off x="118" y="3112"/>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dirty="0">
                  <a:latin typeface="黑体" panose="02010609060101010101" pitchFamily="49" charset="-122"/>
                  <a:ea typeface="宋体" panose="02010600030101010101" pitchFamily="2" charset="-122"/>
                </a:rPr>
                <a:t>网络层</a:t>
              </a:r>
            </a:p>
          </p:txBody>
        </p:sp>
        <p:sp>
          <p:nvSpPr>
            <p:cNvPr id="23598" name="Text Box 534">
              <a:extLst>
                <a:ext uri="{FF2B5EF4-FFF2-40B4-BE49-F238E27FC236}">
                  <a16:creationId xmlns:a16="http://schemas.microsoft.com/office/drawing/2014/main" id="{436FA489-C96C-EC43-AEE3-BBED6760472F}"/>
                </a:ext>
              </a:extLst>
            </p:cNvPr>
            <p:cNvSpPr txBox="1">
              <a:spLocks noChangeArrowheads="1"/>
            </p:cNvSpPr>
            <p:nvPr/>
          </p:nvSpPr>
          <p:spPr bwMode="auto">
            <a:xfrm>
              <a:off x="118" y="3548"/>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物理层</a:t>
              </a:r>
            </a:p>
          </p:txBody>
        </p:sp>
        <p:sp>
          <p:nvSpPr>
            <p:cNvPr id="23599" name="AutoShape 536">
              <a:extLst>
                <a:ext uri="{FF2B5EF4-FFF2-40B4-BE49-F238E27FC236}">
                  <a16:creationId xmlns:a16="http://schemas.microsoft.com/office/drawing/2014/main" id="{F0201A6F-9FB2-384E-8C56-2789347C19E5}"/>
                </a:ext>
              </a:extLst>
            </p:cNvPr>
            <p:cNvSpPr>
              <a:spLocks noChangeArrowheads="1"/>
            </p:cNvSpPr>
            <p:nvPr/>
          </p:nvSpPr>
          <p:spPr bwMode="auto">
            <a:xfrm>
              <a:off x="5092" y="2633"/>
              <a:ext cx="564" cy="1144"/>
            </a:xfrm>
            <a:prstGeom prst="cube">
              <a:avLst>
                <a:gd name="adj" fmla="val 9250"/>
              </a:avLst>
            </a:prstGeom>
            <a:solidFill>
              <a:srgbClr val="FFFF66"/>
            </a:solidFill>
            <a:ln w="1905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00" name="Freeform 537">
              <a:extLst>
                <a:ext uri="{FF2B5EF4-FFF2-40B4-BE49-F238E27FC236}">
                  <a16:creationId xmlns:a16="http://schemas.microsoft.com/office/drawing/2014/main" id="{9D2D4DDD-5175-8445-B173-F7635DA519D1}"/>
                </a:ext>
              </a:extLst>
            </p:cNvPr>
            <p:cNvSpPr>
              <a:spLocks/>
            </p:cNvSpPr>
            <p:nvPr/>
          </p:nvSpPr>
          <p:spPr bwMode="auto">
            <a:xfrm>
              <a:off x="5092" y="3491"/>
              <a:ext cx="564" cy="75"/>
            </a:xfrm>
            <a:custGeom>
              <a:avLst/>
              <a:gdLst>
                <a:gd name="T0" fmla="*/ 0 w 1200"/>
                <a:gd name="T1" fmla="*/ 18 h 120"/>
                <a:gd name="T2" fmla="*/ 53 w 1200"/>
                <a:gd name="T3" fmla="*/ 18 h 120"/>
                <a:gd name="T4" fmla="*/ 59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01" name="Freeform 538">
              <a:extLst>
                <a:ext uri="{FF2B5EF4-FFF2-40B4-BE49-F238E27FC236}">
                  <a16:creationId xmlns:a16="http://schemas.microsoft.com/office/drawing/2014/main" id="{36FA8004-87B1-7644-9779-BAFFAF08DB11}"/>
                </a:ext>
              </a:extLst>
            </p:cNvPr>
            <p:cNvSpPr>
              <a:spLocks/>
            </p:cNvSpPr>
            <p:nvPr/>
          </p:nvSpPr>
          <p:spPr bwMode="auto">
            <a:xfrm>
              <a:off x="5092" y="3273"/>
              <a:ext cx="564" cy="75"/>
            </a:xfrm>
            <a:custGeom>
              <a:avLst/>
              <a:gdLst>
                <a:gd name="T0" fmla="*/ 0 w 1200"/>
                <a:gd name="T1" fmla="*/ 18 h 120"/>
                <a:gd name="T2" fmla="*/ 53 w 1200"/>
                <a:gd name="T3" fmla="*/ 18 h 120"/>
                <a:gd name="T4" fmla="*/ 59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02" name="Freeform 539">
              <a:extLst>
                <a:ext uri="{FF2B5EF4-FFF2-40B4-BE49-F238E27FC236}">
                  <a16:creationId xmlns:a16="http://schemas.microsoft.com/office/drawing/2014/main" id="{A69D726F-AF7F-F944-8385-6B6417D89DA7}"/>
                </a:ext>
              </a:extLst>
            </p:cNvPr>
            <p:cNvSpPr>
              <a:spLocks/>
            </p:cNvSpPr>
            <p:nvPr/>
          </p:nvSpPr>
          <p:spPr bwMode="auto">
            <a:xfrm>
              <a:off x="5092" y="3058"/>
              <a:ext cx="564" cy="76"/>
            </a:xfrm>
            <a:custGeom>
              <a:avLst/>
              <a:gdLst>
                <a:gd name="T0" fmla="*/ 0 w 1200"/>
                <a:gd name="T1" fmla="*/ 19 h 120"/>
                <a:gd name="T2" fmla="*/ 53 w 1200"/>
                <a:gd name="T3" fmla="*/ 19 h 120"/>
                <a:gd name="T4" fmla="*/ 59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03" name="Freeform 540">
              <a:extLst>
                <a:ext uri="{FF2B5EF4-FFF2-40B4-BE49-F238E27FC236}">
                  <a16:creationId xmlns:a16="http://schemas.microsoft.com/office/drawing/2014/main" id="{6048EDC8-7EF9-D043-8B07-2E733F1205E3}"/>
                </a:ext>
              </a:extLst>
            </p:cNvPr>
            <p:cNvSpPr>
              <a:spLocks/>
            </p:cNvSpPr>
            <p:nvPr/>
          </p:nvSpPr>
          <p:spPr bwMode="auto">
            <a:xfrm>
              <a:off x="5092" y="2844"/>
              <a:ext cx="564" cy="75"/>
            </a:xfrm>
            <a:custGeom>
              <a:avLst/>
              <a:gdLst>
                <a:gd name="T0" fmla="*/ 0 w 1200"/>
                <a:gd name="T1" fmla="*/ 18 h 120"/>
                <a:gd name="T2" fmla="*/ 53 w 1200"/>
                <a:gd name="T3" fmla="*/ 18 h 120"/>
                <a:gd name="T4" fmla="*/ 59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04" name="Rectangle 541">
              <a:extLst>
                <a:ext uri="{FF2B5EF4-FFF2-40B4-BE49-F238E27FC236}">
                  <a16:creationId xmlns:a16="http://schemas.microsoft.com/office/drawing/2014/main" id="{E492624A-4E1F-C24F-9045-FB7D61CF0949}"/>
                </a:ext>
              </a:extLst>
            </p:cNvPr>
            <p:cNvSpPr>
              <a:spLocks noChangeArrowheads="1"/>
            </p:cNvSpPr>
            <p:nvPr/>
          </p:nvSpPr>
          <p:spPr bwMode="auto">
            <a:xfrm>
              <a:off x="5104" y="3362"/>
              <a:ext cx="486"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05" name="Text Box 542">
              <a:extLst>
                <a:ext uri="{FF2B5EF4-FFF2-40B4-BE49-F238E27FC236}">
                  <a16:creationId xmlns:a16="http://schemas.microsoft.com/office/drawing/2014/main" id="{0AD7C87E-133B-4940-8901-383E9C3F0766}"/>
                </a:ext>
              </a:extLst>
            </p:cNvPr>
            <p:cNvSpPr txBox="1">
              <a:spLocks noChangeArrowheads="1"/>
            </p:cNvSpPr>
            <p:nvPr/>
          </p:nvSpPr>
          <p:spPr bwMode="auto">
            <a:xfrm>
              <a:off x="5057" y="3339"/>
              <a:ext cx="63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链路层</a:t>
              </a:r>
            </a:p>
          </p:txBody>
        </p:sp>
        <p:sp>
          <p:nvSpPr>
            <p:cNvPr id="23606" name="Text Box 543">
              <a:extLst>
                <a:ext uri="{FF2B5EF4-FFF2-40B4-BE49-F238E27FC236}">
                  <a16:creationId xmlns:a16="http://schemas.microsoft.com/office/drawing/2014/main" id="{E2281818-E307-6B44-B852-A8A3C065E6A0}"/>
                </a:ext>
              </a:extLst>
            </p:cNvPr>
            <p:cNvSpPr txBox="1">
              <a:spLocks noChangeArrowheads="1"/>
            </p:cNvSpPr>
            <p:nvPr/>
          </p:nvSpPr>
          <p:spPr bwMode="auto">
            <a:xfrm>
              <a:off x="5059" y="2677"/>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应用层</a:t>
              </a:r>
            </a:p>
          </p:txBody>
        </p:sp>
        <p:sp>
          <p:nvSpPr>
            <p:cNvPr id="23607" name="Text Box 544">
              <a:extLst>
                <a:ext uri="{FF2B5EF4-FFF2-40B4-BE49-F238E27FC236}">
                  <a16:creationId xmlns:a16="http://schemas.microsoft.com/office/drawing/2014/main" id="{B3B9898C-4EB2-E64C-A7FE-F2E59F951CD4}"/>
                </a:ext>
              </a:extLst>
            </p:cNvPr>
            <p:cNvSpPr txBox="1">
              <a:spLocks noChangeArrowheads="1"/>
            </p:cNvSpPr>
            <p:nvPr/>
          </p:nvSpPr>
          <p:spPr bwMode="auto">
            <a:xfrm>
              <a:off x="5057" y="2894"/>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运输层</a:t>
              </a:r>
            </a:p>
          </p:txBody>
        </p:sp>
        <p:sp>
          <p:nvSpPr>
            <p:cNvPr id="23608" name="Text Box 545">
              <a:extLst>
                <a:ext uri="{FF2B5EF4-FFF2-40B4-BE49-F238E27FC236}">
                  <a16:creationId xmlns:a16="http://schemas.microsoft.com/office/drawing/2014/main" id="{975190C2-62BE-1846-A10B-D2D73005E39D}"/>
                </a:ext>
              </a:extLst>
            </p:cNvPr>
            <p:cNvSpPr txBox="1">
              <a:spLocks noChangeArrowheads="1"/>
            </p:cNvSpPr>
            <p:nvPr/>
          </p:nvSpPr>
          <p:spPr bwMode="auto">
            <a:xfrm>
              <a:off x="5057" y="3112"/>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网络层</a:t>
              </a:r>
            </a:p>
          </p:txBody>
        </p:sp>
        <p:sp>
          <p:nvSpPr>
            <p:cNvPr id="23609" name="Text Box 546">
              <a:extLst>
                <a:ext uri="{FF2B5EF4-FFF2-40B4-BE49-F238E27FC236}">
                  <a16:creationId xmlns:a16="http://schemas.microsoft.com/office/drawing/2014/main" id="{ABB273DC-6AE3-9847-BF85-06CBFE82A9DD}"/>
                </a:ext>
              </a:extLst>
            </p:cNvPr>
            <p:cNvSpPr txBox="1">
              <a:spLocks noChangeArrowheads="1"/>
            </p:cNvSpPr>
            <p:nvPr/>
          </p:nvSpPr>
          <p:spPr bwMode="auto">
            <a:xfrm>
              <a:off x="5057" y="3548"/>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物理层</a:t>
              </a:r>
            </a:p>
          </p:txBody>
        </p:sp>
        <p:sp>
          <p:nvSpPr>
            <p:cNvPr id="23610" name="AutoShape 547">
              <a:extLst>
                <a:ext uri="{FF2B5EF4-FFF2-40B4-BE49-F238E27FC236}">
                  <a16:creationId xmlns:a16="http://schemas.microsoft.com/office/drawing/2014/main" id="{C821B086-F4C3-8047-8757-D2560B029E37}"/>
                </a:ext>
              </a:extLst>
            </p:cNvPr>
            <p:cNvSpPr>
              <a:spLocks noChangeArrowheads="1"/>
            </p:cNvSpPr>
            <p:nvPr/>
          </p:nvSpPr>
          <p:spPr bwMode="auto">
            <a:xfrm>
              <a:off x="1383" y="3081"/>
              <a:ext cx="564" cy="696"/>
            </a:xfrm>
            <a:prstGeom prst="cube">
              <a:avLst>
                <a:gd name="adj" fmla="val 9250"/>
              </a:avLst>
            </a:prstGeom>
            <a:solidFill>
              <a:srgbClr val="CCECFF"/>
            </a:solidFill>
            <a:ln w="1905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11" name="Freeform 548">
              <a:extLst>
                <a:ext uri="{FF2B5EF4-FFF2-40B4-BE49-F238E27FC236}">
                  <a16:creationId xmlns:a16="http://schemas.microsoft.com/office/drawing/2014/main" id="{AC54706D-2EE6-6649-A697-CE49FCE02991}"/>
                </a:ext>
              </a:extLst>
            </p:cNvPr>
            <p:cNvSpPr>
              <a:spLocks/>
            </p:cNvSpPr>
            <p:nvPr/>
          </p:nvSpPr>
          <p:spPr bwMode="auto">
            <a:xfrm>
              <a:off x="1383" y="3491"/>
              <a:ext cx="564" cy="75"/>
            </a:xfrm>
            <a:custGeom>
              <a:avLst/>
              <a:gdLst>
                <a:gd name="T0" fmla="*/ 0 w 1200"/>
                <a:gd name="T1" fmla="*/ 18 h 120"/>
                <a:gd name="T2" fmla="*/ 53 w 1200"/>
                <a:gd name="T3" fmla="*/ 18 h 120"/>
                <a:gd name="T4" fmla="*/ 59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12" name="Rectangle 549">
              <a:extLst>
                <a:ext uri="{FF2B5EF4-FFF2-40B4-BE49-F238E27FC236}">
                  <a16:creationId xmlns:a16="http://schemas.microsoft.com/office/drawing/2014/main" id="{03CA8031-286B-304A-909A-159700E62068}"/>
                </a:ext>
              </a:extLst>
            </p:cNvPr>
            <p:cNvSpPr>
              <a:spLocks noChangeArrowheads="1"/>
            </p:cNvSpPr>
            <p:nvPr/>
          </p:nvSpPr>
          <p:spPr bwMode="auto">
            <a:xfrm>
              <a:off x="1408" y="3353"/>
              <a:ext cx="476"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13" name="Freeform 550">
              <a:extLst>
                <a:ext uri="{FF2B5EF4-FFF2-40B4-BE49-F238E27FC236}">
                  <a16:creationId xmlns:a16="http://schemas.microsoft.com/office/drawing/2014/main" id="{8250C27F-BF0F-ED40-AA69-0085230D09CC}"/>
                </a:ext>
              </a:extLst>
            </p:cNvPr>
            <p:cNvSpPr>
              <a:spLocks/>
            </p:cNvSpPr>
            <p:nvPr/>
          </p:nvSpPr>
          <p:spPr bwMode="auto">
            <a:xfrm>
              <a:off x="1383" y="3273"/>
              <a:ext cx="564" cy="75"/>
            </a:xfrm>
            <a:custGeom>
              <a:avLst/>
              <a:gdLst>
                <a:gd name="T0" fmla="*/ 0 w 1200"/>
                <a:gd name="T1" fmla="*/ 18 h 120"/>
                <a:gd name="T2" fmla="*/ 53 w 1200"/>
                <a:gd name="T3" fmla="*/ 18 h 120"/>
                <a:gd name="T4" fmla="*/ 59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14" name="Text Box 551">
              <a:extLst>
                <a:ext uri="{FF2B5EF4-FFF2-40B4-BE49-F238E27FC236}">
                  <a16:creationId xmlns:a16="http://schemas.microsoft.com/office/drawing/2014/main" id="{2137FA78-5BD5-0C43-B1F2-BF9664AC9514}"/>
                </a:ext>
              </a:extLst>
            </p:cNvPr>
            <p:cNvSpPr txBox="1">
              <a:spLocks noChangeArrowheads="1"/>
            </p:cNvSpPr>
            <p:nvPr/>
          </p:nvSpPr>
          <p:spPr bwMode="auto">
            <a:xfrm>
              <a:off x="1339" y="3330"/>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dirty="0">
                  <a:latin typeface="黑体" panose="02010609060101010101" pitchFamily="49" charset="-122"/>
                  <a:ea typeface="宋体" panose="02010600030101010101" pitchFamily="2" charset="-122"/>
                </a:rPr>
                <a:t>链路层</a:t>
              </a:r>
            </a:p>
          </p:txBody>
        </p:sp>
        <p:sp>
          <p:nvSpPr>
            <p:cNvPr id="23615" name="Text Box 552">
              <a:extLst>
                <a:ext uri="{FF2B5EF4-FFF2-40B4-BE49-F238E27FC236}">
                  <a16:creationId xmlns:a16="http://schemas.microsoft.com/office/drawing/2014/main" id="{F2A7232A-7FC9-6640-A145-7796603BEA11}"/>
                </a:ext>
              </a:extLst>
            </p:cNvPr>
            <p:cNvSpPr txBox="1">
              <a:spLocks noChangeArrowheads="1"/>
            </p:cNvSpPr>
            <p:nvPr/>
          </p:nvSpPr>
          <p:spPr bwMode="auto">
            <a:xfrm>
              <a:off x="1339" y="3112"/>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dirty="0">
                  <a:latin typeface="黑体" panose="02010609060101010101" pitchFamily="49" charset="-122"/>
                  <a:ea typeface="宋体" panose="02010600030101010101" pitchFamily="2" charset="-122"/>
                </a:rPr>
                <a:t>网络层</a:t>
              </a:r>
            </a:p>
          </p:txBody>
        </p:sp>
        <p:sp>
          <p:nvSpPr>
            <p:cNvPr id="23616" name="Text Box 553">
              <a:extLst>
                <a:ext uri="{FF2B5EF4-FFF2-40B4-BE49-F238E27FC236}">
                  <a16:creationId xmlns:a16="http://schemas.microsoft.com/office/drawing/2014/main" id="{DC7348FA-8898-0042-88B8-F9A22E8E3A46}"/>
                </a:ext>
              </a:extLst>
            </p:cNvPr>
            <p:cNvSpPr txBox="1">
              <a:spLocks noChangeArrowheads="1"/>
            </p:cNvSpPr>
            <p:nvPr/>
          </p:nvSpPr>
          <p:spPr bwMode="auto">
            <a:xfrm>
              <a:off x="1349" y="3548"/>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dirty="0">
                  <a:latin typeface="黑体" panose="02010609060101010101" pitchFamily="49" charset="-122"/>
                  <a:ea typeface="宋体" panose="02010600030101010101" pitchFamily="2" charset="-122"/>
                </a:rPr>
                <a:t>物理层</a:t>
              </a:r>
            </a:p>
          </p:txBody>
        </p:sp>
        <p:sp>
          <p:nvSpPr>
            <p:cNvPr id="23617" name="AutoShape 554">
              <a:extLst>
                <a:ext uri="{FF2B5EF4-FFF2-40B4-BE49-F238E27FC236}">
                  <a16:creationId xmlns:a16="http://schemas.microsoft.com/office/drawing/2014/main" id="{C1A6B0FF-3660-0D4F-BEAC-6CAD6C5477CF}"/>
                </a:ext>
              </a:extLst>
            </p:cNvPr>
            <p:cNvSpPr>
              <a:spLocks noChangeArrowheads="1"/>
            </p:cNvSpPr>
            <p:nvPr/>
          </p:nvSpPr>
          <p:spPr bwMode="auto">
            <a:xfrm>
              <a:off x="2710" y="3081"/>
              <a:ext cx="564" cy="696"/>
            </a:xfrm>
            <a:prstGeom prst="cube">
              <a:avLst>
                <a:gd name="adj" fmla="val 9250"/>
              </a:avLst>
            </a:prstGeom>
            <a:solidFill>
              <a:srgbClr val="CCECFF"/>
            </a:solidFill>
            <a:ln w="1905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18" name="Freeform 555">
              <a:extLst>
                <a:ext uri="{FF2B5EF4-FFF2-40B4-BE49-F238E27FC236}">
                  <a16:creationId xmlns:a16="http://schemas.microsoft.com/office/drawing/2014/main" id="{47939640-6877-1E4A-B23C-A1572AF344AE}"/>
                </a:ext>
              </a:extLst>
            </p:cNvPr>
            <p:cNvSpPr>
              <a:spLocks/>
            </p:cNvSpPr>
            <p:nvPr/>
          </p:nvSpPr>
          <p:spPr bwMode="auto">
            <a:xfrm>
              <a:off x="2710" y="3491"/>
              <a:ext cx="564" cy="75"/>
            </a:xfrm>
            <a:custGeom>
              <a:avLst/>
              <a:gdLst>
                <a:gd name="T0" fmla="*/ 0 w 1200"/>
                <a:gd name="T1" fmla="*/ 18 h 120"/>
                <a:gd name="T2" fmla="*/ 53 w 1200"/>
                <a:gd name="T3" fmla="*/ 18 h 120"/>
                <a:gd name="T4" fmla="*/ 59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19" name="Rectangle 556">
              <a:extLst>
                <a:ext uri="{FF2B5EF4-FFF2-40B4-BE49-F238E27FC236}">
                  <a16:creationId xmlns:a16="http://schemas.microsoft.com/office/drawing/2014/main" id="{0C2FBD9B-E722-C44E-88FA-8DBBACA20513}"/>
                </a:ext>
              </a:extLst>
            </p:cNvPr>
            <p:cNvSpPr>
              <a:spLocks noChangeArrowheads="1"/>
            </p:cNvSpPr>
            <p:nvPr/>
          </p:nvSpPr>
          <p:spPr bwMode="auto">
            <a:xfrm>
              <a:off x="2722" y="3353"/>
              <a:ext cx="492"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20" name="Freeform 557">
              <a:extLst>
                <a:ext uri="{FF2B5EF4-FFF2-40B4-BE49-F238E27FC236}">
                  <a16:creationId xmlns:a16="http://schemas.microsoft.com/office/drawing/2014/main" id="{B77D3B5C-5805-FE42-A24E-B7A38079ED37}"/>
                </a:ext>
              </a:extLst>
            </p:cNvPr>
            <p:cNvSpPr>
              <a:spLocks/>
            </p:cNvSpPr>
            <p:nvPr/>
          </p:nvSpPr>
          <p:spPr bwMode="auto">
            <a:xfrm>
              <a:off x="2710" y="3273"/>
              <a:ext cx="564" cy="75"/>
            </a:xfrm>
            <a:custGeom>
              <a:avLst/>
              <a:gdLst>
                <a:gd name="T0" fmla="*/ 0 w 1200"/>
                <a:gd name="T1" fmla="*/ 18 h 120"/>
                <a:gd name="T2" fmla="*/ 53 w 1200"/>
                <a:gd name="T3" fmla="*/ 18 h 120"/>
                <a:gd name="T4" fmla="*/ 59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21" name="Text Box 558">
              <a:extLst>
                <a:ext uri="{FF2B5EF4-FFF2-40B4-BE49-F238E27FC236}">
                  <a16:creationId xmlns:a16="http://schemas.microsoft.com/office/drawing/2014/main" id="{5E7C6BF5-291C-8847-8FFD-1A38736E7318}"/>
                </a:ext>
              </a:extLst>
            </p:cNvPr>
            <p:cNvSpPr txBox="1">
              <a:spLocks noChangeArrowheads="1"/>
            </p:cNvSpPr>
            <p:nvPr/>
          </p:nvSpPr>
          <p:spPr bwMode="auto">
            <a:xfrm>
              <a:off x="2699" y="3330"/>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链路层</a:t>
              </a:r>
            </a:p>
          </p:txBody>
        </p:sp>
        <p:sp>
          <p:nvSpPr>
            <p:cNvPr id="23622" name="Text Box 559">
              <a:extLst>
                <a:ext uri="{FF2B5EF4-FFF2-40B4-BE49-F238E27FC236}">
                  <a16:creationId xmlns:a16="http://schemas.microsoft.com/office/drawing/2014/main" id="{0F51DA25-4A8C-C04A-88EF-072AC52E16BE}"/>
                </a:ext>
              </a:extLst>
            </p:cNvPr>
            <p:cNvSpPr txBox="1">
              <a:spLocks noChangeArrowheads="1"/>
            </p:cNvSpPr>
            <p:nvPr/>
          </p:nvSpPr>
          <p:spPr bwMode="auto">
            <a:xfrm>
              <a:off x="2699" y="3112"/>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网络层</a:t>
              </a:r>
            </a:p>
          </p:txBody>
        </p:sp>
        <p:sp>
          <p:nvSpPr>
            <p:cNvPr id="23623" name="Text Box 560">
              <a:extLst>
                <a:ext uri="{FF2B5EF4-FFF2-40B4-BE49-F238E27FC236}">
                  <a16:creationId xmlns:a16="http://schemas.microsoft.com/office/drawing/2014/main" id="{25BA4C47-09B4-2E4D-9221-4B39703B63C4}"/>
                </a:ext>
              </a:extLst>
            </p:cNvPr>
            <p:cNvSpPr txBox="1">
              <a:spLocks noChangeArrowheads="1"/>
            </p:cNvSpPr>
            <p:nvPr/>
          </p:nvSpPr>
          <p:spPr bwMode="auto">
            <a:xfrm>
              <a:off x="2699" y="3548"/>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物理层</a:t>
              </a:r>
            </a:p>
          </p:txBody>
        </p:sp>
        <p:sp>
          <p:nvSpPr>
            <p:cNvPr id="23624" name="AutoShape 561">
              <a:extLst>
                <a:ext uri="{FF2B5EF4-FFF2-40B4-BE49-F238E27FC236}">
                  <a16:creationId xmlns:a16="http://schemas.microsoft.com/office/drawing/2014/main" id="{2787049E-454C-944B-B957-4C89C02FF004}"/>
                </a:ext>
              </a:extLst>
            </p:cNvPr>
            <p:cNvSpPr>
              <a:spLocks noChangeArrowheads="1"/>
            </p:cNvSpPr>
            <p:nvPr/>
          </p:nvSpPr>
          <p:spPr bwMode="auto">
            <a:xfrm>
              <a:off x="3901" y="3081"/>
              <a:ext cx="564" cy="696"/>
            </a:xfrm>
            <a:prstGeom prst="cube">
              <a:avLst>
                <a:gd name="adj" fmla="val 9250"/>
              </a:avLst>
            </a:prstGeom>
            <a:solidFill>
              <a:srgbClr val="CCECFF"/>
            </a:solidFill>
            <a:ln w="1905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25" name="Freeform 562">
              <a:extLst>
                <a:ext uri="{FF2B5EF4-FFF2-40B4-BE49-F238E27FC236}">
                  <a16:creationId xmlns:a16="http://schemas.microsoft.com/office/drawing/2014/main" id="{8110ADFE-251C-AE40-BBD1-DAE9A99C22CB}"/>
                </a:ext>
              </a:extLst>
            </p:cNvPr>
            <p:cNvSpPr>
              <a:spLocks/>
            </p:cNvSpPr>
            <p:nvPr/>
          </p:nvSpPr>
          <p:spPr bwMode="auto">
            <a:xfrm>
              <a:off x="3901" y="3491"/>
              <a:ext cx="564" cy="75"/>
            </a:xfrm>
            <a:custGeom>
              <a:avLst/>
              <a:gdLst>
                <a:gd name="T0" fmla="*/ 0 w 1200"/>
                <a:gd name="T1" fmla="*/ 18 h 120"/>
                <a:gd name="T2" fmla="*/ 53 w 1200"/>
                <a:gd name="T3" fmla="*/ 18 h 120"/>
                <a:gd name="T4" fmla="*/ 59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26" name="Rectangle 563">
              <a:extLst>
                <a:ext uri="{FF2B5EF4-FFF2-40B4-BE49-F238E27FC236}">
                  <a16:creationId xmlns:a16="http://schemas.microsoft.com/office/drawing/2014/main" id="{9EC33A72-4CEA-934F-B975-F20001181E58}"/>
                </a:ext>
              </a:extLst>
            </p:cNvPr>
            <p:cNvSpPr>
              <a:spLocks noChangeArrowheads="1"/>
            </p:cNvSpPr>
            <p:nvPr/>
          </p:nvSpPr>
          <p:spPr bwMode="auto">
            <a:xfrm>
              <a:off x="3910" y="3353"/>
              <a:ext cx="498"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27" name="Freeform 564">
              <a:extLst>
                <a:ext uri="{FF2B5EF4-FFF2-40B4-BE49-F238E27FC236}">
                  <a16:creationId xmlns:a16="http://schemas.microsoft.com/office/drawing/2014/main" id="{3B5352F2-B3FF-5040-8324-9750EA58DC27}"/>
                </a:ext>
              </a:extLst>
            </p:cNvPr>
            <p:cNvSpPr>
              <a:spLocks/>
            </p:cNvSpPr>
            <p:nvPr/>
          </p:nvSpPr>
          <p:spPr bwMode="auto">
            <a:xfrm>
              <a:off x="3901" y="3273"/>
              <a:ext cx="564" cy="75"/>
            </a:xfrm>
            <a:custGeom>
              <a:avLst/>
              <a:gdLst>
                <a:gd name="T0" fmla="*/ 0 w 1200"/>
                <a:gd name="T1" fmla="*/ 18 h 120"/>
                <a:gd name="T2" fmla="*/ 53 w 1200"/>
                <a:gd name="T3" fmla="*/ 18 h 120"/>
                <a:gd name="T4" fmla="*/ 59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28" name="Text Box 565">
              <a:extLst>
                <a:ext uri="{FF2B5EF4-FFF2-40B4-BE49-F238E27FC236}">
                  <a16:creationId xmlns:a16="http://schemas.microsoft.com/office/drawing/2014/main" id="{4358DE8B-4FC4-DA46-994D-D8E873CB9DC2}"/>
                </a:ext>
              </a:extLst>
            </p:cNvPr>
            <p:cNvSpPr txBox="1">
              <a:spLocks noChangeArrowheads="1"/>
            </p:cNvSpPr>
            <p:nvPr/>
          </p:nvSpPr>
          <p:spPr bwMode="auto">
            <a:xfrm>
              <a:off x="3878" y="3330"/>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链路层</a:t>
              </a:r>
            </a:p>
          </p:txBody>
        </p:sp>
        <p:sp>
          <p:nvSpPr>
            <p:cNvPr id="23629" name="Text Box 566">
              <a:extLst>
                <a:ext uri="{FF2B5EF4-FFF2-40B4-BE49-F238E27FC236}">
                  <a16:creationId xmlns:a16="http://schemas.microsoft.com/office/drawing/2014/main" id="{190E4D93-9947-C448-931C-2EB8343C8FF5}"/>
                </a:ext>
              </a:extLst>
            </p:cNvPr>
            <p:cNvSpPr txBox="1">
              <a:spLocks noChangeArrowheads="1"/>
            </p:cNvSpPr>
            <p:nvPr/>
          </p:nvSpPr>
          <p:spPr bwMode="auto">
            <a:xfrm>
              <a:off x="3878" y="3112"/>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网络层</a:t>
              </a:r>
            </a:p>
          </p:txBody>
        </p:sp>
        <p:sp>
          <p:nvSpPr>
            <p:cNvPr id="23630" name="Text Box 567">
              <a:extLst>
                <a:ext uri="{FF2B5EF4-FFF2-40B4-BE49-F238E27FC236}">
                  <a16:creationId xmlns:a16="http://schemas.microsoft.com/office/drawing/2014/main" id="{5630D82E-41A6-4244-A965-288AE46AD0CE}"/>
                </a:ext>
              </a:extLst>
            </p:cNvPr>
            <p:cNvSpPr txBox="1">
              <a:spLocks noChangeArrowheads="1"/>
            </p:cNvSpPr>
            <p:nvPr/>
          </p:nvSpPr>
          <p:spPr bwMode="auto">
            <a:xfrm>
              <a:off x="3878" y="3548"/>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物理层</a:t>
              </a:r>
            </a:p>
          </p:txBody>
        </p:sp>
        <p:sp>
          <p:nvSpPr>
            <p:cNvPr id="23631" name="Freeform 572">
              <a:extLst>
                <a:ext uri="{FF2B5EF4-FFF2-40B4-BE49-F238E27FC236}">
                  <a16:creationId xmlns:a16="http://schemas.microsoft.com/office/drawing/2014/main" id="{EF07A821-BA32-FE46-9189-60B93A34A683}"/>
                </a:ext>
              </a:extLst>
            </p:cNvPr>
            <p:cNvSpPr>
              <a:spLocks/>
            </p:cNvSpPr>
            <p:nvPr/>
          </p:nvSpPr>
          <p:spPr bwMode="auto">
            <a:xfrm>
              <a:off x="568" y="3777"/>
              <a:ext cx="1072" cy="152"/>
            </a:xfrm>
            <a:custGeom>
              <a:avLst/>
              <a:gdLst>
                <a:gd name="T0" fmla="*/ 0 w 1072"/>
                <a:gd name="T1" fmla="*/ 0 h 152"/>
                <a:gd name="T2" fmla="*/ 0 w 1072"/>
                <a:gd name="T3" fmla="*/ 152 h 152"/>
                <a:gd name="T4" fmla="*/ 1072 w 1072"/>
                <a:gd name="T5" fmla="*/ 152 h 152"/>
                <a:gd name="T6" fmla="*/ 1072 w 1072"/>
                <a:gd name="T7" fmla="*/ 8 h 1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72" h="152">
                  <a:moveTo>
                    <a:pt x="0" y="0"/>
                  </a:moveTo>
                  <a:lnTo>
                    <a:pt x="0" y="152"/>
                  </a:lnTo>
                  <a:lnTo>
                    <a:pt x="1072" y="152"/>
                  </a:lnTo>
                  <a:lnTo>
                    <a:pt x="1072" y="8"/>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632" name="Freeform 573">
              <a:extLst>
                <a:ext uri="{FF2B5EF4-FFF2-40B4-BE49-F238E27FC236}">
                  <a16:creationId xmlns:a16="http://schemas.microsoft.com/office/drawing/2014/main" id="{9FF65214-A53F-CF4F-8472-24A687A053D8}"/>
                </a:ext>
              </a:extLst>
            </p:cNvPr>
            <p:cNvSpPr>
              <a:spLocks/>
            </p:cNvSpPr>
            <p:nvPr/>
          </p:nvSpPr>
          <p:spPr bwMode="auto">
            <a:xfrm>
              <a:off x="4264" y="3777"/>
              <a:ext cx="1072" cy="152"/>
            </a:xfrm>
            <a:custGeom>
              <a:avLst/>
              <a:gdLst>
                <a:gd name="T0" fmla="*/ 0 w 1072"/>
                <a:gd name="T1" fmla="*/ 0 h 152"/>
                <a:gd name="T2" fmla="*/ 0 w 1072"/>
                <a:gd name="T3" fmla="*/ 152 h 152"/>
                <a:gd name="T4" fmla="*/ 1072 w 1072"/>
                <a:gd name="T5" fmla="*/ 152 h 152"/>
                <a:gd name="T6" fmla="*/ 1072 w 1072"/>
                <a:gd name="T7" fmla="*/ 8 h 1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72" h="152">
                  <a:moveTo>
                    <a:pt x="0" y="0"/>
                  </a:moveTo>
                  <a:lnTo>
                    <a:pt x="0" y="152"/>
                  </a:lnTo>
                  <a:lnTo>
                    <a:pt x="1072" y="152"/>
                  </a:lnTo>
                  <a:lnTo>
                    <a:pt x="1072" y="8"/>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633" name="Freeform 574">
              <a:extLst>
                <a:ext uri="{FF2B5EF4-FFF2-40B4-BE49-F238E27FC236}">
                  <a16:creationId xmlns:a16="http://schemas.microsoft.com/office/drawing/2014/main" id="{4BBB13C8-4BD8-2940-A452-71F7B3D20B8F}"/>
                </a:ext>
              </a:extLst>
            </p:cNvPr>
            <p:cNvSpPr>
              <a:spLocks/>
            </p:cNvSpPr>
            <p:nvPr/>
          </p:nvSpPr>
          <p:spPr bwMode="auto">
            <a:xfrm>
              <a:off x="1896" y="3769"/>
              <a:ext cx="920" cy="160"/>
            </a:xfrm>
            <a:custGeom>
              <a:avLst/>
              <a:gdLst>
                <a:gd name="T0" fmla="*/ 0 w 1072"/>
                <a:gd name="T1" fmla="*/ 0 h 152"/>
                <a:gd name="T2" fmla="*/ 0 w 1072"/>
                <a:gd name="T3" fmla="*/ 186 h 152"/>
                <a:gd name="T4" fmla="*/ 582 w 1072"/>
                <a:gd name="T5" fmla="*/ 186 h 152"/>
                <a:gd name="T6" fmla="*/ 582 w 1072"/>
                <a:gd name="T7" fmla="*/ 8 h 1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72" h="152">
                  <a:moveTo>
                    <a:pt x="0" y="0"/>
                  </a:moveTo>
                  <a:lnTo>
                    <a:pt x="0" y="152"/>
                  </a:lnTo>
                  <a:lnTo>
                    <a:pt x="1072" y="152"/>
                  </a:lnTo>
                  <a:lnTo>
                    <a:pt x="1072" y="8"/>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634" name="Freeform 575">
              <a:extLst>
                <a:ext uri="{FF2B5EF4-FFF2-40B4-BE49-F238E27FC236}">
                  <a16:creationId xmlns:a16="http://schemas.microsoft.com/office/drawing/2014/main" id="{57C3973E-C677-F742-BC12-CA11A6897707}"/>
                </a:ext>
              </a:extLst>
            </p:cNvPr>
            <p:cNvSpPr>
              <a:spLocks/>
            </p:cNvSpPr>
            <p:nvPr/>
          </p:nvSpPr>
          <p:spPr bwMode="auto">
            <a:xfrm>
              <a:off x="3112" y="3777"/>
              <a:ext cx="928" cy="152"/>
            </a:xfrm>
            <a:custGeom>
              <a:avLst/>
              <a:gdLst>
                <a:gd name="T0" fmla="*/ 0 w 1072"/>
                <a:gd name="T1" fmla="*/ 0 h 152"/>
                <a:gd name="T2" fmla="*/ 0 w 1072"/>
                <a:gd name="T3" fmla="*/ 152 h 152"/>
                <a:gd name="T4" fmla="*/ 602 w 1072"/>
                <a:gd name="T5" fmla="*/ 152 h 152"/>
                <a:gd name="T6" fmla="*/ 602 w 1072"/>
                <a:gd name="T7" fmla="*/ 8 h 1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72" h="152">
                  <a:moveTo>
                    <a:pt x="0" y="0"/>
                  </a:moveTo>
                  <a:lnTo>
                    <a:pt x="0" y="152"/>
                  </a:lnTo>
                  <a:lnTo>
                    <a:pt x="1072" y="152"/>
                  </a:lnTo>
                  <a:lnTo>
                    <a:pt x="1072" y="8"/>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635" name="Text Box 576">
              <a:extLst>
                <a:ext uri="{FF2B5EF4-FFF2-40B4-BE49-F238E27FC236}">
                  <a16:creationId xmlns:a16="http://schemas.microsoft.com/office/drawing/2014/main" id="{3368FB8C-0DC3-CC47-BC3E-99A0AC91FB19}"/>
                </a:ext>
              </a:extLst>
            </p:cNvPr>
            <p:cNvSpPr txBox="1">
              <a:spLocks noChangeArrowheads="1"/>
            </p:cNvSpPr>
            <p:nvPr/>
          </p:nvSpPr>
          <p:spPr bwMode="auto">
            <a:xfrm>
              <a:off x="1531" y="2837"/>
              <a:ext cx="31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b="1">
                  <a:latin typeface="Arial" panose="020B0604020202020204" pitchFamily="34" charset="0"/>
                  <a:ea typeface="宋体" panose="02010600030101010101" pitchFamily="2" charset="-122"/>
                </a:rPr>
                <a:t>R</a:t>
              </a:r>
              <a:r>
                <a:rPr kumimoji="1" lang="en-US" altLang="zh-CN" sz="1350" b="1" baseline="-25000">
                  <a:latin typeface="Arial" panose="020B0604020202020204" pitchFamily="34" charset="0"/>
                  <a:ea typeface="宋体" panose="02010600030101010101" pitchFamily="2" charset="-122"/>
                </a:rPr>
                <a:t>1</a:t>
              </a:r>
            </a:p>
          </p:txBody>
        </p:sp>
        <p:sp>
          <p:nvSpPr>
            <p:cNvPr id="23636" name="Text Box 577">
              <a:extLst>
                <a:ext uri="{FF2B5EF4-FFF2-40B4-BE49-F238E27FC236}">
                  <a16:creationId xmlns:a16="http://schemas.microsoft.com/office/drawing/2014/main" id="{D0A71650-F5AD-824D-8607-EAACE36898B1}"/>
                </a:ext>
              </a:extLst>
            </p:cNvPr>
            <p:cNvSpPr txBox="1">
              <a:spLocks noChangeArrowheads="1"/>
            </p:cNvSpPr>
            <p:nvPr/>
          </p:nvSpPr>
          <p:spPr bwMode="auto">
            <a:xfrm>
              <a:off x="2872" y="2837"/>
              <a:ext cx="31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b="1">
                  <a:latin typeface="Arial" panose="020B0604020202020204" pitchFamily="34" charset="0"/>
                  <a:ea typeface="宋体" panose="02010600030101010101" pitchFamily="2" charset="-122"/>
                </a:rPr>
                <a:t>R</a:t>
              </a:r>
              <a:r>
                <a:rPr kumimoji="1" lang="en-US" altLang="zh-CN" sz="1350" b="1" baseline="-25000">
                  <a:latin typeface="Arial" panose="020B0604020202020204" pitchFamily="34" charset="0"/>
                  <a:ea typeface="宋体" panose="02010600030101010101" pitchFamily="2" charset="-122"/>
                </a:rPr>
                <a:t>2</a:t>
              </a:r>
            </a:p>
          </p:txBody>
        </p:sp>
        <p:sp>
          <p:nvSpPr>
            <p:cNvPr id="23637" name="Text Box 578">
              <a:extLst>
                <a:ext uri="{FF2B5EF4-FFF2-40B4-BE49-F238E27FC236}">
                  <a16:creationId xmlns:a16="http://schemas.microsoft.com/office/drawing/2014/main" id="{364E586D-011D-0D45-9B5D-59433800BA74}"/>
                </a:ext>
              </a:extLst>
            </p:cNvPr>
            <p:cNvSpPr txBox="1">
              <a:spLocks noChangeArrowheads="1"/>
            </p:cNvSpPr>
            <p:nvPr/>
          </p:nvSpPr>
          <p:spPr bwMode="auto">
            <a:xfrm>
              <a:off x="4067" y="2837"/>
              <a:ext cx="31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b="1">
                  <a:latin typeface="Arial" panose="020B0604020202020204" pitchFamily="34" charset="0"/>
                  <a:ea typeface="宋体" panose="02010600030101010101" pitchFamily="2" charset="-122"/>
                </a:rPr>
                <a:t>R</a:t>
              </a:r>
              <a:r>
                <a:rPr kumimoji="1" lang="en-US" altLang="zh-CN" sz="1350" b="1" baseline="-25000">
                  <a:latin typeface="Arial" panose="020B0604020202020204" pitchFamily="34" charset="0"/>
                  <a:ea typeface="宋体" panose="02010600030101010101" pitchFamily="2" charset="-122"/>
                </a:rPr>
                <a:t>3</a:t>
              </a:r>
            </a:p>
          </p:txBody>
        </p:sp>
        <p:sp>
          <p:nvSpPr>
            <p:cNvPr id="23638" name="Text Box 579">
              <a:extLst>
                <a:ext uri="{FF2B5EF4-FFF2-40B4-BE49-F238E27FC236}">
                  <a16:creationId xmlns:a16="http://schemas.microsoft.com/office/drawing/2014/main" id="{8D3B9ADF-B754-6546-9920-3860B7EF2037}"/>
                </a:ext>
              </a:extLst>
            </p:cNvPr>
            <p:cNvSpPr txBox="1">
              <a:spLocks noChangeArrowheads="1"/>
            </p:cNvSpPr>
            <p:nvPr/>
          </p:nvSpPr>
          <p:spPr bwMode="auto">
            <a:xfrm>
              <a:off x="326" y="2405"/>
              <a:ext cx="31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b="1">
                  <a:latin typeface="Arial" panose="020B0604020202020204" pitchFamily="34" charset="0"/>
                  <a:ea typeface="宋体" panose="02010600030101010101" pitchFamily="2" charset="-122"/>
                </a:rPr>
                <a:t>H</a:t>
              </a:r>
              <a:r>
                <a:rPr kumimoji="1" lang="en-US" altLang="zh-CN" sz="1350" b="1" baseline="-25000">
                  <a:latin typeface="Arial" panose="020B0604020202020204" pitchFamily="34" charset="0"/>
                  <a:ea typeface="宋体" panose="02010600030101010101" pitchFamily="2" charset="-122"/>
                </a:rPr>
                <a:t>1</a:t>
              </a:r>
            </a:p>
          </p:txBody>
        </p:sp>
        <p:sp>
          <p:nvSpPr>
            <p:cNvPr id="23639" name="Text Box 580">
              <a:extLst>
                <a:ext uri="{FF2B5EF4-FFF2-40B4-BE49-F238E27FC236}">
                  <a16:creationId xmlns:a16="http://schemas.microsoft.com/office/drawing/2014/main" id="{79B50D62-ED84-7545-810C-424F5BC2C24F}"/>
                </a:ext>
              </a:extLst>
            </p:cNvPr>
            <p:cNvSpPr txBox="1">
              <a:spLocks noChangeArrowheads="1"/>
            </p:cNvSpPr>
            <p:nvPr/>
          </p:nvSpPr>
          <p:spPr bwMode="auto">
            <a:xfrm>
              <a:off x="5272" y="2405"/>
              <a:ext cx="31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b="1">
                  <a:latin typeface="Arial" panose="020B0604020202020204" pitchFamily="34" charset="0"/>
                  <a:ea typeface="宋体" panose="02010600030101010101" pitchFamily="2" charset="-122"/>
                </a:rPr>
                <a:t>H</a:t>
              </a:r>
              <a:r>
                <a:rPr kumimoji="1" lang="en-US" altLang="zh-CN" sz="1350" b="1" baseline="-25000">
                  <a:latin typeface="Arial" panose="020B0604020202020204" pitchFamily="34" charset="0"/>
                  <a:ea typeface="宋体" panose="02010600030101010101" pitchFamily="2" charset="-122"/>
                </a:rPr>
                <a:t>2</a:t>
              </a:r>
            </a:p>
          </p:txBody>
        </p:sp>
      </p:grpSp>
      <p:sp>
        <p:nvSpPr>
          <p:cNvPr id="138822" name="Text Box 582">
            <a:extLst>
              <a:ext uri="{FF2B5EF4-FFF2-40B4-BE49-F238E27FC236}">
                <a16:creationId xmlns:a16="http://schemas.microsoft.com/office/drawing/2014/main" id="{70DD2C86-E959-174E-94E7-CE5D6D41BE78}"/>
              </a:ext>
            </a:extLst>
          </p:cNvPr>
          <p:cNvSpPr txBox="1">
            <a:spLocks noChangeArrowheads="1"/>
          </p:cNvSpPr>
          <p:nvPr/>
        </p:nvSpPr>
        <p:spPr bwMode="auto">
          <a:xfrm>
            <a:off x="3006329" y="2897981"/>
            <a:ext cx="3147015"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100">
                <a:latin typeface="Tahoma" panose="020B0604030504040204" pitchFamily="34" charset="0"/>
                <a:ea typeface="宋体" panose="02010600030101010101" pitchFamily="2" charset="-122"/>
              </a:rPr>
              <a:t>从层次上来看数据的流动</a:t>
            </a:r>
          </a:p>
        </p:txBody>
      </p:sp>
      <p:sp>
        <p:nvSpPr>
          <p:cNvPr id="138823" name="Freeform 583">
            <a:extLst>
              <a:ext uri="{FF2B5EF4-FFF2-40B4-BE49-F238E27FC236}">
                <a16:creationId xmlns:a16="http://schemas.microsoft.com/office/drawing/2014/main" id="{CFF902D9-2B98-6645-A06F-C5FA37D67B12}"/>
              </a:ext>
            </a:extLst>
          </p:cNvPr>
          <p:cNvSpPr>
            <a:spLocks/>
          </p:cNvSpPr>
          <p:nvPr/>
        </p:nvSpPr>
        <p:spPr bwMode="auto">
          <a:xfrm>
            <a:off x="1857379" y="3246835"/>
            <a:ext cx="5438771" cy="1403747"/>
          </a:xfrm>
          <a:custGeom>
            <a:avLst/>
            <a:gdLst>
              <a:gd name="T0" fmla="*/ 2147483646 w 4396"/>
              <a:gd name="T1" fmla="*/ 2147483646 h 1179"/>
              <a:gd name="T2" fmla="*/ 2147483646 w 4396"/>
              <a:gd name="T3" fmla="*/ 2147483646 h 1179"/>
              <a:gd name="T4" fmla="*/ 2147483646 w 4396"/>
              <a:gd name="T5" fmla="*/ 2147483646 h 1179"/>
              <a:gd name="T6" fmla="*/ 2147483646 w 4396"/>
              <a:gd name="T7" fmla="*/ 2147483646 h 1179"/>
              <a:gd name="T8" fmla="*/ 2147483646 w 4396"/>
              <a:gd name="T9" fmla="*/ 2147483646 h 1179"/>
              <a:gd name="T10" fmla="*/ 2147483646 w 4396"/>
              <a:gd name="T11" fmla="*/ 2147483646 h 1179"/>
              <a:gd name="T12" fmla="*/ 2147483646 w 4396"/>
              <a:gd name="T13" fmla="*/ 2147483646 h 1179"/>
              <a:gd name="T14" fmla="*/ 2147483646 w 4396"/>
              <a:gd name="T15" fmla="*/ 2147483646 h 1179"/>
              <a:gd name="T16" fmla="*/ 2147483646 w 4396"/>
              <a:gd name="T17" fmla="*/ 2147483646 h 1179"/>
              <a:gd name="T18" fmla="*/ 2147483646 w 4396"/>
              <a:gd name="T19" fmla="*/ 2147483646 h 1179"/>
              <a:gd name="T20" fmla="*/ 2147483646 w 4396"/>
              <a:gd name="T21" fmla="*/ 2147483646 h 1179"/>
              <a:gd name="T22" fmla="*/ 2147483646 w 4396"/>
              <a:gd name="T23" fmla="*/ 2147483646 h 1179"/>
              <a:gd name="T24" fmla="*/ 2147483646 w 4396"/>
              <a:gd name="T25" fmla="*/ 2147483646 h 1179"/>
              <a:gd name="T26" fmla="*/ 2147483646 w 4396"/>
              <a:gd name="T27" fmla="*/ 2147483646 h 1179"/>
              <a:gd name="T28" fmla="*/ 2147483646 w 4396"/>
              <a:gd name="T29" fmla="*/ 2147483646 h 1179"/>
              <a:gd name="T30" fmla="*/ 2147483646 w 4396"/>
              <a:gd name="T31" fmla="*/ 2147483646 h 1179"/>
              <a:gd name="T32" fmla="*/ 2147483646 w 4396"/>
              <a:gd name="T33" fmla="*/ 2147483646 h 1179"/>
              <a:gd name="T34" fmla="*/ 2147483646 w 4396"/>
              <a:gd name="T35" fmla="*/ 2147483646 h 1179"/>
              <a:gd name="T36" fmla="*/ 2147483646 w 4396"/>
              <a:gd name="T37" fmla="*/ 2147483646 h 1179"/>
              <a:gd name="T38" fmla="*/ 2147483646 w 4396"/>
              <a:gd name="T39" fmla="*/ 2147483646 h 1179"/>
              <a:gd name="T40" fmla="*/ 2147483646 w 4396"/>
              <a:gd name="T41" fmla="*/ 2147483646 h 1179"/>
              <a:gd name="T42" fmla="*/ 2147483646 w 4396"/>
              <a:gd name="T43" fmla="*/ 2147483646 h 1179"/>
              <a:gd name="T44" fmla="*/ 2147483646 w 4396"/>
              <a:gd name="T45" fmla="*/ 2147483646 h 1179"/>
              <a:gd name="T46" fmla="*/ 2147483646 w 4396"/>
              <a:gd name="T47" fmla="*/ 2147483646 h 1179"/>
              <a:gd name="T48" fmla="*/ 2147483646 w 4396"/>
              <a:gd name="T49" fmla="*/ 2147483646 h 1179"/>
              <a:gd name="T50" fmla="*/ 2147483646 w 4396"/>
              <a:gd name="T51" fmla="*/ 2147483646 h 1179"/>
              <a:gd name="T52" fmla="*/ 2147483646 w 4396"/>
              <a:gd name="T53" fmla="*/ 2147483646 h 1179"/>
              <a:gd name="T54" fmla="*/ 2147483646 w 4396"/>
              <a:gd name="T55" fmla="*/ 2147483646 h 1179"/>
              <a:gd name="T56" fmla="*/ 2147483646 w 4396"/>
              <a:gd name="T57" fmla="*/ 2147483646 h 1179"/>
              <a:gd name="T58" fmla="*/ 2147483646 w 4396"/>
              <a:gd name="T59" fmla="*/ 2147483646 h 1179"/>
              <a:gd name="T60" fmla="*/ 2147483646 w 4396"/>
              <a:gd name="T61" fmla="*/ 2147483646 h 1179"/>
              <a:gd name="T62" fmla="*/ 2147483646 w 4396"/>
              <a:gd name="T63" fmla="*/ 2147483646 h 1179"/>
              <a:gd name="T64" fmla="*/ 2147483646 w 4396"/>
              <a:gd name="T65" fmla="*/ 2147483646 h 1179"/>
              <a:gd name="T66" fmla="*/ 2147483646 w 4396"/>
              <a:gd name="T67" fmla="*/ 2147483646 h 1179"/>
              <a:gd name="T68" fmla="*/ 2147483646 w 4396"/>
              <a:gd name="T69" fmla="*/ 2147483646 h 1179"/>
              <a:gd name="T70" fmla="*/ 2147483646 w 4396"/>
              <a:gd name="T71" fmla="*/ 0 h 117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4396" h="1179">
                <a:moveTo>
                  <a:pt x="12" y="30"/>
                </a:moveTo>
                <a:cubicBezTo>
                  <a:pt x="13" y="176"/>
                  <a:pt x="0" y="725"/>
                  <a:pt x="12" y="909"/>
                </a:cubicBezTo>
                <a:cubicBezTo>
                  <a:pt x="24" y="1093"/>
                  <a:pt x="18" y="1095"/>
                  <a:pt x="84" y="1137"/>
                </a:cubicBezTo>
                <a:cubicBezTo>
                  <a:pt x="150" y="1179"/>
                  <a:pt x="328" y="1158"/>
                  <a:pt x="408" y="1161"/>
                </a:cubicBezTo>
                <a:cubicBezTo>
                  <a:pt x="488" y="1164"/>
                  <a:pt x="507" y="1162"/>
                  <a:pt x="567" y="1158"/>
                </a:cubicBezTo>
                <a:cubicBezTo>
                  <a:pt x="627" y="1154"/>
                  <a:pt x="728" y="1158"/>
                  <a:pt x="768" y="1140"/>
                </a:cubicBezTo>
                <a:cubicBezTo>
                  <a:pt x="808" y="1122"/>
                  <a:pt x="798" y="1129"/>
                  <a:pt x="804" y="1050"/>
                </a:cubicBezTo>
                <a:cubicBezTo>
                  <a:pt x="810" y="971"/>
                  <a:pt x="796" y="761"/>
                  <a:pt x="804" y="666"/>
                </a:cubicBezTo>
                <a:cubicBezTo>
                  <a:pt x="812" y="571"/>
                  <a:pt x="792" y="507"/>
                  <a:pt x="855" y="477"/>
                </a:cubicBezTo>
                <a:cubicBezTo>
                  <a:pt x="918" y="447"/>
                  <a:pt x="1122" y="452"/>
                  <a:pt x="1182" y="483"/>
                </a:cubicBezTo>
                <a:cubicBezTo>
                  <a:pt x="1242" y="514"/>
                  <a:pt x="1208" y="592"/>
                  <a:pt x="1212" y="663"/>
                </a:cubicBezTo>
                <a:cubicBezTo>
                  <a:pt x="1216" y="734"/>
                  <a:pt x="1205" y="830"/>
                  <a:pt x="1209" y="906"/>
                </a:cubicBezTo>
                <a:cubicBezTo>
                  <a:pt x="1213" y="982"/>
                  <a:pt x="1190" y="1080"/>
                  <a:pt x="1236" y="1122"/>
                </a:cubicBezTo>
                <a:cubicBezTo>
                  <a:pt x="1282" y="1164"/>
                  <a:pt x="1383" y="1158"/>
                  <a:pt x="1488" y="1161"/>
                </a:cubicBezTo>
                <a:cubicBezTo>
                  <a:pt x="1593" y="1164"/>
                  <a:pt x="1785" y="1161"/>
                  <a:pt x="1866" y="1143"/>
                </a:cubicBezTo>
                <a:cubicBezTo>
                  <a:pt x="1947" y="1125"/>
                  <a:pt x="1956" y="1115"/>
                  <a:pt x="1977" y="1050"/>
                </a:cubicBezTo>
                <a:cubicBezTo>
                  <a:pt x="1998" y="985"/>
                  <a:pt x="1986" y="848"/>
                  <a:pt x="1992" y="750"/>
                </a:cubicBezTo>
                <a:cubicBezTo>
                  <a:pt x="1998" y="652"/>
                  <a:pt x="1953" y="508"/>
                  <a:pt x="2016" y="459"/>
                </a:cubicBezTo>
                <a:cubicBezTo>
                  <a:pt x="2079" y="410"/>
                  <a:pt x="2305" y="419"/>
                  <a:pt x="2370" y="453"/>
                </a:cubicBezTo>
                <a:cubicBezTo>
                  <a:pt x="2435" y="487"/>
                  <a:pt x="2402" y="594"/>
                  <a:pt x="2409" y="663"/>
                </a:cubicBezTo>
                <a:cubicBezTo>
                  <a:pt x="2416" y="732"/>
                  <a:pt x="2408" y="794"/>
                  <a:pt x="2412" y="867"/>
                </a:cubicBezTo>
                <a:cubicBezTo>
                  <a:pt x="2416" y="940"/>
                  <a:pt x="2411" y="1050"/>
                  <a:pt x="2436" y="1098"/>
                </a:cubicBezTo>
                <a:cubicBezTo>
                  <a:pt x="2461" y="1146"/>
                  <a:pt x="2467" y="1150"/>
                  <a:pt x="2565" y="1158"/>
                </a:cubicBezTo>
                <a:cubicBezTo>
                  <a:pt x="2663" y="1166"/>
                  <a:pt x="2924" y="1165"/>
                  <a:pt x="3024" y="1146"/>
                </a:cubicBezTo>
                <a:cubicBezTo>
                  <a:pt x="3124" y="1127"/>
                  <a:pt x="3140" y="1122"/>
                  <a:pt x="3165" y="1041"/>
                </a:cubicBezTo>
                <a:cubicBezTo>
                  <a:pt x="3190" y="960"/>
                  <a:pt x="3165" y="758"/>
                  <a:pt x="3172" y="662"/>
                </a:cubicBezTo>
                <a:cubicBezTo>
                  <a:pt x="3179" y="566"/>
                  <a:pt x="3154" y="499"/>
                  <a:pt x="3207" y="462"/>
                </a:cubicBezTo>
                <a:cubicBezTo>
                  <a:pt x="3260" y="425"/>
                  <a:pt x="3429" y="425"/>
                  <a:pt x="3492" y="438"/>
                </a:cubicBezTo>
                <a:cubicBezTo>
                  <a:pt x="3555" y="451"/>
                  <a:pt x="3568" y="464"/>
                  <a:pt x="3585" y="540"/>
                </a:cubicBezTo>
                <a:cubicBezTo>
                  <a:pt x="3602" y="616"/>
                  <a:pt x="3587" y="801"/>
                  <a:pt x="3591" y="894"/>
                </a:cubicBezTo>
                <a:cubicBezTo>
                  <a:pt x="3595" y="987"/>
                  <a:pt x="3590" y="1059"/>
                  <a:pt x="3609" y="1101"/>
                </a:cubicBezTo>
                <a:cubicBezTo>
                  <a:pt x="3628" y="1143"/>
                  <a:pt x="3617" y="1140"/>
                  <a:pt x="3708" y="1149"/>
                </a:cubicBezTo>
                <a:cubicBezTo>
                  <a:pt x="3799" y="1158"/>
                  <a:pt x="4051" y="1162"/>
                  <a:pt x="4155" y="1158"/>
                </a:cubicBezTo>
                <a:cubicBezTo>
                  <a:pt x="4259" y="1154"/>
                  <a:pt x="4296" y="1160"/>
                  <a:pt x="4335" y="1125"/>
                </a:cubicBezTo>
                <a:cubicBezTo>
                  <a:pt x="4374" y="1090"/>
                  <a:pt x="4382" y="1132"/>
                  <a:pt x="4389" y="945"/>
                </a:cubicBezTo>
                <a:cubicBezTo>
                  <a:pt x="4396" y="758"/>
                  <a:pt x="4382" y="197"/>
                  <a:pt x="4380" y="0"/>
                </a:cubicBezTo>
              </a:path>
            </a:pathLst>
          </a:custGeom>
          <a:noFill/>
          <a:ln w="76200" cmpd="sng">
            <a:solidFill>
              <a:srgbClr val="FF0000"/>
            </a:solidFill>
            <a:prstDash val="solid"/>
            <a:round/>
            <a:headEnd type="none" w="med" len="lg"/>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587" name="幻灯片编号占位符 1">
            <a:extLst>
              <a:ext uri="{FF2B5EF4-FFF2-40B4-BE49-F238E27FC236}">
                <a16:creationId xmlns:a16="http://schemas.microsoft.com/office/drawing/2014/main" id="{B28C4FC7-BE3D-5449-9D70-7D3292644A9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6D56461-32F5-FF45-AE87-A2DAB201336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0050879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8761"/>
                                        </p:tgtEl>
                                        <p:attrNameLst>
                                          <p:attrName>style.visibility</p:attrName>
                                        </p:attrNameLst>
                                      </p:cBhvr>
                                      <p:to>
                                        <p:strVal val="visible"/>
                                      </p:to>
                                    </p:set>
                                  </p:childTnLst>
                                </p:cTn>
                              </p:par>
                            </p:childTnLst>
                          </p:cTn>
                        </p:par>
                        <p:par>
                          <p:cTn id="7" fill="hold" nodeType="afterGroup">
                            <p:stCondLst>
                              <p:cond delay="0"/>
                            </p:stCondLst>
                            <p:childTnLst>
                              <p:par>
                                <p:cTn id="8" presetID="22" presetClass="entr" presetSubtype="8" fill="hold" nodeType="afterEffect">
                                  <p:stCondLst>
                                    <p:cond delay="500"/>
                                  </p:stCondLst>
                                  <p:childTnLst>
                                    <p:set>
                                      <p:cBhvr>
                                        <p:cTn id="9" dur="1" fill="hold">
                                          <p:stCondLst>
                                            <p:cond delay="0"/>
                                          </p:stCondLst>
                                        </p:cTn>
                                        <p:tgtEl>
                                          <p:spTgt spid="138757"/>
                                        </p:tgtEl>
                                        <p:attrNameLst>
                                          <p:attrName>style.visibility</p:attrName>
                                        </p:attrNameLst>
                                      </p:cBhvr>
                                      <p:to>
                                        <p:strVal val="visible"/>
                                      </p:to>
                                    </p:set>
                                    <p:animEffect transition="in" filter="wipe(left)">
                                      <p:cBhvr>
                                        <p:cTn id="10" dur="500"/>
                                        <p:tgtEl>
                                          <p:spTgt spid="138757"/>
                                        </p:tgtEl>
                                      </p:cBhvr>
                                    </p:animEffect>
                                  </p:childTnLst>
                                </p:cTn>
                              </p:par>
                            </p:childTnLst>
                          </p:cTn>
                        </p:par>
                        <p:par>
                          <p:cTn id="11" fill="hold" nodeType="afterGroup">
                            <p:stCondLst>
                              <p:cond delay="1000"/>
                            </p:stCondLst>
                            <p:childTnLst>
                              <p:par>
                                <p:cTn id="12" presetID="22" presetClass="entr" presetSubtype="8" fill="hold" nodeType="afterEffect">
                                  <p:stCondLst>
                                    <p:cond delay="500"/>
                                  </p:stCondLst>
                                  <p:childTnLst>
                                    <p:set>
                                      <p:cBhvr>
                                        <p:cTn id="13" dur="1" fill="hold">
                                          <p:stCondLst>
                                            <p:cond delay="0"/>
                                          </p:stCondLst>
                                        </p:cTn>
                                        <p:tgtEl>
                                          <p:spTgt spid="138760"/>
                                        </p:tgtEl>
                                        <p:attrNameLst>
                                          <p:attrName>style.visibility</p:attrName>
                                        </p:attrNameLst>
                                      </p:cBhvr>
                                      <p:to>
                                        <p:strVal val="visible"/>
                                      </p:to>
                                    </p:set>
                                    <p:animEffect transition="in" filter="wipe(left)">
                                      <p:cBhvr>
                                        <p:cTn id="14" dur="500"/>
                                        <p:tgtEl>
                                          <p:spTgt spid="138760"/>
                                        </p:tgtEl>
                                      </p:cBhvr>
                                    </p:animEffect>
                                  </p:childTnLst>
                                </p:cTn>
                              </p:par>
                            </p:childTnLst>
                          </p:cTn>
                        </p:par>
                        <p:par>
                          <p:cTn id="15" fill="hold" nodeType="afterGroup">
                            <p:stCondLst>
                              <p:cond delay="2000"/>
                            </p:stCondLst>
                            <p:childTnLst>
                              <p:par>
                                <p:cTn id="16" presetID="22" presetClass="entr" presetSubtype="8" fill="hold" nodeType="afterEffect">
                                  <p:stCondLst>
                                    <p:cond delay="500"/>
                                  </p:stCondLst>
                                  <p:childTnLst>
                                    <p:set>
                                      <p:cBhvr>
                                        <p:cTn id="17" dur="1" fill="hold">
                                          <p:stCondLst>
                                            <p:cond delay="0"/>
                                          </p:stCondLst>
                                        </p:cTn>
                                        <p:tgtEl>
                                          <p:spTgt spid="138758"/>
                                        </p:tgtEl>
                                        <p:attrNameLst>
                                          <p:attrName>style.visibility</p:attrName>
                                        </p:attrNameLst>
                                      </p:cBhvr>
                                      <p:to>
                                        <p:strVal val="visible"/>
                                      </p:to>
                                    </p:set>
                                    <p:animEffect transition="in" filter="wipe(left)">
                                      <p:cBhvr>
                                        <p:cTn id="18" dur="500"/>
                                        <p:tgtEl>
                                          <p:spTgt spid="138758"/>
                                        </p:tgtEl>
                                      </p:cBhvr>
                                    </p:animEffect>
                                  </p:childTnLst>
                                </p:cTn>
                              </p:par>
                            </p:childTnLst>
                          </p:cTn>
                        </p:par>
                        <p:par>
                          <p:cTn id="19" fill="hold" nodeType="afterGroup">
                            <p:stCondLst>
                              <p:cond delay="3000"/>
                            </p:stCondLst>
                            <p:childTnLst>
                              <p:par>
                                <p:cTn id="20" presetID="22" presetClass="entr" presetSubtype="8" fill="hold" nodeType="afterEffect">
                                  <p:stCondLst>
                                    <p:cond delay="500"/>
                                  </p:stCondLst>
                                  <p:childTnLst>
                                    <p:set>
                                      <p:cBhvr>
                                        <p:cTn id="21" dur="1" fill="hold">
                                          <p:stCondLst>
                                            <p:cond delay="0"/>
                                          </p:stCondLst>
                                        </p:cTn>
                                        <p:tgtEl>
                                          <p:spTgt spid="138759"/>
                                        </p:tgtEl>
                                        <p:attrNameLst>
                                          <p:attrName>style.visibility</p:attrName>
                                        </p:attrNameLst>
                                      </p:cBhvr>
                                      <p:to>
                                        <p:strVal val="visible"/>
                                      </p:to>
                                    </p:set>
                                    <p:animEffect transition="in" filter="wipe(left)">
                                      <p:cBhvr>
                                        <p:cTn id="22" dur="500"/>
                                        <p:tgtEl>
                                          <p:spTgt spid="13875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8822"/>
                                        </p:tgtEl>
                                        <p:attrNameLst>
                                          <p:attrName>style.visibility</p:attrName>
                                        </p:attrNameLst>
                                      </p:cBhvr>
                                      <p:to>
                                        <p:strVal val="visible"/>
                                      </p:to>
                                    </p:set>
                                  </p:childTnLst>
                                </p:cTn>
                              </p:par>
                            </p:childTnLst>
                          </p:cTn>
                        </p:par>
                        <p:par>
                          <p:cTn id="27" fill="hold" nodeType="afterGroup">
                            <p:stCondLst>
                              <p:cond delay="0"/>
                            </p:stCondLst>
                            <p:childTnLst>
                              <p:par>
                                <p:cTn id="28" presetID="1" presetClass="entr" presetSubtype="0" fill="hold" nodeType="afterEffect">
                                  <p:stCondLst>
                                    <p:cond delay="0"/>
                                  </p:stCondLst>
                                  <p:childTnLst>
                                    <p:set>
                                      <p:cBhvr>
                                        <p:cTn id="29" dur="1" fill="hold">
                                          <p:stCondLst>
                                            <p:cond delay="0"/>
                                          </p:stCondLst>
                                        </p:cTn>
                                        <p:tgtEl>
                                          <p:spTgt spid="138827"/>
                                        </p:tgtEl>
                                        <p:attrNameLst>
                                          <p:attrName>style.visibility</p:attrName>
                                        </p:attrNameLst>
                                      </p:cBhvr>
                                      <p:to>
                                        <p:strVal val="visible"/>
                                      </p:to>
                                    </p:set>
                                  </p:childTnLst>
                                </p:cTn>
                              </p:par>
                            </p:childTnLst>
                          </p:cTn>
                        </p:par>
                        <p:par>
                          <p:cTn id="30" fill="hold" nodeType="afterGroup">
                            <p:stCondLst>
                              <p:cond delay="0"/>
                            </p:stCondLst>
                            <p:childTnLst>
                              <p:par>
                                <p:cTn id="31" presetID="22" presetClass="entr" presetSubtype="8" fill="hold" nodeType="afterEffect">
                                  <p:stCondLst>
                                    <p:cond delay="500"/>
                                  </p:stCondLst>
                                  <p:childTnLst>
                                    <p:set>
                                      <p:cBhvr>
                                        <p:cTn id="32" dur="1" fill="hold">
                                          <p:stCondLst>
                                            <p:cond delay="0"/>
                                          </p:stCondLst>
                                        </p:cTn>
                                        <p:tgtEl>
                                          <p:spTgt spid="138823"/>
                                        </p:tgtEl>
                                        <p:attrNameLst>
                                          <p:attrName>style.visibility</p:attrName>
                                        </p:attrNameLst>
                                      </p:cBhvr>
                                      <p:to>
                                        <p:strVal val="visible"/>
                                      </p:to>
                                    </p:set>
                                    <p:animEffect transition="in" filter="wipe(left)">
                                      <p:cBhvr>
                                        <p:cTn id="33" dur="2000"/>
                                        <p:tgtEl>
                                          <p:spTgt spid="1388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761" grpId="0"/>
      <p:bldP spid="13882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6F5E43E1-1203-3545-B7CD-1361ED6F1C4B}"/>
              </a:ext>
            </a:extLst>
          </p:cNvPr>
          <p:cNvSpPr>
            <a:spLocks noGrp="1" noChangeArrowheads="1"/>
          </p:cNvSpPr>
          <p:nvPr>
            <p:ph type="title"/>
          </p:nvPr>
        </p:nvSpPr>
        <p:spPr>
          <a:xfrm>
            <a:off x="1287067" y="327422"/>
            <a:ext cx="6022181" cy="576263"/>
          </a:xfrm>
        </p:spPr>
        <p:txBody>
          <a:bodyPr/>
          <a:lstStyle/>
          <a:p>
            <a:pPr algn="ctr" eaLnBrk="1" hangingPunct="1"/>
            <a:r>
              <a:rPr lang="zh-CN" altLang="en-US" sz="3600">
                <a:latin typeface="黑体" panose="02010609060101010101" pitchFamily="49" charset="-122"/>
                <a:ea typeface="宋体" panose="02010600030101010101" pitchFamily="2" charset="-122"/>
              </a:rPr>
              <a:t>数据链路层的简单模型</a:t>
            </a:r>
            <a:r>
              <a:rPr lang="en-US" altLang="zh-CN" sz="3600">
                <a:latin typeface="黑体" panose="02010609060101010101" pitchFamily="49" charset="-122"/>
                <a:ea typeface="宋体" panose="02010600030101010101" pitchFamily="2" charset="-122"/>
              </a:rPr>
              <a:t>(</a:t>
            </a:r>
            <a:r>
              <a:rPr lang="zh-CN" altLang="en-US" sz="3600">
                <a:latin typeface="黑体" panose="02010609060101010101" pitchFamily="49" charset="-122"/>
                <a:ea typeface="宋体" panose="02010600030101010101" pitchFamily="2" charset="-122"/>
              </a:rPr>
              <a:t>续）</a:t>
            </a:r>
          </a:p>
        </p:txBody>
      </p:sp>
      <p:sp>
        <p:nvSpPr>
          <p:cNvPr id="25602" name="Line 4">
            <a:extLst>
              <a:ext uri="{FF2B5EF4-FFF2-40B4-BE49-F238E27FC236}">
                <a16:creationId xmlns:a16="http://schemas.microsoft.com/office/drawing/2014/main" id="{32946A39-3745-0345-AECB-03AEA6839C32}"/>
              </a:ext>
            </a:extLst>
          </p:cNvPr>
          <p:cNvSpPr>
            <a:spLocks noChangeShapeType="1"/>
          </p:cNvSpPr>
          <p:nvPr/>
        </p:nvSpPr>
        <p:spPr bwMode="auto">
          <a:xfrm flipH="1" flipV="1">
            <a:off x="7019925" y="2608660"/>
            <a:ext cx="504825" cy="476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03" name="Line 5">
            <a:extLst>
              <a:ext uri="{FF2B5EF4-FFF2-40B4-BE49-F238E27FC236}">
                <a16:creationId xmlns:a16="http://schemas.microsoft.com/office/drawing/2014/main" id="{6B4A3AF2-E10E-474D-A8E2-3ED894A1F2BA}"/>
              </a:ext>
            </a:extLst>
          </p:cNvPr>
          <p:cNvSpPr>
            <a:spLocks noChangeShapeType="1"/>
          </p:cNvSpPr>
          <p:nvPr/>
        </p:nvSpPr>
        <p:spPr bwMode="auto">
          <a:xfrm flipH="1" flipV="1">
            <a:off x="6200775" y="2380060"/>
            <a:ext cx="476250" cy="1619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04" name="Line 6">
            <a:extLst>
              <a:ext uri="{FF2B5EF4-FFF2-40B4-BE49-F238E27FC236}">
                <a16:creationId xmlns:a16="http://schemas.microsoft.com/office/drawing/2014/main" id="{28D45BC6-1EE3-A346-89E8-E174D5E192A1}"/>
              </a:ext>
            </a:extLst>
          </p:cNvPr>
          <p:cNvSpPr>
            <a:spLocks noChangeShapeType="1"/>
          </p:cNvSpPr>
          <p:nvPr/>
        </p:nvSpPr>
        <p:spPr bwMode="auto">
          <a:xfrm flipV="1">
            <a:off x="5534025" y="2370535"/>
            <a:ext cx="571500" cy="1143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05" name="Line 7">
            <a:extLst>
              <a:ext uri="{FF2B5EF4-FFF2-40B4-BE49-F238E27FC236}">
                <a16:creationId xmlns:a16="http://schemas.microsoft.com/office/drawing/2014/main" id="{C86A7DF2-2A7F-0445-A679-847B0B530C4F}"/>
              </a:ext>
            </a:extLst>
          </p:cNvPr>
          <p:cNvSpPr>
            <a:spLocks noChangeShapeType="1"/>
          </p:cNvSpPr>
          <p:nvPr/>
        </p:nvSpPr>
        <p:spPr bwMode="auto">
          <a:xfrm flipV="1">
            <a:off x="4733925" y="2427685"/>
            <a:ext cx="685800" cy="5715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06" name="Line 8">
            <a:extLst>
              <a:ext uri="{FF2B5EF4-FFF2-40B4-BE49-F238E27FC236}">
                <a16:creationId xmlns:a16="http://schemas.microsoft.com/office/drawing/2014/main" id="{1F0FFD88-AF88-9344-9FFA-4EA0C6002CCD}"/>
              </a:ext>
            </a:extLst>
          </p:cNvPr>
          <p:cNvSpPr>
            <a:spLocks noChangeShapeType="1"/>
          </p:cNvSpPr>
          <p:nvPr/>
        </p:nvSpPr>
        <p:spPr bwMode="auto">
          <a:xfrm>
            <a:off x="3933825" y="2484835"/>
            <a:ext cx="68580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07" name="Line 9">
            <a:extLst>
              <a:ext uri="{FF2B5EF4-FFF2-40B4-BE49-F238E27FC236}">
                <a16:creationId xmlns:a16="http://schemas.microsoft.com/office/drawing/2014/main" id="{1DCFEC01-9DFA-B746-9454-2D3F44740EB7}"/>
              </a:ext>
            </a:extLst>
          </p:cNvPr>
          <p:cNvSpPr>
            <a:spLocks noChangeShapeType="1"/>
          </p:cNvSpPr>
          <p:nvPr/>
        </p:nvSpPr>
        <p:spPr bwMode="auto">
          <a:xfrm>
            <a:off x="3076575" y="2313385"/>
            <a:ext cx="685800" cy="17145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08" name="Freeform 10">
            <a:extLst>
              <a:ext uri="{FF2B5EF4-FFF2-40B4-BE49-F238E27FC236}">
                <a16:creationId xmlns:a16="http://schemas.microsoft.com/office/drawing/2014/main" id="{773B861B-C0A4-C944-8899-395CD738BFC7}"/>
              </a:ext>
            </a:extLst>
          </p:cNvPr>
          <p:cNvSpPr>
            <a:spLocks/>
          </p:cNvSpPr>
          <p:nvPr/>
        </p:nvSpPr>
        <p:spPr bwMode="auto">
          <a:xfrm>
            <a:off x="1724025" y="2341960"/>
            <a:ext cx="1314450" cy="381000"/>
          </a:xfrm>
          <a:custGeom>
            <a:avLst/>
            <a:gdLst>
              <a:gd name="T0" fmla="*/ 0 w 1104"/>
              <a:gd name="T1" fmla="*/ 2147483646 h 320"/>
              <a:gd name="T2" fmla="*/ 2147483646 w 1104"/>
              <a:gd name="T3" fmla="*/ 2147483646 h 320"/>
              <a:gd name="T4" fmla="*/ 2147483646 w 1104"/>
              <a:gd name="T5" fmla="*/ 0 h 320"/>
              <a:gd name="T6" fmla="*/ 0 60000 65536"/>
              <a:gd name="T7" fmla="*/ 0 60000 65536"/>
              <a:gd name="T8" fmla="*/ 0 60000 65536"/>
            </a:gdLst>
            <a:ahLst/>
            <a:cxnLst>
              <a:cxn ang="T6">
                <a:pos x="T0" y="T1"/>
              </a:cxn>
              <a:cxn ang="T7">
                <a:pos x="T2" y="T3"/>
              </a:cxn>
              <a:cxn ang="T8">
                <a:pos x="T4" y="T5"/>
              </a:cxn>
            </a:cxnLst>
            <a:rect l="0" t="0" r="r" b="b"/>
            <a:pathLst>
              <a:path w="1104" h="320">
                <a:moveTo>
                  <a:pt x="0" y="320"/>
                </a:moveTo>
                <a:lnTo>
                  <a:pt x="568" y="200"/>
                </a:lnTo>
                <a:lnTo>
                  <a:pt x="1104" y="0"/>
                </a:lnTo>
              </a:path>
            </a:pathLst>
          </a:custGeom>
          <a:noFill/>
          <a:ln w="28575"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25609" name="Group 11">
            <a:extLst>
              <a:ext uri="{FF2B5EF4-FFF2-40B4-BE49-F238E27FC236}">
                <a16:creationId xmlns:a16="http://schemas.microsoft.com/office/drawing/2014/main" id="{66209DF3-EB54-3C4F-8D76-405976B80538}"/>
              </a:ext>
            </a:extLst>
          </p:cNvPr>
          <p:cNvGrpSpPr>
            <a:grpSpLocks/>
          </p:cNvGrpSpPr>
          <p:nvPr/>
        </p:nvGrpSpPr>
        <p:grpSpPr bwMode="auto">
          <a:xfrm>
            <a:off x="1990725" y="2199085"/>
            <a:ext cx="846535" cy="585788"/>
            <a:chOff x="1680" y="240"/>
            <a:chExt cx="2529" cy="1270"/>
          </a:xfrm>
        </p:grpSpPr>
        <p:sp>
          <p:nvSpPr>
            <p:cNvPr id="26173" name="Oval 12">
              <a:extLst>
                <a:ext uri="{FF2B5EF4-FFF2-40B4-BE49-F238E27FC236}">
                  <a16:creationId xmlns:a16="http://schemas.microsoft.com/office/drawing/2014/main" id="{F0DA5B7F-A434-2346-B560-845EEB8AC365}"/>
                </a:ext>
              </a:extLst>
            </p:cNvPr>
            <p:cNvSpPr>
              <a:spLocks noChangeArrowheads="1"/>
            </p:cNvSpPr>
            <p:nvPr/>
          </p:nvSpPr>
          <p:spPr bwMode="auto">
            <a:xfrm>
              <a:off x="2555" y="240"/>
              <a:ext cx="1088" cy="514"/>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74" name="Oval 13">
              <a:extLst>
                <a:ext uri="{FF2B5EF4-FFF2-40B4-BE49-F238E27FC236}">
                  <a16:creationId xmlns:a16="http://schemas.microsoft.com/office/drawing/2014/main" id="{C3A39A68-FDFB-AB4C-8EA1-79A745C183D3}"/>
                </a:ext>
              </a:extLst>
            </p:cNvPr>
            <p:cNvSpPr>
              <a:spLocks noChangeArrowheads="1"/>
            </p:cNvSpPr>
            <p:nvPr/>
          </p:nvSpPr>
          <p:spPr bwMode="auto">
            <a:xfrm>
              <a:off x="1940" y="382"/>
              <a:ext cx="829" cy="5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75" name="Oval 14">
              <a:extLst>
                <a:ext uri="{FF2B5EF4-FFF2-40B4-BE49-F238E27FC236}">
                  <a16:creationId xmlns:a16="http://schemas.microsoft.com/office/drawing/2014/main" id="{80B33425-72AE-3648-A69E-32359AD97314}"/>
                </a:ext>
              </a:extLst>
            </p:cNvPr>
            <p:cNvSpPr>
              <a:spLocks noChangeArrowheads="1"/>
            </p:cNvSpPr>
            <p:nvPr/>
          </p:nvSpPr>
          <p:spPr bwMode="auto">
            <a:xfrm>
              <a:off x="1680" y="702"/>
              <a:ext cx="551" cy="41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76" name="Oval 15">
              <a:extLst>
                <a:ext uri="{FF2B5EF4-FFF2-40B4-BE49-F238E27FC236}">
                  <a16:creationId xmlns:a16="http://schemas.microsoft.com/office/drawing/2014/main" id="{75FFD3E2-F054-864E-8CF6-512F56BC06D2}"/>
                </a:ext>
              </a:extLst>
            </p:cNvPr>
            <p:cNvSpPr>
              <a:spLocks noChangeArrowheads="1"/>
            </p:cNvSpPr>
            <p:nvPr/>
          </p:nvSpPr>
          <p:spPr bwMode="auto">
            <a:xfrm>
              <a:off x="1851" y="893"/>
              <a:ext cx="839" cy="452"/>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77" name="Oval 16">
              <a:extLst>
                <a:ext uri="{FF2B5EF4-FFF2-40B4-BE49-F238E27FC236}">
                  <a16:creationId xmlns:a16="http://schemas.microsoft.com/office/drawing/2014/main" id="{2C4E1B53-44DC-AF40-889F-4713441AFE54}"/>
                </a:ext>
              </a:extLst>
            </p:cNvPr>
            <p:cNvSpPr>
              <a:spLocks noChangeArrowheads="1"/>
            </p:cNvSpPr>
            <p:nvPr/>
          </p:nvSpPr>
          <p:spPr bwMode="auto">
            <a:xfrm>
              <a:off x="2463" y="971"/>
              <a:ext cx="1270"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78" name="Oval 17">
              <a:extLst>
                <a:ext uri="{FF2B5EF4-FFF2-40B4-BE49-F238E27FC236}">
                  <a16:creationId xmlns:a16="http://schemas.microsoft.com/office/drawing/2014/main" id="{01E91503-B4BF-A343-BDEB-FAE8420787FD}"/>
                </a:ext>
              </a:extLst>
            </p:cNvPr>
            <p:cNvSpPr>
              <a:spLocks noChangeArrowheads="1"/>
            </p:cNvSpPr>
            <p:nvPr/>
          </p:nvSpPr>
          <p:spPr bwMode="auto">
            <a:xfrm>
              <a:off x="3288" y="395"/>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79" name="Oval 18">
              <a:extLst>
                <a:ext uri="{FF2B5EF4-FFF2-40B4-BE49-F238E27FC236}">
                  <a16:creationId xmlns:a16="http://schemas.microsoft.com/office/drawing/2014/main" id="{3DEA6E17-88D7-A241-9DD2-78406B2327AF}"/>
                </a:ext>
              </a:extLst>
            </p:cNvPr>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80" name="Oval 19">
              <a:extLst>
                <a:ext uri="{FF2B5EF4-FFF2-40B4-BE49-F238E27FC236}">
                  <a16:creationId xmlns:a16="http://schemas.microsoft.com/office/drawing/2014/main" id="{0B5CC86A-DD2E-1B46-87C0-D8E5050D0CA3}"/>
                </a:ext>
              </a:extLst>
            </p:cNvPr>
            <p:cNvSpPr>
              <a:spLocks noChangeArrowheads="1"/>
            </p:cNvSpPr>
            <p:nvPr/>
          </p:nvSpPr>
          <p:spPr bwMode="auto">
            <a:xfrm>
              <a:off x="3334" y="754"/>
              <a:ext cx="797"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81" name="Oval 20">
              <a:extLst>
                <a:ext uri="{FF2B5EF4-FFF2-40B4-BE49-F238E27FC236}">
                  <a16:creationId xmlns:a16="http://schemas.microsoft.com/office/drawing/2014/main" id="{F04C4B4A-308E-3544-B2D1-F5B6B0D08A75}"/>
                </a:ext>
              </a:extLst>
            </p:cNvPr>
            <p:cNvSpPr>
              <a:spLocks noChangeArrowheads="1"/>
            </p:cNvSpPr>
            <p:nvPr/>
          </p:nvSpPr>
          <p:spPr bwMode="auto">
            <a:xfrm>
              <a:off x="2139" y="547"/>
              <a:ext cx="1640"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grpSp>
        <p:nvGrpSpPr>
          <p:cNvPr id="25610" name="Group 28">
            <a:extLst>
              <a:ext uri="{FF2B5EF4-FFF2-40B4-BE49-F238E27FC236}">
                <a16:creationId xmlns:a16="http://schemas.microsoft.com/office/drawing/2014/main" id="{D50CEFA7-5F28-3E4E-83BD-3F390689D906}"/>
              </a:ext>
            </a:extLst>
          </p:cNvPr>
          <p:cNvGrpSpPr>
            <a:grpSpLocks/>
          </p:cNvGrpSpPr>
          <p:nvPr/>
        </p:nvGrpSpPr>
        <p:grpSpPr bwMode="auto">
          <a:xfrm>
            <a:off x="3419475" y="2199085"/>
            <a:ext cx="846535" cy="585788"/>
            <a:chOff x="1680" y="240"/>
            <a:chExt cx="2529" cy="1270"/>
          </a:xfrm>
        </p:grpSpPr>
        <p:sp>
          <p:nvSpPr>
            <p:cNvPr id="26164" name="Oval 29">
              <a:extLst>
                <a:ext uri="{FF2B5EF4-FFF2-40B4-BE49-F238E27FC236}">
                  <a16:creationId xmlns:a16="http://schemas.microsoft.com/office/drawing/2014/main" id="{C5CEC928-1ACD-8641-A660-0BBAD63DFA21}"/>
                </a:ext>
              </a:extLst>
            </p:cNvPr>
            <p:cNvSpPr>
              <a:spLocks noChangeArrowheads="1"/>
            </p:cNvSpPr>
            <p:nvPr/>
          </p:nvSpPr>
          <p:spPr bwMode="auto">
            <a:xfrm>
              <a:off x="2555" y="240"/>
              <a:ext cx="1088" cy="514"/>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65" name="Oval 30">
              <a:extLst>
                <a:ext uri="{FF2B5EF4-FFF2-40B4-BE49-F238E27FC236}">
                  <a16:creationId xmlns:a16="http://schemas.microsoft.com/office/drawing/2014/main" id="{4139B759-BBCF-B940-B17F-8EE783369C8A}"/>
                </a:ext>
              </a:extLst>
            </p:cNvPr>
            <p:cNvSpPr>
              <a:spLocks noChangeArrowheads="1"/>
            </p:cNvSpPr>
            <p:nvPr/>
          </p:nvSpPr>
          <p:spPr bwMode="auto">
            <a:xfrm>
              <a:off x="1940" y="382"/>
              <a:ext cx="829" cy="5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66" name="Oval 31">
              <a:extLst>
                <a:ext uri="{FF2B5EF4-FFF2-40B4-BE49-F238E27FC236}">
                  <a16:creationId xmlns:a16="http://schemas.microsoft.com/office/drawing/2014/main" id="{AE2866D4-859A-2E47-BB92-EDF235B98829}"/>
                </a:ext>
              </a:extLst>
            </p:cNvPr>
            <p:cNvSpPr>
              <a:spLocks noChangeArrowheads="1"/>
            </p:cNvSpPr>
            <p:nvPr/>
          </p:nvSpPr>
          <p:spPr bwMode="auto">
            <a:xfrm>
              <a:off x="1680" y="702"/>
              <a:ext cx="551" cy="41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67" name="Oval 32">
              <a:extLst>
                <a:ext uri="{FF2B5EF4-FFF2-40B4-BE49-F238E27FC236}">
                  <a16:creationId xmlns:a16="http://schemas.microsoft.com/office/drawing/2014/main" id="{301E709A-891E-914F-AD3F-615019D9933C}"/>
                </a:ext>
              </a:extLst>
            </p:cNvPr>
            <p:cNvSpPr>
              <a:spLocks noChangeArrowheads="1"/>
            </p:cNvSpPr>
            <p:nvPr/>
          </p:nvSpPr>
          <p:spPr bwMode="auto">
            <a:xfrm>
              <a:off x="1851" y="893"/>
              <a:ext cx="839" cy="452"/>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68" name="Oval 33">
              <a:extLst>
                <a:ext uri="{FF2B5EF4-FFF2-40B4-BE49-F238E27FC236}">
                  <a16:creationId xmlns:a16="http://schemas.microsoft.com/office/drawing/2014/main" id="{8F97B5FA-1554-F340-8408-E3F1B843C949}"/>
                </a:ext>
              </a:extLst>
            </p:cNvPr>
            <p:cNvSpPr>
              <a:spLocks noChangeArrowheads="1"/>
            </p:cNvSpPr>
            <p:nvPr/>
          </p:nvSpPr>
          <p:spPr bwMode="auto">
            <a:xfrm>
              <a:off x="2463" y="971"/>
              <a:ext cx="1270"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69" name="Oval 34">
              <a:extLst>
                <a:ext uri="{FF2B5EF4-FFF2-40B4-BE49-F238E27FC236}">
                  <a16:creationId xmlns:a16="http://schemas.microsoft.com/office/drawing/2014/main" id="{C5893BD3-938F-234A-87BA-3D1C8ABA055A}"/>
                </a:ext>
              </a:extLst>
            </p:cNvPr>
            <p:cNvSpPr>
              <a:spLocks noChangeArrowheads="1"/>
            </p:cNvSpPr>
            <p:nvPr/>
          </p:nvSpPr>
          <p:spPr bwMode="auto">
            <a:xfrm>
              <a:off x="3288" y="395"/>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70" name="Oval 35">
              <a:extLst>
                <a:ext uri="{FF2B5EF4-FFF2-40B4-BE49-F238E27FC236}">
                  <a16:creationId xmlns:a16="http://schemas.microsoft.com/office/drawing/2014/main" id="{8C6DE847-2710-A24D-8740-63B9F8AF4899}"/>
                </a:ext>
              </a:extLst>
            </p:cNvPr>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71" name="Oval 36">
              <a:extLst>
                <a:ext uri="{FF2B5EF4-FFF2-40B4-BE49-F238E27FC236}">
                  <a16:creationId xmlns:a16="http://schemas.microsoft.com/office/drawing/2014/main" id="{8F50E804-1283-D147-AB33-394742B3CB81}"/>
                </a:ext>
              </a:extLst>
            </p:cNvPr>
            <p:cNvSpPr>
              <a:spLocks noChangeArrowheads="1"/>
            </p:cNvSpPr>
            <p:nvPr/>
          </p:nvSpPr>
          <p:spPr bwMode="auto">
            <a:xfrm>
              <a:off x="3334" y="754"/>
              <a:ext cx="797"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72" name="Oval 37">
              <a:extLst>
                <a:ext uri="{FF2B5EF4-FFF2-40B4-BE49-F238E27FC236}">
                  <a16:creationId xmlns:a16="http://schemas.microsoft.com/office/drawing/2014/main" id="{C9F46B1B-D28B-814A-954E-BA29CF3B1394}"/>
                </a:ext>
              </a:extLst>
            </p:cNvPr>
            <p:cNvSpPr>
              <a:spLocks noChangeArrowheads="1"/>
            </p:cNvSpPr>
            <p:nvPr/>
          </p:nvSpPr>
          <p:spPr bwMode="auto">
            <a:xfrm>
              <a:off x="2139" y="547"/>
              <a:ext cx="1640"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sp>
        <p:nvSpPr>
          <p:cNvPr id="25611" name="Text Box 38">
            <a:extLst>
              <a:ext uri="{FF2B5EF4-FFF2-40B4-BE49-F238E27FC236}">
                <a16:creationId xmlns:a16="http://schemas.microsoft.com/office/drawing/2014/main" id="{354F0F92-72D3-0D41-BE40-AFEB6DCE9FBE}"/>
              </a:ext>
            </a:extLst>
          </p:cNvPr>
          <p:cNvSpPr txBox="1">
            <a:spLocks noChangeArrowheads="1"/>
          </p:cNvSpPr>
          <p:nvPr/>
        </p:nvSpPr>
        <p:spPr bwMode="auto">
          <a:xfrm>
            <a:off x="3562351" y="2340769"/>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局域网</a:t>
            </a:r>
          </a:p>
        </p:txBody>
      </p:sp>
      <p:pic>
        <p:nvPicPr>
          <p:cNvPr id="25612" name="Picture 39">
            <a:extLst>
              <a:ext uri="{FF2B5EF4-FFF2-40B4-BE49-F238E27FC236}">
                <a16:creationId xmlns:a16="http://schemas.microsoft.com/office/drawing/2014/main" id="{208A9D09-6CF8-9D41-81DD-A0A6633CFFE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6557" y="2222898"/>
            <a:ext cx="330994" cy="22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3" name="Picture 87">
            <a:extLst>
              <a:ext uri="{FF2B5EF4-FFF2-40B4-BE49-F238E27FC236}">
                <a16:creationId xmlns:a16="http://schemas.microsoft.com/office/drawing/2014/main" id="{3FB60E20-74EA-4949-8FFF-8A4828F8563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5325" y="2370535"/>
            <a:ext cx="330994" cy="22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4" name="Picture 88">
            <a:extLst>
              <a:ext uri="{FF2B5EF4-FFF2-40B4-BE49-F238E27FC236}">
                <a16:creationId xmlns:a16="http://schemas.microsoft.com/office/drawing/2014/main" id="{F03F9545-3BC0-B74C-8D4B-EEB03A818499}"/>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05675" y="2418160"/>
            <a:ext cx="40005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5" name="Picture 89">
            <a:extLst>
              <a:ext uri="{FF2B5EF4-FFF2-40B4-BE49-F238E27FC236}">
                <a16:creationId xmlns:a16="http://schemas.microsoft.com/office/drawing/2014/main" id="{2305D58B-97B2-8644-93EE-4340E93CCA2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1225" y="2258616"/>
            <a:ext cx="330994" cy="22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5616" name="Group 90">
            <a:extLst>
              <a:ext uri="{FF2B5EF4-FFF2-40B4-BE49-F238E27FC236}">
                <a16:creationId xmlns:a16="http://schemas.microsoft.com/office/drawing/2014/main" id="{6D837C0B-346C-074E-B7AE-4A1D73504DB6}"/>
              </a:ext>
            </a:extLst>
          </p:cNvPr>
          <p:cNvGrpSpPr>
            <a:grpSpLocks/>
          </p:cNvGrpSpPr>
          <p:nvPr/>
        </p:nvGrpSpPr>
        <p:grpSpPr bwMode="auto">
          <a:xfrm>
            <a:off x="5019675" y="2199085"/>
            <a:ext cx="846535" cy="585788"/>
            <a:chOff x="1680" y="240"/>
            <a:chExt cx="2529" cy="1270"/>
          </a:xfrm>
        </p:grpSpPr>
        <p:sp>
          <p:nvSpPr>
            <p:cNvPr id="26155" name="Oval 91">
              <a:extLst>
                <a:ext uri="{FF2B5EF4-FFF2-40B4-BE49-F238E27FC236}">
                  <a16:creationId xmlns:a16="http://schemas.microsoft.com/office/drawing/2014/main" id="{B3968305-FC4C-CE42-BEFE-BE617AEF7E88}"/>
                </a:ext>
              </a:extLst>
            </p:cNvPr>
            <p:cNvSpPr>
              <a:spLocks noChangeArrowheads="1"/>
            </p:cNvSpPr>
            <p:nvPr/>
          </p:nvSpPr>
          <p:spPr bwMode="auto">
            <a:xfrm>
              <a:off x="2555" y="240"/>
              <a:ext cx="1088" cy="514"/>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56" name="Oval 92">
              <a:extLst>
                <a:ext uri="{FF2B5EF4-FFF2-40B4-BE49-F238E27FC236}">
                  <a16:creationId xmlns:a16="http://schemas.microsoft.com/office/drawing/2014/main" id="{31FA8CE9-073B-E14C-A520-DA72A1F43CBE}"/>
                </a:ext>
              </a:extLst>
            </p:cNvPr>
            <p:cNvSpPr>
              <a:spLocks noChangeArrowheads="1"/>
            </p:cNvSpPr>
            <p:nvPr/>
          </p:nvSpPr>
          <p:spPr bwMode="auto">
            <a:xfrm>
              <a:off x="1940" y="382"/>
              <a:ext cx="829" cy="5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57" name="Oval 93">
              <a:extLst>
                <a:ext uri="{FF2B5EF4-FFF2-40B4-BE49-F238E27FC236}">
                  <a16:creationId xmlns:a16="http://schemas.microsoft.com/office/drawing/2014/main" id="{D95AFC31-E75C-FD42-90C3-2950E67C3DE2}"/>
                </a:ext>
              </a:extLst>
            </p:cNvPr>
            <p:cNvSpPr>
              <a:spLocks noChangeArrowheads="1"/>
            </p:cNvSpPr>
            <p:nvPr/>
          </p:nvSpPr>
          <p:spPr bwMode="auto">
            <a:xfrm>
              <a:off x="1680" y="702"/>
              <a:ext cx="551" cy="41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58" name="Oval 94">
              <a:extLst>
                <a:ext uri="{FF2B5EF4-FFF2-40B4-BE49-F238E27FC236}">
                  <a16:creationId xmlns:a16="http://schemas.microsoft.com/office/drawing/2014/main" id="{9A9C27E1-5E88-9D40-AD9A-111F67DB2857}"/>
                </a:ext>
              </a:extLst>
            </p:cNvPr>
            <p:cNvSpPr>
              <a:spLocks noChangeArrowheads="1"/>
            </p:cNvSpPr>
            <p:nvPr/>
          </p:nvSpPr>
          <p:spPr bwMode="auto">
            <a:xfrm>
              <a:off x="1851" y="893"/>
              <a:ext cx="839" cy="452"/>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59" name="Oval 95">
              <a:extLst>
                <a:ext uri="{FF2B5EF4-FFF2-40B4-BE49-F238E27FC236}">
                  <a16:creationId xmlns:a16="http://schemas.microsoft.com/office/drawing/2014/main" id="{0D8DDB97-34DB-8D4A-A5AC-C02483C14299}"/>
                </a:ext>
              </a:extLst>
            </p:cNvPr>
            <p:cNvSpPr>
              <a:spLocks noChangeArrowheads="1"/>
            </p:cNvSpPr>
            <p:nvPr/>
          </p:nvSpPr>
          <p:spPr bwMode="auto">
            <a:xfrm>
              <a:off x="2463" y="971"/>
              <a:ext cx="1270"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60" name="Oval 96">
              <a:extLst>
                <a:ext uri="{FF2B5EF4-FFF2-40B4-BE49-F238E27FC236}">
                  <a16:creationId xmlns:a16="http://schemas.microsoft.com/office/drawing/2014/main" id="{6F29DDC9-4F9A-2544-85C7-CB415A74AB5B}"/>
                </a:ext>
              </a:extLst>
            </p:cNvPr>
            <p:cNvSpPr>
              <a:spLocks noChangeArrowheads="1"/>
            </p:cNvSpPr>
            <p:nvPr/>
          </p:nvSpPr>
          <p:spPr bwMode="auto">
            <a:xfrm>
              <a:off x="3288" y="395"/>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61" name="Oval 97">
              <a:extLst>
                <a:ext uri="{FF2B5EF4-FFF2-40B4-BE49-F238E27FC236}">
                  <a16:creationId xmlns:a16="http://schemas.microsoft.com/office/drawing/2014/main" id="{7DE984F3-E0F3-4747-B9E6-C80F54C4A1D5}"/>
                </a:ext>
              </a:extLst>
            </p:cNvPr>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62" name="Oval 98">
              <a:extLst>
                <a:ext uri="{FF2B5EF4-FFF2-40B4-BE49-F238E27FC236}">
                  <a16:creationId xmlns:a16="http://schemas.microsoft.com/office/drawing/2014/main" id="{B829970A-8CB8-1649-9ECE-F9B14A95BE0B}"/>
                </a:ext>
              </a:extLst>
            </p:cNvPr>
            <p:cNvSpPr>
              <a:spLocks noChangeArrowheads="1"/>
            </p:cNvSpPr>
            <p:nvPr/>
          </p:nvSpPr>
          <p:spPr bwMode="auto">
            <a:xfrm>
              <a:off x="3334" y="754"/>
              <a:ext cx="797"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63" name="Oval 99">
              <a:extLst>
                <a:ext uri="{FF2B5EF4-FFF2-40B4-BE49-F238E27FC236}">
                  <a16:creationId xmlns:a16="http://schemas.microsoft.com/office/drawing/2014/main" id="{C1D73CEE-8256-B644-B354-49DA2D688428}"/>
                </a:ext>
              </a:extLst>
            </p:cNvPr>
            <p:cNvSpPr>
              <a:spLocks noChangeArrowheads="1"/>
            </p:cNvSpPr>
            <p:nvPr/>
          </p:nvSpPr>
          <p:spPr bwMode="auto">
            <a:xfrm>
              <a:off x="2139" y="547"/>
              <a:ext cx="1640"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sp>
        <p:nvSpPr>
          <p:cNvPr id="25617" name="Text Box 100">
            <a:extLst>
              <a:ext uri="{FF2B5EF4-FFF2-40B4-BE49-F238E27FC236}">
                <a16:creationId xmlns:a16="http://schemas.microsoft.com/office/drawing/2014/main" id="{0F550C98-1437-9F4F-B166-C8C16ED56B39}"/>
              </a:ext>
            </a:extLst>
          </p:cNvPr>
          <p:cNvSpPr txBox="1">
            <a:spLocks noChangeArrowheads="1"/>
          </p:cNvSpPr>
          <p:nvPr/>
        </p:nvSpPr>
        <p:spPr bwMode="auto">
          <a:xfrm>
            <a:off x="5143501" y="2340769"/>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广域网</a:t>
            </a:r>
          </a:p>
        </p:txBody>
      </p:sp>
      <p:sp>
        <p:nvSpPr>
          <p:cNvPr id="25618" name="Text Box 101">
            <a:extLst>
              <a:ext uri="{FF2B5EF4-FFF2-40B4-BE49-F238E27FC236}">
                <a16:creationId xmlns:a16="http://schemas.microsoft.com/office/drawing/2014/main" id="{BCE35665-6FD5-9846-B44C-1FAADE3E4712}"/>
              </a:ext>
            </a:extLst>
          </p:cNvPr>
          <p:cNvSpPr txBox="1">
            <a:spLocks noChangeArrowheads="1"/>
          </p:cNvSpPr>
          <p:nvPr/>
        </p:nvSpPr>
        <p:spPr bwMode="auto">
          <a:xfrm>
            <a:off x="1382316" y="2089547"/>
            <a:ext cx="756938"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主机</a:t>
            </a:r>
            <a:r>
              <a:rPr kumimoji="1" lang="zh-CN" altLang="en-US" sz="1050">
                <a:latin typeface="Arial" panose="020B0604020202020204" pitchFamily="34" charset="0"/>
                <a:ea typeface="宋体" panose="02010600030101010101" pitchFamily="2" charset="-122"/>
              </a:rPr>
              <a:t> </a:t>
            </a:r>
            <a:r>
              <a:rPr kumimoji="1" lang="en-US" altLang="zh-CN" sz="1350" b="1">
                <a:latin typeface="Arial" panose="020B0604020202020204" pitchFamily="34" charset="0"/>
                <a:ea typeface="宋体" panose="02010600030101010101" pitchFamily="2" charset="-122"/>
              </a:rPr>
              <a:t>H</a:t>
            </a:r>
            <a:r>
              <a:rPr kumimoji="1" lang="en-US" altLang="zh-CN" sz="1350" b="1" baseline="-25000">
                <a:latin typeface="Arial" panose="020B0604020202020204" pitchFamily="34" charset="0"/>
                <a:ea typeface="宋体" panose="02010600030101010101" pitchFamily="2" charset="-122"/>
              </a:rPr>
              <a:t>1</a:t>
            </a:r>
          </a:p>
        </p:txBody>
      </p:sp>
      <p:sp>
        <p:nvSpPr>
          <p:cNvPr id="25619" name="Text Box 102">
            <a:extLst>
              <a:ext uri="{FF2B5EF4-FFF2-40B4-BE49-F238E27FC236}">
                <a16:creationId xmlns:a16="http://schemas.microsoft.com/office/drawing/2014/main" id="{00D561B7-1CDD-7147-81BC-6E0DD286C57B}"/>
              </a:ext>
            </a:extLst>
          </p:cNvPr>
          <p:cNvSpPr txBox="1">
            <a:spLocks noChangeArrowheads="1"/>
          </p:cNvSpPr>
          <p:nvPr/>
        </p:nvSpPr>
        <p:spPr bwMode="auto">
          <a:xfrm>
            <a:off x="7161610" y="2178844"/>
            <a:ext cx="756938"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主机</a:t>
            </a:r>
            <a:r>
              <a:rPr kumimoji="1" lang="zh-CN" altLang="en-US" sz="1050">
                <a:latin typeface="Arial" panose="020B0604020202020204" pitchFamily="34" charset="0"/>
                <a:ea typeface="宋体" panose="02010600030101010101" pitchFamily="2" charset="-122"/>
              </a:rPr>
              <a:t> </a:t>
            </a:r>
            <a:r>
              <a:rPr kumimoji="1" lang="en-US" altLang="zh-CN" sz="1350" b="1">
                <a:latin typeface="Arial" panose="020B0604020202020204" pitchFamily="34" charset="0"/>
                <a:ea typeface="宋体" panose="02010600030101010101" pitchFamily="2" charset="-122"/>
              </a:rPr>
              <a:t>H</a:t>
            </a:r>
            <a:r>
              <a:rPr kumimoji="1" lang="en-US" altLang="zh-CN" sz="1350" b="1" baseline="-25000">
                <a:latin typeface="Arial" panose="020B0604020202020204" pitchFamily="34" charset="0"/>
                <a:ea typeface="宋体" panose="02010600030101010101" pitchFamily="2" charset="-122"/>
              </a:rPr>
              <a:t>2</a:t>
            </a:r>
          </a:p>
        </p:txBody>
      </p:sp>
      <p:sp>
        <p:nvSpPr>
          <p:cNvPr id="25620" name="Text Box 103">
            <a:extLst>
              <a:ext uri="{FF2B5EF4-FFF2-40B4-BE49-F238E27FC236}">
                <a16:creationId xmlns:a16="http://schemas.microsoft.com/office/drawing/2014/main" id="{1F37FA81-AE2C-BC43-AF13-957A5355465B}"/>
              </a:ext>
            </a:extLst>
          </p:cNvPr>
          <p:cNvSpPr txBox="1">
            <a:spLocks noChangeArrowheads="1"/>
          </p:cNvSpPr>
          <p:nvPr/>
        </p:nvSpPr>
        <p:spPr bwMode="auto">
          <a:xfrm>
            <a:off x="2678907" y="1951435"/>
            <a:ext cx="9172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路由器</a:t>
            </a:r>
            <a:r>
              <a:rPr kumimoji="1" lang="zh-CN" altLang="en-US" sz="675">
                <a:latin typeface="Arial" panose="020B0604020202020204" pitchFamily="34" charset="0"/>
                <a:ea typeface="宋体" panose="02010600030101010101" pitchFamily="2" charset="-122"/>
              </a:rPr>
              <a:t> </a:t>
            </a:r>
            <a:r>
              <a:rPr kumimoji="1" lang="en-US" altLang="zh-CN" sz="1350" b="1">
                <a:latin typeface="Arial" panose="020B0604020202020204" pitchFamily="34" charset="0"/>
                <a:ea typeface="宋体" panose="02010600030101010101" pitchFamily="2" charset="-122"/>
              </a:rPr>
              <a:t>R</a:t>
            </a:r>
            <a:r>
              <a:rPr kumimoji="1" lang="en-US" altLang="zh-CN" sz="1350" b="1" baseline="-25000">
                <a:latin typeface="Arial" panose="020B0604020202020204" pitchFamily="34" charset="0"/>
                <a:ea typeface="宋体" panose="02010600030101010101" pitchFamily="2" charset="-122"/>
              </a:rPr>
              <a:t>1</a:t>
            </a:r>
          </a:p>
        </p:txBody>
      </p:sp>
      <p:sp>
        <p:nvSpPr>
          <p:cNvPr id="25621" name="Text Box 104">
            <a:extLst>
              <a:ext uri="{FF2B5EF4-FFF2-40B4-BE49-F238E27FC236}">
                <a16:creationId xmlns:a16="http://schemas.microsoft.com/office/drawing/2014/main" id="{BEC95963-4CF7-1F48-B1F1-7C151B664D34}"/>
              </a:ext>
            </a:extLst>
          </p:cNvPr>
          <p:cNvSpPr txBox="1">
            <a:spLocks noChangeArrowheads="1"/>
          </p:cNvSpPr>
          <p:nvPr/>
        </p:nvSpPr>
        <p:spPr bwMode="auto">
          <a:xfrm>
            <a:off x="4298157" y="2099072"/>
            <a:ext cx="9172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路由器</a:t>
            </a:r>
            <a:r>
              <a:rPr kumimoji="1" lang="zh-CN" altLang="en-US" sz="675">
                <a:latin typeface="Arial" panose="020B0604020202020204" pitchFamily="34" charset="0"/>
                <a:ea typeface="宋体" panose="02010600030101010101" pitchFamily="2" charset="-122"/>
              </a:rPr>
              <a:t> </a:t>
            </a:r>
            <a:r>
              <a:rPr kumimoji="1" lang="en-US" altLang="zh-CN" sz="1350" b="1">
                <a:latin typeface="Arial" panose="020B0604020202020204" pitchFamily="34" charset="0"/>
                <a:ea typeface="宋体" panose="02010600030101010101" pitchFamily="2" charset="-122"/>
              </a:rPr>
              <a:t>R</a:t>
            </a:r>
            <a:r>
              <a:rPr kumimoji="1" lang="en-US" altLang="zh-CN" sz="1350" b="1" baseline="-25000">
                <a:latin typeface="Arial" panose="020B0604020202020204" pitchFamily="34" charset="0"/>
                <a:ea typeface="宋体" panose="02010600030101010101" pitchFamily="2" charset="-122"/>
              </a:rPr>
              <a:t>2</a:t>
            </a:r>
          </a:p>
        </p:txBody>
      </p:sp>
      <p:sp>
        <p:nvSpPr>
          <p:cNvPr id="25622" name="Text Box 105">
            <a:extLst>
              <a:ext uri="{FF2B5EF4-FFF2-40B4-BE49-F238E27FC236}">
                <a16:creationId xmlns:a16="http://schemas.microsoft.com/office/drawing/2014/main" id="{1ABF906C-62AF-674A-932B-810752215126}"/>
              </a:ext>
            </a:extLst>
          </p:cNvPr>
          <p:cNvSpPr txBox="1">
            <a:spLocks noChangeArrowheads="1"/>
          </p:cNvSpPr>
          <p:nvPr/>
        </p:nvSpPr>
        <p:spPr bwMode="auto">
          <a:xfrm>
            <a:off x="5756673" y="1994297"/>
            <a:ext cx="9172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路由器</a:t>
            </a:r>
            <a:r>
              <a:rPr kumimoji="1" lang="zh-CN" altLang="en-US" sz="675" b="1">
                <a:latin typeface="Arial" panose="020B0604020202020204" pitchFamily="34" charset="0"/>
                <a:ea typeface="宋体" panose="02010600030101010101" pitchFamily="2" charset="-122"/>
              </a:rPr>
              <a:t> </a:t>
            </a:r>
            <a:r>
              <a:rPr kumimoji="1" lang="en-US" altLang="zh-CN" sz="1350" b="1">
                <a:latin typeface="Arial" panose="020B0604020202020204" pitchFamily="34" charset="0"/>
                <a:ea typeface="宋体" panose="02010600030101010101" pitchFamily="2" charset="-122"/>
              </a:rPr>
              <a:t>R</a:t>
            </a:r>
            <a:r>
              <a:rPr kumimoji="1" lang="en-US" altLang="zh-CN" sz="1350" b="1" baseline="-25000">
                <a:latin typeface="Arial" panose="020B0604020202020204" pitchFamily="34" charset="0"/>
                <a:ea typeface="宋体" panose="02010600030101010101" pitchFamily="2" charset="-122"/>
              </a:rPr>
              <a:t>3</a:t>
            </a:r>
          </a:p>
        </p:txBody>
      </p:sp>
      <p:sp>
        <p:nvSpPr>
          <p:cNvPr id="25623" name="Text Box 106">
            <a:extLst>
              <a:ext uri="{FF2B5EF4-FFF2-40B4-BE49-F238E27FC236}">
                <a16:creationId xmlns:a16="http://schemas.microsoft.com/office/drawing/2014/main" id="{E0F3A927-F956-FE4F-BD82-463459964416}"/>
              </a:ext>
            </a:extLst>
          </p:cNvPr>
          <p:cNvSpPr txBox="1">
            <a:spLocks noChangeArrowheads="1"/>
          </p:cNvSpPr>
          <p:nvPr/>
        </p:nvSpPr>
        <p:spPr bwMode="auto">
          <a:xfrm>
            <a:off x="2105026" y="2350294"/>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电话网</a:t>
            </a:r>
          </a:p>
        </p:txBody>
      </p:sp>
      <p:grpSp>
        <p:nvGrpSpPr>
          <p:cNvPr id="25624" name="Group 114">
            <a:extLst>
              <a:ext uri="{FF2B5EF4-FFF2-40B4-BE49-F238E27FC236}">
                <a16:creationId xmlns:a16="http://schemas.microsoft.com/office/drawing/2014/main" id="{56E724A2-B770-104D-8CA7-CEA1414906A6}"/>
              </a:ext>
            </a:extLst>
          </p:cNvPr>
          <p:cNvGrpSpPr>
            <a:grpSpLocks/>
          </p:cNvGrpSpPr>
          <p:nvPr/>
        </p:nvGrpSpPr>
        <p:grpSpPr bwMode="auto">
          <a:xfrm>
            <a:off x="1419226" y="2370535"/>
            <a:ext cx="498872" cy="409575"/>
            <a:chOff x="624" y="2968"/>
            <a:chExt cx="1331" cy="920"/>
          </a:xfrm>
        </p:grpSpPr>
        <p:sp>
          <p:nvSpPr>
            <p:cNvPr id="25703" name="Freeform 115">
              <a:extLst>
                <a:ext uri="{FF2B5EF4-FFF2-40B4-BE49-F238E27FC236}">
                  <a16:creationId xmlns:a16="http://schemas.microsoft.com/office/drawing/2014/main" id="{71A7E5E3-9947-324E-9A06-6919F97ED9A6}"/>
                </a:ext>
              </a:extLst>
            </p:cNvPr>
            <p:cNvSpPr>
              <a:spLocks/>
            </p:cNvSpPr>
            <p:nvPr/>
          </p:nvSpPr>
          <p:spPr bwMode="auto">
            <a:xfrm>
              <a:off x="1238" y="2968"/>
              <a:ext cx="713" cy="770"/>
            </a:xfrm>
            <a:custGeom>
              <a:avLst/>
              <a:gdLst>
                <a:gd name="T0" fmla="*/ 1 w 1426"/>
                <a:gd name="T1" fmla="*/ 0 h 2309"/>
                <a:gd name="T2" fmla="*/ 1 w 1426"/>
                <a:gd name="T3" fmla="*/ 0 h 2309"/>
                <a:gd name="T4" fmla="*/ 0 w 1426"/>
                <a:gd name="T5" fmla="*/ 0 h 2309"/>
                <a:gd name="T6" fmla="*/ 1 w 1426"/>
                <a:gd name="T7" fmla="*/ 0 h 2309"/>
                <a:gd name="T8" fmla="*/ 1 w 1426"/>
                <a:gd name="T9" fmla="*/ 0 h 2309"/>
                <a:gd name="T10" fmla="*/ 1 w 1426"/>
                <a:gd name="T11" fmla="*/ 0 h 2309"/>
                <a:gd name="T12" fmla="*/ 1 w 1426"/>
                <a:gd name="T13" fmla="*/ 0 h 2309"/>
                <a:gd name="T14" fmla="*/ 1 w 1426"/>
                <a:gd name="T15" fmla="*/ 0 h 2309"/>
                <a:gd name="T16" fmla="*/ 1 w 1426"/>
                <a:gd name="T17" fmla="*/ 0 h 2309"/>
                <a:gd name="T18" fmla="*/ 1 w 1426"/>
                <a:gd name="T19" fmla="*/ 0 h 2309"/>
                <a:gd name="T20" fmla="*/ 1 w 1426"/>
                <a:gd name="T21" fmla="*/ 0 h 2309"/>
                <a:gd name="T22" fmla="*/ 1 w 1426"/>
                <a:gd name="T23" fmla="*/ 0 h 2309"/>
                <a:gd name="T24" fmla="*/ 1 w 1426"/>
                <a:gd name="T25" fmla="*/ 0 h 23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04" name="Freeform 116">
              <a:extLst>
                <a:ext uri="{FF2B5EF4-FFF2-40B4-BE49-F238E27FC236}">
                  <a16:creationId xmlns:a16="http://schemas.microsoft.com/office/drawing/2014/main" id="{8D5A516E-8F21-B445-B17C-A18F980C72C9}"/>
                </a:ext>
              </a:extLst>
            </p:cNvPr>
            <p:cNvSpPr>
              <a:spLocks/>
            </p:cNvSpPr>
            <p:nvPr/>
          </p:nvSpPr>
          <p:spPr bwMode="auto">
            <a:xfrm>
              <a:off x="1668" y="3087"/>
              <a:ext cx="286" cy="660"/>
            </a:xfrm>
            <a:custGeom>
              <a:avLst/>
              <a:gdLst>
                <a:gd name="T0" fmla="*/ 0 w 573"/>
                <a:gd name="T1" fmla="*/ 0 h 1980"/>
                <a:gd name="T2" fmla="*/ 0 w 573"/>
                <a:gd name="T3" fmla="*/ 0 h 1980"/>
                <a:gd name="T4" fmla="*/ 0 w 573"/>
                <a:gd name="T5" fmla="*/ 0 h 1980"/>
                <a:gd name="T6" fmla="*/ 0 w 573"/>
                <a:gd name="T7" fmla="*/ 0 h 1980"/>
                <a:gd name="T8" fmla="*/ 0 w 573"/>
                <a:gd name="T9" fmla="*/ 0 h 1980"/>
                <a:gd name="T10" fmla="*/ 0 w 573"/>
                <a:gd name="T11" fmla="*/ 0 h 1980"/>
                <a:gd name="T12" fmla="*/ 0 w 573"/>
                <a:gd name="T13" fmla="*/ 0 h 1980"/>
                <a:gd name="T14" fmla="*/ 0 w 573"/>
                <a:gd name="T15" fmla="*/ 0 h 1980"/>
                <a:gd name="T16" fmla="*/ 0 w 573"/>
                <a:gd name="T17" fmla="*/ 0 h 1980"/>
                <a:gd name="T18" fmla="*/ 0 w 573"/>
                <a:gd name="T19" fmla="*/ 0 h 1980"/>
                <a:gd name="T20" fmla="*/ 0 w 573"/>
                <a:gd name="T21" fmla="*/ 0 h 1980"/>
                <a:gd name="T22" fmla="*/ 0 w 573"/>
                <a:gd name="T23" fmla="*/ 0 h 1980"/>
                <a:gd name="T24" fmla="*/ 0 w 573"/>
                <a:gd name="T25" fmla="*/ 0 h 1980"/>
                <a:gd name="T26" fmla="*/ 0 w 573"/>
                <a:gd name="T27" fmla="*/ 0 h 1980"/>
                <a:gd name="T28" fmla="*/ 0 w 573"/>
                <a:gd name="T29" fmla="*/ 0 h 1980"/>
                <a:gd name="T30" fmla="*/ 0 w 573"/>
                <a:gd name="T31" fmla="*/ 0 h 198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prstDash val="solid"/>
              <a:round/>
              <a:headEnd/>
              <a:tailEnd/>
            </a:ln>
          </p:spPr>
          <p:txBody>
            <a:bodyPr/>
            <a:lstStyle/>
            <a:p>
              <a:endParaRPr lang="zh-CN" altLang="en-US"/>
            </a:p>
          </p:txBody>
        </p:sp>
        <p:sp>
          <p:nvSpPr>
            <p:cNvPr id="25705" name="Freeform 117">
              <a:extLst>
                <a:ext uri="{FF2B5EF4-FFF2-40B4-BE49-F238E27FC236}">
                  <a16:creationId xmlns:a16="http://schemas.microsoft.com/office/drawing/2014/main" id="{D5B7C0A6-C6A4-C049-AF7A-D4FB46AF5C57}"/>
                </a:ext>
              </a:extLst>
            </p:cNvPr>
            <p:cNvSpPr>
              <a:spLocks/>
            </p:cNvSpPr>
            <p:nvPr/>
          </p:nvSpPr>
          <p:spPr bwMode="auto">
            <a:xfrm>
              <a:off x="1432" y="2970"/>
              <a:ext cx="523" cy="147"/>
            </a:xfrm>
            <a:custGeom>
              <a:avLst/>
              <a:gdLst>
                <a:gd name="T0" fmla="*/ 0 w 1045"/>
                <a:gd name="T1" fmla="*/ 0 h 441"/>
                <a:gd name="T2" fmla="*/ 1 w 1045"/>
                <a:gd name="T3" fmla="*/ 0 h 441"/>
                <a:gd name="T4" fmla="*/ 1 w 1045"/>
                <a:gd name="T5" fmla="*/ 0 h 441"/>
                <a:gd name="T6" fmla="*/ 1 w 1045"/>
                <a:gd name="T7" fmla="*/ 0 h 441"/>
                <a:gd name="T8" fmla="*/ 1 w 1045"/>
                <a:gd name="T9" fmla="*/ 0 h 441"/>
                <a:gd name="T10" fmla="*/ 1 w 1045"/>
                <a:gd name="T11" fmla="*/ 0 h 441"/>
                <a:gd name="T12" fmla="*/ 0 w 1045"/>
                <a:gd name="T13" fmla="*/ 0 h 4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prstDash val="solid"/>
              <a:round/>
              <a:headEnd/>
              <a:tailEnd/>
            </a:ln>
          </p:spPr>
          <p:txBody>
            <a:bodyPr/>
            <a:lstStyle/>
            <a:p>
              <a:endParaRPr lang="zh-CN" altLang="en-US"/>
            </a:p>
          </p:txBody>
        </p:sp>
        <p:sp>
          <p:nvSpPr>
            <p:cNvPr id="25706" name="Freeform 118">
              <a:extLst>
                <a:ext uri="{FF2B5EF4-FFF2-40B4-BE49-F238E27FC236}">
                  <a16:creationId xmlns:a16="http://schemas.microsoft.com/office/drawing/2014/main" id="{E9E3FF87-E15B-7B4A-BFF0-2AAB7D6DA9ED}"/>
                </a:ext>
              </a:extLst>
            </p:cNvPr>
            <p:cNvSpPr>
              <a:spLocks/>
            </p:cNvSpPr>
            <p:nvPr/>
          </p:nvSpPr>
          <p:spPr bwMode="auto">
            <a:xfrm>
              <a:off x="1315" y="3056"/>
              <a:ext cx="478" cy="573"/>
            </a:xfrm>
            <a:custGeom>
              <a:avLst/>
              <a:gdLst>
                <a:gd name="T0" fmla="*/ 1 w 955"/>
                <a:gd name="T1" fmla="*/ 0 h 1719"/>
                <a:gd name="T2" fmla="*/ 0 w 955"/>
                <a:gd name="T3" fmla="*/ 0 h 1719"/>
                <a:gd name="T4" fmla="*/ 1 w 955"/>
                <a:gd name="T5" fmla="*/ 0 h 1719"/>
                <a:gd name="T6" fmla="*/ 1 w 955"/>
                <a:gd name="T7" fmla="*/ 0 h 1719"/>
                <a:gd name="T8" fmla="*/ 1 w 955"/>
                <a:gd name="T9" fmla="*/ 0 h 17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prstDash val="solid"/>
              <a:round/>
              <a:headEnd/>
              <a:tailEnd/>
            </a:ln>
          </p:spPr>
          <p:txBody>
            <a:bodyPr/>
            <a:lstStyle/>
            <a:p>
              <a:endParaRPr lang="zh-CN" altLang="en-US"/>
            </a:p>
          </p:txBody>
        </p:sp>
        <p:sp>
          <p:nvSpPr>
            <p:cNvPr id="25707" name="Freeform 119">
              <a:extLst>
                <a:ext uri="{FF2B5EF4-FFF2-40B4-BE49-F238E27FC236}">
                  <a16:creationId xmlns:a16="http://schemas.microsoft.com/office/drawing/2014/main" id="{48BB9AFE-F89B-634C-B26A-A59AF6B23632}"/>
                </a:ext>
              </a:extLst>
            </p:cNvPr>
            <p:cNvSpPr>
              <a:spLocks/>
            </p:cNvSpPr>
            <p:nvPr/>
          </p:nvSpPr>
          <p:spPr bwMode="auto">
            <a:xfrm>
              <a:off x="1337" y="3076"/>
              <a:ext cx="431" cy="529"/>
            </a:xfrm>
            <a:custGeom>
              <a:avLst/>
              <a:gdLst>
                <a:gd name="T0" fmla="*/ 1 w 862"/>
                <a:gd name="T1" fmla="*/ 0 h 1587"/>
                <a:gd name="T2" fmla="*/ 0 w 862"/>
                <a:gd name="T3" fmla="*/ 0 h 1587"/>
                <a:gd name="T4" fmla="*/ 1 w 862"/>
                <a:gd name="T5" fmla="*/ 0 h 1587"/>
                <a:gd name="T6" fmla="*/ 1 w 862"/>
                <a:gd name="T7" fmla="*/ 0 h 1587"/>
                <a:gd name="T8" fmla="*/ 1 w 862"/>
                <a:gd name="T9" fmla="*/ 0 h 158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prstDash val="solid"/>
              <a:round/>
              <a:headEnd/>
              <a:tailEnd/>
            </a:ln>
          </p:spPr>
          <p:txBody>
            <a:bodyPr/>
            <a:lstStyle/>
            <a:p>
              <a:endParaRPr lang="zh-CN" altLang="en-US"/>
            </a:p>
          </p:txBody>
        </p:sp>
        <p:sp>
          <p:nvSpPr>
            <p:cNvPr id="25708" name="Freeform 120">
              <a:extLst>
                <a:ext uri="{FF2B5EF4-FFF2-40B4-BE49-F238E27FC236}">
                  <a16:creationId xmlns:a16="http://schemas.microsoft.com/office/drawing/2014/main" id="{41D8DA59-CDBB-3F47-86F6-ED57B48B60EE}"/>
                </a:ext>
              </a:extLst>
            </p:cNvPr>
            <p:cNvSpPr>
              <a:spLocks/>
            </p:cNvSpPr>
            <p:nvPr/>
          </p:nvSpPr>
          <p:spPr bwMode="auto">
            <a:xfrm>
              <a:off x="1233" y="2968"/>
              <a:ext cx="203" cy="494"/>
            </a:xfrm>
            <a:custGeom>
              <a:avLst/>
              <a:gdLst>
                <a:gd name="T0" fmla="*/ 0 w 408"/>
                <a:gd name="T1" fmla="*/ 0 h 1480"/>
                <a:gd name="T2" fmla="*/ 0 w 408"/>
                <a:gd name="T3" fmla="*/ 0 h 1480"/>
                <a:gd name="T4" fmla="*/ 0 w 408"/>
                <a:gd name="T5" fmla="*/ 0 h 1480"/>
                <a:gd name="T6" fmla="*/ 0 w 408"/>
                <a:gd name="T7" fmla="*/ 0 h 1480"/>
                <a:gd name="T8" fmla="*/ 0 w 408"/>
                <a:gd name="T9" fmla="*/ 0 h 1480"/>
                <a:gd name="T10" fmla="*/ 0 w 408"/>
                <a:gd name="T11" fmla="*/ 0 h 1480"/>
                <a:gd name="T12" fmla="*/ 0 w 408"/>
                <a:gd name="T13" fmla="*/ 0 h 1480"/>
                <a:gd name="T14" fmla="*/ 0 w 408"/>
                <a:gd name="T15" fmla="*/ 0 h 1480"/>
                <a:gd name="T16" fmla="*/ 0 w 408"/>
                <a:gd name="T17" fmla="*/ 0 h 1480"/>
                <a:gd name="T18" fmla="*/ 0 w 408"/>
                <a:gd name="T19" fmla="*/ 0 h 1480"/>
                <a:gd name="T20" fmla="*/ 0 w 408"/>
                <a:gd name="T21" fmla="*/ 0 h 1480"/>
                <a:gd name="T22" fmla="*/ 0 w 408"/>
                <a:gd name="T23" fmla="*/ 0 h 1480"/>
                <a:gd name="T24" fmla="*/ 0 w 408"/>
                <a:gd name="T25" fmla="*/ 0 h 1480"/>
                <a:gd name="T26" fmla="*/ 0 w 408"/>
                <a:gd name="T27" fmla="*/ 0 h 1480"/>
                <a:gd name="T28" fmla="*/ 0 w 408"/>
                <a:gd name="T29" fmla="*/ 0 h 1480"/>
                <a:gd name="T30" fmla="*/ 0 w 408"/>
                <a:gd name="T31" fmla="*/ 0 h 148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09" name="Freeform 121">
              <a:extLst>
                <a:ext uri="{FF2B5EF4-FFF2-40B4-BE49-F238E27FC236}">
                  <a16:creationId xmlns:a16="http://schemas.microsoft.com/office/drawing/2014/main" id="{00591F0F-E455-D145-9CDB-6CB05634A933}"/>
                </a:ext>
              </a:extLst>
            </p:cNvPr>
            <p:cNvSpPr>
              <a:spLocks/>
            </p:cNvSpPr>
            <p:nvPr/>
          </p:nvSpPr>
          <p:spPr bwMode="auto">
            <a:xfrm>
              <a:off x="1204" y="3479"/>
              <a:ext cx="532" cy="321"/>
            </a:xfrm>
            <a:custGeom>
              <a:avLst/>
              <a:gdLst>
                <a:gd name="T0" fmla="*/ 0 w 1065"/>
                <a:gd name="T1" fmla="*/ 0 h 963"/>
                <a:gd name="T2" fmla="*/ 0 w 1065"/>
                <a:gd name="T3" fmla="*/ 0 h 963"/>
                <a:gd name="T4" fmla="*/ 0 w 1065"/>
                <a:gd name="T5" fmla="*/ 0 h 963"/>
                <a:gd name="T6" fmla="*/ 0 w 1065"/>
                <a:gd name="T7" fmla="*/ 0 h 963"/>
                <a:gd name="T8" fmla="*/ 0 w 1065"/>
                <a:gd name="T9" fmla="*/ 0 h 963"/>
                <a:gd name="T10" fmla="*/ 0 w 1065"/>
                <a:gd name="T11" fmla="*/ 0 h 963"/>
                <a:gd name="T12" fmla="*/ 0 w 1065"/>
                <a:gd name="T13" fmla="*/ 0 h 963"/>
                <a:gd name="T14" fmla="*/ 0 w 1065"/>
                <a:gd name="T15" fmla="*/ 0 h 963"/>
                <a:gd name="T16" fmla="*/ 0 w 1065"/>
                <a:gd name="T17" fmla="*/ 0 h 963"/>
                <a:gd name="T18" fmla="*/ 0 w 1065"/>
                <a:gd name="T19" fmla="*/ 0 h 9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10" name="Freeform 122">
              <a:extLst>
                <a:ext uri="{FF2B5EF4-FFF2-40B4-BE49-F238E27FC236}">
                  <a16:creationId xmlns:a16="http://schemas.microsoft.com/office/drawing/2014/main" id="{8ABFC3E9-527E-7540-89E5-9C507407FD77}"/>
                </a:ext>
              </a:extLst>
            </p:cNvPr>
            <p:cNvSpPr>
              <a:spLocks/>
            </p:cNvSpPr>
            <p:nvPr/>
          </p:nvSpPr>
          <p:spPr bwMode="auto">
            <a:xfrm>
              <a:off x="642" y="3519"/>
              <a:ext cx="985" cy="288"/>
            </a:xfrm>
            <a:custGeom>
              <a:avLst/>
              <a:gdLst>
                <a:gd name="T0" fmla="*/ 0 w 1969"/>
                <a:gd name="T1" fmla="*/ 0 h 862"/>
                <a:gd name="T2" fmla="*/ 1 w 1969"/>
                <a:gd name="T3" fmla="*/ 0 h 862"/>
                <a:gd name="T4" fmla="*/ 1 w 1969"/>
                <a:gd name="T5" fmla="*/ 0 h 862"/>
                <a:gd name="T6" fmla="*/ 1 w 1969"/>
                <a:gd name="T7" fmla="*/ 0 h 862"/>
                <a:gd name="T8" fmla="*/ 0 w 1969"/>
                <a:gd name="T9" fmla="*/ 0 h 8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11" name="Freeform 123">
              <a:extLst>
                <a:ext uri="{FF2B5EF4-FFF2-40B4-BE49-F238E27FC236}">
                  <a16:creationId xmlns:a16="http://schemas.microsoft.com/office/drawing/2014/main" id="{A2744403-16BA-9E43-9493-EE42B19A9AAD}"/>
                </a:ext>
              </a:extLst>
            </p:cNvPr>
            <p:cNvSpPr>
              <a:spLocks/>
            </p:cNvSpPr>
            <p:nvPr/>
          </p:nvSpPr>
          <p:spPr bwMode="auto">
            <a:xfrm>
              <a:off x="852" y="3789"/>
              <a:ext cx="889" cy="99"/>
            </a:xfrm>
            <a:custGeom>
              <a:avLst/>
              <a:gdLst>
                <a:gd name="T0" fmla="*/ 1 w 1777"/>
                <a:gd name="T1" fmla="*/ 0 h 297"/>
                <a:gd name="T2" fmla="*/ 0 w 1777"/>
                <a:gd name="T3" fmla="*/ 0 h 297"/>
                <a:gd name="T4" fmla="*/ 1 w 1777"/>
                <a:gd name="T5" fmla="*/ 0 h 297"/>
                <a:gd name="T6" fmla="*/ 1 w 1777"/>
                <a:gd name="T7" fmla="*/ 0 h 297"/>
                <a:gd name="T8" fmla="*/ 1 w 1777"/>
                <a:gd name="T9" fmla="*/ 0 h 297"/>
                <a:gd name="T10" fmla="*/ 1 w 1777"/>
                <a:gd name="T11" fmla="*/ 0 h 297"/>
                <a:gd name="T12" fmla="*/ 1 w 1777"/>
                <a:gd name="T13" fmla="*/ 0 h 2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12" name="Freeform 124">
              <a:extLst>
                <a:ext uri="{FF2B5EF4-FFF2-40B4-BE49-F238E27FC236}">
                  <a16:creationId xmlns:a16="http://schemas.microsoft.com/office/drawing/2014/main" id="{76C57F91-4276-9844-994A-4D0D7E6D8DB8}"/>
                </a:ext>
              </a:extLst>
            </p:cNvPr>
            <p:cNvSpPr>
              <a:spLocks/>
            </p:cNvSpPr>
            <p:nvPr/>
          </p:nvSpPr>
          <p:spPr bwMode="auto">
            <a:xfrm>
              <a:off x="624" y="3519"/>
              <a:ext cx="256" cy="369"/>
            </a:xfrm>
            <a:custGeom>
              <a:avLst/>
              <a:gdLst>
                <a:gd name="T0" fmla="*/ 0 w 513"/>
                <a:gd name="T1" fmla="*/ 0 h 1106"/>
                <a:gd name="T2" fmla="*/ 0 w 513"/>
                <a:gd name="T3" fmla="*/ 0 h 1106"/>
                <a:gd name="T4" fmla="*/ 0 w 513"/>
                <a:gd name="T5" fmla="*/ 0 h 1106"/>
                <a:gd name="T6" fmla="*/ 0 w 513"/>
                <a:gd name="T7" fmla="*/ 0 h 1106"/>
                <a:gd name="T8" fmla="*/ 0 w 513"/>
                <a:gd name="T9" fmla="*/ 0 h 11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13" name="Freeform 125">
              <a:extLst>
                <a:ext uri="{FF2B5EF4-FFF2-40B4-BE49-F238E27FC236}">
                  <a16:creationId xmlns:a16="http://schemas.microsoft.com/office/drawing/2014/main" id="{9EF48CC3-FE07-954C-B483-EE7A6119596C}"/>
                </a:ext>
              </a:extLst>
            </p:cNvPr>
            <p:cNvSpPr>
              <a:spLocks/>
            </p:cNvSpPr>
            <p:nvPr/>
          </p:nvSpPr>
          <p:spPr bwMode="auto">
            <a:xfrm>
              <a:off x="1206" y="3791"/>
              <a:ext cx="132" cy="8"/>
            </a:xfrm>
            <a:custGeom>
              <a:avLst/>
              <a:gdLst>
                <a:gd name="T0" fmla="*/ 1 w 262"/>
                <a:gd name="T1" fmla="*/ 0 h 25"/>
                <a:gd name="T2" fmla="*/ 0 w 262"/>
                <a:gd name="T3" fmla="*/ 0 h 25"/>
                <a:gd name="T4" fmla="*/ 1 w 262"/>
                <a:gd name="T5" fmla="*/ 0 h 25"/>
                <a:gd name="T6" fmla="*/ 1 w 262"/>
                <a:gd name="T7" fmla="*/ 0 h 25"/>
                <a:gd name="T8" fmla="*/ 1 w 262"/>
                <a:gd name="T9" fmla="*/ 0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14" name="Freeform 126">
              <a:extLst>
                <a:ext uri="{FF2B5EF4-FFF2-40B4-BE49-F238E27FC236}">
                  <a16:creationId xmlns:a16="http://schemas.microsoft.com/office/drawing/2014/main" id="{4B7F2994-1E5A-5948-8490-C5ED6974E91C}"/>
                </a:ext>
              </a:extLst>
            </p:cNvPr>
            <p:cNvSpPr>
              <a:spLocks/>
            </p:cNvSpPr>
            <p:nvPr/>
          </p:nvSpPr>
          <p:spPr bwMode="auto">
            <a:xfrm>
              <a:off x="927" y="3521"/>
              <a:ext cx="281" cy="279"/>
            </a:xfrm>
            <a:custGeom>
              <a:avLst/>
              <a:gdLst>
                <a:gd name="T0" fmla="*/ 1 w 561"/>
                <a:gd name="T1" fmla="*/ 0 h 836"/>
                <a:gd name="T2" fmla="*/ 0 w 561"/>
                <a:gd name="T3" fmla="*/ 0 h 836"/>
                <a:gd name="T4" fmla="*/ 1 w 561"/>
                <a:gd name="T5" fmla="*/ 0 h 836"/>
                <a:gd name="T6" fmla="*/ 1 w 561"/>
                <a:gd name="T7" fmla="*/ 0 h 8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5715" name="Group 127">
              <a:extLst>
                <a:ext uri="{FF2B5EF4-FFF2-40B4-BE49-F238E27FC236}">
                  <a16:creationId xmlns:a16="http://schemas.microsoft.com/office/drawing/2014/main" id="{6EEED167-4F99-BF4D-ABA8-7BBD9D3E3439}"/>
                </a:ext>
              </a:extLst>
            </p:cNvPr>
            <p:cNvGrpSpPr>
              <a:grpSpLocks/>
            </p:cNvGrpSpPr>
            <p:nvPr/>
          </p:nvGrpSpPr>
          <p:grpSpPr bwMode="auto">
            <a:xfrm>
              <a:off x="700" y="3526"/>
              <a:ext cx="515" cy="270"/>
              <a:chOff x="700" y="3526"/>
              <a:chExt cx="515" cy="270"/>
            </a:xfrm>
          </p:grpSpPr>
          <p:grpSp>
            <p:nvGrpSpPr>
              <p:cNvPr id="25741" name="Group 128">
                <a:extLst>
                  <a:ext uri="{FF2B5EF4-FFF2-40B4-BE49-F238E27FC236}">
                    <a16:creationId xmlns:a16="http://schemas.microsoft.com/office/drawing/2014/main" id="{C11777FE-C17B-DF4F-82E8-5D295E99AB5B}"/>
                  </a:ext>
                </a:extLst>
              </p:cNvPr>
              <p:cNvGrpSpPr>
                <a:grpSpLocks/>
              </p:cNvGrpSpPr>
              <p:nvPr/>
            </p:nvGrpSpPr>
            <p:grpSpPr bwMode="auto">
              <a:xfrm>
                <a:off x="737" y="3534"/>
                <a:ext cx="49" cy="23"/>
                <a:chOff x="737" y="3534"/>
                <a:chExt cx="49" cy="23"/>
              </a:xfrm>
            </p:grpSpPr>
            <p:sp>
              <p:nvSpPr>
                <p:cNvPr id="26152" name="Freeform 129">
                  <a:extLst>
                    <a:ext uri="{FF2B5EF4-FFF2-40B4-BE49-F238E27FC236}">
                      <a16:creationId xmlns:a16="http://schemas.microsoft.com/office/drawing/2014/main" id="{9B4D4593-75E9-E94E-9BE7-DFEEFBBD334F}"/>
                    </a:ext>
                  </a:extLst>
                </p:cNvPr>
                <p:cNvSpPr>
                  <a:spLocks/>
                </p:cNvSpPr>
                <p:nvPr/>
              </p:nvSpPr>
              <p:spPr bwMode="auto">
                <a:xfrm>
                  <a:off x="737" y="3534"/>
                  <a:ext cx="11" cy="23"/>
                </a:xfrm>
                <a:custGeom>
                  <a:avLst/>
                  <a:gdLst>
                    <a:gd name="T0" fmla="*/ 1 w 22"/>
                    <a:gd name="T1" fmla="*/ 0 h 67"/>
                    <a:gd name="T2" fmla="*/ 0 w 22"/>
                    <a:gd name="T3" fmla="*/ 0 h 67"/>
                    <a:gd name="T4" fmla="*/ 1 w 22"/>
                    <a:gd name="T5" fmla="*/ 0 h 67"/>
                    <a:gd name="T6" fmla="*/ 1 w 22"/>
                    <a:gd name="T7" fmla="*/ 0 h 67"/>
                    <a:gd name="T8" fmla="*/ 1 w 22"/>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53" name="Freeform 130">
                  <a:extLst>
                    <a:ext uri="{FF2B5EF4-FFF2-40B4-BE49-F238E27FC236}">
                      <a16:creationId xmlns:a16="http://schemas.microsoft.com/office/drawing/2014/main" id="{304C42FC-4910-E746-B678-DE0CC38F04CE}"/>
                    </a:ext>
                  </a:extLst>
                </p:cNvPr>
                <p:cNvSpPr>
                  <a:spLocks/>
                </p:cNvSpPr>
                <p:nvPr/>
              </p:nvSpPr>
              <p:spPr bwMode="auto">
                <a:xfrm>
                  <a:off x="742" y="3535"/>
                  <a:ext cx="36" cy="9"/>
                </a:xfrm>
                <a:custGeom>
                  <a:avLst/>
                  <a:gdLst>
                    <a:gd name="T0" fmla="*/ 0 w 73"/>
                    <a:gd name="T1" fmla="*/ 0 h 29"/>
                    <a:gd name="T2" fmla="*/ 0 w 73"/>
                    <a:gd name="T3" fmla="*/ 0 h 29"/>
                    <a:gd name="T4" fmla="*/ 0 w 73"/>
                    <a:gd name="T5" fmla="*/ 0 h 29"/>
                    <a:gd name="T6" fmla="*/ 0 w 73"/>
                    <a:gd name="T7" fmla="*/ 0 h 29"/>
                    <a:gd name="T8" fmla="*/ 0 w 73"/>
                    <a:gd name="T9" fmla="*/ 0 h 29"/>
                    <a:gd name="T10" fmla="*/ 0 w 73"/>
                    <a:gd name="T11" fmla="*/ 0 h 29"/>
                    <a:gd name="T12" fmla="*/ 0 w 73"/>
                    <a:gd name="T13" fmla="*/ 0 h 29"/>
                    <a:gd name="T14" fmla="*/ 0 w 73"/>
                    <a:gd name="T15" fmla="*/ 0 h 29"/>
                    <a:gd name="T16" fmla="*/ 0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54" name="Freeform 131">
                  <a:extLst>
                    <a:ext uri="{FF2B5EF4-FFF2-40B4-BE49-F238E27FC236}">
                      <a16:creationId xmlns:a16="http://schemas.microsoft.com/office/drawing/2014/main" id="{7D6D3183-CC6C-C34B-8D78-727EBD3DFB6B}"/>
                    </a:ext>
                  </a:extLst>
                </p:cNvPr>
                <p:cNvSpPr>
                  <a:spLocks/>
                </p:cNvSpPr>
                <p:nvPr/>
              </p:nvSpPr>
              <p:spPr bwMode="auto">
                <a:xfrm>
                  <a:off x="744" y="3545"/>
                  <a:ext cx="42" cy="12"/>
                </a:xfrm>
                <a:custGeom>
                  <a:avLst/>
                  <a:gdLst>
                    <a:gd name="T0" fmla="*/ 0 w 82"/>
                    <a:gd name="T1" fmla="*/ 0 h 35"/>
                    <a:gd name="T2" fmla="*/ 1 w 82"/>
                    <a:gd name="T3" fmla="*/ 0 h 35"/>
                    <a:gd name="T4" fmla="*/ 1 w 82"/>
                    <a:gd name="T5" fmla="*/ 0 h 35"/>
                    <a:gd name="T6" fmla="*/ 1 w 82"/>
                    <a:gd name="T7" fmla="*/ 0 h 35"/>
                    <a:gd name="T8" fmla="*/ 1 w 82"/>
                    <a:gd name="T9" fmla="*/ 0 h 35"/>
                    <a:gd name="T10" fmla="*/ 1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42" name="Group 132">
                <a:extLst>
                  <a:ext uri="{FF2B5EF4-FFF2-40B4-BE49-F238E27FC236}">
                    <a16:creationId xmlns:a16="http://schemas.microsoft.com/office/drawing/2014/main" id="{930791F8-5117-0344-8659-7931619F4A1B}"/>
                  </a:ext>
                </a:extLst>
              </p:cNvPr>
              <p:cNvGrpSpPr>
                <a:grpSpLocks/>
              </p:cNvGrpSpPr>
              <p:nvPr/>
            </p:nvGrpSpPr>
            <p:grpSpPr bwMode="auto">
              <a:xfrm>
                <a:off x="748" y="3547"/>
                <a:ext cx="50" cy="23"/>
                <a:chOff x="748" y="3547"/>
                <a:chExt cx="50" cy="23"/>
              </a:xfrm>
            </p:grpSpPr>
            <p:sp>
              <p:nvSpPr>
                <p:cNvPr id="26149" name="Freeform 133">
                  <a:extLst>
                    <a:ext uri="{FF2B5EF4-FFF2-40B4-BE49-F238E27FC236}">
                      <a16:creationId xmlns:a16="http://schemas.microsoft.com/office/drawing/2014/main" id="{72E2A5FF-1B6C-5343-AAC4-DBC64E4A46BE}"/>
                    </a:ext>
                  </a:extLst>
                </p:cNvPr>
                <p:cNvSpPr>
                  <a:spLocks/>
                </p:cNvSpPr>
                <p:nvPr/>
              </p:nvSpPr>
              <p:spPr bwMode="auto">
                <a:xfrm>
                  <a:off x="748" y="3547"/>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50" name="Freeform 134">
                  <a:extLst>
                    <a:ext uri="{FF2B5EF4-FFF2-40B4-BE49-F238E27FC236}">
                      <a16:creationId xmlns:a16="http://schemas.microsoft.com/office/drawing/2014/main" id="{7F40E0EC-C42B-4C41-97C5-EB8C68C548C8}"/>
                    </a:ext>
                  </a:extLst>
                </p:cNvPr>
                <p:cNvSpPr>
                  <a:spLocks/>
                </p:cNvSpPr>
                <p:nvPr/>
              </p:nvSpPr>
              <p:spPr bwMode="auto">
                <a:xfrm>
                  <a:off x="753" y="3548"/>
                  <a:ext cx="37" cy="10"/>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51" name="Freeform 135">
                  <a:extLst>
                    <a:ext uri="{FF2B5EF4-FFF2-40B4-BE49-F238E27FC236}">
                      <a16:creationId xmlns:a16="http://schemas.microsoft.com/office/drawing/2014/main" id="{C4EE5164-F553-974C-B298-E7C7326D986C}"/>
                    </a:ext>
                  </a:extLst>
                </p:cNvPr>
                <p:cNvSpPr>
                  <a:spLocks/>
                </p:cNvSpPr>
                <p:nvPr/>
              </p:nvSpPr>
              <p:spPr bwMode="auto">
                <a:xfrm>
                  <a:off x="757" y="3558"/>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5743" name="Freeform 136">
                <a:extLst>
                  <a:ext uri="{FF2B5EF4-FFF2-40B4-BE49-F238E27FC236}">
                    <a16:creationId xmlns:a16="http://schemas.microsoft.com/office/drawing/2014/main" id="{5DBEBD98-07DB-2B47-803E-5944A59597C5}"/>
                  </a:ext>
                </a:extLst>
              </p:cNvPr>
              <p:cNvSpPr>
                <a:spLocks/>
              </p:cNvSpPr>
              <p:nvPr/>
            </p:nvSpPr>
            <p:spPr bwMode="auto">
              <a:xfrm>
                <a:off x="952" y="3538"/>
                <a:ext cx="39" cy="12"/>
              </a:xfrm>
              <a:custGeom>
                <a:avLst/>
                <a:gdLst>
                  <a:gd name="T0" fmla="*/ 0 w 79"/>
                  <a:gd name="T1" fmla="*/ 0 h 36"/>
                  <a:gd name="T2" fmla="*/ 0 w 79"/>
                  <a:gd name="T3" fmla="*/ 0 h 36"/>
                  <a:gd name="T4" fmla="*/ 0 w 79"/>
                  <a:gd name="T5" fmla="*/ 0 h 36"/>
                  <a:gd name="T6" fmla="*/ 0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44" name="Freeform 137">
                <a:extLst>
                  <a:ext uri="{FF2B5EF4-FFF2-40B4-BE49-F238E27FC236}">
                    <a16:creationId xmlns:a16="http://schemas.microsoft.com/office/drawing/2014/main" id="{CA33E518-D633-A940-867D-33843FAD8092}"/>
                  </a:ext>
                </a:extLst>
              </p:cNvPr>
              <p:cNvSpPr>
                <a:spLocks/>
              </p:cNvSpPr>
              <p:nvPr/>
            </p:nvSpPr>
            <p:spPr bwMode="auto">
              <a:xfrm>
                <a:off x="861" y="3535"/>
                <a:ext cx="11" cy="22"/>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45" name="Freeform 138">
                <a:extLst>
                  <a:ext uri="{FF2B5EF4-FFF2-40B4-BE49-F238E27FC236}">
                    <a16:creationId xmlns:a16="http://schemas.microsoft.com/office/drawing/2014/main" id="{AAC64D64-1F1D-5844-BE08-6C3AE0FD128D}"/>
                  </a:ext>
                </a:extLst>
              </p:cNvPr>
              <p:cNvSpPr>
                <a:spLocks/>
              </p:cNvSpPr>
              <p:nvPr/>
            </p:nvSpPr>
            <p:spPr bwMode="auto">
              <a:xfrm>
                <a:off x="867" y="3535"/>
                <a:ext cx="34" cy="10"/>
              </a:xfrm>
              <a:custGeom>
                <a:avLst/>
                <a:gdLst>
                  <a:gd name="T0" fmla="*/ 0 w 70"/>
                  <a:gd name="T1" fmla="*/ 0 h 30"/>
                  <a:gd name="T2" fmla="*/ 0 w 70"/>
                  <a:gd name="T3" fmla="*/ 0 h 30"/>
                  <a:gd name="T4" fmla="*/ 0 w 70"/>
                  <a:gd name="T5" fmla="*/ 0 h 30"/>
                  <a:gd name="T6" fmla="*/ 0 w 70"/>
                  <a:gd name="T7" fmla="*/ 0 h 30"/>
                  <a:gd name="T8" fmla="*/ 0 w 70"/>
                  <a:gd name="T9" fmla="*/ 0 h 30"/>
                  <a:gd name="T10" fmla="*/ 0 w 70"/>
                  <a:gd name="T11" fmla="*/ 0 h 30"/>
                  <a:gd name="T12" fmla="*/ 0 w 70"/>
                  <a:gd name="T13" fmla="*/ 0 h 30"/>
                  <a:gd name="T14" fmla="*/ 0 w 70"/>
                  <a:gd name="T15" fmla="*/ 0 h 30"/>
                  <a:gd name="T16" fmla="*/ 0 w 70"/>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46" name="Freeform 139">
                <a:extLst>
                  <a:ext uri="{FF2B5EF4-FFF2-40B4-BE49-F238E27FC236}">
                    <a16:creationId xmlns:a16="http://schemas.microsoft.com/office/drawing/2014/main" id="{EDAA0A85-4FBC-5C43-A0E9-82B2B67A3FD3}"/>
                  </a:ext>
                </a:extLst>
              </p:cNvPr>
              <p:cNvSpPr>
                <a:spLocks/>
              </p:cNvSpPr>
              <p:nvPr/>
            </p:nvSpPr>
            <p:spPr bwMode="auto">
              <a:xfrm>
                <a:off x="868" y="3545"/>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5747" name="Group 140">
                <a:extLst>
                  <a:ext uri="{FF2B5EF4-FFF2-40B4-BE49-F238E27FC236}">
                    <a16:creationId xmlns:a16="http://schemas.microsoft.com/office/drawing/2014/main" id="{7DB1C8B6-FFBB-D94F-99CD-BA216C6107F7}"/>
                  </a:ext>
                </a:extLst>
              </p:cNvPr>
              <p:cNvGrpSpPr>
                <a:grpSpLocks/>
              </p:cNvGrpSpPr>
              <p:nvPr/>
            </p:nvGrpSpPr>
            <p:grpSpPr bwMode="auto">
              <a:xfrm>
                <a:off x="872" y="3547"/>
                <a:ext cx="50" cy="23"/>
                <a:chOff x="872" y="3547"/>
                <a:chExt cx="50" cy="23"/>
              </a:xfrm>
            </p:grpSpPr>
            <p:sp>
              <p:nvSpPr>
                <p:cNvPr id="26146" name="Freeform 141">
                  <a:extLst>
                    <a:ext uri="{FF2B5EF4-FFF2-40B4-BE49-F238E27FC236}">
                      <a16:creationId xmlns:a16="http://schemas.microsoft.com/office/drawing/2014/main" id="{4CF5738F-B432-1945-9F0B-5F1FE643ACCD}"/>
                    </a:ext>
                  </a:extLst>
                </p:cNvPr>
                <p:cNvSpPr>
                  <a:spLocks/>
                </p:cNvSpPr>
                <p:nvPr/>
              </p:nvSpPr>
              <p:spPr bwMode="auto">
                <a:xfrm>
                  <a:off x="872" y="3547"/>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47" name="Freeform 142">
                  <a:extLst>
                    <a:ext uri="{FF2B5EF4-FFF2-40B4-BE49-F238E27FC236}">
                      <a16:creationId xmlns:a16="http://schemas.microsoft.com/office/drawing/2014/main" id="{E3D52690-A186-C340-AECF-1325BBC1AD12}"/>
                    </a:ext>
                  </a:extLst>
                </p:cNvPr>
                <p:cNvSpPr>
                  <a:spLocks/>
                </p:cNvSpPr>
                <p:nvPr/>
              </p:nvSpPr>
              <p:spPr bwMode="auto">
                <a:xfrm>
                  <a:off x="878" y="3547"/>
                  <a:ext cx="36" cy="10"/>
                </a:xfrm>
                <a:custGeom>
                  <a:avLst/>
                  <a:gdLst>
                    <a:gd name="T0" fmla="*/ 0 w 73"/>
                    <a:gd name="T1" fmla="*/ 0 h 30"/>
                    <a:gd name="T2" fmla="*/ 0 w 73"/>
                    <a:gd name="T3" fmla="*/ 0 h 30"/>
                    <a:gd name="T4" fmla="*/ 0 w 73"/>
                    <a:gd name="T5" fmla="*/ 0 h 30"/>
                    <a:gd name="T6" fmla="*/ 0 w 73"/>
                    <a:gd name="T7" fmla="*/ 0 h 30"/>
                    <a:gd name="T8" fmla="*/ 0 w 73"/>
                    <a:gd name="T9" fmla="*/ 0 h 30"/>
                    <a:gd name="T10" fmla="*/ 0 w 73"/>
                    <a:gd name="T11" fmla="*/ 0 h 30"/>
                    <a:gd name="T12" fmla="*/ 0 w 73"/>
                    <a:gd name="T13" fmla="*/ 0 h 30"/>
                    <a:gd name="T14" fmla="*/ 0 w 73"/>
                    <a:gd name="T15" fmla="*/ 0 h 30"/>
                    <a:gd name="T16" fmla="*/ 0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48" name="Freeform 143">
                  <a:extLst>
                    <a:ext uri="{FF2B5EF4-FFF2-40B4-BE49-F238E27FC236}">
                      <a16:creationId xmlns:a16="http://schemas.microsoft.com/office/drawing/2014/main" id="{0E692D01-EB14-294B-A29F-756176726110}"/>
                    </a:ext>
                  </a:extLst>
                </p:cNvPr>
                <p:cNvSpPr>
                  <a:spLocks/>
                </p:cNvSpPr>
                <p:nvPr/>
              </p:nvSpPr>
              <p:spPr bwMode="auto">
                <a:xfrm>
                  <a:off x="880" y="3558"/>
                  <a:ext cx="42"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48" name="Group 144">
                <a:extLst>
                  <a:ext uri="{FF2B5EF4-FFF2-40B4-BE49-F238E27FC236}">
                    <a16:creationId xmlns:a16="http://schemas.microsoft.com/office/drawing/2014/main" id="{D3EEF499-78A5-D54C-8C61-C90F02AD5AFA}"/>
                  </a:ext>
                </a:extLst>
              </p:cNvPr>
              <p:cNvGrpSpPr>
                <a:grpSpLocks/>
              </p:cNvGrpSpPr>
              <p:nvPr/>
            </p:nvGrpSpPr>
            <p:grpSpPr bwMode="auto">
              <a:xfrm>
                <a:off x="885" y="3559"/>
                <a:ext cx="50" cy="23"/>
                <a:chOff x="885" y="3559"/>
                <a:chExt cx="50" cy="23"/>
              </a:xfrm>
            </p:grpSpPr>
            <p:sp>
              <p:nvSpPr>
                <p:cNvPr id="26143" name="Freeform 145">
                  <a:extLst>
                    <a:ext uri="{FF2B5EF4-FFF2-40B4-BE49-F238E27FC236}">
                      <a16:creationId xmlns:a16="http://schemas.microsoft.com/office/drawing/2014/main" id="{5ACA0363-B97C-184F-A413-912AF06895E8}"/>
                    </a:ext>
                  </a:extLst>
                </p:cNvPr>
                <p:cNvSpPr>
                  <a:spLocks/>
                </p:cNvSpPr>
                <p:nvPr/>
              </p:nvSpPr>
              <p:spPr bwMode="auto">
                <a:xfrm>
                  <a:off x="885" y="3559"/>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44" name="Freeform 146">
                  <a:extLst>
                    <a:ext uri="{FF2B5EF4-FFF2-40B4-BE49-F238E27FC236}">
                      <a16:creationId xmlns:a16="http://schemas.microsoft.com/office/drawing/2014/main" id="{0F1A49F6-A67B-FD4A-AEEA-4DF3306929D4}"/>
                    </a:ext>
                  </a:extLst>
                </p:cNvPr>
                <p:cNvSpPr>
                  <a:spLocks/>
                </p:cNvSpPr>
                <p:nvPr/>
              </p:nvSpPr>
              <p:spPr bwMode="auto">
                <a:xfrm>
                  <a:off x="890" y="3560"/>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45" name="Freeform 147">
                  <a:extLst>
                    <a:ext uri="{FF2B5EF4-FFF2-40B4-BE49-F238E27FC236}">
                      <a16:creationId xmlns:a16="http://schemas.microsoft.com/office/drawing/2014/main" id="{30B1B40B-C047-764B-8224-22066973CF24}"/>
                    </a:ext>
                  </a:extLst>
                </p:cNvPr>
                <p:cNvSpPr>
                  <a:spLocks/>
                </p:cNvSpPr>
                <p:nvPr/>
              </p:nvSpPr>
              <p:spPr bwMode="auto">
                <a:xfrm>
                  <a:off x="893" y="3570"/>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49" name="Group 148">
                <a:extLst>
                  <a:ext uri="{FF2B5EF4-FFF2-40B4-BE49-F238E27FC236}">
                    <a16:creationId xmlns:a16="http://schemas.microsoft.com/office/drawing/2014/main" id="{4440BCDA-A521-124A-8A71-2A0B62E23094}"/>
                  </a:ext>
                </a:extLst>
              </p:cNvPr>
              <p:cNvGrpSpPr>
                <a:grpSpLocks/>
              </p:cNvGrpSpPr>
              <p:nvPr/>
            </p:nvGrpSpPr>
            <p:grpSpPr bwMode="auto">
              <a:xfrm>
                <a:off x="898" y="3571"/>
                <a:ext cx="49" cy="23"/>
                <a:chOff x="898" y="3571"/>
                <a:chExt cx="49" cy="23"/>
              </a:xfrm>
            </p:grpSpPr>
            <p:sp>
              <p:nvSpPr>
                <p:cNvPr id="26140" name="Freeform 149">
                  <a:extLst>
                    <a:ext uri="{FF2B5EF4-FFF2-40B4-BE49-F238E27FC236}">
                      <a16:creationId xmlns:a16="http://schemas.microsoft.com/office/drawing/2014/main" id="{7E9865B3-913F-0D46-8781-C59EC0B9BB01}"/>
                    </a:ext>
                  </a:extLst>
                </p:cNvPr>
                <p:cNvSpPr>
                  <a:spLocks/>
                </p:cNvSpPr>
                <p:nvPr/>
              </p:nvSpPr>
              <p:spPr bwMode="auto">
                <a:xfrm>
                  <a:off x="898" y="3571"/>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41" name="Freeform 150">
                  <a:extLst>
                    <a:ext uri="{FF2B5EF4-FFF2-40B4-BE49-F238E27FC236}">
                      <a16:creationId xmlns:a16="http://schemas.microsoft.com/office/drawing/2014/main" id="{D25D19E7-1E6B-0A4D-85A1-7EEF5F30C0AE}"/>
                    </a:ext>
                  </a:extLst>
                </p:cNvPr>
                <p:cNvSpPr>
                  <a:spLocks/>
                </p:cNvSpPr>
                <p:nvPr/>
              </p:nvSpPr>
              <p:spPr bwMode="auto">
                <a:xfrm>
                  <a:off x="903" y="3572"/>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42" name="Freeform 151">
                  <a:extLst>
                    <a:ext uri="{FF2B5EF4-FFF2-40B4-BE49-F238E27FC236}">
                      <a16:creationId xmlns:a16="http://schemas.microsoft.com/office/drawing/2014/main" id="{1CABBF9E-CDB6-0142-879E-658654E1121F}"/>
                    </a:ext>
                  </a:extLst>
                </p:cNvPr>
                <p:cNvSpPr>
                  <a:spLocks/>
                </p:cNvSpPr>
                <p:nvPr/>
              </p:nvSpPr>
              <p:spPr bwMode="auto">
                <a:xfrm>
                  <a:off x="907" y="3582"/>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50" name="Group 152">
                <a:extLst>
                  <a:ext uri="{FF2B5EF4-FFF2-40B4-BE49-F238E27FC236}">
                    <a16:creationId xmlns:a16="http://schemas.microsoft.com/office/drawing/2014/main" id="{56F99A6E-C42B-C449-8E97-F12F62424BB1}"/>
                  </a:ext>
                </a:extLst>
              </p:cNvPr>
              <p:cNvGrpSpPr>
                <a:grpSpLocks/>
              </p:cNvGrpSpPr>
              <p:nvPr/>
            </p:nvGrpSpPr>
            <p:grpSpPr bwMode="auto">
              <a:xfrm>
                <a:off x="911" y="3585"/>
                <a:ext cx="49" cy="23"/>
                <a:chOff x="911" y="3585"/>
                <a:chExt cx="49" cy="23"/>
              </a:xfrm>
            </p:grpSpPr>
            <p:sp>
              <p:nvSpPr>
                <p:cNvPr id="26137" name="Freeform 153">
                  <a:extLst>
                    <a:ext uri="{FF2B5EF4-FFF2-40B4-BE49-F238E27FC236}">
                      <a16:creationId xmlns:a16="http://schemas.microsoft.com/office/drawing/2014/main" id="{A926CE72-A9DE-BD45-9E8E-B4A7527AA83D}"/>
                    </a:ext>
                  </a:extLst>
                </p:cNvPr>
                <p:cNvSpPr>
                  <a:spLocks/>
                </p:cNvSpPr>
                <p:nvPr/>
              </p:nvSpPr>
              <p:spPr bwMode="auto">
                <a:xfrm>
                  <a:off x="911" y="3585"/>
                  <a:ext cx="12" cy="23"/>
                </a:xfrm>
                <a:custGeom>
                  <a:avLst/>
                  <a:gdLst>
                    <a:gd name="T0" fmla="*/ 1 w 24"/>
                    <a:gd name="T1" fmla="*/ 0 h 69"/>
                    <a:gd name="T2" fmla="*/ 0 w 24"/>
                    <a:gd name="T3" fmla="*/ 0 h 69"/>
                    <a:gd name="T4" fmla="*/ 1 w 24"/>
                    <a:gd name="T5" fmla="*/ 0 h 69"/>
                    <a:gd name="T6" fmla="*/ 1 w 24"/>
                    <a:gd name="T7" fmla="*/ 0 h 69"/>
                    <a:gd name="T8" fmla="*/ 1 w 24"/>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38" name="Freeform 154">
                  <a:extLst>
                    <a:ext uri="{FF2B5EF4-FFF2-40B4-BE49-F238E27FC236}">
                      <a16:creationId xmlns:a16="http://schemas.microsoft.com/office/drawing/2014/main" id="{8ABE42FB-2A28-0649-A1E0-075DF1B3B768}"/>
                    </a:ext>
                  </a:extLst>
                </p:cNvPr>
                <p:cNvSpPr>
                  <a:spLocks/>
                </p:cNvSpPr>
                <p:nvPr/>
              </p:nvSpPr>
              <p:spPr bwMode="auto">
                <a:xfrm>
                  <a:off x="915" y="3585"/>
                  <a:ext cx="38" cy="10"/>
                </a:xfrm>
                <a:custGeom>
                  <a:avLst/>
                  <a:gdLst>
                    <a:gd name="T0" fmla="*/ 1 w 75"/>
                    <a:gd name="T1" fmla="*/ 0 h 30"/>
                    <a:gd name="T2" fmla="*/ 1 w 75"/>
                    <a:gd name="T3" fmla="*/ 0 h 30"/>
                    <a:gd name="T4" fmla="*/ 1 w 75"/>
                    <a:gd name="T5" fmla="*/ 0 h 30"/>
                    <a:gd name="T6" fmla="*/ 1 w 75"/>
                    <a:gd name="T7" fmla="*/ 0 h 30"/>
                    <a:gd name="T8" fmla="*/ 1 w 75"/>
                    <a:gd name="T9" fmla="*/ 0 h 30"/>
                    <a:gd name="T10" fmla="*/ 1 w 75"/>
                    <a:gd name="T11" fmla="*/ 0 h 30"/>
                    <a:gd name="T12" fmla="*/ 1 w 75"/>
                    <a:gd name="T13" fmla="*/ 0 h 30"/>
                    <a:gd name="T14" fmla="*/ 0 w 75"/>
                    <a:gd name="T15" fmla="*/ 0 h 30"/>
                    <a:gd name="T16" fmla="*/ 1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39" name="Freeform 155">
                  <a:extLst>
                    <a:ext uri="{FF2B5EF4-FFF2-40B4-BE49-F238E27FC236}">
                      <a16:creationId xmlns:a16="http://schemas.microsoft.com/office/drawing/2014/main" id="{130F71B3-4DC6-8348-9167-7405DAE953BA}"/>
                    </a:ext>
                  </a:extLst>
                </p:cNvPr>
                <p:cNvSpPr>
                  <a:spLocks/>
                </p:cNvSpPr>
                <p:nvPr/>
              </p:nvSpPr>
              <p:spPr bwMode="auto">
                <a:xfrm>
                  <a:off x="919" y="3596"/>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51" name="Group 156">
                <a:extLst>
                  <a:ext uri="{FF2B5EF4-FFF2-40B4-BE49-F238E27FC236}">
                    <a16:creationId xmlns:a16="http://schemas.microsoft.com/office/drawing/2014/main" id="{E847E46F-3CDB-7B44-BB76-7BF58F430F8C}"/>
                  </a:ext>
                </a:extLst>
              </p:cNvPr>
              <p:cNvGrpSpPr>
                <a:grpSpLocks/>
              </p:cNvGrpSpPr>
              <p:nvPr/>
            </p:nvGrpSpPr>
            <p:grpSpPr bwMode="auto">
              <a:xfrm>
                <a:off x="923" y="3600"/>
                <a:ext cx="99" cy="73"/>
                <a:chOff x="923" y="3600"/>
                <a:chExt cx="99" cy="73"/>
              </a:xfrm>
            </p:grpSpPr>
            <p:grpSp>
              <p:nvGrpSpPr>
                <p:cNvPr id="26117" name="Group 157">
                  <a:extLst>
                    <a:ext uri="{FF2B5EF4-FFF2-40B4-BE49-F238E27FC236}">
                      <a16:creationId xmlns:a16="http://schemas.microsoft.com/office/drawing/2014/main" id="{65BEDB8A-344E-D94E-AE9C-A4CB0B8853D5}"/>
                    </a:ext>
                  </a:extLst>
                </p:cNvPr>
                <p:cNvGrpSpPr>
                  <a:grpSpLocks/>
                </p:cNvGrpSpPr>
                <p:nvPr/>
              </p:nvGrpSpPr>
              <p:grpSpPr bwMode="auto">
                <a:xfrm>
                  <a:off x="923" y="3600"/>
                  <a:ext cx="49" cy="23"/>
                  <a:chOff x="923" y="3600"/>
                  <a:chExt cx="49" cy="23"/>
                </a:xfrm>
              </p:grpSpPr>
              <p:sp>
                <p:nvSpPr>
                  <p:cNvPr id="26134" name="Freeform 158">
                    <a:extLst>
                      <a:ext uri="{FF2B5EF4-FFF2-40B4-BE49-F238E27FC236}">
                        <a16:creationId xmlns:a16="http://schemas.microsoft.com/office/drawing/2014/main" id="{3A0F2030-B99B-1F47-BD67-8CEBC605FC24}"/>
                      </a:ext>
                    </a:extLst>
                  </p:cNvPr>
                  <p:cNvSpPr>
                    <a:spLocks/>
                  </p:cNvSpPr>
                  <p:nvPr/>
                </p:nvSpPr>
                <p:spPr bwMode="auto">
                  <a:xfrm>
                    <a:off x="923" y="3600"/>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35" name="Freeform 159">
                    <a:extLst>
                      <a:ext uri="{FF2B5EF4-FFF2-40B4-BE49-F238E27FC236}">
                        <a16:creationId xmlns:a16="http://schemas.microsoft.com/office/drawing/2014/main" id="{3AE04FF2-5F22-544B-85B9-B8B7ADED1ECA}"/>
                      </a:ext>
                    </a:extLst>
                  </p:cNvPr>
                  <p:cNvSpPr>
                    <a:spLocks/>
                  </p:cNvSpPr>
                  <p:nvPr/>
                </p:nvSpPr>
                <p:spPr bwMode="auto">
                  <a:xfrm>
                    <a:off x="928" y="3600"/>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36" name="Freeform 160">
                    <a:extLst>
                      <a:ext uri="{FF2B5EF4-FFF2-40B4-BE49-F238E27FC236}">
                        <a16:creationId xmlns:a16="http://schemas.microsoft.com/office/drawing/2014/main" id="{26E01201-AB36-444E-A414-50C981364AE8}"/>
                      </a:ext>
                    </a:extLst>
                  </p:cNvPr>
                  <p:cNvSpPr>
                    <a:spLocks/>
                  </p:cNvSpPr>
                  <p:nvPr/>
                </p:nvSpPr>
                <p:spPr bwMode="auto">
                  <a:xfrm>
                    <a:off x="930" y="3610"/>
                    <a:ext cx="42" cy="13"/>
                  </a:xfrm>
                  <a:custGeom>
                    <a:avLst/>
                    <a:gdLst>
                      <a:gd name="T0" fmla="*/ 0 w 82"/>
                      <a:gd name="T1" fmla="*/ 0 h 37"/>
                      <a:gd name="T2" fmla="*/ 1 w 82"/>
                      <a:gd name="T3" fmla="*/ 0 h 37"/>
                      <a:gd name="T4" fmla="*/ 1 w 82"/>
                      <a:gd name="T5" fmla="*/ 0 h 37"/>
                      <a:gd name="T6" fmla="*/ 1 w 82"/>
                      <a:gd name="T7" fmla="*/ 0 h 37"/>
                      <a:gd name="T8" fmla="*/ 1 w 82"/>
                      <a:gd name="T9" fmla="*/ 0 h 37"/>
                      <a:gd name="T10" fmla="*/ 1 w 82"/>
                      <a:gd name="T11" fmla="*/ 0 h 37"/>
                      <a:gd name="T12" fmla="*/ 0 w 82"/>
                      <a:gd name="T13" fmla="*/ 0 h 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118" name="Group 161">
                  <a:extLst>
                    <a:ext uri="{FF2B5EF4-FFF2-40B4-BE49-F238E27FC236}">
                      <a16:creationId xmlns:a16="http://schemas.microsoft.com/office/drawing/2014/main" id="{400AD245-60BB-634F-8DC6-469AF356F4E0}"/>
                    </a:ext>
                  </a:extLst>
                </p:cNvPr>
                <p:cNvGrpSpPr>
                  <a:grpSpLocks/>
                </p:cNvGrpSpPr>
                <p:nvPr/>
              </p:nvGrpSpPr>
              <p:grpSpPr bwMode="auto">
                <a:xfrm>
                  <a:off x="935" y="3612"/>
                  <a:ext cx="48" cy="23"/>
                  <a:chOff x="935" y="3612"/>
                  <a:chExt cx="48" cy="23"/>
                </a:xfrm>
              </p:grpSpPr>
              <p:sp>
                <p:nvSpPr>
                  <p:cNvPr id="26131" name="Freeform 162">
                    <a:extLst>
                      <a:ext uri="{FF2B5EF4-FFF2-40B4-BE49-F238E27FC236}">
                        <a16:creationId xmlns:a16="http://schemas.microsoft.com/office/drawing/2014/main" id="{EE689548-7445-A447-940E-0CDBA67CCACD}"/>
                      </a:ext>
                    </a:extLst>
                  </p:cNvPr>
                  <p:cNvSpPr>
                    <a:spLocks/>
                  </p:cNvSpPr>
                  <p:nvPr/>
                </p:nvSpPr>
                <p:spPr bwMode="auto">
                  <a:xfrm>
                    <a:off x="935" y="3612"/>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32" name="Freeform 163">
                    <a:extLst>
                      <a:ext uri="{FF2B5EF4-FFF2-40B4-BE49-F238E27FC236}">
                        <a16:creationId xmlns:a16="http://schemas.microsoft.com/office/drawing/2014/main" id="{6170B220-C2C0-624D-93D0-85274C284804}"/>
                      </a:ext>
                    </a:extLst>
                  </p:cNvPr>
                  <p:cNvSpPr>
                    <a:spLocks/>
                  </p:cNvSpPr>
                  <p:nvPr/>
                </p:nvSpPr>
                <p:spPr bwMode="auto">
                  <a:xfrm>
                    <a:off x="939" y="3612"/>
                    <a:ext cx="38" cy="11"/>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33" name="Freeform 164">
                    <a:extLst>
                      <a:ext uri="{FF2B5EF4-FFF2-40B4-BE49-F238E27FC236}">
                        <a16:creationId xmlns:a16="http://schemas.microsoft.com/office/drawing/2014/main" id="{05CF4375-E4D7-4E4C-9F9C-3B9CD0219D21}"/>
                      </a:ext>
                    </a:extLst>
                  </p:cNvPr>
                  <p:cNvSpPr>
                    <a:spLocks/>
                  </p:cNvSpPr>
                  <p:nvPr/>
                </p:nvSpPr>
                <p:spPr bwMode="auto">
                  <a:xfrm>
                    <a:off x="943" y="3623"/>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119" name="Group 165">
                  <a:extLst>
                    <a:ext uri="{FF2B5EF4-FFF2-40B4-BE49-F238E27FC236}">
                      <a16:creationId xmlns:a16="http://schemas.microsoft.com/office/drawing/2014/main" id="{7C380318-34B2-014F-976E-EDA846BD89AF}"/>
                    </a:ext>
                  </a:extLst>
                </p:cNvPr>
                <p:cNvGrpSpPr>
                  <a:grpSpLocks/>
                </p:cNvGrpSpPr>
                <p:nvPr/>
              </p:nvGrpSpPr>
              <p:grpSpPr bwMode="auto">
                <a:xfrm>
                  <a:off x="947" y="3625"/>
                  <a:ext cx="50" cy="22"/>
                  <a:chOff x="947" y="3625"/>
                  <a:chExt cx="50" cy="22"/>
                </a:xfrm>
              </p:grpSpPr>
              <p:sp>
                <p:nvSpPr>
                  <p:cNvPr id="26128" name="Freeform 166">
                    <a:extLst>
                      <a:ext uri="{FF2B5EF4-FFF2-40B4-BE49-F238E27FC236}">
                        <a16:creationId xmlns:a16="http://schemas.microsoft.com/office/drawing/2014/main" id="{D6D97519-CD48-4E43-B6A7-20883C25DBDD}"/>
                      </a:ext>
                    </a:extLst>
                  </p:cNvPr>
                  <p:cNvSpPr>
                    <a:spLocks/>
                  </p:cNvSpPr>
                  <p:nvPr/>
                </p:nvSpPr>
                <p:spPr bwMode="auto">
                  <a:xfrm>
                    <a:off x="947" y="3625"/>
                    <a:ext cx="13" cy="22"/>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29" name="Freeform 167">
                    <a:extLst>
                      <a:ext uri="{FF2B5EF4-FFF2-40B4-BE49-F238E27FC236}">
                        <a16:creationId xmlns:a16="http://schemas.microsoft.com/office/drawing/2014/main" id="{B1BACCBF-BBA9-0B47-939F-DBBB374C78C3}"/>
                      </a:ext>
                    </a:extLst>
                  </p:cNvPr>
                  <p:cNvSpPr>
                    <a:spLocks/>
                  </p:cNvSpPr>
                  <p:nvPr/>
                </p:nvSpPr>
                <p:spPr bwMode="auto">
                  <a:xfrm>
                    <a:off x="953" y="3625"/>
                    <a:ext cx="36" cy="10"/>
                  </a:xfrm>
                  <a:custGeom>
                    <a:avLst/>
                    <a:gdLst>
                      <a:gd name="T0" fmla="*/ 0 w 73"/>
                      <a:gd name="T1" fmla="*/ 0 h 29"/>
                      <a:gd name="T2" fmla="*/ 0 w 73"/>
                      <a:gd name="T3" fmla="*/ 0 h 29"/>
                      <a:gd name="T4" fmla="*/ 0 w 73"/>
                      <a:gd name="T5" fmla="*/ 0 h 29"/>
                      <a:gd name="T6" fmla="*/ 0 w 73"/>
                      <a:gd name="T7" fmla="*/ 0 h 29"/>
                      <a:gd name="T8" fmla="*/ 0 w 73"/>
                      <a:gd name="T9" fmla="*/ 0 h 29"/>
                      <a:gd name="T10" fmla="*/ 0 w 73"/>
                      <a:gd name="T11" fmla="*/ 0 h 29"/>
                      <a:gd name="T12" fmla="*/ 0 w 73"/>
                      <a:gd name="T13" fmla="*/ 0 h 29"/>
                      <a:gd name="T14" fmla="*/ 0 w 73"/>
                      <a:gd name="T15" fmla="*/ 0 h 29"/>
                      <a:gd name="T16" fmla="*/ 0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30" name="Freeform 168">
                    <a:extLst>
                      <a:ext uri="{FF2B5EF4-FFF2-40B4-BE49-F238E27FC236}">
                        <a16:creationId xmlns:a16="http://schemas.microsoft.com/office/drawing/2014/main" id="{637DC26B-C299-D64D-905D-93106344C5DC}"/>
                      </a:ext>
                    </a:extLst>
                  </p:cNvPr>
                  <p:cNvSpPr>
                    <a:spLocks/>
                  </p:cNvSpPr>
                  <p:nvPr/>
                </p:nvSpPr>
                <p:spPr bwMode="auto">
                  <a:xfrm>
                    <a:off x="955" y="3635"/>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120" name="Group 169">
                  <a:extLst>
                    <a:ext uri="{FF2B5EF4-FFF2-40B4-BE49-F238E27FC236}">
                      <a16:creationId xmlns:a16="http://schemas.microsoft.com/office/drawing/2014/main" id="{BC1836AE-765C-4147-87DE-7BDA2C59E37D}"/>
                    </a:ext>
                  </a:extLst>
                </p:cNvPr>
                <p:cNvGrpSpPr>
                  <a:grpSpLocks/>
                </p:cNvGrpSpPr>
                <p:nvPr/>
              </p:nvGrpSpPr>
              <p:grpSpPr bwMode="auto">
                <a:xfrm>
                  <a:off x="960" y="3637"/>
                  <a:ext cx="50" cy="23"/>
                  <a:chOff x="960" y="3637"/>
                  <a:chExt cx="50" cy="23"/>
                </a:xfrm>
              </p:grpSpPr>
              <p:sp>
                <p:nvSpPr>
                  <p:cNvPr id="26125" name="Freeform 170">
                    <a:extLst>
                      <a:ext uri="{FF2B5EF4-FFF2-40B4-BE49-F238E27FC236}">
                        <a16:creationId xmlns:a16="http://schemas.microsoft.com/office/drawing/2014/main" id="{EB82CE5C-718E-0342-B775-2C697780F8DA}"/>
                      </a:ext>
                    </a:extLst>
                  </p:cNvPr>
                  <p:cNvSpPr>
                    <a:spLocks/>
                  </p:cNvSpPr>
                  <p:nvPr/>
                </p:nvSpPr>
                <p:spPr bwMode="auto">
                  <a:xfrm>
                    <a:off x="960" y="3637"/>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26" name="Freeform 171">
                    <a:extLst>
                      <a:ext uri="{FF2B5EF4-FFF2-40B4-BE49-F238E27FC236}">
                        <a16:creationId xmlns:a16="http://schemas.microsoft.com/office/drawing/2014/main" id="{FF9F8C50-5365-994E-924E-81F50F5367E1}"/>
                      </a:ext>
                    </a:extLst>
                  </p:cNvPr>
                  <p:cNvSpPr>
                    <a:spLocks/>
                  </p:cNvSpPr>
                  <p:nvPr/>
                </p:nvSpPr>
                <p:spPr bwMode="auto">
                  <a:xfrm>
                    <a:off x="965" y="3638"/>
                    <a:ext cx="37" cy="9"/>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27" name="Freeform 172">
                    <a:extLst>
                      <a:ext uri="{FF2B5EF4-FFF2-40B4-BE49-F238E27FC236}">
                        <a16:creationId xmlns:a16="http://schemas.microsoft.com/office/drawing/2014/main" id="{555B9A2E-21ED-5247-9EAC-D024A036A828}"/>
                      </a:ext>
                    </a:extLst>
                  </p:cNvPr>
                  <p:cNvSpPr>
                    <a:spLocks/>
                  </p:cNvSpPr>
                  <p:nvPr/>
                </p:nvSpPr>
                <p:spPr bwMode="auto">
                  <a:xfrm>
                    <a:off x="968" y="3648"/>
                    <a:ext cx="42" cy="12"/>
                  </a:xfrm>
                  <a:custGeom>
                    <a:avLst/>
                    <a:gdLst>
                      <a:gd name="T0" fmla="*/ 0 w 83"/>
                      <a:gd name="T1" fmla="*/ 0 h 35"/>
                      <a:gd name="T2" fmla="*/ 1 w 83"/>
                      <a:gd name="T3" fmla="*/ 0 h 35"/>
                      <a:gd name="T4" fmla="*/ 1 w 83"/>
                      <a:gd name="T5" fmla="*/ 0 h 35"/>
                      <a:gd name="T6" fmla="*/ 1 w 83"/>
                      <a:gd name="T7" fmla="*/ 0 h 35"/>
                      <a:gd name="T8" fmla="*/ 1 w 83"/>
                      <a:gd name="T9" fmla="*/ 0 h 35"/>
                      <a:gd name="T10" fmla="*/ 1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121" name="Group 173">
                  <a:extLst>
                    <a:ext uri="{FF2B5EF4-FFF2-40B4-BE49-F238E27FC236}">
                      <a16:creationId xmlns:a16="http://schemas.microsoft.com/office/drawing/2014/main" id="{4BF8F8C5-FC41-5C45-AC77-12856F4683EE}"/>
                    </a:ext>
                  </a:extLst>
                </p:cNvPr>
                <p:cNvGrpSpPr>
                  <a:grpSpLocks/>
                </p:cNvGrpSpPr>
                <p:nvPr/>
              </p:nvGrpSpPr>
              <p:grpSpPr bwMode="auto">
                <a:xfrm>
                  <a:off x="973" y="3650"/>
                  <a:ext cx="49" cy="23"/>
                  <a:chOff x="973" y="3650"/>
                  <a:chExt cx="49" cy="23"/>
                </a:xfrm>
              </p:grpSpPr>
              <p:sp>
                <p:nvSpPr>
                  <p:cNvPr id="26122" name="Freeform 174">
                    <a:extLst>
                      <a:ext uri="{FF2B5EF4-FFF2-40B4-BE49-F238E27FC236}">
                        <a16:creationId xmlns:a16="http://schemas.microsoft.com/office/drawing/2014/main" id="{9E39E7D4-52E8-D24E-9C0C-C3E627E0DBF1}"/>
                      </a:ext>
                    </a:extLst>
                  </p:cNvPr>
                  <p:cNvSpPr>
                    <a:spLocks/>
                  </p:cNvSpPr>
                  <p:nvPr/>
                </p:nvSpPr>
                <p:spPr bwMode="auto">
                  <a:xfrm>
                    <a:off x="973" y="3650"/>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23" name="Freeform 175">
                    <a:extLst>
                      <a:ext uri="{FF2B5EF4-FFF2-40B4-BE49-F238E27FC236}">
                        <a16:creationId xmlns:a16="http://schemas.microsoft.com/office/drawing/2014/main" id="{20466B7C-15F1-0747-A8D9-8CC2ACB31939}"/>
                      </a:ext>
                    </a:extLst>
                  </p:cNvPr>
                  <p:cNvSpPr>
                    <a:spLocks/>
                  </p:cNvSpPr>
                  <p:nvPr/>
                </p:nvSpPr>
                <p:spPr bwMode="auto">
                  <a:xfrm>
                    <a:off x="978" y="3651"/>
                    <a:ext cx="37" cy="10"/>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24" name="Freeform 176">
                    <a:extLst>
                      <a:ext uri="{FF2B5EF4-FFF2-40B4-BE49-F238E27FC236}">
                        <a16:creationId xmlns:a16="http://schemas.microsoft.com/office/drawing/2014/main" id="{5E58D206-FC8F-8A4F-8B94-575B13B5AB91}"/>
                      </a:ext>
                    </a:extLst>
                  </p:cNvPr>
                  <p:cNvSpPr>
                    <a:spLocks/>
                  </p:cNvSpPr>
                  <p:nvPr/>
                </p:nvSpPr>
                <p:spPr bwMode="auto">
                  <a:xfrm>
                    <a:off x="982" y="3661"/>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5752" name="Group 177">
                <a:extLst>
                  <a:ext uri="{FF2B5EF4-FFF2-40B4-BE49-F238E27FC236}">
                    <a16:creationId xmlns:a16="http://schemas.microsoft.com/office/drawing/2014/main" id="{B6336AE6-6F2E-D946-BFE5-CAAFE137FCBC}"/>
                  </a:ext>
                </a:extLst>
              </p:cNvPr>
              <p:cNvGrpSpPr>
                <a:grpSpLocks/>
              </p:cNvGrpSpPr>
              <p:nvPr/>
            </p:nvGrpSpPr>
            <p:grpSpPr bwMode="auto">
              <a:xfrm>
                <a:off x="985" y="3665"/>
                <a:ext cx="100" cy="73"/>
                <a:chOff x="985" y="3665"/>
                <a:chExt cx="100" cy="73"/>
              </a:xfrm>
            </p:grpSpPr>
            <p:grpSp>
              <p:nvGrpSpPr>
                <p:cNvPr id="26097" name="Group 178">
                  <a:extLst>
                    <a:ext uri="{FF2B5EF4-FFF2-40B4-BE49-F238E27FC236}">
                      <a16:creationId xmlns:a16="http://schemas.microsoft.com/office/drawing/2014/main" id="{FEA1B9D2-EB71-7941-8FAB-EAF4C00A7E0A}"/>
                    </a:ext>
                  </a:extLst>
                </p:cNvPr>
                <p:cNvGrpSpPr>
                  <a:grpSpLocks/>
                </p:cNvGrpSpPr>
                <p:nvPr/>
              </p:nvGrpSpPr>
              <p:grpSpPr bwMode="auto">
                <a:xfrm>
                  <a:off x="985" y="3665"/>
                  <a:ext cx="50" cy="23"/>
                  <a:chOff x="985" y="3665"/>
                  <a:chExt cx="50" cy="23"/>
                </a:xfrm>
              </p:grpSpPr>
              <p:sp>
                <p:nvSpPr>
                  <p:cNvPr id="26114" name="Freeform 179">
                    <a:extLst>
                      <a:ext uri="{FF2B5EF4-FFF2-40B4-BE49-F238E27FC236}">
                        <a16:creationId xmlns:a16="http://schemas.microsoft.com/office/drawing/2014/main" id="{41A73E64-02FE-1049-A522-4FEE95ACA8C3}"/>
                      </a:ext>
                    </a:extLst>
                  </p:cNvPr>
                  <p:cNvSpPr>
                    <a:spLocks/>
                  </p:cNvSpPr>
                  <p:nvPr/>
                </p:nvSpPr>
                <p:spPr bwMode="auto">
                  <a:xfrm>
                    <a:off x="985" y="3665"/>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15" name="Freeform 180">
                    <a:extLst>
                      <a:ext uri="{FF2B5EF4-FFF2-40B4-BE49-F238E27FC236}">
                        <a16:creationId xmlns:a16="http://schemas.microsoft.com/office/drawing/2014/main" id="{FE3C4198-2DB4-4547-BD3A-460AA3498928}"/>
                      </a:ext>
                    </a:extLst>
                  </p:cNvPr>
                  <p:cNvSpPr>
                    <a:spLocks/>
                  </p:cNvSpPr>
                  <p:nvPr/>
                </p:nvSpPr>
                <p:spPr bwMode="auto">
                  <a:xfrm>
                    <a:off x="989" y="3665"/>
                    <a:ext cx="38" cy="11"/>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16" name="Freeform 181">
                    <a:extLst>
                      <a:ext uri="{FF2B5EF4-FFF2-40B4-BE49-F238E27FC236}">
                        <a16:creationId xmlns:a16="http://schemas.microsoft.com/office/drawing/2014/main" id="{45E57546-25EA-924B-980F-EE5D6F8BC36C}"/>
                      </a:ext>
                    </a:extLst>
                  </p:cNvPr>
                  <p:cNvSpPr>
                    <a:spLocks/>
                  </p:cNvSpPr>
                  <p:nvPr/>
                </p:nvSpPr>
                <p:spPr bwMode="auto">
                  <a:xfrm>
                    <a:off x="993" y="3676"/>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098" name="Group 182">
                  <a:extLst>
                    <a:ext uri="{FF2B5EF4-FFF2-40B4-BE49-F238E27FC236}">
                      <a16:creationId xmlns:a16="http://schemas.microsoft.com/office/drawing/2014/main" id="{53769889-6C9E-F74A-8847-E4155DD7FF51}"/>
                    </a:ext>
                  </a:extLst>
                </p:cNvPr>
                <p:cNvGrpSpPr>
                  <a:grpSpLocks/>
                </p:cNvGrpSpPr>
                <p:nvPr/>
              </p:nvGrpSpPr>
              <p:grpSpPr bwMode="auto">
                <a:xfrm>
                  <a:off x="997" y="3677"/>
                  <a:ext cx="49" cy="23"/>
                  <a:chOff x="997" y="3677"/>
                  <a:chExt cx="49" cy="23"/>
                </a:xfrm>
              </p:grpSpPr>
              <p:sp>
                <p:nvSpPr>
                  <p:cNvPr id="26111" name="Freeform 183">
                    <a:extLst>
                      <a:ext uri="{FF2B5EF4-FFF2-40B4-BE49-F238E27FC236}">
                        <a16:creationId xmlns:a16="http://schemas.microsoft.com/office/drawing/2014/main" id="{5C43EFFD-3DEE-5043-9F0D-44132E722D3C}"/>
                      </a:ext>
                    </a:extLst>
                  </p:cNvPr>
                  <p:cNvSpPr>
                    <a:spLocks/>
                  </p:cNvSpPr>
                  <p:nvPr/>
                </p:nvSpPr>
                <p:spPr bwMode="auto">
                  <a:xfrm>
                    <a:off x="997" y="3677"/>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12" name="Freeform 184">
                    <a:extLst>
                      <a:ext uri="{FF2B5EF4-FFF2-40B4-BE49-F238E27FC236}">
                        <a16:creationId xmlns:a16="http://schemas.microsoft.com/office/drawing/2014/main" id="{12504805-8662-0145-9DEC-1F11B43FA2BD}"/>
                      </a:ext>
                    </a:extLst>
                  </p:cNvPr>
                  <p:cNvSpPr>
                    <a:spLocks/>
                  </p:cNvSpPr>
                  <p:nvPr/>
                </p:nvSpPr>
                <p:spPr bwMode="auto">
                  <a:xfrm>
                    <a:off x="1002" y="3678"/>
                    <a:ext cx="37" cy="10"/>
                  </a:xfrm>
                  <a:custGeom>
                    <a:avLst/>
                    <a:gdLst>
                      <a:gd name="T0" fmla="*/ 1 w 73"/>
                      <a:gd name="T1" fmla="*/ 0 h 30"/>
                      <a:gd name="T2" fmla="*/ 1 w 73"/>
                      <a:gd name="T3" fmla="*/ 0 h 30"/>
                      <a:gd name="T4" fmla="*/ 1 w 73"/>
                      <a:gd name="T5" fmla="*/ 0 h 30"/>
                      <a:gd name="T6" fmla="*/ 1 w 73"/>
                      <a:gd name="T7" fmla="*/ 0 h 30"/>
                      <a:gd name="T8" fmla="*/ 1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13" name="Freeform 185">
                    <a:extLst>
                      <a:ext uri="{FF2B5EF4-FFF2-40B4-BE49-F238E27FC236}">
                        <a16:creationId xmlns:a16="http://schemas.microsoft.com/office/drawing/2014/main" id="{44058012-FFED-064D-AFC4-520532CCB960}"/>
                      </a:ext>
                    </a:extLst>
                  </p:cNvPr>
                  <p:cNvSpPr>
                    <a:spLocks/>
                  </p:cNvSpPr>
                  <p:nvPr/>
                </p:nvSpPr>
                <p:spPr bwMode="auto">
                  <a:xfrm>
                    <a:off x="1005" y="3688"/>
                    <a:ext cx="41" cy="12"/>
                  </a:xfrm>
                  <a:custGeom>
                    <a:avLst/>
                    <a:gdLst>
                      <a:gd name="T0" fmla="*/ 0 w 83"/>
                      <a:gd name="T1" fmla="*/ 0 h 37"/>
                      <a:gd name="T2" fmla="*/ 0 w 83"/>
                      <a:gd name="T3" fmla="*/ 0 h 37"/>
                      <a:gd name="T4" fmla="*/ 0 w 83"/>
                      <a:gd name="T5" fmla="*/ 0 h 37"/>
                      <a:gd name="T6" fmla="*/ 0 w 83"/>
                      <a:gd name="T7" fmla="*/ 0 h 37"/>
                      <a:gd name="T8" fmla="*/ 0 w 83"/>
                      <a:gd name="T9" fmla="*/ 0 h 37"/>
                      <a:gd name="T10" fmla="*/ 0 w 83"/>
                      <a:gd name="T11" fmla="*/ 0 h 37"/>
                      <a:gd name="T12" fmla="*/ 0 w 83"/>
                      <a:gd name="T13" fmla="*/ 0 h 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099" name="Group 186">
                  <a:extLst>
                    <a:ext uri="{FF2B5EF4-FFF2-40B4-BE49-F238E27FC236}">
                      <a16:creationId xmlns:a16="http://schemas.microsoft.com/office/drawing/2014/main" id="{742D1493-7F21-9A48-A71E-2F1C81690F32}"/>
                    </a:ext>
                  </a:extLst>
                </p:cNvPr>
                <p:cNvGrpSpPr>
                  <a:grpSpLocks/>
                </p:cNvGrpSpPr>
                <p:nvPr/>
              </p:nvGrpSpPr>
              <p:grpSpPr bwMode="auto">
                <a:xfrm>
                  <a:off x="1010" y="3690"/>
                  <a:ext cx="48" cy="23"/>
                  <a:chOff x="1010" y="3690"/>
                  <a:chExt cx="48" cy="23"/>
                </a:xfrm>
              </p:grpSpPr>
              <p:sp>
                <p:nvSpPr>
                  <p:cNvPr id="26108" name="Freeform 187">
                    <a:extLst>
                      <a:ext uri="{FF2B5EF4-FFF2-40B4-BE49-F238E27FC236}">
                        <a16:creationId xmlns:a16="http://schemas.microsoft.com/office/drawing/2014/main" id="{65137709-E5C9-7343-8DF1-AC98C1A4E0DF}"/>
                      </a:ext>
                    </a:extLst>
                  </p:cNvPr>
                  <p:cNvSpPr>
                    <a:spLocks/>
                  </p:cNvSpPr>
                  <p:nvPr/>
                </p:nvSpPr>
                <p:spPr bwMode="auto">
                  <a:xfrm>
                    <a:off x="1010" y="3690"/>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09" name="Freeform 188">
                    <a:extLst>
                      <a:ext uri="{FF2B5EF4-FFF2-40B4-BE49-F238E27FC236}">
                        <a16:creationId xmlns:a16="http://schemas.microsoft.com/office/drawing/2014/main" id="{F68B4FD0-7C7F-8942-9588-535B6EFA283A}"/>
                      </a:ext>
                    </a:extLst>
                  </p:cNvPr>
                  <p:cNvSpPr>
                    <a:spLocks/>
                  </p:cNvSpPr>
                  <p:nvPr/>
                </p:nvSpPr>
                <p:spPr bwMode="auto">
                  <a:xfrm>
                    <a:off x="1014" y="3690"/>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10" name="Freeform 189">
                    <a:extLst>
                      <a:ext uri="{FF2B5EF4-FFF2-40B4-BE49-F238E27FC236}">
                        <a16:creationId xmlns:a16="http://schemas.microsoft.com/office/drawing/2014/main" id="{ACABCDEE-551C-1E46-9393-9BFC8E1128C4}"/>
                      </a:ext>
                    </a:extLst>
                  </p:cNvPr>
                  <p:cNvSpPr>
                    <a:spLocks/>
                  </p:cNvSpPr>
                  <p:nvPr/>
                </p:nvSpPr>
                <p:spPr bwMode="auto">
                  <a:xfrm>
                    <a:off x="1018" y="3701"/>
                    <a:ext cx="40" cy="12"/>
                  </a:xfrm>
                  <a:custGeom>
                    <a:avLst/>
                    <a:gdLst>
                      <a:gd name="T0" fmla="*/ 0 w 82"/>
                      <a:gd name="T1" fmla="*/ 0 h 35"/>
                      <a:gd name="T2" fmla="*/ 0 w 82"/>
                      <a:gd name="T3" fmla="*/ 0 h 35"/>
                      <a:gd name="T4" fmla="*/ 0 w 82"/>
                      <a:gd name="T5" fmla="*/ 0 h 35"/>
                      <a:gd name="T6" fmla="*/ 0 w 82"/>
                      <a:gd name="T7" fmla="*/ 0 h 35"/>
                      <a:gd name="T8" fmla="*/ 0 w 82"/>
                      <a:gd name="T9" fmla="*/ 0 h 35"/>
                      <a:gd name="T10" fmla="*/ 0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100" name="Group 190">
                  <a:extLst>
                    <a:ext uri="{FF2B5EF4-FFF2-40B4-BE49-F238E27FC236}">
                      <a16:creationId xmlns:a16="http://schemas.microsoft.com/office/drawing/2014/main" id="{CD761449-1D83-B64F-9F10-95DC06B02ABA}"/>
                    </a:ext>
                  </a:extLst>
                </p:cNvPr>
                <p:cNvGrpSpPr>
                  <a:grpSpLocks/>
                </p:cNvGrpSpPr>
                <p:nvPr/>
              </p:nvGrpSpPr>
              <p:grpSpPr bwMode="auto">
                <a:xfrm>
                  <a:off x="1023" y="3703"/>
                  <a:ext cx="49" cy="22"/>
                  <a:chOff x="1023" y="3703"/>
                  <a:chExt cx="49" cy="22"/>
                </a:xfrm>
              </p:grpSpPr>
              <p:sp>
                <p:nvSpPr>
                  <p:cNvPr id="26105" name="Freeform 191">
                    <a:extLst>
                      <a:ext uri="{FF2B5EF4-FFF2-40B4-BE49-F238E27FC236}">
                        <a16:creationId xmlns:a16="http://schemas.microsoft.com/office/drawing/2014/main" id="{51F51568-7519-6449-9F4D-5512271507D9}"/>
                      </a:ext>
                    </a:extLst>
                  </p:cNvPr>
                  <p:cNvSpPr>
                    <a:spLocks/>
                  </p:cNvSpPr>
                  <p:nvPr/>
                </p:nvSpPr>
                <p:spPr bwMode="auto">
                  <a:xfrm>
                    <a:off x="1023" y="3703"/>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06" name="Freeform 192">
                    <a:extLst>
                      <a:ext uri="{FF2B5EF4-FFF2-40B4-BE49-F238E27FC236}">
                        <a16:creationId xmlns:a16="http://schemas.microsoft.com/office/drawing/2014/main" id="{F1410BFA-6FB2-484E-8E40-6984895BA062}"/>
                      </a:ext>
                    </a:extLst>
                  </p:cNvPr>
                  <p:cNvSpPr>
                    <a:spLocks/>
                  </p:cNvSpPr>
                  <p:nvPr/>
                </p:nvSpPr>
                <p:spPr bwMode="auto">
                  <a:xfrm>
                    <a:off x="1028" y="3703"/>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07" name="Freeform 193">
                    <a:extLst>
                      <a:ext uri="{FF2B5EF4-FFF2-40B4-BE49-F238E27FC236}">
                        <a16:creationId xmlns:a16="http://schemas.microsoft.com/office/drawing/2014/main" id="{A71CCB83-CAC7-8C47-A2EE-4C2CE3121BDB}"/>
                      </a:ext>
                    </a:extLst>
                  </p:cNvPr>
                  <p:cNvSpPr>
                    <a:spLocks/>
                  </p:cNvSpPr>
                  <p:nvPr/>
                </p:nvSpPr>
                <p:spPr bwMode="auto">
                  <a:xfrm>
                    <a:off x="1030" y="3713"/>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101" name="Group 194">
                  <a:extLst>
                    <a:ext uri="{FF2B5EF4-FFF2-40B4-BE49-F238E27FC236}">
                      <a16:creationId xmlns:a16="http://schemas.microsoft.com/office/drawing/2014/main" id="{246935DD-229B-F94D-98BE-C4DC3AEA2F59}"/>
                    </a:ext>
                  </a:extLst>
                </p:cNvPr>
                <p:cNvGrpSpPr>
                  <a:grpSpLocks/>
                </p:cNvGrpSpPr>
                <p:nvPr/>
              </p:nvGrpSpPr>
              <p:grpSpPr bwMode="auto">
                <a:xfrm>
                  <a:off x="1036" y="3716"/>
                  <a:ext cx="49" cy="22"/>
                  <a:chOff x="1036" y="3716"/>
                  <a:chExt cx="49" cy="22"/>
                </a:xfrm>
              </p:grpSpPr>
              <p:sp>
                <p:nvSpPr>
                  <p:cNvPr id="26102" name="Freeform 195">
                    <a:extLst>
                      <a:ext uri="{FF2B5EF4-FFF2-40B4-BE49-F238E27FC236}">
                        <a16:creationId xmlns:a16="http://schemas.microsoft.com/office/drawing/2014/main" id="{EB92A5A5-5693-7E45-92EC-466365BEA00E}"/>
                      </a:ext>
                    </a:extLst>
                  </p:cNvPr>
                  <p:cNvSpPr>
                    <a:spLocks/>
                  </p:cNvSpPr>
                  <p:nvPr/>
                </p:nvSpPr>
                <p:spPr bwMode="auto">
                  <a:xfrm>
                    <a:off x="1036" y="3716"/>
                    <a:ext cx="11" cy="22"/>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03" name="Freeform 196">
                    <a:extLst>
                      <a:ext uri="{FF2B5EF4-FFF2-40B4-BE49-F238E27FC236}">
                        <a16:creationId xmlns:a16="http://schemas.microsoft.com/office/drawing/2014/main" id="{480C5459-4FF4-AA4A-85E7-48428AFAE3C7}"/>
                      </a:ext>
                    </a:extLst>
                  </p:cNvPr>
                  <p:cNvSpPr>
                    <a:spLocks/>
                  </p:cNvSpPr>
                  <p:nvPr/>
                </p:nvSpPr>
                <p:spPr bwMode="auto">
                  <a:xfrm>
                    <a:off x="1040" y="3716"/>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04" name="Freeform 197">
                    <a:extLst>
                      <a:ext uri="{FF2B5EF4-FFF2-40B4-BE49-F238E27FC236}">
                        <a16:creationId xmlns:a16="http://schemas.microsoft.com/office/drawing/2014/main" id="{0EFB15C4-B71B-A34F-AEFE-01553EB10D53}"/>
                      </a:ext>
                    </a:extLst>
                  </p:cNvPr>
                  <p:cNvSpPr>
                    <a:spLocks/>
                  </p:cNvSpPr>
                  <p:nvPr/>
                </p:nvSpPr>
                <p:spPr bwMode="auto">
                  <a:xfrm>
                    <a:off x="1043" y="3726"/>
                    <a:ext cx="42"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5753" name="Group 198">
                <a:extLst>
                  <a:ext uri="{FF2B5EF4-FFF2-40B4-BE49-F238E27FC236}">
                    <a16:creationId xmlns:a16="http://schemas.microsoft.com/office/drawing/2014/main" id="{9047AF15-29F9-8546-8CBB-C55288960E39}"/>
                  </a:ext>
                </a:extLst>
              </p:cNvPr>
              <p:cNvGrpSpPr>
                <a:grpSpLocks/>
              </p:cNvGrpSpPr>
              <p:nvPr/>
            </p:nvGrpSpPr>
            <p:grpSpPr bwMode="auto">
              <a:xfrm>
                <a:off x="1046" y="3727"/>
                <a:ext cx="49" cy="23"/>
                <a:chOff x="1046" y="3727"/>
                <a:chExt cx="49" cy="23"/>
              </a:xfrm>
            </p:grpSpPr>
            <p:sp>
              <p:nvSpPr>
                <p:cNvPr id="26094" name="Freeform 199">
                  <a:extLst>
                    <a:ext uri="{FF2B5EF4-FFF2-40B4-BE49-F238E27FC236}">
                      <a16:creationId xmlns:a16="http://schemas.microsoft.com/office/drawing/2014/main" id="{97579AF2-051F-C146-9D2B-3CA6DE3F7B8A}"/>
                    </a:ext>
                  </a:extLst>
                </p:cNvPr>
                <p:cNvSpPr>
                  <a:spLocks/>
                </p:cNvSpPr>
                <p:nvPr/>
              </p:nvSpPr>
              <p:spPr bwMode="auto">
                <a:xfrm>
                  <a:off x="1046" y="3727"/>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95" name="Freeform 200">
                  <a:extLst>
                    <a:ext uri="{FF2B5EF4-FFF2-40B4-BE49-F238E27FC236}">
                      <a16:creationId xmlns:a16="http://schemas.microsoft.com/office/drawing/2014/main" id="{34A87FAA-2F90-4347-B046-F8FBE4E53DCD}"/>
                    </a:ext>
                  </a:extLst>
                </p:cNvPr>
                <p:cNvSpPr>
                  <a:spLocks/>
                </p:cNvSpPr>
                <p:nvPr/>
              </p:nvSpPr>
              <p:spPr bwMode="auto">
                <a:xfrm>
                  <a:off x="1051" y="3727"/>
                  <a:ext cx="36" cy="11"/>
                </a:xfrm>
                <a:custGeom>
                  <a:avLst/>
                  <a:gdLst>
                    <a:gd name="T0" fmla="*/ 0 w 73"/>
                    <a:gd name="T1" fmla="*/ 0 h 31"/>
                    <a:gd name="T2" fmla="*/ 0 w 73"/>
                    <a:gd name="T3" fmla="*/ 0 h 31"/>
                    <a:gd name="T4" fmla="*/ 0 w 73"/>
                    <a:gd name="T5" fmla="*/ 0 h 31"/>
                    <a:gd name="T6" fmla="*/ 0 w 73"/>
                    <a:gd name="T7" fmla="*/ 0 h 31"/>
                    <a:gd name="T8" fmla="*/ 0 w 73"/>
                    <a:gd name="T9" fmla="*/ 0 h 31"/>
                    <a:gd name="T10" fmla="*/ 0 w 73"/>
                    <a:gd name="T11" fmla="*/ 0 h 31"/>
                    <a:gd name="T12" fmla="*/ 0 w 73"/>
                    <a:gd name="T13" fmla="*/ 0 h 31"/>
                    <a:gd name="T14" fmla="*/ 0 w 73"/>
                    <a:gd name="T15" fmla="*/ 0 h 31"/>
                    <a:gd name="T16" fmla="*/ 0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96" name="Freeform 201">
                  <a:extLst>
                    <a:ext uri="{FF2B5EF4-FFF2-40B4-BE49-F238E27FC236}">
                      <a16:creationId xmlns:a16="http://schemas.microsoft.com/office/drawing/2014/main" id="{C57B8938-8B25-EB43-BB4B-8B2A0CCBA9A7}"/>
                    </a:ext>
                  </a:extLst>
                </p:cNvPr>
                <p:cNvSpPr>
                  <a:spLocks/>
                </p:cNvSpPr>
                <p:nvPr/>
              </p:nvSpPr>
              <p:spPr bwMode="auto">
                <a:xfrm>
                  <a:off x="1054" y="3738"/>
                  <a:ext cx="41" cy="12"/>
                </a:xfrm>
                <a:custGeom>
                  <a:avLst/>
                  <a:gdLst>
                    <a:gd name="T0" fmla="*/ 0 w 82"/>
                    <a:gd name="T1" fmla="*/ 0 h 35"/>
                    <a:gd name="T2" fmla="*/ 1 w 82"/>
                    <a:gd name="T3" fmla="*/ 0 h 35"/>
                    <a:gd name="T4" fmla="*/ 1 w 82"/>
                    <a:gd name="T5" fmla="*/ 0 h 35"/>
                    <a:gd name="T6" fmla="*/ 1 w 82"/>
                    <a:gd name="T7" fmla="*/ 0 h 35"/>
                    <a:gd name="T8" fmla="*/ 1 w 82"/>
                    <a:gd name="T9" fmla="*/ 0 h 35"/>
                    <a:gd name="T10" fmla="*/ 1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54" name="Group 202">
                <a:extLst>
                  <a:ext uri="{FF2B5EF4-FFF2-40B4-BE49-F238E27FC236}">
                    <a16:creationId xmlns:a16="http://schemas.microsoft.com/office/drawing/2014/main" id="{28C4AA1D-D97C-C840-A560-5FD81AFD159B}"/>
                  </a:ext>
                </a:extLst>
              </p:cNvPr>
              <p:cNvGrpSpPr>
                <a:grpSpLocks/>
              </p:cNvGrpSpPr>
              <p:nvPr/>
            </p:nvGrpSpPr>
            <p:grpSpPr bwMode="auto">
              <a:xfrm>
                <a:off x="1058" y="3739"/>
                <a:ext cx="50" cy="23"/>
                <a:chOff x="1058" y="3739"/>
                <a:chExt cx="50" cy="23"/>
              </a:xfrm>
            </p:grpSpPr>
            <p:sp>
              <p:nvSpPr>
                <p:cNvPr id="26091" name="Freeform 203">
                  <a:extLst>
                    <a:ext uri="{FF2B5EF4-FFF2-40B4-BE49-F238E27FC236}">
                      <a16:creationId xmlns:a16="http://schemas.microsoft.com/office/drawing/2014/main" id="{29F8D437-1C69-ED44-999D-8729B63EFA24}"/>
                    </a:ext>
                  </a:extLst>
                </p:cNvPr>
                <p:cNvSpPr>
                  <a:spLocks/>
                </p:cNvSpPr>
                <p:nvPr/>
              </p:nvSpPr>
              <p:spPr bwMode="auto">
                <a:xfrm>
                  <a:off x="1058" y="3739"/>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92" name="Freeform 204">
                  <a:extLst>
                    <a:ext uri="{FF2B5EF4-FFF2-40B4-BE49-F238E27FC236}">
                      <a16:creationId xmlns:a16="http://schemas.microsoft.com/office/drawing/2014/main" id="{3F9BF8BF-46D4-7646-B038-AA0FAE971AF9}"/>
                    </a:ext>
                  </a:extLst>
                </p:cNvPr>
                <p:cNvSpPr>
                  <a:spLocks/>
                </p:cNvSpPr>
                <p:nvPr/>
              </p:nvSpPr>
              <p:spPr bwMode="auto">
                <a:xfrm>
                  <a:off x="1063" y="3740"/>
                  <a:ext cx="37" cy="10"/>
                </a:xfrm>
                <a:custGeom>
                  <a:avLst/>
                  <a:gdLst>
                    <a:gd name="T0" fmla="*/ 0 w 75"/>
                    <a:gd name="T1" fmla="*/ 0 h 30"/>
                    <a:gd name="T2" fmla="*/ 0 w 75"/>
                    <a:gd name="T3" fmla="*/ 0 h 30"/>
                    <a:gd name="T4" fmla="*/ 0 w 75"/>
                    <a:gd name="T5" fmla="*/ 0 h 30"/>
                    <a:gd name="T6" fmla="*/ 0 w 75"/>
                    <a:gd name="T7" fmla="*/ 0 h 30"/>
                    <a:gd name="T8" fmla="*/ 0 w 75"/>
                    <a:gd name="T9" fmla="*/ 0 h 30"/>
                    <a:gd name="T10" fmla="*/ 0 w 75"/>
                    <a:gd name="T11" fmla="*/ 0 h 30"/>
                    <a:gd name="T12" fmla="*/ 0 w 75"/>
                    <a:gd name="T13" fmla="*/ 0 h 30"/>
                    <a:gd name="T14" fmla="*/ 0 w 75"/>
                    <a:gd name="T15" fmla="*/ 0 h 30"/>
                    <a:gd name="T16" fmla="*/ 0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93" name="Freeform 205">
                  <a:extLst>
                    <a:ext uri="{FF2B5EF4-FFF2-40B4-BE49-F238E27FC236}">
                      <a16:creationId xmlns:a16="http://schemas.microsoft.com/office/drawing/2014/main" id="{594EAC41-D668-4A42-A26E-238FCAF36D3E}"/>
                    </a:ext>
                  </a:extLst>
                </p:cNvPr>
                <p:cNvSpPr>
                  <a:spLocks/>
                </p:cNvSpPr>
                <p:nvPr/>
              </p:nvSpPr>
              <p:spPr bwMode="auto">
                <a:xfrm>
                  <a:off x="1067" y="3750"/>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55" name="Group 206">
                <a:extLst>
                  <a:ext uri="{FF2B5EF4-FFF2-40B4-BE49-F238E27FC236}">
                    <a16:creationId xmlns:a16="http://schemas.microsoft.com/office/drawing/2014/main" id="{28101DFA-8F56-1E44-A3FA-499C219F2E7C}"/>
                  </a:ext>
                </a:extLst>
              </p:cNvPr>
              <p:cNvGrpSpPr>
                <a:grpSpLocks/>
              </p:cNvGrpSpPr>
              <p:nvPr/>
            </p:nvGrpSpPr>
            <p:grpSpPr bwMode="auto">
              <a:xfrm>
                <a:off x="1072" y="3753"/>
                <a:ext cx="48" cy="22"/>
                <a:chOff x="1072" y="3753"/>
                <a:chExt cx="48" cy="22"/>
              </a:xfrm>
            </p:grpSpPr>
            <p:sp>
              <p:nvSpPr>
                <p:cNvPr id="26088" name="Freeform 207">
                  <a:extLst>
                    <a:ext uri="{FF2B5EF4-FFF2-40B4-BE49-F238E27FC236}">
                      <a16:creationId xmlns:a16="http://schemas.microsoft.com/office/drawing/2014/main" id="{365B53D7-FEB7-8C4F-B322-8189D1328EC4}"/>
                    </a:ext>
                  </a:extLst>
                </p:cNvPr>
                <p:cNvSpPr>
                  <a:spLocks/>
                </p:cNvSpPr>
                <p:nvPr/>
              </p:nvSpPr>
              <p:spPr bwMode="auto">
                <a:xfrm>
                  <a:off x="1072" y="3753"/>
                  <a:ext cx="11" cy="22"/>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89" name="Freeform 208">
                  <a:extLst>
                    <a:ext uri="{FF2B5EF4-FFF2-40B4-BE49-F238E27FC236}">
                      <a16:creationId xmlns:a16="http://schemas.microsoft.com/office/drawing/2014/main" id="{1F601F18-D7A6-844E-8399-EE3AFCB18D40}"/>
                    </a:ext>
                  </a:extLst>
                </p:cNvPr>
                <p:cNvSpPr>
                  <a:spLocks/>
                </p:cNvSpPr>
                <p:nvPr/>
              </p:nvSpPr>
              <p:spPr bwMode="auto">
                <a:xfrm>
                  <a:off x="1076" y="3753"/>
                  <a:ext cx="37" cy="10"/>
                </a:xfrm>
                <a:custGeom>
                  <a:avLst/>
                  <a:gdLst>
                    <a:gd name="T0" fmla="*/ 1 w 74"/>
                    <a:gd name="T1" fmla="*/ 0 h 31"/>
                    <a:gd name="T2" fmla="*/ 1 w 74"/>
                    <a:gd name="T3" fmla="*/ 0 h 31"/>
                    <a:gd name="T4" fmla="*/ 1 w 74"/>
                    <a:gd name="T5" fmla="*/ 0 h 31"/>
                    <a:gd name="T6" fmla="*/ 1 w 74"/>
                    <a:gd name="T7" fmla="*/ 0 h 31"/>
                    <a:gd name="T8" fmla="*/ 1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90" name="Freeform 209">
                  <a:extLst>
                    <a:ext uri="{FF2B5EF4-FFF2-40B4-BE49-F238E27FC236}">
                      <a16:creationId xmlns:a16="http://schemas.microsoft.com/office/drawing/2014/main" id="{7E46585C-9D8B-4549-8521-EAC2FD30F079}"/>
                    </a:ext>
                  </a:extLst>
                </p:cNvPr>
                <p:cNvSpPr>
                  <a:spLocks/>
                </p:cNvSpPr>
                <p:nvPr/>
              </p:nvSpPr>
              <p:spPr bwMode="auto">
                <a:xfrm>
                  <a:off x="1079" y="3763"/>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5756" name="Freeform 210">
                <a:extLst>
                  <a:ext uri="{FF2B5EF4-FFF2-40B4-BE49-F238E27FC236}">
                    <a16:creationId xmlns:a16="http://schemas.microsoft.com/office/drawing/2014/main" id="{99463AA3-82F9-F448-8299-CBDAC9D7CE94}"/>
                  </a:ext>
                </a:extLst>
              </p:cNvPr>
              <p:cNvSpPr>
                <a:spLocks/>
              </p:cNvSpPr>
              <p:nvPr/>
            </p:nvSpPr>
            <p:spPr bwMode="auto">
              <a:xfrm>
                <a:off x="820" y="3535"/>
                <a:ext cx="12" cy="23"/>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57" name="Freeform 211">
                <a:extLst>
                  <a:ext uri="{FF2B5EF4-FFF2-40B4-BE49-F238E27FC236}">
                    <a16:creationId xmlns:a16="http://schemas.microsoft.com/office/drawing/2014/main" id="{280E8198-6A2F-B641-81F8-4AB4379E24AF}"/>
                  </a:ext>
                </a:extLst>
              </p:cNvPr>
              <p:cNvSpPr>
                <a:spLocks/>
              </p:cNvSpPr>
              <p:nvPr/>
            </p:nvSpPr>
            <p:spPr bwMode="auto">
              <a:xfrm>
                <a:off x="825" y="3535"/>
                <a:ext cx="36" cy="9"/>
              </a:xfrm>
              <a:custGeom>
                <a:avLst/>
                <a:gdLst>
                  <a:gd name="T0" fmla="*/ 0 w 71"/>
                  <a:gd name="T1" fmla="*/ 0 h 27"/>
                  <a:gd name="T2" fmla="*/ 1 w 71"/>
                  <a:gd name="T3" fmla="*/ 0 h 27"/>
                  <a:gd name="T4" fmla="*/ 1 w 71"/>
                  <a:gd name="T5" fmla="*/ 0 h 27"/>
                  <a:gd name="T6" fmla="*/ 1 w 71"/>
                  <a:gd name="T7" fmla="*/ 0 h 27"/>
                  <a:gd name="T8" fmla="*/ 1 w 71"/>
                  <a:gd name="T9" fmla="*/ 0 h 27"/>
                  <a:gd name="T10" fmla="*/ 1 w 71"/>
                  <a:gd name="T11" fmla="*/ 0 h 27"/>
                  <a:gd name="T12" fmla="*/ 1 w 71"/>
                  <a:gd name="T13" fmla="*/ 0 h 27"/>
                  <a:gd name="T14" fmla="*/ 0 w 71"/>
                  <a:gd name="T15" fmla="*/ 0 h 27"/>
                  <a:gd name="T16" fmla="*/ 0 w 71"/>
                  <a:gd name="T17" fmla="*/ 0 h 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58" name="Freeform 212">
                <a:extLst>
                  <a:ext uri="{FF2B5EF4-FFF2-40B4-BE49-F238E27FC236}">
                    <a16:creationId xmlns:a16="http://schemas.microsoft.com/office/drawing/2014/main" id="{CED3DB98-6BF1-F047-8DCC-FAB4D6CC8938}"/>
                  </a:ext>
                </a:extLst>
              </p:cNvPr>
              <p:cNvSpPr>
                <a:spLocks/>
              </p:cNvSpPr>
              <p:nvPr/>
            </p:nvSpPr>
            <p:spPr bwMode="auto">
              <a:xfrm>
                <a:off x="828" y="3546"/>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5759" name="Group 213">
                <a:extLst>
                  <a:ext uri="{FF2B5EF4-FFF2-40B4-BE49-F238E27FC236}">
                    <a16:creationId xmlns:a16="http://schemas.microsoft.com/office/drawing/2014/main" id="{338A2764-34A2-BD4F-BE12-0961CB148CCF}"/>
                  </a:ext>
                </a:extLst>
              </p:cNvPr>
              <p:cNvGrpSpPr>
                <a:grpSpLocks/>
              </p:cNvGrpSpPr>
              <p:nvPr/>
            </p:nvGrpSpPr>
            <p:grpSpPr bwMode="auto">
              <a:xfrm>
                <a:off x="832" y="3547"/>
                <a:ext cx="49" cy="23"/>
                <a:chOff x="832" y="3547"/>
                <a:chExt cx="49" cy="23"/>
              </a:xfrm>
            </p:grpSpPr>
            <p:sp>
              <p:nvSpPr>
                <p:cNvPr id="26085" name="Freeform 214">
                  <a:extLst>
                    <a:ext uri="{FF2B5EF4-FFF2-40B4-BE49-F238E27FC236}">
                      <a16:creationId xmlns:a16="http://schemas.microsoft.com/office/drawing/2014/main" id="{C939E2EE-4CC5-5242-9007-F4110EC17061}"/>
                    </a:ext>
                  </a:extLst>
                </p:cNvPr>
                <p:cNvSpPr>
                  <a:spLocks/>
                </p:cNvSpPr>
                <p:nvPr/>
              </p:nvSpPr>
              <p:spPr bwMode="auto">
                <a:xfrm>
                  <a:off x="832" y="3547"/>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86" name="Freeform 215">
                  <a:extLst>
                    <a:ext uri="{FF2B5EF4-FFF2-40B4-BE49-F238E27FC236}">
                      <a16:creationId xmlns:a16="http://schemas.microsoft.com/office/drawing/2014/main" id="{6E67C96B-BF28-9F48-9536-E9F4EC688765}"/>
                    </a:ext>
                  </a:extLst>
                </p:cNvPr>
                <p:cNvSpPr>
                  <a:spLocks/>
                </p:cNvSpPr>
                <p:nvPr/>
              </p:nvSpPr>
              <p:spPr bwMode="auto">
                <a:xfrm>
                  <a:off x="837" y="3548"/>
                  <a:ext cx="36" cy="10"/>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87" name="Freeform 216">
                  <a:extLst>
                    <a:ext uri="{FF2B5EF4-FFF2-40B4-BE49-F238E27FC236}">
                      <a16:creationId xmlns:a16="http://schemas.microsoft.com/office/drawing/2014/main" id="{CB46D39C-B9D7-024B-997E-8E62A06685A0}"/>
                    </a:ext>
                  </a:extLst>
                </p:cNvPr>
                <p:cNvSpPr>
                  <a:spLocks/>
                </p:cNvSpPr>
                <p:nvPr/>
              </p:nvSpPr>
              <p:spPr bwMode="auto">
                <a:xfrm>
                  <a:off x="840" y="3558"/>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60" name="Group 217">
                <a:extLst>
                  <a:ext uri="{FF2B5EF4-FFF2-40B4-BE49-F238E27FC236}">
                    <a16:creationId xmlns:a16="http://schemas.microsoft.com/office/drawing/2014/main" id="{81D3C8CD-CDCA-4144-8320-55C86EF057C4}"/>
                  </a:ext>
                </a:extLst>
              </p:cNvPr>
              <p:cNvGrpSpPr>
                <a:grpSpLocks/>
              </p:cNvGrpSpPr>
              <p:nvPr/>
            </p:nvGrpSpPr>
            <p:grpSpPr bwMode="auto">
              <a:xfrm>
                <a:off x="844" y="3560"/>
                <a:ext cx="49" cy="22"/>
                <a:chOff x="844" y="3560"/>
                <a:chExt cx="49" cy="22"/>
              </a:xfrm>
            </p:grpSpPr>
            <p:sp>
              <p:nvSpPr>
                <p:cNvPr id="26082" name="Freeform 218">
                  <a:extLst>
                    <a:ext uri="{FF2B5EF4-FFF2-40B4-BE49-F238E27FC236}">
                      <a16:creationId xmlns:a16="http://schemas.microsoft.com/office/drawing/2014/main" id="{4DCBCA8A-99AF-984F-8449-98438479CBE2}"/>
                    </a:ext>
                  </a:extLst>
                </p:cNvPr>
                <p:cNvSpPr>
                  <a:spLocks/>
                </p:cNvSpPr>
                <p:nvPr/>
              </p:nvSpPr>
              <p:spPr bwMode="auto">
                <a:xfrm>
                  <a:off x="844" y="3560"/>
                  <a:ext cx="13" cy="22"/>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83" name="Freeform 219">
                  <a:extLst>
                    <a:ext uri="{FF2B5EF4-FFF2-40B4-BE49-F238E27FC236}">
                      <a16:creationId xmlns:a16="http://schemas.microsoft.com/office/drawing/2014/main" id="{F0083232-8C60-5A48-8CF4-E5E07ABA64CF}"/>
                    </a:ext>
                  </a:extLst>
                </p:cNvPr>
                <p:cNvSpPr>
                  <a:spLocks/>
                </p:cNvSpPr>
                <p:nvPr/>
              </p:nvSpPr>
              <p:spPr bwMode="auto">
                <a:xfrm>
                  <a:off x="849" y="3560"/>
                  <a:ext cx="37" cy="10"/>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84" name="Freeform 220">
                  <a:extLst>
                    <a:ext uri="{FF2B5EF4-FFF2-40B4-BE49-F238E27FC236}">
                      <a16:creationId xmlns:a16="http://schemas.microsoft.com/office/drawing/2014/main" id="{6B2111A8-214C-D047-8EC3-1B382193E46B}"/>
                    </a:ext>
                  </a:extLst>
                </p:cNvPr>
                <p:cNvSpPr>
                  <a:spLocks/>
                </p:cNvSpPr>
                <p:nvPr/>
              </p:nvSpPr>
              <p:spPr bwMode="auto">
                <a:xfrm>
                  <a:off x="853" y="3571"/>
                  <a:ext cx="40" cy="11"/>
                </a:xfrm>
                <a:custGeom>
                  <a:avLst/>
                  <a:gdLst>
                    <a:gd name="T0" fmla="*/ 0 w 82"/>
                    <a:gd name="T1" fmla="*/ 0 h 35"/>
                    <a:gd name="T2" fmla="*/ 0 w 82"/>
                    <a:gd name="T3" fmla="*/ 0 h 35"/>
                    <a:gd name="T4" fmla="*/ 0 w 82"/>
                    <a:gd name="T5" fmla="*/ 0 h 35"/>
                    <a:gd name="T6" fmla="*/ 0 w 82"/>
                    <a:gd name="T7" fmla="*/ 0 h 35"/>
                    <a:gd name="T8" fmla="*/ 0 w 82"/>
                    <a:gd name="T9" fmla="*/ 0 h 35"/>
                    <a:gd name="T10" fmla="*/ 0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61" name="Group 221">
                <a:extLst>
                  <a:ext uri="{FF2B5EF4-FFF2-40B4-BE49-F238E27FC236}">
                    <a16:creationId xmlns:a16="http://schemas.microsoft.com/office/drawing/2014/main" id="{6EC7DCB6-806D-4340-8A11-EB15C7E0A3DF}"/>
                  </a:ext>
                </a:extLst>
              </p:cNvPr>
              <p:cNvGrpSpPr>
                <a:grpSpLocks/>
              </p:cNvGrpSpPr>
              <p:nvPr/>
            </p:nvGrpSpPr>
            <p:grpSpPr bwMode="auto">
              <a:xfrm>
                <a:off x="857" y="3572"/>
                <a:ext cx="50" cy="23"/>
                <a:chOff x="857" y="3572"/>
                <a:chExt cx="50" cy="23"/>
              </a:xfrm>
            </p:grpSpPr>
            <p:sp>
              <p:nvSpPr>
                <p:cNvPr id="26079" name="Freeform 222">
                  <a:extLst>
                    <a:ext uri="{FF2B5EF4-FFF2-40B4-BE49-F238E27FC236}">
                      <a16:creationId xmlns:a16="http://schemas.microsoft.com/office/drawing/2014/main" id="{73BCC427-1556-C246-B190-15F02DE774E7}"/>
                    </a:ext>
                  </a:extLst>
                </p:cNvPr>
                <p:cNvSpPr>
                  <a:spLocks/>
                </p:cNvSpPr>
                <p:nvPr/>
              </p:nvSpPr>
              <p:spPr bwMode="auto">
                <a:xfrm>
                  <a:off x="857" y="3572"/>
                  <a:ext cx="12" cy="23"/>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80" name="Freeform 223">
                  <a:extLst>
                    <a:ext uri="{FF2B5EF4-FFF2-40B4-BE49-F238E27FC236}">
                      <a16:creationId xmlns:a16="http://schemas.microsoft.com/office/drawing/2014/main" id="{0EECCEFE-CE4E-2A4D-BC4A-B95646E625BC}"/>
                    </a:ext>
                  </a:extLst>
                </p:cNvPr>
                <p:cNvSpPr>
                  <a:spLocks/>
                </p:cNvSpPr>
                <p:nvPr/>
              </p:nvSpPr>
              <p:spPr bwMode="auto">
                <a:xfrm>
                  <a:off x="862" y="3573"/>
                  <a:ext cx="37" cy="9"/>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81" name="Freeform 224">
                  <a:extLst>
                    <a:ext uri="{FF2B5EF4-FFF2-40B4-BE49-F238E27FC236}">
                      <a16:creationId xmlns:a16="http://schemas.microsoft.com/office/drawing/2014/main" id="{CBFC4892-2476-0C43-8C61-2B9A3BCCFD73}"/>
                    </a:ext>
                  </a:extLst>
                </p:cNvPr>
                <p:cNvSpPr>
                  <a:spLocks/>
                </p:cNvSpPr>
                <p:nvPr/>
              </p:nvSpPr>
              <p:spPr bwMode="auto">
                <a:xfrm>
                  <a:off x="865" y="3583"/>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62" name="Group 225">
                <a:extLst>
                  <a:ext uri="{FF2B5EF4-FFF2-40B4-BE49-F238E27FC236}">
                    <a16:creationId xmlns:a16="http://schemas.microsoft.com/office/drawing/2014/main" id="{227EF272-6DE5-E844-A374-3075898F5544}"/>
                  </a:ext>
                </a:extLst>
              </p:cNvPr>
              <p:cNvGrpSpPr>
                <a:grpSpLocks/>
              </p:cNvGrpSpPr>
              <p:nvPr/>
            </p:nvGrpSpPr>
            <p:grpSpPr bwMode="auto">
              <a:xfrm>
                <a:off x="870" y="3585"/>
                <a:ext cx="48" cy="23"/>
                <a:chOff x="870" y="3585"/>
                <a:chExt cx="48" cy="23"/>
              </a:xfrm>
            </p:grpSpPr>
            <p:sp>
              <p:nvSpPr>
                <p:cNvPr id="26076" name="Freeform 226">
                  <a:extLst>
                    <a:ext uri="{FF2B5EF4-FFF2-40B4-BE49-F238E27FC236}">
                      <a16:creationId xmlns:a16="http://schemas.microsoft.com/office/drawing/2014/main" id="{67E4B978-88A8-9B43-9892-C1D7BA9FC6E6}"/>
                    </a:ext>
                  </a:extLst>
                </p:cNvPr>
                <p:cNvSpPr>
                  <a:spLocks/>
                </p:cNvSpPr>
                <p:nvPr/>
              </p:nvSpPr>
              <p:spPr bwMode="auto">
                <a:xfrm>
                  <a:off x="870" y="3585"/>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77" name="Freeform 227">
                  <a:extLst>
                    <a:ext uri="{FF2B5EF4-FFF2-40B4-BE49-F238E27FC236}">
                      <a16:creationId xmlns:a16="http://schemas.microsoft.com/office/drawing/2014/main" id="{5B8263CC-DBFA-1847-AB3C-9F1F9C009C63}"/>
                    </a:ext>
                  </a:extLst>
                </p:cNvPr>
                <p:cNvSpPr>
                  <a:spLocks/>
                </p:cNvSpPr>
                <p:nvPr/>
              </p:nvSpPr>
              <p:spPr bwMode="auto">
                <a:xfrm>
                  <a:off x="874" y="3586"/>
                  <a:ext cx="38" cy="10"/>
                </a:xfrm>
                <a:custGeom>
                  <a:avLst/>
                  <a:gdLst>
                    <a:gd name="T0" fmla="*/ 1 w 75"/>
                    <a:gd name="T1" fmla="*/ 0 h 29"/>
                    <a:gd name="T2" fmla="*/ 1 w 75"/>
                    <a:gd name="T3" fmla="*/ 0 h 29"/>
                    <a:gd name="T4" fmla="*/ 1 w 75"/>
                    <a:gd name="T5" fmla="*/ 0 h 29"/>
                    <a:gd name="T6" fmla="*/ 1 w 75"/>
                    <a:gd name="T7" fmla="*/ 0 h 29"/>
                    <a:gd name="T8" fmla="*/ 1 w 75"/>
                    <a:gd name="T9" fmla="*/ 0 h 29"/>
                    <a:gd name="T10" fmla="*/ 1 w 75"/>
                    <a:gd name="T11" fmla="*/ 0 h 29"/>
                    <a:gd name="T12" fmla="*/ 1 w 75"/>
                    <a:gd name="T13" fmla="*/ 0 h 29"/>
                    <a:gd name="T14" fmla="*/ 0 w 75"/>
                    <a:gd name="T15" fmla="*/ 0 h 29"/>
                    <a:gd name="T16" fmla="*/ 1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78" name="Freeform 228">
                  <a:extLst>
                    <a:ext uri="{FF2B5EF4-FFF2-40B4-BE49-F238E27FC236}">
                      <a16:creationId xmlns:a16="http://schemas.microsoft.com/office/drawing/2014/main" id="{E0B3537F-0069-2048-A9DB-746DB3B06849}"/>
                    </a:ext>
                  </a:extLst>
                </p:cNvPr>
                <p:cNvSpPr>
                  <a:spLocks/>
                </p:cNvSpPr>
                <p:nvPr/>
              </p:nvSpPr>
              <p:spPr bwMode="auto">
                <a:xfrm>
                  <a:off x="878" y="3596"/>
                  <a:ext cx="40" cy="12"/>
                </a:xfrm>
                <a:custGeom>
                  <a:avLst/>
                  <a:gdLst>
                    <a:gd name="T0" fmla="*/ 0 w 80"/>
                    <a:gd name="T1" fmla="*/ 0 h 36"/>
                    <a:gd name="T2" fmla="*/ 1 w 80"/>
                    <a:gd name="T3" fmla="*/ 0 h 36"/>
                    <a:gd name="T4" fmla="*/ 1 w 80"/>
                    <a:gd name="T5" fmla="*/ 0 h 36"/>
                    <a:gd name="T6" fmla="*/ 1 w 80"/>
                    <a:gd name="T7" fmla="*/ 0 h 36"/>
                    <a:gd name="T8" fmla="*/ 1 w 80"/>
                    <a:gd name="T9" fmla="*/ 0 h 36"/>
                    <a:gd name="T10" fmla="*/ 1 w 80"/>
                    <a:gd name="T11" fmla="*/ 0 h 36"/>
                    <a:gd name="T12" fmla="*/ 0 w 80"/>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63" name="Group 229">
                <a:extLst>
                  <a:ext uri="{FF2B5EF4-FFF2-40B4-BE49-F238E27FC236}">
                    <a16:creationId xmlns:a16="http://schemas.microsoft.com/office/drawing/2014/main" id="{CD123CA3-744A-FD4D-B9AD-4A037A059D21}"/>
                  </a:ext>
                </a:extLst>
              </p:cNvPr>
              <p:cNvGrpSpPr>
                <a:grpSpLocks/>
              </p:cNvGrpSpPr>
              <p:nvPr/>
            </p:nvGrpSpPr>
            <p:grpSpPr bwMode="auto">
              <a:xfrm>
                <a:off x="882" y="3600"/>
                <a:ext cx="100" cy="73"/>
                <a:chOff x="882" y="3600"/>
                <a:chExt cx="100" cy="73"/>
              </a:xfrm>
            </p:grpSpPr>
            <p:grpSp>
              <p:nvGrpSpPr>
                <p:cNvPr id="26056" name="Group 230">
                  <a:extLst>
                    <a:ext uri="{FF2B5EF4-FFF2-40B4-BE49-F238E27FC236}">
                      <a16:creationId xmlns:a16="http://schemas.microsoft.com/office/drawing/2014/main" id="{5BC2CA15-A97E-284E-A863-FFA808CA894C}"/>
                    </a:ext>
                  </a:extLst>
                </p:cNvPr>
                <p:cNvGrpSpPr>
                  <a:grpSpLocks/>
                </p:cNvGrpSpPr>
                <p:nvPr/>
              </p:nvGrpSpPr>
              <p:grpSpPr bwMode="auto">
                <a:xfrm>
                  <a:off x="882" y="3600"/>
                  <a:ext cx="49" cy="23"/>
                  <a:chOff x="882" y="3600"/>
                  <a:chExt cx="49" cy="23"/>
                </a:xfrm>
              </p:grpSpPr>
              <p:sp>
                <p:nvSpPr>
                  <p:cNvPr id="26073" name="Freeform 231">
                    <a:extLst>
                      <a:ext uri="{FF2B5EF4-FFF2-40B4-BE49-F238E27FC236}">
                        <a16:creationId xmlns:a16="http://schemas.microsoft.com/office/drawing/2014/main" id="{C82CB70A-15B6-5149-BCB0-657B26EB3136}"/>
                      </a:ext>
                    </a:extLst>
                  </p:cNvPr>
                  <p:cNvSpPr>
                    <a:spLocks/>
                  </p:cNvSpPr>
                  <p:nvPr/>
                </p:nvSpPr>
                <p:spPr bwMode="auto">
                  <a:xfrm>
                    <a:off x="882" y="3600"/>
                    <a:ext cx="12" cy="23"/>
                  </a:xfrm>
                  <a:custGeom>
                    <a:avLst/>
                    <a:gdLst>
                      <a:gd name="T0" fmla="*/ 1 w 23"/>
                      <a:gd name="T1" fmla="*/ 0 h 70"/>
                      <a:gd name="T2" fmla="*/ 0 w 23"/>
                      <a:gd name="T3" fmla="*/ 0 h 70"/>
                      <a:gd name="T4" fmla="*/ 1 w 23"/>
                      <a:gd name="T5" fmla="*/ 0 h 70"/>
                      <a:gd name="T6" fmla="*/ 1 w 23"/>
                      <a:gd name="T7" fmla="*/ 0 h 70"/>
                      <a:gd name="T8" fmla="*/ 1 w 23"/>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74" name="Freeform 232">
                    <a:extLst>
                      <a:ext uri="{FF2B5EF4-FFF2-40B4-BE49-F238E27FC236}">
                        <a16:creationId xmlns:a16="http://schemas.microsoft.com/office/drawing/2014/main" id="{1E46862A-4F62-3A49-9B1E-899558740E5D}"/>
                      </a:ext>
                    </a:extLst>
                  </p:cNvPr>
                  <p:cNvSpPr>
                    <a:spLocks/>
                  </p:cNvSpPr>
                  <p:nvPr/>
                </p:nvSpPr>
                <p:spPr bwMode="auto">
                  <a:xfrm>
                    <a:off x="887" y="3600"/>
                    <a:ext cx="37" cy="11"/>
                  </a:xfrm>
                  <a:custGeom>
                    <a:avLst/>
                    <a:gdLst>
                      <a:gd name="T0" fmla="*/ 1 w 73"/>
                      <a:gd name="T1" fmla="*/ 0 h 31"/>
                      <a:gd name="T2" fmla="*/ 1 w 73"/>
                      <a:gd name="T3" fmla="*/ 0 h 31"/>
                      <a:gd name="T4" fmla="*/ 1 w 73"/>
                      <a:gd name="T5" fmla="*/ 0 h 31"/>
                      <a:gd name="T6" fmla="*/ 1 w 73"/>
                      <a:gd name="T7" fmla="*/ 0 h 31"/>
                      <a:gd name="T8" fmla="*/ 1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75" name="Freeform 233">
                    <a:extLst>
                      <a:ext uri="{FF2B5EF4-FFF2-40B4-BE49-F238E27FC236}">
                        <a16:creationId xmlns:a16="http://schemas.microsoft.com/office/drawing/2014/main" id="{063E91FE-1EAC-D24A-9A85-4DE46CAFAD08}"/>
                      </a:ext>
                    </a:extLst>
                  </p:cNvPr>
                  <p:cNvSpPr>
                    <a:spLocks/>
                  </p:cNvSpPr>
                  <p:nvPr/>
                </p:nvSpPr>
                <p:spPr bwMode="auto">
                  <a:xfrm>
                    <a:off x="890" y="3611"/>
                    <a:ext cx="41" cy="12"/>
                  </a:xfrm>
                  <a:custGeom>
                    <a:avLst/>
                    <a:gdLst>
                      <a:gd name="T0" fmla="*/ 0 w 83"/>
                      <a:gd name="T1" fmla="*/ 0 h 38"/>
                      <a:gd name="T2" fmla="*/ 0 w 83"/>
                      <a:gd name="T3" fmla="*/ 0 h 38"/>
                      <a:gd name="T4" fmla="*/ 0 w 83"/>
                      <a:gd name="T5" fmla="*/ 0 h 38"/>
                      <a:gd name="T6" fmla="*/ 0 w 83"/>
                      <a:gd name="T7" fmla="*/ 0 h 38"/>
                      <a:gd name="T8" fmla="*/ 0 w 83"/>
                      <a:gd name="T9" fmla="*/ 0 h 38"/>
                      <a:gd name="T10" fmla="*/ 0 w 83"/>
                      <a:gd name="T11" fmla="*/ 0 h 38"/>
                      <a:gd name="T12" fmla="*/ 0 w 83"/>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057" name="Group 234">
                  <a:extLst>
                    <a:ext uri="{FF2B5EF4-FFF2-40B4-BE49-F238E27FC236}">
                      <a16:creationId xmlns:a16="http://schemas.microsoft.com/office/drawing/2014/main" id="{37B546E6-34D2-904A-B329-25BB0AC16B82}"/>
                    </a:ext>
                  </a:extLst>
                </p:cNvPr>
                <p:cNvGrpSpPr>
                  <a:grpSpLocks/>
                </p:cNvGrpSpPr>
                <p:nvPr/>
              </p:nvGrpSpPr>
              <p:grpSpPr bwMode="auto">
                <a:xfrm>
                  <a:off x="894" y="3612"/>
                  <a:ext cx="49" cy="23"/>
                  <a:chOff x="894" y="3612"/>
                  <a:chExt cx="49" cy="23"/>
                </a:xfrm>
              </p:grpSpPr>
              <p:sp>
                <p:nvSpPr>
                  <p:cNvPr id="26070" name="Freeform 235">
                    <a:extLst>
                      <a:ext uri="{FF2B5EF4-FFF2-40B4-BE49-F238E27FC236}">
                        <a16:creationId xmlns:a16="http://schemas.microsoft.com/office/drawing/2014/main" id="{770292D7-A098-5940-B0B0-501796452771}"/>
                      </a:ext>
                    </a:extLst>
                  </p:cNvPr>
                  <p:cNvSpPr>
                    <a:spLocks/>
                  </p:cNvSpPr>
                  <p:nvPr/>
                </p:nvSpPr>
                <p:spPr bwMode="auto">
                  <a:xfrm>
                    <a:off x="894" y="3612"/>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71" name="Freeform 236">
                    <a:extLst>
                      <a:ext uri="{FF2B5EF4-FFF2-40B4-BE49-F238E27FC236}">
                        <a16:creationId xmlns:a16="http://schemas.microsoft.com/office/drawing/2014/main" id="{262975E4-AFBE-0240-B289-5E1B45B7C019}"/>
                      </a:ext>
                    </a:extLst>
                  </p:cNvPr>
                  <p:cNvSpPr>
                    <a:spLocks/>
                  </p:cNvSpPr>
                  <p:nvPr/>
                </p:nvSpPr>
                <p:spPr bwMode="auto">
                  <a:xfrm>
                    <a:off x="899" y="3613"/>
                    <a:ext cx="37" cy="10"/>
                  </a:xfrm>
                  <a:custGeom>
                    <a:avLst/>
                    <a:gdLst>
                      <a:gd name="T0" fmla="*/ 0 w 75"/>
                      <a:gd name="T1" fmla="*/ 0 h 32"/>
                      <a:gd name="T2" fmla="*/ 0 w 75"/>
                      <a:gd name="T3" fmla="*/ 0 h 32"/>
                      <a:gd name="T4" fmla="*/ 0 w 75"/>
                      <a:gd name="T5" fmla="*/ 0 h 32"/>
                      <a:gd name="T6" fmla="*/ 0 w 75"/>
                      <a:gd name="T7" fmla="*/ 0 h 32"/>
                      <a:gd name="T8" fmla="*/ 0 w 75"/>
                      <a:gd name="T9" fmla="*/ 0 h 32"/>
                      <a:gd name="T10" fmla="*/ 0 w 75"/>
                      <a:gd name="T11" fmla="*/ 0 h 32"/>
                      <a:gd name="T12" fmla="*/ 0 w 75"/>
                      <a:gd name="T13" fmla="*/ 0 h 32"/>
                      <a:gd name="T14" fmla="*/ 0 w 75"/>
                      <a:gd name="T15" fmla="*/ 0 h 32"/>
                      <a:gd name="T16" fmla="*/ 0 w 75"/>
                      <a:gd name="T17" fmla="*/ 0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72" name="Freeform 237">
                    <a:extLst>
                      <a:ext uri="{FF2B5EF4-FFF2-40B4-BE49-F238E27FC236}">
                        <a16:creationId xmlns:a16="http://schemas.microsoft.com/office/drawing/2014/main" id="{1AE84040-6F53-B647-9483-13ABF2B0133B}"/>
                      </a:ext>
                    </a:extLst>
                  </p:cNvPr>
                  <p:cNvSpPr>
                    <a:spLocks/>
                  </p:cNvSpPr>
                  <p:nvPr/>
                </p:nvSpPr>
                <p:spPr bwMode="auto">
                  <a:xfrm>
                    <a:off x="902" y="3623"/>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058" name="Group 238">
                  <a:extLst>
                    <a:ext uri="{FF2B5EF4-FFF2-40B4-BE49-F238E27FC236}">
                      <a16:creationId xmlns:a16="http://schemas.microsoft.com/office/drawing/2014/main" id="{2FFA07B7-5B2C-B043-9C95-E2BCEB1D7AB8}"/>
                    </a:ext>
                  </a:extLst>
                </p:cNvPr>
                <p:cNvGrpSpPr>
                  <a:grpSpLocks/>
                </p:cNvGrpSpPr>
                <p:nvPr/>
              </p:nvGrpSpPr>
              <p:grpSpPr bwMode="auto">
                <a:xfrm>
                  <a:off x="907" y="3625"/>
                  <a:ext cx="49" cy="23"/>
                  <a:chOff x="907" y="3625"/>
                  <a:chExt cx="49" cy="23"/>
                </a:xfrm>
              </p:grpSpPr>
              <p:sp>
                <p:nvSpPr>
                  <p:cNvPr id="26067" name="Freeform 239">
                    <a:extLst>
                      <a:ext uri="{FF2B5EF4-FFF2-40B4-BE49-F238E27FC236}">
                        <a16:creationId xmlns:a16="http://schemas.microsoft.com/office/drawing/2014/main" id="{B050681D-E5D3-4340-964D-87F6563F2D6C}"/>
                      </a:ext>
                    </a:extLst>
                  </p:cNvPr>
                  <p:cNvSpPr>
                    <a:spLocks/>
                  </p:cNvSpPr>
                  <p:nvPr/>
                </p:nvSpPr>
                <p:spPr bwMode="auto">
                  <a:xfrm>
                    <a:off x="907" y="3625"/>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68" name="Freeform 240">
                    <a:extLst>
                      <a:ext uri="{FF2B5EF4-FFF2-40B4-BE49-F238E27FC236}">
                        <a16:creationId xmlns:a16="http://schemas.microsoft.com/office/drawing/2014/main" id="{19EB173A-2A95-6D4F-8CB5-C43D53B02F9B}"/>
                      </a:ext>
                    </a:extLst>
                  </p:cNvPr>
                  <p:cNvSpPr>
                    <a:spLocks/>
                  </p:cNvSpPr>
                  <p:nvPr/>
                </p:nvSpPr>
                <p:spPr bwMode="auto">
                  <a:xfrm>
                    <a:off x="912" y="3626"/>
                    <a:ext cx="36" cy="9"/>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69" name="Freeform 241">
                    <a:extLst>
                      <a:ext uri="{FF2B5EF4-FFF2-40B4-BE49-F238E27FC236}">
                        <a16:creationId xmlns:a16="http://schemas.microsoft.com/office/drawing/2014/main" id="{4603917B-F821-8F41-98C4-BC57042782C3}"/>
                      </a:ext>
                    </a:extLst>
                  </p:cNvPr>
                  <p:cNvSpPr>
                    <a:spLocks/>
                  </p:cNvSpPr>
                  <p:nvPr/>
                </p:nvSpPr>
                <p:spPr bwMode="auto">
                  <a:xfrm>
                    <a:off x="914" y="3636"/>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059" name="Group 242">
                  <a:extLst>
                    <a:ext uri="{FF2B5EF4-FFF2-40B4-BE49-F238E27FC236}">
                      <a16:creationId xmlns:a16="http://schemas.microsoft.com/office/drawing/2014/main" id="{A88F9485-CBA8-7840-A168-CAE19DBBA67F}"/>
                    </a:ext>
                  </a:extLst>
                </p:cNvPr>
                <p:cNvGrpSpPr>
                  <a:grpSpLocks/>
                </p:cNvGrpSpPr>
                <p:nvPr/>
              </p:nvGrpSpPr>
              <p:grpSpPr bwMode="auto">
                <a:xfrm>
                  <a:off x="919" y="3638"/>
                  <a:ext cx="49" cy="22"/>
                  <a:chOff x="919" y="3638"/>
                  <a:chExt cx="49" cy="22"/>
                </a:xfrm>
              </p:grpSpPr>
              <p:sp>
                <p:nvSpPr>
                  <p:cNvPr id="26064" name="Freeform 243">
                    <a:extLst>
                      <a:ext uri="{FF2B5EF4-FFF2-40B4-BE49-F238E27FC236}">
                        <a16:creationId xmlns:a16="http://schemas.microsoft.com/office/drawing/2014/main" id="{7642F846-BB9C-9A42-A322-371420D7AF9E}"/>
                      </a:ext>
                    </a:extLst>
                  </p:cNvPr>
                  <p:cNvSpPr>
                    <a:spLocks/>
                  </p:cNvSpPr>
                  <p:nvPr/>
                </p:nvSpPr>
                <p:spPr bwMode="auto">
                  <a:xfrm>
                    <a:off x="919" y="3638"/>
                    <a:ext cx="13" cy="22"/>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65" name="Freeform 244">
                    <a:extLst>
                      <a:ext uri="{FF2B5EF4-FFF2-40B4-BE49-F238E27FC236}">
                        <a16:creationId xmlns:a16="http://schemas.microsoft.com/office/drawing/2014/main" id="{C9FC9013-7272-344B-817A-91FE0211FA81}"/>
                      </a:ext>
                    </a:extLst>
                  </p:cNvPr>
                  <p:cNvSpPr>
                    <a:spLocks/>
                  </p:cNvSpPr>
                  <p:nvPr/>
                </p:nvSpPr>
                <p:spPr bwMode="auto">
                  <a:xfrm>
                    <a:off x="924" y="3638"/>
                    <a:ext cx="37" cy="10"/>
                  </a:xfrm>
                  <a:custGeom>
                    <a:avLst/>
                    <a:gdLst>
                      <a:gd name="T0" fmla="*/ 1 w 73"/>
                      <a:gd name="T1" fmla="*/ 0 h 30"/>
                      <a:gd name="T2" fmla="*/ 1 w 73"/>
                      <a:gd name="T3" fmla="*/ 0 h 30"/>
                      <a:gd name="T4" fmla="*/ 1 w 73"/>
                      <a:gd name="T5" fmla="*/ 0 h 30"/>
                      <a:gd name="T6" fmla="*/ 1 w 73"/>
                      <a:gd name="T7" fmla="*/ 0 h 30"/>
                      <a:gd name="T8" fmla="*/ 1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66" name="Freeform 245">
                    <a:extLst>
                      <a:ext uri="{FF2B5EF4-FFF2-40B4-BE49-F238E27FC236}">
                        <a16:creationId xmlns:a16="http://schemas.microsoft.com/office/drawing/2014/main" id="{15B18570-ECAA-914B-9463-52EBB8875470}"/>
                      </a:ext>
                    </a:extLst>
                  </p:cNvPr>
                  <p:cNvSpPr>
                    <a:spLocks/>
                  </p:cNvSpPr>
                  <p:nvPr/>
                </p:nvSpPr>
                <p:spPr bwMode="auto">
                  <a:xfrm>
                    <a:off x="928" y="3648"/>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060" name="Group 246">
                  <a:extLst>
                    <a:ext uri="{FF2B5EF4-FFF2-40B4-BE49-F238E27FC236}">
                      <a16:creationId xmlns:a16="http://schemas.microsoft.com/office/drawing/2014/main" id="{D21A2A8D-1324-D648-8F59-BF5E78A7C340}"/>
                    </a:ext>
                  </a:extLst>
                </p:cNvPr>
                <p:cNvGrpSpPr>
                  <a:grpSpLocks/>
                </p:cNvGrpSpPr>
                <p:nvPr/>
              </p:nvGrpSpPr>
              <p:grpSpPr bwMode="auto">
                <a:xfrm>
                  <a:off x="932" y="3651"/>
                  <a:ext cx="50" cy="22"/>
                  <a:chOff x="932" y="3651"/>
                  <a:chExt cx="50" cy="22"/>
                </a:xfrm>
              </p:grpSpPr>
              <p:sp>
                <p:nvSpPr>
                  <p:cNvPr id="26061" name="Freeform 247">
                    <a:extLst>
                      <a:ext uri="{FF2B5EF4-FFF2-40B4-BE49-F238E27FC236}">
                        <a16:creationId xmlns:a16="http://schemas.microsoft.com/office/drawing/2014/main" id="{3515E926-5117-5C4D-81F8-8D197D42A21A}"/>
                      </a:ext>
                    </a:extLst>
                  </p:cNvPr>
                  <p:cNvSpPr>
                    <a:spLocks/>
                  </p:cNvSpPr>
                  <p:nvPr/>
                </p:nvSpPr>
                <p:spPr bwMode="auto">
                  <a:xfrm>
                    <a:off x="932" y="3651"/>
                    <a:ext cx="12" cy="22"/>
                  </a:xfrm>
                  <a:custGeom>
                    <a:avLst/>
                    <a:gdLst>
                      <a:gd name="T0" fmla="*/ 1 w 24"/>
                      <a:gd name="T1" fmla="*/ 0 h 67"/>
                      <a:gd name="T2" fmla="*/ 0 w 24"/>
                      <a:gd name="T3" fmla="*/ 0 h 67"/>
                      <a:gd name="T4" fmla="*/ 1 w 24"/>
                      <a:gd name="T5" fmla="*/ 0 h 67"/>
                      <a:gd name="T6" fmla="*/ 1 w 24"/>
                      <a:gd name="T7" fmla="*/ 0 h 67"/>
                      <a:gd name="T8" fmla="*/ 1 w 24"/>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62" name="Freeform 248">
                    <a:extLst>
                      <a:ext uri="{FF2B5EF4-FFF2-40B4-BE49-F238E27FC236}">
                        <a16:creationId xmlns:a16="http://schemas.microsoft.com/office/drawing/2014/main" id="{68E9F0CE-1B29-8D40-92BE-A9C3B0AC4A89}"/>
                      </a:ext>
                    </a:extLst>
                  </p:cNvPr>
                  <p:cNvSpPr>
                    <a:spLocks/>
                  </p:cNvSpPr>
                  <p:nvPr/>
                </p:nvSpPr>
                <p:spPr bwMode="auto">
                  <a:xfrm>
                    <a:off x="937" y="3651"/>
                    <a:ext cx="37" cy="10"/>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63" name="Freeform 249">
                    <a:extLst>
                      <a:ext uri="{FF2B5EF4-FFF2-40B4-BE49-F238E27FC236}">
                        <a16:creationId xmlns:a16="http://schemas.microsoft.com/office/drawing/2014/main" id="{48A659C9-CC62-184E-86BB-B7B732BD323C}"/>
                      </a:ext>
                    </a:extLst>
                  </p:cNvPr>
                  <p:cNvSpPr>
                    <a:spLocks/>
                  </p:cNvSpPr>
                  <p:nvPr/>
                </p:nvSpPr>
                <p:spPr bwMode="auto">
                  <a:xfrm>
                    <a:off x="940" y="3662"/>
                    <a:ext cx="42" cy="11"/>
                  </a:xfrm>
                  <a:custGeom>
                    <a:avLst/>
                    <a:gdLst>
                      <a:gd name="T0" fmla="*/ 0 w 83"/>
                      <a:gd name="T1" fmla="*/ 0 h 35"/>
                      <a:gd name="T2" fmla="*/ 1 w 83"/>
                      <a:gd name="T3" fmla="*/ 0 h 35"/>
                      <a:gd name="T4" fmla="*/ 1 w 83"/>
                      <a:gd name="T5" fmla="*/ 0 h 35"/>
                      <a:gd name="T6" fmla="*/ 1 w 83"/>
                      <a:gd name="T7" fmla="*/ 0 h 35"/>
                      <a:gd name="T8" fmla="*/ 1 w 83"/>
                      <a:gd name="T9" fmla="*/ 0 h 35"/>
                      <a:gd name="T10" fmla="*/ 1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5764" name="Group 250">
                <a:extLst>
                  <a:ext uri="{FF2B5EF4-FFF2-40B4-BE49-F238E27FC236}">
                    <a16:creationId xmlns:a16="http://schemas.microsoft.com/office/drawing/2014/main" id="{D5C44DDF-028A-A74D-B2FD-F34C6B91210A}"/>
                  </a:ext>
                </a:extLst>
              </p:cNvPr>
              <p:cNvGrpSpPr>
                <a:grpSpLocks/>
              </p:cNvGrpSpPr>
              <p:nvPr/>
            </p:nvGrpSpPr>
            <p:grpSpPr bwMode="auto">
              <a:xfrm>
                <a:off x="944" y="3665"/>
                <a:ext cx="99" cy="74"/>
                <a:chOff x="944" y="3665"/>
                <a:chExt cx="99" cy="74"/>
              </a:xfrm>
            </p:grpSpPr>
            <p:grpSp>
              <p:nvGrpSpPr>
                <p:cNvPr id="26036" name="Group 251">
                  <a:extLst>
                    <a:ext uri="{FF2B5EF4-FFF2-40B4-BE49-F238E27FC236}">
                      <a16:creationId xmlns:a16="http://schemas.microsoft.com/office/drawing/2014/main" id="{A75B5583-A020-1C4D-8DC8-4DDC7A281A04}"/>
                    </a:ext>
                  </a:extLst>
                </p:cNvPr>
                <p:cNvGrpSpPr>
                  <a:grpSpLocks/>
                </p:cNvGrpSpPr>
                <p:nvPr/>
              </p:nvGrpSpPr>
              <p:grpSpPr bwMode="auto">
                <a:xfrm>
                  <a:off x="944" y="3665"/>
                  <a:ext cx="49" cy="23"/>
                  <a:chOff x="944" y="3665"/>
                  <a:chExt cx="49" cy="23"/>
                </a:xfrm>
              </p:grpSpPr>
              <p:sp>
                <p:nvSpPr>
                  <p:cNvPr id="26053" name="Freeform 252">
                    <a:extLst>
                      <a:ext uri="{FF2B5EF4-FFF2-40B4-BE49-F238E27FC236}">
                        <a16:creationId xmlns:a16="http://schemas.microsoft.com/office/drawing/2014/main" id="{D75C2729-1B32-A84A-9D4A-F8D9B8B65CD6}"/>
                      </a:ext>
                    </a:extLst>
                  </p:cNvPr>
                  <p:cNvSpPr>
                    <a:spLocks/>
                  </p:cNvSpPr>
                  <p:nvPr/>
                </p:nvSpPr>
                <p:spPr bwMode="auto">
                  <a:xfrm>
                    <a:off x="944" y="3665"/>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54" name="Freeform 253">
                    <a:extLst>
                      <a:ext uri="{FF2B5EF4-FFF2-40B4-BE49-F238E27FC236}">
                        <a16:creationId xmlns:a16="http://schemas.microsoft.com/office/drawing/2014/main" id="{6BD9F163-C1BE-194E-8444-25F3D140181A}"/>
                      </a:ext>
                    </a:extLst>
                  </p:cNvPr>
                  <p:cNvSpPr>
                    <a:spLocks/>
                  </p:cNvSpPr>
                  <p:nvPr/>
                </p:nvSpPr>
                <p:spPr bwMode="auto">
                  <a:xfrm>
                    <a:off x="949" y="3666"/>
                    <a:ext cx="37" cy="10"/>
                  </a:xfrm>
                  <a:custGeom>
                    <a:avLst/>
                    <a:gdLst>
                      <a:gd name="T0" fmla="*/ 0 w 75"/>
                      <a:gd name="T1" fmla="*/ 0 h 31"/>
                      <a:gd name="T2" fmla="*/ 0 w 75"/>
                      <a:gd name="T3" fmla="*/ 0 h 31"/>
                      <a:gd name="T4" fmla="*/ 0 w 75"/>
                      <a:gd name="T5" fmla="*/ 0 h 31"/>
                      <a:gd name="T6" fmla="*/ 0 w 75"/>
                      <a:gd name="T7" fmla="*/ 0 h 31"/>
                      <a:gd name="T8" fmla="*/ 0 w 75"/>
                      <a:gd name="T9" fmla="*/ 0 h 31"/>
                      <a:gd name="T10" fmla="*/ 0 w 75"/>
                      <a:gd name="T11" fmla="*/ 0 h 31"/>
                      <a:gd name="T12" fmla="*/ 0 w 75"/>
                      <a:gd name="T13" fmla="*/ 0 h 31"/>
                      <a:gd name="T14" fmla="*/ 0 w 75"/>
                      <a:gd name="T15" fmla="*/ 0 h 31"/>
                      <a:gd name="T16" fmla="*/ 0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55" name="Freeform 254">
                    <a:extLst>
                      <a:ext uri="{FF2B5EF4-FFF2-40B4-BE49-F238E27FC236}">
                        <a16:creationId xmlns:a16="http://schemas.microsoft.com/office/drawing/2014/main" id="{30ED403D-30AF-864F-8D21-B40605F24054}"/>
                      </a:ext>
                    </a:extLst>
                  </p:cNvPr>
                  <p:cNvSpPr>
                    <a:spLocks/>
                  </p:cNvSpPr>
                  <p:nvPr/>
                </p:nvSpPr>
                <p:spPr bwMode="auto">
                  <a:xfrm>
                    <a:off x="953" y="3676"/>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037" name="Group 255">
                  <a:extLst>
                    <a:ext uri="{FF2B5EF4-FFF2-40B4-BE49-F238E27FC236}">
                      <a16:creationId xmlns:a16="http://schemas.microsoft.com/office/drawing/2014/main" id="{0B9089AF-1FDC-2141-8E39-E308073D5964}"/>
                    </a:ext>
                  </a:extLst>
                </p:cNvPr>
                <p:cNvGrpSpPr>
                  <a:grpSpLocks/>
                </p:cNvGrpSpPr>
                <p:nvPr/>
              </p:nvGrpSpPr>
              <p:grpSpPr bwMode="auto">
                <a:xfrm>
                  <a:off x="957" y="3678"/>
                  <a:ext cx="48" cy="23"/>
                  <a:chOff x="957" y="3678"/>
                  <a:chExt cx="48" cy="23"/>
                </a:xfrm>
              </p:grpSpPr>
              <p:sp>
                <p:nvSpPr>
                  <p:cNvPr id="26050" name="Freeform 256">
                    <a:extLst>
                      <a:ext uri="{FF2B5EF4-FFF2-40B4-BE49-F238E27FC236}">
                        <a16:creationId xmlns:a16="http://schemas.microsoft.com/office/drawing/2014/main" id="{FE871EFF-E8BB-4847-9108-AA1116B2787F}"/>
                      </a:ext>
                    </a:extLst>
                  </p:cNvPr>
                  <p:cNvSpPr>
                    <a:spLocks/>
                  </p:cNvSpPr>
                  <p:nvPr/>
                </p:nvSpPr>
                <p:spPr bwMode="auto">
                  <a:xfrm>
                    <a:off x="957" y="3678"/>
                    <a:ext cx="11" cy="23"/>
                  </a:xfrm>
                  <a:custGeom>
                    <a:avLst/>
                    <a:gdLst>
                      <a:gd name="T0" fmla="*/ 0 w 24"/>
                      <a:gd name="T1" fmla="*/ 0 h 70"/>
                      <a:gd name="T2" fmla="*/ 0 w 24"/>
                      <a:gd name="T3" fmla="*/ 0 h 70"/>
                      <a:gd name="T4" fmla="*/ 0 w 24"/>
                      <a:gd name="T5" fmla="*/ 0 h 70"/>
                      <a:gd name="T6" fmla="*/ 0 w 24"/>
                      <a:gd name="T7" fmla="*/ 0 h 70"/>
                      <a:gd name="T8" fmla="*/ 0 w 24"/>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51" name="Freeform 257">
                    <a:extLst>
                      <a:ext uri="{FF2B5EF4-FFF2-40B4-BE49-F238E27FC236}">
                        <a16:creationId xmlns:a16="http://schemas.microsoft.com/office/drawing/2014/main" id="{E05A30CB-2125-304E-B520-B4F3A34A995C}"/>
                      </a:ext>
                    </a:extLst>
                  </p:cNvPr>
                  <p:cNvSpPr>
                    <a:spLocks/>
                  </p:cNvSpPr>
                  <p:nvPr/>
                </p:nvSpPr>
                <p:spPr bwMode="auto">
                  <a:xfrm>
                    <a:off x="961" y="3678"/>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52" name="Freeform 258">
                    <a:extLst>
                      <a:ext uri="{FF2B5EF4-FFF2-40B4-BE49-F238E27FC236}">
                        <a16:creationId xmlns:a16="http://schemas.microsoft.com/office/drawing/2014/main" id="{7B68C6CB-2FF3-FF48-9B01-D7151C357D95}"/>
                      </a:ext>
                    </a:extLst>
                  </p:cNvPr>
                  <p:cNvSpPr>
                    <a:spLocks/>
                  </p:cNvSpPr>
                  <p:nvPr/>
                </p:nvSpPr>
                <p:spPr bwMode="auto">
                  <a:xfrm>
                    <a:off x="964" y="3688"/>
                    <a:ext cx="41" cy="13"/>
                  </a:xfrm>
                  <a:custGeom>
                    <a:avLst/>
                    <a:gdLst>
                      <a:gd name="T0" fmla="*/ 0 w 82"/>
                      <a:gd name="T1" fmla="*/ 0 h 38"/>
                      <a:gd name="T2" fmla="*/ 1 w 82"/>
                      <a:gd name="T3" fmla="*/ 0 h 38"/>
                      <a:gd name="T4" fmla="*/ 1 w 82"/>
                      <a:gd name="T5" fmla="*/ 0 h 38"/>
                      <a:gd name="T6" fmla="*/ 1 w 82"/>
                      <a:gd name="T7" fmla="*/ 0 h 38"/>
                      <a:gd name="T8" fmla="*/ 1 w 82"/>
                      <a:gd name="T9" fmla="*/ 0 h 38"/>
                      <a:gd name="T10" fmla="*/ 1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038" name="Group 259">
                  <a:extLst>
                    <a:ext uri="{FF2B5EF4-FFF2-40B4-BE49-F238E27FC236}">
                      <a16:creationId xmlns:a16="http://schemas.microsoft.com/office/drawing/2014/main" id="{736EBC11-B771-A04A-8410-E2EA421333C2}"/>
                    </a:ext>
                  </a:extLst>
                </p:cNvPr>
                <p:cNvGrpSpPr>
                  <a:grpSpLocks/>
                </p:cNvGrpSpPr>
                <p:nvPr/>
              </p:nvGrpSpPr>
              <p:grpSpPr bwMode="auto">
                <a:xfrm>
                  <a:off x="969" y="3690"/>
                  <a:ext cx="49" cy="23"/>
                  <a:chOff x="969" y="3690"/>
                  <a:chExt cx="49" cy="23"/>
                </a:xfrm>
              </p:grpSpPr>
              <p:sp>
                <p:nvSpPr>
                  <p:cNvPr id="26047" name="Freeform 260">
                    <a:extLst>
                      <a:ext uri="{FF2B5EF4-FFF2-40B4-BE49-F238E27FC236}">
                        <a16:creationId xmlns:a16="http://schemas.microsoft.com/office/drawing/2014/main" id="{513C0B12-32C2-D647-9AEA-F84E2BBF54B3}"/>
                      </a:ext>
                    </a:extLst>
                  </p:cNvPr>
                  <p:cNvSpPr>
                    <a:spLocks/>
                  </p:cNvSpPr>
                  <p:nvPr/>
                </p:nvSpPr>
                <p:spPr bwMode="auto">
                  <a:xfrm>
                    <a:off x="969" y="3690"/>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48" name="Freeform 261">
                    <a:extLst>
                      <a:ext uri="{FF2B5EF4-FFF2-40B4-BE49-F238E27FC236}">
                        <a16:creationId xmlns:a16="http://schemas.microsoft.com/office/drawing/2014/main" id="{8A199DFB-E0CB-F944-8944-1019311090B3}"/>
                      </a:ext>
                    </a:extLst>
                  </p:cNvPr>
                  <p:cNvSpPr>
                    <a:spLocks/>
                  </p:cNvSpPr>
                  <p:nvPr/>
                </p:nvSpPr>
                <p:spPr bwMode="auto">
                  <a:xfrm>
                    <a:off x="974" y="3691"/>
                    <a:ext cx="37" cy="10"/>
                  </a:xfrm>
                  <a:custGeom>
                    <a:avLst/>
                    <a:gdLst>
                      <a:gd name="T0" fmla="*/ 0 w 75"/>
                      <a:gd name="T1" fmla="*/ 0 h 31"/>
                      <a:gd name="T2" fmla="*/ 0 w 75"/>
                      <a:gd name="T3" fmla="*/ 0 h 31"/>
                      <a:gd name="T4" fmla="*/ 0 w 75"/>
                      <a:gd name="T5" fmla="*/ 0 h 31"/>
                      <a:gd name="T6" fmla="*/ 0 w 75"/>
                      <a:gd name="T7" fmla="*/ 0 h 31"/>
                      <a:gd name="T8" fmla="*/ 0 w 75"/>
                      <a:gd name="T9" fmla="*/ 0 h 31"/>
                      <a:gd name="T10" fmla="*/ 0 w 75"/>
                      <a:gd name="T11" fmla="*/ 0 h 31"/>
                      <a:gd name="T12" fmla="*/ 0 w 75"/>
                      <a:gd name="T13" fmla="*/ 0 h 31"/>
                      <a:gd name="T14" fmla="*/ 0 w 75"/>
                      <a:gd name="T15" fmla="*/ 0 h 31"/>
                      <a:gd name="T16" fmla="*/ 0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49" name="Freeform 262">
                    <a:extLst>
                      <a:ext uri="{FF2B5EF4-FFF2-40B4-BE49-F238E27FC236}">
                        <a16:creationId xmlns:a16="http://schemas.microsoft.com/office/drawing/2014/main" id="{EA06FC08-259E-5748-B2EB-F31265384245}"/>
                      </a:ext>
                    </a:extLst>
                  </p:cNvPr>
                  <p:cNvSpPr>
                    <a:spLocks/>
                  </p:cNvSpPr>
                  <p:nvPr/>
                </p:nvSpPr>
                <p:spPr bwMode="auto">
                  <a:xfrm>
                    <a:off x="977" y="3701"/>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039" name="Group 263">
                  <a:extLst>
                    <a:ext uri="{FF2B5EF4-FFF2-40B4-BE49-F238E27FC236}">
                      <a16:creationId xmlns:a16="http://schemas.microsoft.com/office/drawing/2014/main" id="{D4BC7660-B11F-794E-9B9E-DEF18FC46BD5}"/>
                    </a:ext>
                  </a:extLst>
                </p:cNvPr>
                <p:cNvGrpSpPr>
                  <a:grpSpLocks/>
                </p:cNvGrpSpPr>
                <p:nvPr/>
              </p:nvGrpSpPr>
              <p:grpSpPr bwMode="auto">
                <a:xfrm>
                  <a:off x="982" y="3703"/>
                  <a:ext cx="49" cy="23"/>
                  <a:chOff x="982" y="3703"/>
                  <a:chExt cx="49" cy="23"/>
                </a:xfrm>
              </p:grpSpPr>
              <p:sp>
                <p:nvSpPr>
                  <p:cNvPr id="26044" name="Freeform 264">
                    <a:extLst>
                      <a:ext uri="{FF2B5EF4-FFF2-40B4-BE49-F238E27FC236}">
                        <a16:creationId xmlns:a16="http://schemas.microsoft.com/office/drawing/2014/main" id="{D43B094C-3DEA-0648-8B95-EE5E58715D24}"/>
                      </a:ext>
                    </a:extLst>
                  </p:cNvPr>
                  <p:cNvSpPr>
                    <a:spLocks/>
                  </p:cNvSpPr>
                  <p:nvPr/>
                </p:nvSpPr>
                <p:spPr bwMode="auto">
                  <a:xfrm>
                    <a:off x="982" y="3703"/>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45" name="Freeform 265">
                    <a:extLst>
                      <a:ext uri="{FF2B5EF4-FFF2-40B4-BE49-F238E27FC236}">
                        <a16:creationId xmlns:a16="http://schemas.microsoft.com/office/drawing/2014/main" id="{3D77D120-87B7-F04D-B985-BA1B27B758BB}"/>
                      </a:ext>
                    </a:extLst>
                  </p:cNvPr>
                  <p:cNvSpPr>
                    <a:spLocks/>
                  </p:cNvSpPr>
                  <p:nvPr/>
                </p:nvSpPr>
                <p:spPr bwMode="auto">
                  <a:xfrm>
                    <a:off x="987" y="3703"/>
                    <a:ext cx="37" cy="10"/>
                  </a:xfrm>
                  <a:custGeom>
                    <a:avLst/>
                    <a:gdLst>
                      <a:gd name="T0" fmla="*/ 1 w 73"/>
                      <a:gd name="T1" fmla="*/ 0 h 30"/>
                      <a:gd name="T2" fmla="*/ 1 w 73"/>
                      <a:gd name="T3" fmla="*/ 0 h 30"/>
                      <a:gd name="T4" fmla="*/ 1 w 73"/>
                      <a:gd name="T5" fmla="*/ 0 h 30"/>
                      <a:gd name="T6" fmla="*/ 1 w 73"/>
                      <a:gd name="T7" fmla="*/ 0 h 30"/>
                      <a:gd name="T8" fmla="*/ 1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46" name="Freeform 266">
                    <a:extLst>
                      <a:ext uri="{FF2B5EF4-FFF2-40B4-BE49-F238E27FC236}">
                        <a16:creationId xmlns:a16="http://schemas.microsoft.com/office/drawing/2014/main" id="{F804B206-53F8-A84D-B1E5-1C1C4A481DEF}"/>
                      </a:ext>
                    </a:extLst>
                  </p:cNvPr>
                  <p:cNvSpPr>
                    <a:spLocks/>
                  </p:cNvSpPr>
                  <p:nvPr/>
                </p:nvSpPr>
                <p:spPr bwMode="auto">
                  <a:xfrm>
                    <a:off x="989" y="3714"/>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040" name="Group 267">
                  <a:extLst>
                    <a:ext uri="{FF2B5EF4-FFF2-40B4-BE49-F238E27FC236}">
                      <a16:creationId xmlns:a16="http://schemas.microsoft.com/office/drawing/2014/main" id="{445E74CA-7CCB-CE45-A6F4-355D2F9AEE63}"/>
                    </a:ext>
                  </a:extLst>
                </p:cNvPr>
                <p:cNvGrpSpPr>
                  <a:grpSpLocks/>
                </p:cNvGrpSpPr>
                <p:nvPr/>
              </p:nvGrpSpPr>
              <p:grpSpPr bwMode="auto">
                <a:xfrm>
                  <a:off x="995" y="3716"/>
                  <a:ext cx="48" cy="23"/>
                  <a:chOff x="995" y="3716"/>
                  <a:chExt cx="48" cy="23"/>
                </a:xfrm>
              </p:grpSpPr>
              <p:sp>
                <p:nvSpPr>
                  <p:cNvPr id="26041" name="Freeform 268">
                    <a:extLst>
                      <a:ext uri="{FF2B5EF4-FFF2-40B4-BE49-F238E27FC236}">
                        <a16:creationId xmlns:a16="http://schemas.microsoft.com/office/drawing/2014/main" id="{9518FBE9-A4AF-6B4C-9C4D-B8501F20C83B}"/>
                      </a:ext>
                    </a:extLst>
                  </p:cNvPr>
                  <p:cNvSpPr>
                    <a:spLocks/>
                  </p:cNvSpPr>
                  <p:nvPr/>
                </p:nvSpPr>
                <p:spPr bwMode="auto">
                  <a:xfrm>
                    <a:off x="995" y="3716"/>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42" name="Freeform 269">
                    <a:extLst>
                      <a:ext uri="{FF2B5EF4-FFF2-40B4-BE49-F238E27FC236}">
                        <a16:creationId xmlns:a16="http://schemas.microsoft.com/office/drawing/2014/main" id="{33089E38-FE71-7348-98D6-77BFA751BC5A}"/>
                      </a:ext>
                    </a:extLst>
                  </p:cNvPr>
                  <p:cNvSpPr>
                    <a:spLocks/>
                  </p:cNvSpPr>
                  <p:nvPr/>
                </p:nvSpPr>
                <p:spPr bwMode="auto">
                  <a:xfrm>
                    <a:off x="999" y="3717"/>
                    <a:ext cx="38" cy="9"/>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43" name="Freeform 270">
                    <a:extLst>
                      <a:ext uri="{FF2B5EF4-FFF2-40B4-BE49-F238E27FC236}">
                        <a16:creationId xmlns:a16="http://schemas.microsoft.com/office/drawing/2014/main" id="{5DF2E29C-BDE3-AD47-A07C-7BF3ACD40048}"/>
                      </a:ext>
                    </a:extLst>
                  </p:cNvPr>
                  <p:cNvSpPr>
                    <a:spLocks/>
                  </p:cNvSpPr>
                  <p:nvPr/>
                </p:nvSpPr>
                <p:spPr bwMode="auto">
                  <a:xfrm>
                    <a:off x="1003" y="3727"/>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5765" name="Group 271">
                <a:extLst>
                  <a:ext uri="{FF2B5EF4-FFF2-40B4-BE49-F238E27FC236}">
                    <a16:creationId xmlns:a16="http://schemas.microsoft.com/office/drawing/2014/main" id="{FBD4BCD7-FAC4-394F-A0FF-EDFC6ECBF02B}"/>
                  </a:ext>
                </a:extLst>
              </p:cNvPr>
              <p:cNvGrpSpPr>
                <a:grpSpLocks/>
              </p:cNvGrpSpPr>
              <p:nvPr/>
            </p:nvGrpSpPr>
            <p:grpSpPr bwMode="auto">
              <a:xfrm>
                <a:off x="1005" y="3727"/>
                <a:ext cx="49" cy="23"/>
                <a:chOff x="1005" y="3727"/>
                <a:chExt cx="49" cy="23"/>
              </a:xfrm>
            </p:grpSpPr>
            <p:sp>
              <p:nvSpPr>
                <p:cNvPr id="26033" name="Freeform 272">
                  <a:extLst>
                    <a:ext uri="{FF2B5EF4-FFF2-40B4-BE49-F238E27FC236}">
                      <a16:creationId xmlns:a16="http://schemas.microsoft.com/office/drawing/2014/main" id="{68D6EE60-8921-C541-BB51-1C147CA8CACA}"/>
                    </a:ext>
                  </a:extLst>
                </p:cNvPr>
                <p:cNvSpPr>
                  <a:spLocks/>
                </p:cNvSpPr>
                <p:nvPr/>
              </p:nvSpPr>
              <p:spPr bwMode="auto">
                <a:xfrm>
                  <a:off x="1005" y="3727"/>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34" name="Freeform 273">
                  <a:extLst>
                    <a:ext uri="{FF2B5EF4-FFF2-40B4-BE49-F238E27FC236}">
                      <a16:creationId xmlns:a16="http://schemas.microsoft.com/office/drawing/2014/main" id="{C4A4972F-706B-A04D-8EED-559F5F78EA20}"/>
                    </a:ext>
                  </a:extLst>
                </p:cNvPr>
                <p:cNvSpPr>
                  <a:spLocks/>
                </p:cNvSpPr>
                <p:nvPr/>
              </p:nvSpPr>
              <p:spPr bwMode="auto">
                <a:xfrm>
                  <a:off x="1010" y="3728"/>
                  <a:ext cx="37" cy="10"/>
                </a:xfrm>
                <a:custGeom>
                  <a:avLst/>
                  <a:gdLst>
                    <a:gd name="T0" fmla="*/ 1 w 73"/>
                    <a:gd name="T1" fmla="*/ 0 h 31"/>
                    <a:gd name="T2" fmla="*/ 1 w 73"/>
                    <a:gd name="T3" fmla="*/ 0 h 31"/>
                    <a:gd name="T4" fmla="*/ 1 w 73"/>
                    <a:gd name="T5" fmla="*/ 0 h 31"/>
                    <a:gd name="T6" fmla="*/ 1 w 73"/>
                    <a:gd name="T7" fmla="*/ 0 h 31"/>
                    <a:gd name="T8" fmla="*/ 1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35" name="Freeform 274">
                  <a:extLst>
                    <a:ext uri="{FF2B5EF4-FFF2-40B4-BE49-F238E27FC236}">
                      <a16:creationId xmlns:a16="http://schemas.microsoft.com/office/drawing/2014/main" id="{473AA6E4-992B-4D4F-9005-CF0D4378A5A8}"/>
                    </a:ext>
                  </a:extLst>
                </p:cNvPr>
                <p:cNvSpPr>
                  <a:spLocks/>
                </p:cNvSpPr>
                <p:nvPr/>
              </p:nvSpPr>
              <p:spPr bwMode="auto">
                <a:xfrm>
                  <a:off x="1013" y="3738"/>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66" name="Group 275">
                <a:extLst>
                  <a:ext uri="{FF2B5EF4-FFF2-40B4-BE49-F238E27FC236}">
                    <a16:creationId xmlns:a16="http://schemas.microsoft.com/office/drawing/2014/main" id="{DF201BFE-CDED-8B4D-A349-F26580D83382}"/>
                  </a:ext>
                </a:extLst>
              </p:cNvPr>
              <p:cNvGrpSpPr>
                <a:grpSpLocks/>
              </p:cNvGrpSpPr>
              <p:nvPr/>
            </p:nvGrpSpPr>
            <p:grpSpPr bwMode="auto">
              <a:xfrm>
                <a:off x="1018" y="3740"/>
                <a:ext cx="49" cy="22"/>
                <a:chOff x="1018" y="3740"/>
                <a:chExt cx="49" cy="22"/>
              </a:xfrm>
            </p:grpSpPr>
            <p:sp>
              <p:nvSpPr>
                <p:cNvPr id="26030" name="Freeform 276">
                  <a:extLst>
                    <a:ext uri="{FF2B5EF4-FFF2-40B4-BE49-F238E27FC236}">
                      <a16:creationId xmlns:a16="http://schemas.microsoft.com/office/drawing/2014/main" id="{BF93081F-1457-A344-A242-F27226906266}"/>
                    </a:ext>
                  </a:extLst>
                </p:cNvPr>
                <p:cNvSpPr>
                  <a:spLocks/>
                </p:cNvSpPr>
                <p:nvPr/>
              </p:nvSpPr>
              <p:spPr bwMode="auto">
                <a:xfrm>
                  <a:off x="1018" y="3740"/>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31" name="Freeform 277">
                  <a:extLst>
                    <a:ext uri="{FF2B5EF4-FFF2-40B4-BE49-F238E27FC236}">
                      <a16:creationId xmlns:a16="http://schemas.microsoft.com/office/drawing/2014/main" id="{44F6D01A-9368-C143-BA9F-80BC7736DA60}"/>
                    </a:ext>
                  </a:extLst>
                </p:cNvPr>
                <p:cNvSpPr>
                  <a:spLocks/>
                </p:cNvSpPr>
                <p:nvPr/>
              </p:nvSpPr>
              <p:spPr bwMode="auto">
                <a:xfrm>
                  <a:off x="1022" y="3740"/>
                  <a:ext cx="38" cy="10"/>
                </a:xfrm>
                <a:custGeom>
                  <a:avLst/>
                  <a:gdLst>
                    <a:gd name="T0" fmla="*/ 1 w 74"/>
                    <a:gd name="T1" fmla="*/ 0 h 31"/>
                    <a:gd name="T2" fmla="*/ 1 w 74"/>
                    <a:gd name="T3" fmla="*/ 0 h 31"/>
                    <a:gd name="T4" fmla="*/ 1 w 74"/>
                    <a:gd name="T5" fmla="*/ 0 h 31"/>
                    <a:gd name="T6" fmla="*/ 1 w 74"/>
                    <a:gd name="T7" fmla="*/ 0 h 31"/>
                    <a:gd name="T8" fmla="*/ 1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32" name="Freeform 278">
                  <a:extLst>
                    <a:ext uri="{FF2B5EF4-FFF2-40B4-BE49-F238E27FC236}">
                      <a16:creationId xmlns:a16="http://schemas.microsoft.com/office/drawing/2014/main" id="{70A6AF64-5DFC-A340-97A5-A494862562ED}"/>
                    </a:ext>
                  </a:extLst>
                </p:cNvPr>
                <p:cNvSpPr>
                  <a:spLocks/>
                </p:cNvSpPr>
                <p:nvPr/>
              </p:nvSpPr>
              <p:spPr bwMode="auto">
                <a:xfrm>
                  <a:off x="1026" y="3750"/>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67" name="Group 279">
                <a:extLst>
                  <a:ext uri="{FF2B5EF4-FFF2-40B4-BE49-F238E27FC236}">
                    <a16:creationId xmlns:a16="http://schemas.microsoft.com/office/drawing/2014/main" id="{FE90EC6A-16F5-F54D-8127-DBA0F4CA7AC2}"/>
                  </a:ext>
                </a:extLst>
              </p:cNvPr>
              <p:cNvGrpSpPr>
                <a:grpSpLocks/>
              </p:cNvGrpSpPr>
              <p:nvPr/>
            </p:nvGrpSpPr>
            <p:grpSpPr bwMode="auto">
              <a:xfrm>
                <a:off x="1030" y="3753"/>
                <a:ext cx="49" cy="23"/>
                <a:chOff x="1030" y="3753"/>
                <a:chExt cx="49" cy="23"/>
              </a:xfrm>
            </p:grpSpPr>
            <p:sp>
              <p:nvSpPr>
                <p:cNvPr id="26027" name="Freeform 280">
                  <a:extLst>
                    <a:ext uri="{FF2B5EF4-FFF2-40B4-BE49-F238E27FC236}">
                      <a16:creationId xmlns:a16="http://schemas.microsoft.com/office/drawing/2014/main" id="{0EB72CC4-41D4-634D-98F5-1D5597F1635D}"/>
                    </a:ext>
                  </a:extLst>
                </p:cNvPr>
                <p:cNvSpPr>
                  <a:spLocks/>
                </p:cNvSpPr>
                <p:nvPr/>
              </p:nvSpPr>
              <p:spPr bwMode="auto">
                <a:xfrm>
                  <a:off x="1030" y="3753"/>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28" name="Freeform 281">
                  <a:extLst>
                    <a:ext uri="{FF2B5EF4-FFF2-40B4-BE49-F238E27FC236}">
                      <a16:creationId xmlns:a16="http://schemas.microsoft.com/office/drawing/2014/main" id="{408BB1A3-0883-F94B-AE5E-1C26C61DBDBC}"/>
                    </a:ext>
                  </a:extLst>
                </p:cNvPr>
                <p:cNvSpPr>
                  <a:spLocks/>
                </p:cNvSpPr>
                <p:nvPr/>
              </p:nvSpPr>
              <p:spPr bwMode="auto">
                <a:xfrm>
                  <a:off x="1035" y="3753"/>
                  <a:ext cx="37" cy="11"/>
                </a:xfrm>
                <a:custGeom>
                  <a:avLst/>
                  <a:gdLst>
                    <a:gd name="T0" fmla="*/ 1 w 74"/>
                    <a:gd name="T1" fmla="*/ 0 h 31"/>
                    <a:gd name="T2" fmla="*/ 1 w 74"/>
                    <a:gd name="T3" fmla="*/ 0 h 31"/>
                    <a:gd name="T4" fmla="*/ 1 w 74"/>
                    <a:gd name="T5" fmla="*/ 0 h 31"/>
                    <a:gd name="T6" fmla="*/ 1 w 74"/>
                    <a:gd name="T7" fmla="*/ 0 h 31"/>
                    <a:gd name="T8" fmla="*/ 1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29" name="Freeform 282">
                  <a:extLst>
                    <a:ext uri="{FF2B5EF4-FFF2-40B4-BE49-F238E27FC236}">
                      <a16:creationId xmlns:a16="http://schemas.microsoft.com/office/drawing/2014/main" id="{3AF19B22-436F-004A-84DF-C5F00F09C9A8}"/>
                    </a:ext>
                  </a:extLst>
                </p:cNvPr>
                <p:cNvSpPr>
                  <a:spLocks/>
                </p:cNvSpPr>
                <p:nvPr/>
              </p:nvSpPr>
              <p:spPr bwMode="auto">
                <a:xfrm>
                  <a:off x="1039" y="3764"/>
                  <a:ext cx="40" cy="12"/>
                </a:xfrm>
                <a:custGeom>
                  <a:avLst/>
                  <a:gdLst>
                    <a:gd name="T0" fmla="*/ 0 w 82"/>
                    <a:gd name="T1" fmla="*/ 0 h 35"/>
                    <a:gd name="T2" fmla="*/ 0 w 82"/>
                    <a:gd name="T3" fmla="*/ 0 h 35"/>
                    <a:gd name="T4" fmla="*/ 0 w 82"/>
                    <a:gd name="T5" fmla="*/ 0 h 35"/>
                    <a:gd name="T6" fmla="*/ 0 w 82"/>
                    <a:gd name="T7" fmla="*/ 0 h 35"/>
                    <a:gd name="T8" fmla="*/ 0 w 82"/>
                    <a:gd name="T9" fmla="*/ 0 h 35"/>
                    <a:gd name="T10" fmla="*/ 0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5768" name="Freeform 283">
                <a:extLst>
                  <a:ext uri="{FF2B5EF4-FFF2-40B4-BE49-F238E27FC236}">
                    <a16:creationId xmlns:a16="http://schemas.microsoft.com/office/drawing/2014/main" id="{AE58CC90-2810-A14B-84DD-B56FE8E04FFE}"/>
                  </a:ext>
                </a:extLst>
              </p:cNvPr>
              <p:cNvSpPr>
                <a:spLocks/>
              </p:cNvSpPr>
              <p:nvPr/>
            </p:nvSpPr>
            <p:spPr bwMode="auto">
              <a:xfrm>
                <a:off x="778" y="3535"/>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69" name="Freeform 284">
                <a:extLst>
                  <a:ext uri="{FF2B5EF4-FFF2-40B4-BE49-F238E27FC236}">
                    <a16:creationId xmlns:a16="http://schemas.microsoft.com/office/drawing/2014/main" id="{EAFA2446-A430-0E46-91E5-5E0B06BA402E}"/>
                  </a:ext>
                </a:extLst>
              </p:cNvPr>
              <p:cNvSpPr>
                <a:spLocks/>
              </p:cNvSpPr>
              <p:nvPr/>
            </p:nvSpPr>
            <p:spPr bwMode="auto">
              <a:xfrm>
                <a:off x="783" y="3535"/>
                <a:ext cx="36" cy="11"/>
              </a:xfrm>
              <a:custGeom>
                <a:avLst/>
                <a:gdLst>
                  <a:gd name="T0" fmla="*/ 1 w 72"/>
                  <a:gd name="T1" fmla="*/ 0 h 31"/>
                  <a:gd name="T2" fmla="*/ 1 w 72"/>
                  <a:gd name="T3" fmla="*/ 0 h 31"/>
                  <a:gd name="T4" fmla="*/ 1 w 72"/>
                  <a:gd name="T5" fmla="*/ 0 h 31"/>
                  <a:gd name="T6" fmla="*/ 1 w 72"/>
                  <a:gd name="T7" fmla="*/ 0 h 31"/>
                  <a:gd name="T8" fmla="*/ 1 w 72"/>
                  <a:gd name="T9" fmla="*/ 0 h 31"/>
                  <a:gd name="T10" fmla="*/ 1 w 72"/>
                  <a:gd name="T11" fmla="*/ 0 h 31"/>
                  <a:gd name="T12" fmla="*/ 1 w 72"/>
                  <a:gd name="T13" fmla="*/ 0 h 31"/>
                  <a:gd name="T14" fmla="*/ 0 w 72"/>
                  <a:gd name="T15" fmla="*/ 0 h 31"/>
                  <a:gd name="T16" fmla="*/ 1 w 72"/>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70" name="Freeform 285">
                <a:extLst>
                  <a:ext uri="{FF2B5EF4-FFF2-40B4-BE49-F238E27FC236}">
                    <a16:creationId xmlns:a16="http://schemas.microsoft.com/office/drawing/2014/main" id="{EDB20E07-BAE7-E24E-B34B-6250716FFA6A}"/>
                  </a:ext>
                </a:extLst>
              </p:cNvPr>
              <p:cNvSpPr>
                <a:spLocks/>
              </p:cNvSpPr>
              <p:nvPr/>
            </p:nvSpPr>
            <p:spPr bwMode="auto">
              <a:xfrm>
                <a:off x="786" y="3546"/>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5771" name="Group 286">
                <a:extLst>
                  <a:ext uri="{FF2B5EF4-FFF2-40B4-BE49-F238E27FC236}">
                    <a16:creationId xmlns:a16="http://schemas.microsoft.com/office/drawing/2014/main" id="{E5382A01-6C10-EE49-9730-D9CB6096C5AF}"/>
                  </a:ext>
                </a:extLst>
              </p:cNvPr>
              <p:cNvGrpSpPr>
                <a:grpSpLocks/>
              </p:cNvGrpSpPr>
              <p:nvPr/>
            </p:nvGrpSpPr>
            <p:grpSpPr bwMode="auto">
              <a:xfrm>
                <a:off x="790" y="3547"/>
                <a:ext cx="49" cy="23"/>
                <a:chOff x="790" y="3547"/>
                <a:chExt cx="49" cy="23"/>
              </a:xfrm>
            </p:grpSpPr>
            <p:sp>
              <p:nvSpPr>
                <p:cNvPr id="26024" name="Freeform 287">
                  <a:extLst>
                    <a:ext uri="{FF2B5EF4-FFF2-40B4-BE49-F238E27FC236}">
                      <a16:creationId xmlns:a16="http://schemas.microsoft.com/office/drawing/2014/main" id="{A62E52D0-94F1-EF4E-85C2-A1A963255B50}"/>
                    </a:ext>
                  </a:extLst>
                </p:cNvPr>
                <p:cNvSpPr>
                  <a:spLocks/>
                </p:cNvSpPr>
                <p:nvPr/>
              </p:nvSpPr>
              <p:spPr bwMode="auto">
                <a:xfrm>
                  <a:off x="790" y="3547"/>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25" name="Freeform 288">
                  <a:extLst>
                    <a:ext uri="{FF2B5EF4-FFF2-40B4-BE49-F238E27FC236}">
                      <a16:creationId xmlns:a16="http://schemas.microsoft.com/office/drawing/2014/main" id="{9A4D430F-867A-F043-A074-2AE6DA916F35}"/>
                    </a:ext>
                  </a:extLst>
                </p:cNvPr>
                <p:cNvSpPr>
                  <a:spLocks/>
                </p:cNvSpPr>
                <p:nvPr/>
              </p:nvSpPr>
              <p:spPr bwMode="auto">
                <a:xfrm>
                  <a:off x="795" y="3548"/>
                  <a:ext cx="37" cy="10"/>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26" name="Freeform 289">
                  <a:extLst>
                    <a:ext uri="{FF2B5EF4-FFF2-40B4-BE49-F238E27FC236}">
                      <a16:creationId xmlns:a16="http://schemas.microsoft.com/office/drawing/2014/main" id="{ADE3DD4D-7B4E-7246-A8EE-7D4738B74125}"/>
                    </a:ext>
                  </a:extLst>
                </p:cNvPr>
                <p:cNvSpPr>
                  <a:spLocks/>
                </p:cNvSpPr>
                <p:nvPr/>
              </p:nvSpPr>
              <p:spPr bwMode="auto">
                <a:xfrm>
                  <a:off x="798" y="3558"/>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72" name="Group 290">
                <a:extLst>
                  <a:ext uri="{FF2B5EF4-FFF2-40B4-BE49-F238E27FC236}">
                    <a16:creationId xmlns:a16="http://schemas.microsoft.com/office/drawing/2014/main" id="{1040A62F-40DB-E646-BD9A-5690563994D6}"/>
                  </a:ext>
                </a:extLst>
              </p:cNvPr>
              <p:cNvGrpSpPr>
                <a:grpSpLocks/>
              </p:cNvGrpSpPr>
              <p:nvPr/>
            </p:nvGrpSpPr>
            <p:grpSpPr bwMode="auto">
              <a:xfrm>
                <a:off x="803" y="3560"/>
                <a:ext cx="49" cy="22"/>
                <a:chOff x="803" y="3560"/>
                <a:chExt cx="49" cy="22"/>
              </a:xfrm>
            </p:grpSpPr>
            <p:sp>
              <p:nvSpPr>
                <p:cNvPr id="26021" name="Freeform 291">
                  <a:extLst>
                    <a:ext uri="{FF2B5EF4-FFF2-40B4-BE49-F238E27FC236}">
                      <a16:creationId xmlns:a16="http://schemas.microsoft.com/office/drawing/2014/main" id="{0F3CD304-C044-B943-95DC-7FEA28A0519D}"/>
                    </a:ext>
                  </a:extLst>
                </p:cNvPr>
                <p:cNvSpPr>
                  <a:spLocks/>
                </p:cNvSpPr>
                <p:nvPr/>
              </p:nvSpPr>
              <p:spPr bwMode="auto">
                <a:xfrm>
                  <a:off x="803" y="3560"/>
                  <a:ext cx="12" cy="22"/>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22" name="Freeform 292">
                  <a:extLst>
                    <a:ext uri="{FF2B5EF4-FFF2-40B4-BE49-F238E27FC236}">
                      <a16:creationId xmlns:a16="http://schemas.microsoft.com/office/drawing/2014/main" id="{A2A2540C-C275-E841-A367-8AD807FE6025}"/>
                    </a:ext>
                  </a:extLst>
                </p:cNvPr>
                <p:cNvSpPr>
                  <a:spLocks/>
                </p:cNvSpPr>
                <p:nvPr/>
              </p:nvSpPr>
              <p:spPr bwMode="auto">
                <a:xfrm>
                  <a:off x="808" y="3560"/>
                  <a:ext cx="36" cy="10"/>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23" name="Freeform 293">
                  <a:extLst>
                    <a:ext uri="{FF2B5EF4-FFF2-40B4-BE49-F238E27FC236}">
                      <a16:creationId xmlns:a16="http://schemas.microsoft.com/office/drawing/2014/main" id="{70111541-3E7E-3D49-861F-4A19965C0977}"/>
                    </a:ext>
                  </a:extLst>
                </p:cNvPr>
                <p:cNvSpPr>
                  <a:spLocks/>
                </p:cNvSpPr>
                <p:nvPr/>
              </p:nvSpPr>
              <p:spPr bwMode="auto">
                <a:xfrm>
                  <a:off x="811" y="3571"/>
                  <a:ext cx="41" cy="11"/>
                </a:xfrm>
                <a:custGeom>
                  <a:avLst/>
                  <a:gdLst>
                    <a:gd name="T0" fmla="*/ 0 w 83"/>
                    <a:gd name="T1" fmla="*/ 0 h 35"/>
                    <a:gd name="T2" fmla="*/ 0 w 83"/>
                    <a:gd name="T3" fmla="*/ 0 h 35"/>
                    <a:gd name="T4" fmla="*/ 0 w 83"/>
                    <a:gd name="T5" fmla="*/ 0 h 35"/>
                    <a:gd name="T6" fmla="*/ 0 w 83"/>
                    <a:gd name="T7" fmla="*/ 0 h 35"/>
                    <a:gd name="T8" fmla="*/ 0 w 83"/>
                    <a:gd name="T9" fmla="*/ 0 h 35"/>
                    <a:gd name="T10" fmla="*/ 0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73" name="Group 294">
                <a:extLst>
                  <a:ext uri="{FF2B5EF4-FFF2-40B4-BE49-F238E27FC236}">
                    <a16:creationId xmlns:a16="http://schemas.microsoft.com/office/drawing/2014/main" id="{CCB4B92E-B3A5-A143-95D5-1EA8D308D084}"/>
                  </a:ext>
                </a:extLst>
              </p:cNvPr>
              <p:cNvGrpSpPr>
                <a:grpSpLocks/>
              </p:cNvGrpSpPr>
              <p:nvPr/>
            </p:nvGrpSpPr>
            <p:grpSpPr bwMode="auto">
              <a:xfrm>
                <a:off x="815" y="3572"/>
                <a:ext cx="50" cy="23"/>
                <a:chOff x="815" y="3572"/>
                <a:chExt cx="50" cy="23"/>
              </a:xfrm>
            </p:grpSpPr>
            <p:sp>
              <p:nvSpPr>
                <p:cNvPr id="26018" name="Freeform 295">
                  <a:extLst>
                    <a:ext uri="{FF2B5EF4-FFF2-40B4-BE49-F238E27FC236}">
                      <a16:creationId xmlns:a16="http://schemas.microsoft.com/office/drawing/2014/main" id="{0C75454E-E207-0E4C-AA15-D85672844A59}"/>
                    </a:ext>
                  </a:extLst>
                </p:cNvPr>
                <p:cNvSpPr>
                  <a:spLocks/>
                </p:cNvSpPr>
                <p:nvPr/>
              </p:nvSpPr>
              <p:spPr bwMode="auto">
                <a:xfrm>
                  <a:off x="815" y="3572"/>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19" name="Freeform 296">
                  <a:extLst>
                    <a:ext uri="{FF2B5EF4-FFF2-40B4-BE49-F238E27FC236}">
                      <a16:creationId xmlns:a16="http://schemas.microsoft.com/office/drawing/2014/main" id="{0C907128-A880-4041-BF2E-34B18C583D33}"/>
                    </a:ext>
                  </a:extLst>
                </p:cNvPr>
                <p:cNvSpPr>
                  <a:spLocks/>
                </p:cNvSpPr>
                <p:nvPr/>
              </p:nvSpPr>
              <p:spPr bwMode="auto">
                <a:xfrm>
                  <a:off x="820" y="3573"/>
                  <a:ext cx="37" cy="9"/>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20" name="Freeform 297">
                  <a:extLst>
                    <a:ext uri="{FF2B5EF4-FFF2-40B4-BE49-F238E27FC236}">
                      <a16:creationId xmlns:a16="http://schemas.microsoft.com/office/drawing/2014/main" id="{B5E0CC5B-90FD-CF4F-95C3-EF40342CAA11}"/>
                    </a:ext>
                  </a:extLst>
                </p:cNvPr>
                <p:cNvSpPr>
                  <a:spLocks/>
                </p:cNvSpPr>
                <p:nvPr/>
              </p:nvSpPr>
              <p:spPr bwMode="auto">
                <a:xfrm>
                  <a:off x="824" y="3583"/>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74" name="Group 298">
                <a:extLst>
                  <a:ext uri="{FF2B5EF4-FFF2-40B4-BE49-F238E27FC236}">
                    <a16:creationId xmlns:a16="http://schemas.microsoft.com/office/drawing/2014/main" id="{6B99F621-E729-B743-BDFD-EF1BE6A371E0}"/>
                  </a:ext>
                </a:extLst>
              </p:cNvPr>
              <p:cNvGrpSpPr>
                <a:grpSpLocks/>
              </p:cNvGrpSpPr>
              <p:nvPr/>
            </p:nvGrpSpPr>
            <p:grpSpPr bwMode="auto">
              <a:xfrm>
                <a:off x="828" y="3585"/>
                <a:ext cx="49" cy="23"/>
                <a:chOff x="828" y="3585"/>
                <a:chExt cx="49" cy="23"/>
              </a:xfrm>
            </p:grpSpPr>
            <p:sp>
              <p:nvSpPr>
                <p:cNvPr id="26015" name="Freeform 299">
                  <a:extLst>
                    <a:ext uri="{FF2B5EF4-FFF2-40B4-BE49-F238E27FC236}">
                      <a16:creationId xmlns:a16="http://schemas.microsoft.com/office/drawing/2014/main" id="{4A2093EC-FFDE-2440-BAAE-523080DB0F0B}"/>
                    </a:ext>
                  </a:extLst>
                </p:cNvPr>
                <p:cNvSpPr>
                  <a:spLocks/>
                </p:cNvSpPr>
                <p:nvPr/>
              </p:nvSpPr>
              <p:spPr bwMode="auto">
                <a:xfrm>
                  <a:off x="828" y="3585"/>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16" name="Freeform 300">
                  <a:extLst>
                    <a:ext uri="{FF2B5EF4-FFF2-40B4-BE49-F238E27FC236}">
                      <a16:creationId xmlns:a16="http://schemas.microsoft.com/office/drawing/2014/main" id="{3886CC0F-7661-4448-A2D0-F02AB3F5EB20}"/>
                    </a:ext>
                  </a:extLst>
                </p:cNvPr>
                <p:cNvSpPr>
                  <a:spLocks/>
                </p:cNvSpPr>
                <p:nvPr/>
              </p:nvSpPr>
              <p:spPr bwMode="auto">
                <a:xfrm>
                  <a:off x="833" y="3586"/>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17" name="Freeform 301">
                  <a:extLst>
                    <a:ext uri="{FF2B5EF4-FFF2-40B4-BE49-F238E27FC236}">
                      <a16:creationId xmlns:a16="http://schemas.microsoft.com/office/drawing/2014/main" id="{C68FFA5A-8BC1-0B49-B9DD-25BEB0A16B22}"/>
                    </a:ext>
                  </a:extLst>
                </p:cNvPr>
                <p:cNvSpPr>
                  <a:spLocks/>
                </p:cNvSpPr>
                <p:nvPr/>
              </p:nvSpPr>
              <p:spPr bwMode="auto">
                <a:xfrm>
                  <a:off x="837" y="3596"/>
                  <a:ext cx="40" cy="12"/>
                </a:xfrm>
                <a:custGeom>
                  <a:avLst/>
                  <a:gdLst>
                    <a:gd name="T0" fmla="*/ 0 w 80"/>
                    <a:gd name="T1" fmla="*/ 0 h 36"/>
                    <a:gd name="T2" fmla="*/ 1 w 80"/>
                    <a:gd name="T3" fmla="*/ 0 h 36"/>
                    <a:gd name="T4" fmla="*/ 1 w 80"/>
                    <a:gd name="T5" fmla="*/ 0 h 36"/>
                    <a:gd name="T6" fmla="*/ 1 w 80"/>
                    <a:gd name="T7" fmla="*/ 0 h 36"/>
                    <a:gd name="T8" fmla="*/ 1 w 80"/>
                    <a:gd name="T9" fmla="*/ 0 h 36"/>
                    <a:gd name="T10" fmla="*/ 1 w 80"/>
                    <a:gd name="T11" fmla="*/ 0 h 36"/>
                    <a:gd name="T12" fmla="*/ 0 w 80"/>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75" name="Group 302">
                <a:extLst>
                  <a:ext uri="{FF2B5EF4-FFF2-40B4-BE49-F238E27FC236}">
                    <a16:creationId xmlns:a16="http://schemas.microsoft.com/office/drawing/2014/main" id="{F46B444D-F20E-D049-8670-F739B5C68AF5}"/>
                  </a:ext>
                </a:extLst>
              </p:cNvPr>
              <p:cNvGrpSpPr>
                <a:grpSpLocks/>
              </p:cNvGrpSpPr>
              <p:nvPr/>
            </p:nvGrpSpPr>
            <p:grpSpPr bwMode="auto">
              <a:xfrm>
                <a:off x="840" y="3600"/>
                <a:ext cx="100" cy="73"/>
                <a:chOff x="840" y="3600"/>
                <a:chExt cx="100" cy="73"/>
              </a:xfrm>
            </p:grpSpPr>
            <p:grpSp>
              <p:nvGrpSpPr>
                <p:cNvPr id="25995" name="Group 303">
                  <a:extLst>
                    <a:ext uri="{FF2B5EF4-FFF2-40B4-BE49-F238E27FC236}">
                      <a16:creationId xmlns:a16="http://schemas.microsoft.com/office/drawing/2014/main" id="{E04FF428-5A49-DD43-A1FD-5995607C32D1}"/>
                    </a:ext>
                  </a:extLst>
                </p:cNvPr>
                <p:cNvGrpSpPr>
                  <a:grpSpLocks/>
                </p:cNvGrpSpPr>
                <p:nvPr/>
              </p:nvGrpSpPr>
              <p:grpSpPr bwMode="auto">
                <a:xfrm>
                  <a:off x="840" y="3600"/>
                  <a:ext cx="49" cy="23"/>
                  <a:chOff x="840" y="3600"/>
                  <a:chExt cx="49" cy="23"/>
                </a:xfrm>
              </p:grpSpPr>
              <p:sp>
                <p:nvSpPr>
                  <p:cNvPr id="26012" name="Freeform 304">
                    <a:extLst>
                      <a:ext uri="{FF2B5EF4-FFF2-40B4-BE49-F238E27FC236}">
                        <a16:creationId xmlns:a16="http://schemas.microsoft.com/office/drawing/2014/main" id="{E5ECB86D-3260-A54A-BC46-7EDA6EA189DF}"/>
                      </a:ext>
                    </a:extLst>
                  </p:cNvPr>
                  <p:cNvSpPr>
                    <a:spLocks/>
                  </p:cNvSpPr>
                  <p:nvPr/>
                </p:nvSpPr>
                <p:spPr bwMode="auto">
                  <a:xfrm>
                    <a:off x="840" y="3600"/>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13" name="Freeform 305">
                    <a:extLst>
                      <a:ext uri="{FF2B5EF4-FFF2-40B4-BE49-F238E27FC236}">
                        <a16:creationId xmlns:a16="http://schemas.microsoft.com/office/drawing/2014/main" id="{12386459-84D3-1A44-80C9-B6C9122DE1CE}"/>
                      </a:ext>
                    </a:extLst>
                  </p:cNvPr>
                  <p:cNvSpPr>
                    <a:spLocks/>
                  </p:cNvSpPr>
                  <p:nvPr/>
                </p:nvSpPr>
                <p:spPr bwMode="auto">
                  <a:xfrm>
                    <a:off x="845" y="3600"/>
                    <a:ext cx="37" cy="11"/>
                  </a:xfrm>
                  <a:custGeom>
                    <a:avLst/>
                    <a:gdLst>
                      <a:gd name="T0" fmla="*/ 0 w 75"/>
                      <a:gd name="T1" fmla="*/ 0 h 31"/>
                      <a:gd name="T2" fmla="*/ 0 w 75"/>
                      <a:gd name="T3" fmla="*/ 0 h 31"/>
                      <a:gd name="T4" fmla="*/ 0 w 75"/>
                      <a:gd name="T5" fmla="*/ 0 h 31"/>
                      <a:gd name="T6" fmla="*/ 0 w 75"/>
                      <a:gd name="T7" fmla="*/ 0 h 31"/>
                      <a:gd name="T8" fmla="*/ 0 w 75"/>
                      <a:gd name="T9" fmla="*/ 0 h 31"/>
                      <a:gd name="T10" fmla="*/ 0 w 75"/>
                      <a:gd name="T11" fmla="*/ 0 h 31"/>
                      <a:gd name="T12" fmla="*/ 0 w 75"/>
                      <a:gd name="T13" fmla="*/ 0 h 31"/>
                      <a:gd name="T14" fmla="*/ 0 w 75"/>
                      <a:gd name="T15" fmla="*/ 0 h 31"/>
                      <a:gd name="T16" fmla="*/ 0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14" name="Freeform 306">
                    <a:extLst>
                      <a:ext uri="{FF2B5EF4-FFF2-40B4-BE49-F238E27FC236}">
                        <a16:creationId xmlns:a16="http://schemas.microsoft.com/office/drawing/2014/main" id="{8E9AC98C-A0A1-264E-A9E0-D8D9F2D4F5FD}"/>
                      </a:ext>
                    </a:extLst>
                  </p:cNvPr>
                  <p:cNvSpPr>
                    <a:spLocks/>
                  </p:cNvSpPr>
                  <p:nvPr/>
                </p:nvSpPr>
                <p:spPr bwMode="auto">
                  <a:xfrm>
                    <a:off x="848" y="3611"/>
                    <a:ext cx="41" cy="12"/>
                  </a:xfrm>
                  <a:custGeom>
                    <a:avLst/>
                    <a:gdLst>
                      <a:gd name="T0" fmla="*/ 0 w 82"/>
                      <a:gd name="T1" fmla="*/ 0 h 38"/>
                      <a:gd name="T2" fmla="*/ 1 w 82"/>
                      <a:gd name="T3" fmla="*/ 0 h 38"/>
                      <a:gd name="T4" fmla="*/ 1 w 82"/>
                      <a:gd name="T5" fmla="*/ 0 h 38"/>
                      <a:gd name="T6" fmla="*/ 1 w 82"/>
                      <a:gd name="T7" fmla="*/ 0 h 38"/>
                      <a:gd name="T8" fmla="*/ 1 w 82"/>
                      <a:gd name="T9" fmla="*/ 0 h 38"/>
                      <a:gd name="T10" fmla="*/ 1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96" name="Group 307">
                  <a:extLst>
                    <a:ext uri="{FF2B5EF4-FFF2-40B4-BE49-F238E27FC236}">
                      <a16:creationId xmlns:a16="http://schemas.microsoft.com/office/drawing/2014/main" id="{2EAD9A85-95F1-084C-9AF9-75E0D58EB5E2}"/>
                    </a:ext>
                  </a:extLst>
                </p:cNvPr>
                <p:cNvGrpSpPr>
                  <a:grpSpLocks/>
                </p:cNvGrpSpPr>
                <p:nvPr/>
              </p:nvGrpSpPr>
              <p:grpSpPr bwMode="auto">
                <a:xfrm>
                  <a:off x="853" y="3612"/>
                  <a:ext cx="48" cy="23"/>
                  <a:chOff x="853" y="3612"/>
                  <a:chExt cx="48" cy="23"/>
                </a:xfrm>
              </p:grpSpPr>
              <p:sp>
                <p:nvSpPr>
                  <p:cNvPr id="26009" name="Freeform 308">
                    <a:extLst>
                      <a:ext uri="{FF2B5EF4-FFF2-40B4-BE49-F238E27FC236}">
                        <a16:creationId xmlns:a16="http://schemas.microsoft.com/office/drawing/2014/main" id="{0C37E5E5-1C97-A945-B86A-4F7ABA479D49}"/>
                      </a:ext>
                    </a:extLst>
                  </p:cNvPr>
                  <p:cNvSpPr>
                    <a:spLocks/>
                  </p:cNvSpPr>
                  <p:nvPr/>
                </p:nvSpPr>
                <p:spPr bwMode="auto">
                  <a:xfrm>
                    <a:off x="853" y="3612"/>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10" name="Freeform 309">
                    <a:extLst>
                      <a:ext uri="{FF2B5EF4-FFF2-40B4-BE49-F238E27FC236}">
                        <a16:creationId xmlns:a16="http://schemas.microsoft.com/office/drawing/2014/main" id="{192865AB-878B-1148-BE46-D268E235F4F6}"/>
                      </a:ext>
                    </a:extLst>
                  </p:cNvPr>
                  <p:cNvSpPr>
                    <a:spLocks/>
                  </p:cNvSpPr>
                  <p:nvPr/>
                </p:nvSpPr>
                <p:spPr bwMode="auto">
                  <a:xfrm>
                    <a:off x="857" y="3613"/>
                    <a:ext cx="37" cy="10"/>
                  </a:xfrm>
                  <a:custGeom>
                    <a:avLst/>
                    <a:gdLst>
                      <a:gd name="T0" fmla="*/ 1 w 73"/>
                      <a:gd name="T1" fmla="*/ 0 h 32"/>
                      <a:gd name="T2" fmla="*/ 1 w 73"/>
                      <a:gd name="T3" fmla="*/ 0 h 32"/>
                      <a:gd name="T4" fmla="*/ 1 w 73"/>
                      <a:gd name="T5" fmla="*/ 0 h 32"/>
                      <a:gd name="T6" fmla="*/ 1 w 73"/>
                      <a:gd name="T7" fmla="*/ 0 h 32"/>
                      <a:gd name="T8" fmla="*/ 1 w 73"/>
                      <a:gd name="T9" fmla="*/ 0 h 32"/>
                      <a:gd name="T10" fmla="*/ 1 w 73"/>
                      <a:gd name="T11" fmla="*/ 0 h 32"/>
                      <a:gd name="T12" fmla="*/ 1 w 73"/>
                      <a:gd name="T13" fmla="*/ 0 h 32"/>
                      <a:gd name="T14" fmla="*/ 0 w 73"/>
                      <a:gd name="T15" fmla="*/ 0 h 32"/>
                      <a:gd name="T16" fmla="*/ 1 w 73"/>
                      <a:gd name="T17" fmla="*/ 0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11" name="Freeform 310">
                    <a:extLst>
                      <a:ext uri="{FF2B5EF4-FFF2-40B4-BE49-F238E27FC236}">
                        <a16:creationId xmlns:a16="http://schemas.microsoft.com/office/drawing/2014/main" id="{FA380BD6-9AE7-1F4B-ACC9-F0738C547B14}"/>
                      </a:ext>
                    </a:extLst>
                  </p:cNvPr>
                  <p:cNvSpPr>
                    <a:spLocks/>
                  </p:cNvSpPr>
                  <p:nvPr/>
                </p:nvSpPr>
                <p:spPr bwMode="auto">
                  <a:xfrm>
                    <a:off x="860" y="3623"/>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97" name="Group 311">
                  <a:extLst>
                    <a:ext uri="{FF2B5EF4-FFF2-40B4-BE49-F238E27FC236}">
                      <a16:creationId xmlns:a16="http://schemas.microsoft.com/office/drawing/2014/main" id="{380CC18C-BA7F-AA45-BC8D-3F4A69FFF8AD}"/>
                    </a:ext>
                  </a:extLst>
                </p:cNvPr>
                <p:cNvGrpSpPr>
                  <a:grpSpLocks/>
                </p:cNvGrpSpPr>
                <p:nvPr/>
              </p:nvGrpSpPr>
              <p:grpSpPr bwMode="auto">
                <a:xfrm>
                  <a:off x="865" y="3625"/>
                  <a:ext cx="49" cy="23"/>
                  <a:chOff x="865" y="3625"/>
                  <a:chExt cx="49" cy="23"/>
                </a:xfrm>
              </p:grpSpPr>
              <p:sp>
                <p:nvSpPr>
                  <p:cNvPr id="26006" name="Freeform 312">
                    <a:extLst>
                      <a:ext uri="{FF2B5EF4-FFF2-40B4-BE49-F238E27FC236}">
                        <a16:creationId xmlns:a16="http://schemas.microsoft.com/office/drawing/2014/main" id="{7B44F6DA-DEC0-DC4D-9D38-02C75FFE81B0}"/>
                      </a:ext>
                    </a:extLst>
                  </p:cNvPr>
                  <p:cNvSpPr>
                    <a:spLocks/>
                  </p:cNvSpPr>
                  <p:nvPr/>
                </p:nvSpPr>
                <p:spPr bwMode="auto">
                  <a:xfrm>
                    <a:off x="865" y="3625"/>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07" name="Freeform 313">
                    <a:extLst>
                      <a:ext uri="{FF2B5EF4-FFF2-40B4-BE49-F238E27FC236}">
                        <a16:creationId xmlns:a16="http://schemas.microsoft.com/office/drawing/2014/main" id="{1724C4C6-BE0E-9C4B-A66D-722E5B3F8CA0}"/>
                      </a:ext>
                    </a:extLst>
                  </p:cNvPr>
                  <p:cNvSpPr>
                    <a:spLocks/>
                  </p:cNvSpPr>
                  <p:nvPr/>
                </p:nvSpPr>
                <p:spPr bwMode="auto">
                  <a:xfrm>
                    <a:off x="870" y="3626"/>
                    <a:ext cx="37" cy="9"/>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08" name="Freeform 314">
                    <a:extLst>
                      <a:ext uri="{FF2B5EF4-FFF2-40B4-BE49-F238E27FC236}">
                        <a16:creationId xmlns:a16="http://schemas.microsoft.com/office/drawing/2014/main" id="{98AE7BF1-D162-D545-82A8-76C5C8ED4C0B}"/>
                      </a:ext>
                    </a:extLst>
                  </p:cNvPr>
                  <p:cNvSpPr>
                    <a:spLocks/>
                  </p:cNvSpPr>
                  <p:nvPr/>
                </p:nvSpPr>
                <p:spPr bwMode="auto">
                  <a:xfrm>
                    <a:off x="873" y="3636"/>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98" name="Group 315">
                  <a:extLst>
                    <a:ext uri="{FF2B5EF4-FFF2-40B4-BE49-F238E27FC236}">
                      <a16:creationId xmlns:a16="http://schemas.microsoft.com/office/drawing/2014/main" id="{75179E25-EE9B-5843-AAA3-2AB05F800DED}"/>
                    </a:ext>
                  </a:extLst>
                </p:cNvPr>
                <p:cNvGrpSpPr>
                  <a:grpSpLocks/>
                </p:cNvGrpSpPr>
                <p:nvPr/>
              </p:nvGrpSpPr>
              <p:grpSpPr bwMode="auto">
                <a:xfrm>
                  <a:off x="878" y="3638"/>
                  <a:ext cx="49" cy="22"/>
                  <a:chOff x="878" y="3638"/>
                  <a:chExt cx="49" cy="22"/>
                </a:xfrm>
              </p:grpSpPr>
              <p:sp>
                <p:nvSpPr>
                  <p:cNvPr id="26003" name="Freeform 316">
                    <a:extLst>
                      <a:ext uri="{FF2B5EF4-FFF2-40B4-BE49-F238E27FC236}">
                        <a16:creationId xmlns:a16="http://schemas.microsoft.com/office/drawing/2014/main" id="{1E4B0A50-E3E5-2D41-A2B0-A8982382638D}"/>
                      </a:ext>
                    </a:extLst>
                  </p:cNvPr>
                  <p:cNvSpPr>
                    <a:spLocks/>
                  </p:cNvSpPr>
                  <p:nvPr/>
                </p:nvSpPr>
                <p:spPr bwMode="auto">
                  <a:xfrm>
                    <a:off x="878" y="3638"/>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04" name="Freeform 317">
                    <a:extLst>
                      <a:ext uri="{FF2B5EF4-FFF2-40B4-BE49-F238E27FC236}">
                        <a16:creationId xmlns:a16="http://schemas.microsoft.com/office/drawing/2014/main" id="{FB721FD1-A4A7-024A-81EA-F7E670E43998}"/>
                      </a:ext>
                    </a:extLst>
                  </p:cNvPr>
                  <p:cNvSpPr>
                    <a:spLocks/>
                  </p:cNvSpPr>
                  <p:nvPr/>
                </p:nvSpPr>
                <p:spPr bwMode="auto">
                  <a:xfrm>
                    <a:off x="883" y="3638"/>
                    <a:ext cx="36" cy="10"/>
                  </a:xfrm>
                  <a:custGeom>
                    <a:avLst/>
                    <a:gdLst>
                      <a:gd name="T0" fmla="*/ 1 w 72"/>
                      <a:gd name="T1" fmla="*/ 0 h 30"/>
                      <a:gd name="T2" fmla="*/ 1 w 72"/>
                      <a:gd name="T3" fmla="*/ 0 h 30"/>
                      <a:gd name="T4" fmla="*/ 1 w 72"/>
                      <a:gd name="T5" fmla="*/ 0 h 30"/>
                      <a:gd name="T6" fmla="*/ 1 w 72"/>
                      <a:gd name="T7" fmla="*/ 0 h 30"/>
                      <a:gd name="T8" fmla="*/ 1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05" name="Freeform 318">
                    <a:extLst>
                      <a:ext uri="{FF2B5EF4-FFF2-40B4-BE49-F238E27FC236}">
                        <a16:creationId xmlns:a16="http://schemas.microsoft.com/office/drawing/2014/main" id="{B0737597-A5C7-F742-B006-4A9580C198C1}"/>
                      </a:ext>
                    </a:extLst>
                  </p:cNvPr>
                  <p:cNvSpPr>
                    <a:spLocks/>
                  </p:cNvSpPr>
                  <p:nvPr/>
                </p:nvSpPr>
                <p:spPr bwMode="auto">
                  <a:xfrm>
                    <a:off x="886" y="3648"/>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99" name="Group 319">
                  <a:extLst>
                    <a:ext uri="{FF2B5EF4-FFF2-40B4-BE49-F238E27FC236}">
                      <a16:creationId xmlns:a16="http://schemas.microsoft.com/office/drawing/2014/main" id="{778EFCBD-CDE3-6A44-9A75-A8526E4FFB23}"/>
                    </a:ext>
                  </a:extLst>
                </p:cNvPr>
                <p:cNvGrpSpPr>
                  <a:grpSpLocks/>
                </p:cNvGrpSpPr>
                <p:nvPr/>
              </p:nvGrpSpPr>
              <p:grpSpPr bwMode="auto">
                <a:xfrm>
                  <a:off x="890" y="3651"/>
                  <a:ext cx="50" cy="22"/>
                  <a:chOff x="890" y="3651"/>
                  <a:chExt cx="50" cy="22"/>
                </a:xfrm>
              </p:grpSpPr>
              <p:sp>
                <p:nvSpPr>
                  <p:cNvPr id="26000" name="Freeform 320">
                    <a:extLst>
                      <a:ext uri="{FF2B5EF4-FFF2-40B4-BE49-F238E27FC236}">
                        <a16:creationId xmlns:a16="http://schemas.microsoft.com/office/drawing/2014/main" id="{2101F3F5-F4BF-E04C-9BAC-C966B25DF2A8}"/>
                      </a:ext>
                    </a:extLst>
                  </p:cNvPr>
                  <p:cNvSpPr>
                    <a:spLocks/>
                  </p:cNvSpPr>
                  <p:nvPr/>
                </p:nvSpPr>
                <p:spPr bwMode="auto">
                  <a:xfrm>
                    <a:off x="890" y="3651"/>
                    <a:ext cx="13" cy="22"/>
                  </a:xfrm>
                  <a:custGeom>
                    <a:avLst/>
                    <a:gdLst>
                      <a:gd name="T0" fmla="*/ 1 w 25"/>
                      <a:gd name="T1" fmla="*/ 0 h 67"/>
                      <a:gd name="T2" fmla="*/ 0 w 25"/>
                      <a:gd name="T3" fmla="*/ 0 h 67"/>
                      <a:gd name="T4" fmla="*/ 1 w 25"/>
                      <a:gd name="T5" fmla="*/ 0 h 67"/>
                      <a:gd name="T6" fmla="*/ 1 w 25"/>
                      <a:gd name="T7" fmla="*/ 0 h 67"/>
                      <a:gd name="T8" fmla="*/ 1 w 25"/>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01" name="Freeform 321">
                    <a:extLst>
                      <a:ext uri="{FF2B5EF4-FFF2-40B4-BE49-F238E27FC236}">
                        <a16:creationId xmlns:a16="http://schemas.microsoft.com/office/drawing/2014/main" id="{F9747DB5-7B8D-F041-89D4-0424E1248A55}"/>
                      </a:ext>
                    </a:extLst>
                  </p:cNvPr>
                  <p:cNvSpPr>
                    <a:spLocks/>
                  </p:cNvSpPr>
                  <p:nvPr/>
                </p:nvSpPr>
                <p:spPr bwMode="auto">
                  <a:xfrm>
                    <a:off x="895" y="3651"/>
                    <a:ext cx="37" cy="10"/>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02" name="Freeform 322">
                    <a:extLst>
                      <a:ext uri="{FF2B5EF4-FFF2-40B4-BE49-F238E27FC236}">
                        <a16:creationId xmlns:a16="http://schemas.microsoft.com/office/drawing/2014/main" id="{757376AB-8831-204C-A8AF-18869FB14377}"/>
                      </a:ext>
                    </a:extLst>
                  </p:cNvPr>
                  <p:cNvSpPr>
                    <a:spLocks/>
                  </p:cNvSpPr>
                  <p:nvPr/>
                </p:nvSpPr>
                <p:spPr bwMode="auto">
                  <a:xfrm>
                    <a:off x="899" y="3662"/>
                    <a:ext cx="41" cy="11"/>
                  </a:xfrm>
                  <a:custGeom>
                    <a:avLst/>
                    <a:gdLst>
                      <a:gd name="T0" fmla="*/ 0 w 83"/>
                      <a:gd name="T1" fmla="*/ 0 h 35"/>
                      <a:gd name="T2" fmla="*/ 0 w 83"/>
                      <a:gd name="T3" fmla="*/ 0 h 35"/>
                      <a:gd name="T4" fmla="*/ 0 w 83"/>
                      <a:gd name="T5" fmla="*/ 0 h 35"/>
                      <a:gd name="T6" fmla="*/ 0 w 83"/>
                      <a:gd name="T7" fmla="*/ 0 h 35"/>
                      <a:gd name="T8" fmla="*/ 0 w 83"/>
                      <a:gd name="T9" fmla="*/ 0 h 35"/>
                      <a:gd name="T10" fmla="*/ 0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5776" name="Group 323">
                <a:extLst>
                  <a:ext uri="{FF2B5EF4-FFF2-40B4-BE49-F238E27FC236}">
                    <a16:creationId xmlns:a16="http://schemas.microsoft.com/office/drawing/2014/main" id="{D2D9C244-6C02-F24A-936C-AEF568AE543D}"/>
                  </a:ext>
                </a:extLst>
              </p:cNvPr>
              <p:cNvGrpSpPr>
                <a:grpSpLocks/>
              </p:cNvGrpSpPr>
              <p:nvPr/>
            </p:nvGrpSpPr>
            <p:grpSpPr bwMode="auto">
              <a:xfrm>
                <a:off x="903" y="3665"/>
                <a:ext cx="99" cy="74"/>
                <a:chOff x="903" y="3665"/>
                <a:chExt cx="99" cy="74"/>
              </a:xfrm>
            </p:grpSpPr>
            <p:grpSp>
              <p:nvGrpSpPr>
                <p:cNvPr id="25975" name="Group 324">
                  <a:extLst>
                    <a:ext uri="{FF2B5EF4-FFF2-40B4-BE49-F238E27FC236}">
                      <a16:creationId xmlns:a16="http://schemas.microsoft.com/office/drawing/2014/main" id="{FB488043-E033-3842-BD09-F1B6E3F20273}"/>
                    </a:ext>
                  </a:extLst>
                </p:cNvPr>
                <p:cNvGrpSpPr>
                  <a:grpSpLocks/>
                </p:cNvGrpSpPr>
                <p:nvPr/>
              </p:nvGrpSpPr>
              <p:grpSpPr bwMode="auto">
                <a:xfrm>
                  <a:off x="903" y="3665"/>
                  <a:ext cx="49" cy="23"/>
                  <a:chOff x="903" y="3665"/>
                  <a:chExt cx="49" cy="23"/>
                </a:xfrm>
              </p:grpSpPr>
              <p:sp>
                <p:nvSpPr>
                  <p:cNvPr id="25992" name="Freeform 325">
                    <a:extLst>
                      <a:ext uri="{FF2B5EF4-FFF2-40B4-BE49-F238E27FC236}">
                        <a16:creationId xmlns:a16="http://schemas.microsoft.com/office/drawing/2014/main" id="{01DDE814-3C48-5542-A515-4545BA4CF3FD}"/>
                      </a:ext>
                    </a:extLst>
                  </p:cNvPr>
                  <p:cNvSpPr>
                    <a:spLocks/>
                  </p:cNvSpPr>
                  <p:nvPr/>
                </p:nvSpPr>
                <p:spPr bwMode="auto">
                  <a:xfrm>
                    <a:off x="903" y="3665"/>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93" name="Freeform 326">
                    <a:extLst>
                      <a:ext uri="{FF2B5EF4-FFF2-40B4-BE49-F238E27FC236}">
                        <a16:creationId xmlns:a16="http://schemas.microsoft.com/office/drawing/2014/main" id="{68167619-8E46-C843-9566-64DDA1077A35}"/>
                      </a:ext>
                    </a:extLst>
                  </p:cNvPr>
                  <p:cNvSpPr>
                    <a:spLocks/>
                  </p:cNvSpPr>
                  <p:nvPr/>
                </p:nvSpPr>
                <p:spPr bwMode="auto">
                  <a:xfrm>
                    <a:off x="907" y="3666"/>
                    <a:ext cx="37" cy="10"/>
                  </a:xfrm>
                  <a:custGeom>
                    <a:avLst/>
                    <a:gdLst>
                      <a:gd name="T0" fmla="*/ 1 w 73"/>
                      <a:gd name="T1" fmla="*/ 0 h 31"/>
                      <a:gd name="T2" fmla="*/ 1 w 73"/>
                      <a:gd name="T3" fmla="*/ 0 h 31"/>
                      <a:gd name="T4" fmla="*/ 1 w 73"/>
                      <a:gd name="T5" fmla="*/ 0 h 31"/>
                      <a:gd name="T6" fmla="*/ 1 w 73"/>
                      <a:gd name="T7" fmla="*/ 0 h 31"/>
                      <a:gd name="T8" fmla="*/ 1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94" name="Freeform 327">
                    <a:extLst>
                      <a:ext uri="{FF2B5EF4-FFF2-40B4-BE49-F238E27FC236}">
                        <a16:creationId xmlns:a16="http://schemas.microsoft.com/office/drawing/2014/main" id="{F20C9D9D-A5EA-9B47-945E-B3DCE50EC894}"/>
                      </a:ext>
                    </a:extLst>
                  </p:cNvPr>
                  <p:cNvSpPr>
                    <a:spLocks/>
                  </p:cNvSpPr>
                  <p:nvPr/>
                </p:nvSpPr>
                <p:spPr bwMode="auto">
                  <a:xfrm>
                    <a:off x="911" y="3676"/>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76" name="Group 328">
                  <a:extLst>
                    <a:ext uri="{FF2B5EF4-FFF2-40B4-BE49-F238E27FC236}">
                      <a16:creationId xmlns:a16="http://schemas.microsoft.com/office/drawing/2014/main" id="{5FB79B82-4F64-1146-875A-C9AF73E1342C}"/>
                    </a:ext>
                  </a:extLst>
                </p:cNvPr>
                <p:cNvGrpSpPr>
                  <a:grpSpLocks/>
                </p:cNvGrpSpPr>
                <p:nvPr/>
              </p:nvGrpSpPr>
              <p:grpSpPr bwMode="auto">
                <a:xfrm>
                  <a:off x="914" y="3678"/>
                  <a:ext cx="49" cy="23"/>
                  <a:chOff x="914" y="3678"/>
                  <a:chExt cx="49" cy="23"/>
                </a:xfrm>
              </p:grpSpPr>
              <p:sp>
                <p:nvSpPr>
                  <p:cNvPr id="25989" name="Freeform 329">
                    <a:extLst>
                      <a:ext uri="{FF2B5EF4-FFF2-40B4-BE49-F238E27FC236}">
                        <a16:creationId xmlns:a16="http://schemas.microsoft.com/office/drawing/2014/main" id="{56FA5731-C43D-4A4E-9C23-1EE03671AE24}"/>
                      </a:ext>
                    </a:extLst>
                  </p:cNvPr>
                  <p:cNvSpPr>
                    <a:spLocks/>
                  </p:cNvSpPr>
                  <p:nvPr/>
                </p:nvSpPr>
                <p:spPr bwMode="auto">
                  <a:xfrm>
                    <a:off x="914" y="3678"/>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90" name="Freeform 330">
                    <a:extLst>
                      <a:ext uri="{FF2B5EF4-FFF2-40B4-BE49-F238E27FC236}">
                        <a16:creationId xmlns:a16="http://schemas.microsoft.com/office/drawing/2014/main" id="{C99DC155-E1C6-4C43-AB16-10D445CE2D6C}"/>
                      </a:ext>
                    </a:extLst>
                  </p:cNvPr>
                  <p:cNvSpPr>
                    <a:spLocks/>
                  </p:cNvSpPr>
                  <p:nvPr/>
                </p:nvSpPr>
                <p:spPr bwMode="auto">
                  <a:xfrm>
                    <a:off x="919" y="3678"/>
                    <a:ext cx="38" cy="10"/>
                  </a:xfrm>
                  <a:custGeom>
                    <a:avLst/>
                    <a:gdLst>
                      <a:gd name="T0" fmla="*/ 1 w 75"/>
                      <a:gd name="T1" fmla="*/ 0 h 30"/>
                      <a:gd name="T2" fmla="*/ 1 w 75"/>
                      <a:gd name="T3" fmla="*/ 0 h 30"/>
                      <a:gd name="T4" fmla="*/ 1 w 75"/>
                      <a:gd name="T5" fmla="*/ 0 h 30"/>
                      <a:gd name="T6" fmla="*/ 1 w 75"/>
                      <a:gd name="T7" fmla="*/ 0 h 30"/>
                      <a:gd name="T8" fmla="*/ 1 w 75"/>
                      <a:gd name="T9" fmla="*/ 0 h 30"/>
                      <a:gd name="T10" fmla="*/ 1 w 75"/>
                      <a:gd name="T11" fmla="*/ 0 h 30"/>
                      <a:gd name="T12" fmla="*/ 1 w 75"/>
                      <a:gd name="T13" fmla="*/ 0 h 30"/>
                      <a:gd name="T14" fmla="*/ 0 w 75"/>
                      <a:gd name="T15" fmla="*/ 0 h 30"/>
                      <a:gd name="T16" fmla="*/ 1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91" name="Freeform 331">
                    <a:extLst>
                      <a:ext uri="{FF2B5EF4-FFF2-40B4-BE49-F238E27FC236}">
                        <a16:creationId xmlns:a16="http://schemas.microsoft.com/office/drawing/2014/main" id="{85245282-99EE-9341-99AA-B3ACDE8D513F}"/>
                      </a:ext>
                    </a:extLst>
                  </p:cNvPr>
                  <p:cNvSpPr>
                    <a:spLocks/>
                  </p:cNvSpPr>
                  <p:nvPr/>
                </p:nvSpPr>
                <p:spPr bwMode="auto">
                  <a:xfrm>
                    <a:off x="922" y="3688"/>
                    <a:ext cx="41" cy="13"/>
                  </a:xfrm>
                  <a:custGeom>
                    <a:avLst/>
                    <a:gdLst>
                      <a:gd name="T0" fmla="*/ 0 w 81"/>
                      <a:gd name="T1" fmla="*/ 0 h 38"/>
                      <a:gd name="T2" fmla="*/ 1 w 81"/>
                      <a:gd name="T3" fmla="*/ 0 h 38"/>
                      <a:gd name="T4" fmla="*/ 1 w 81"/>
                      <a:gd name="T5" fmla="*/ 0 h 38"/>
                      <a:gd name="T6" fmla="*/ 1 w 81"/>
                      <a:gd name="T7" fmla="*/ 0 h 38"/>
                      <a:gd name="T8" fmla="*/ 1 w 81"/>
                      <a:gd name="T9" fmla="*/ 0 h 38"/>
                      <a:gd name="T10" fmla="*/ 1 w 81"/>
                      <a:gd name="T11" fmla="*/ 0 h 38"/>
                      <a:gd name="T12" fmla="*/ 0 w 81"/>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77" name="Group 332">
                  <a:extLst>
                    <a:ext uri="{FF2B5EF4-FFF2-40B4-BE49-F238E27FC236}">
                      <a16:creationId xmlns:a16="http://schemas.microsoft.com/office/drawing/2014/main" id="{8F17DC81-C8CC-9C4D-8255-B2AA25B2F65C}"/>
                    </a:ext>
                  </a:extLst>
                </p:cNvPr>
                <p:cNvGrpSpPr>
                  <a:grpSpLocks/>
                </p:cNvGrpSpPr>
                <p:nvPr/>
              </p:nvGrpSpPr>
              <p:grpSpPr bwMode="auto">
                <a:xfrm>
                  <a:off x="928" y="3690"/>
                  <a:ext cx="48" cy="23"/>
                  <a:chOff x="928" y="3690"/>
                  <a:chExt cx="48" cy="23"/>
                </a:xfrm>
              </p:grpSpPr>
              <p:sp>
                <p:nvSpPr>
                  <p:cNvPr id="25986" name="Freeform 333">
                    <a:extLst>
                      <a:ext uri="{FF2B5EF4-FFF2-40B4-BE49-F238E27FC236}">
                        <a16:creationId xmlns:a16="http://schemas.microsoft.com/office/drawing/2014/main" id="{BDBBC645-3144-6F44-A27E-F3A7E7D3C044}"/>
                      </a:ext>
                    </a:extLst>
                  </p:cNvPr>
                  <p:cNvSpPr>
                    <a:spLocks/>
                  </p:cNvSpPr>
                  <p:nvPr/>
                </p:nvSpPr>
                <p:spPr bwMode="auto">
                  <a:xfrm>
                    <a:off x="928" y="3690"/>
                    <a:ext cx="12" cy="23"/>
                  </a:xfrm>
                  <a:custGeom>
                    <a:avLst/>
                    <a:gdLst>
                      <a:gd name="T0" fmla="*/ 0 w 25"/>
                      <a:gd name="T1" fmla="*/ 0 h 70"/>
                      <a:gd name="T2" fmla="*/ 0 w 25"/>
                      <a:gd name="T3" fmla="*/ 0 h 70"/>
                      <a:gd name="T4" fmla="*/ 0 w 25"/>
                      <a:gd name="T5" fmla="*/ 0 h 70"/>
                      <a:gd name="T6" fmla="*/ 0 w 25"/>
                      <a:gd name="T7" fmla="*/ 0 h 70"/>
                      <a:gd name="T8" fmla="*/ 0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87" name="Freeform 334">
                    <a:extLst>
                      <a:ext uri="{FF2B5EF4-FFF2-40B4-BE49-F238E27FC236}">
                        <a16:creationId xmlns:a16="http://schemas.microsoft.com/office/drawing/2014/main" id="{A49468E4-C6DD-C546-B562-5A1D268965BB}"/>
                      </a:ext>
                    </a:extLst>
                  </p:cNvPr>
                  <p:cNvSpPr>
                    <a:spLocks/>
                  </p:cNvSpPr>
                  <p:nvPr/>
                </p:nvSpPr>
                <p:spPr bwMode="auto">
                  <a:xfrm>
                    <a:off x="932" y="3691"/>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88" name="Freeform 335">
                    <a:extLst>
                      <a:ext uri="{FF2B5EF4-FFF2-40B4-BE49-F238E27FC236}">
                        <a16:creationId xmlns:a16="http://schemas.microsoft.com/office/drawing/2014/main" id="{90AE12DA-1863-D74B-94F3-7FC454632181}"/>
                      </a:ext>
                    </a:extLst>
                  </p:cNvPr>
                  <p:cNvSpPr>
                    <a:spLocks/>
                  </p:cNvSpPr>
                  <p:nvPr/>
                </p:nvSpPr>
                <p:spPr bwMode="auto">
                  <a:xfrm>
                    <a:off x="935" y="3701"/>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78" name="Group 336">
                  <a:extLst>
                    <a:ext uri="{FF2B5EF4-FFF2-40B4-BE49-F238E27FC236}">
                      <a16:creationId xmlns:a16="http://schemas.microsoft.com/office/drawing/2014/main" id="{835F1DEC-02F1-C245-9735-ED78B9DA0A94}"/>
                    </a:ext>
                  </a:extLst>
                </p:cNvPr>
                <p:cNvGrpSpPr>
                  <a:grpSpLocks/>
                </p:cNvGrpSpPr>
                <p:nvPr/>
              </p:nvGrpSpPr>
              <p:grpSpPr bwMode="auto">
                <a:xfrm>
                  <a:off x="940" y="3703"/>
                  <a:ext cx="49" cy="23"/>
                  <a:chOff x="940" y="3703"/>
                  <a:chExt cx="49" cy="23"/>
                </a:xfrm>
              </p:grpSpPr>
              <p:sp>
                <p:nvSpPr>
                  <p:cNvPr id="25983" name="Freeform 337">
                    <a:extLst>
                      <a:ext uri="{FF2B5EF4-FFF2-40B4-BE49-F238E27FC236}">
                        <a16:creationId xmlns:a16="http://schemas.microsoft.com/office/drawing/2014/main" id="{C547EA68-6B3A-BF49-842E-123ABD96D845}"/>
                      </a:ext>
                    </a:extLst>
                  </p:cNvPr>
                  <p:cNvSpPr>
                    <a:spLocks/>
                  </p:cNvSpPr>
                  <p:nvPr/>
                </p:nvSpPr>
                <p:spPr bwMode="auto">
                  <a:xfrm>
                    <a:off x="940" y="3703"/>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84" name="Freeform 338">
                    <a:extLst>
                      <a:ext uri="{FF2B5EF4-FFF2-40B4-BE49-F238E27FC236}">
                        <a16:creationId xmlns:a16="http://schemas.microsoft.com/office/drawing/2014/main" id="{9938484A-5B44-574F-8D82-665B57F87C1D}"/>
                      </a:ext>
                    </a:extLst>
                  </p:cNvPr>
                  <p:cNvSpPr>
                    <a:spLocks/>
                  </p:cNvSpPr>
                  <p:nvPr/>
                </p:nvSpPr>
                <p:spPr bwMode="auto">
                  <a:xfrm>
                    <a:off x="945" y="3703"/>
                    <a:ext cx="37" cy="10"/>
                  </a:xfrm>
                  <a:custGeom>
                    <a:avLst/>
                    <a:gdLst>
                      <a:gd name="T0" fmla="*/ 0 w 75"/>
                      <a:gd name="T1" fmla="*/ 0 h 30"/>
                      <a:gd name="T2" fmla="*/ 0 w 75"/>
                      <a:gd name="T3" fmla="*/ 0 h 30"/>
                      <a:gd name="T4" fmla="*/ 0 w 75"/>
                      <a:gd name="T5" fmla="*/ 0 h 30"/>
                      <a:gd name="T6" fmla="*/ 0 w 75"/>
                      <a:gd name="T7" fmla="*/ 0 h 30"/>
                      <a:gd name="T8" fmla="*/ 0 w 75"/>
                      <a:gd name="T9" fmla="*/ 0 h 30"/>
                      <a:gd name="T10" fmla="*/ 0 w 75"/>
                      <a:gd name="T11" fmla="*/ 0 h 30"/>
                      <a:gd name="T12" fmla="*/ 0 w 75"/>
                      <a:gd name="T13" fmla="*/ 0 h 30"/>
                      <a:gd name="T14" fmla="*/ 0 w 75"/>
                      <a:gd name="T15" fmla="*/ 0 h 30"/>
                      <a:gd name="T16" fmla="*/ 0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85" name="Freeform 339">
                    <a:extLst>
                      <a:ext uri="{FF2B5EF4-FFF2-40B4-BE49-F238E27FC236}">
                        <a16:creationId xmlns:a16="http://schemas.microsoft.com/office/drawing/2014/main" id="{A9824B70-3C45-554D-809B-0009975C4E8E}"/>
                      </a:ext>
                    </a:extLst>
                  </p:cNvPr>
                  <p:cNvSpPr>
                    <a:spLocks/>
                  </p:cNvSpPr>
                  <p:nvPr/>
                </p:nvSpPr>
                <p:spPr bwMode="auto">
                  <a:xfrm>
                    <a:off x="948" y="3714"/>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79" name="Group 340">
                  <a:extLst>
                    <a:ext uri="{FF2B5EF4-FFF2-40B4-BE49-F238E27FC236}">
                      <a16:creationId xmlns:a16="http://schemas.microsoft.com/office/drawing/2014/main" id="{7BE15B2F-8646-3B4F-A003-8C36F1CD5854}"/>
                    </a:ext>
                  </a:extLst>
                </p:cNvPr>
                <p:cNvGrpSpPr>
                  <a:grpSpLocks/>
                </p:cNvGrpSpPr>
                <p:nvPr/>
              </p:nvGrpSpPr>
              <p:grpSpPr bwMode="auto">
                <a:xfrm>
                  <a:off x="953" y="3716"/>
                  <a:ext cx="49" cy="23"/>
                  <a:chOff x="953" y="3716"/>
                  <a:chExt cx="49" cy="23"/>
                </a:xfrm>
              </p:grpSpPr>
              <p:sp>
                <p:nvSpPr>
                  <p:cNvPr id="25980" name="Freeform 341">
                    <a:extLst>
                      <a:ext uri="{FF2B5EF4-FFF2-40B4-BE49-F238E27FC236}">
                        <a16:creationId xmlns:a16="http://schemas.microsoft.com/office/drawing/2014/main" id="{6A9FA113-8024-D74E-9489-3D3E58589A4D}"/>
                      </a:ext>
                    </a:extLst>
                  </p:cNvPr>
                  <p:cNvSpPr>
                    <a:spLocks/>
                  </p:cNvSpPr>
                  <p:nvPr/>
                </p:nvSpPr>
                <p:spPr bwMode="auto">
                  <a:xfrm>
                    <a:off x="953" y="3716"/>
                    <a:ext cx="12" cy="23"/>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81" name="Freeform 342">
                    <a:extLst>
                      <a:ext uri="{FF2B5EF4-FFF2-40B4-BE49-F238E27FC236}">
                        <a16:creationId xmlns:a16="http://schemas.microsoft.com/office/drawing/2014/main" id="{73496E35-2DF2-FF4D-B801-847A1F912AA9}"/>
                      </a:ext>
                    </a:extLst>
                  </p:cNvPr>
                  <p:cNvSpPr>
                    <a:spLocks/>
                  </p:cNvSpPr>
                  <p:nvPr/>
                </p:nvSpPr>
                <p:spPr bwMode="auto">
                  <a:xfrm>
                    <a:off x="958" y="3717"/>
                    <a:ext cx="37" cy="9"/>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82" name="Freeform 343">
                    <a:extLst>
                      <a:ext uri="{FF2B5EF4-FFF2-40B4-BE49-F238E27FC236}">
                        <a16:creationId xmlns:a16="http://schemas.microsoft.com/office/drawing/2014/main" id="{9C6DE357-5160-BE4F-96D0-F38F4442FD6D}"/>
                      </a:ext>
                    </a:extLst>
                  </p:cNvPr>
                  <p:cNvSpPr>
                    <a:spLocks/>
                  </p:cNvSpPr>
                  <p:nvPr/>
                </p:nvSpPr>
                <p:spPr bwMode="auto">
                  <a:xfrm>
                    <a:off x="961" y="3727"/>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5777" name="Group 344">
                <a:extLst>
                  <a:ext uri="{FF2B5EF4-FFF2-40B4-BE49-F238E27FC236}">
                    <a16:creationId xmlns:a16="http://schemas.microsoft.com/office/drawing/2014/main" id="{7F768280-CB5C-624D-A2E1-4230FF0DEA76}"/>
                  </a:ext>
                </a:extLst>
              </p:cNvPr>
              <p:cNvGrpSpPr>
                <a:grpSpLocks/>
              </p:cNvGrpSpPr>
              <p:nvPr/>
            </p:nvGrpSpPr>
            <p:grpSpPr bwMode="auto">
              <a:xfrm>
                <a:off x="963" y="3727"/>
                <a:ext cx="49" cy="23"/>
                <a:chOff x="963" y="3727"/>
                <a:chExt cx="49" cy="23"/>
              </a:xfrm>
            </p:grpSpPr>
            <p:sp>
              <p:nvSpPr>
                <p:cNvPr id="25972" name="Freeform 345">
                  <a:extLst>
                    <a:ext uri="{FF2B5EF4-FFF2-40B4-BE49-F238E27FC236}">
                      <a16:creationId xmlns:a16="http://schemas.microsoft.com/office/drawing/2014/main" id="{62E1FB35-8542-0044-A617-A5F66EC70758}"/>
                    </a:ext>
                  </a:extLst>
                </p:cNvPr>
                <p:cNvSpPr>
                  <a:spLocks/>
                </p:cNvSpPr>
                <p:nvPr/>
              </p:nvSpPr>
              <p:spPr bwMode="auto">
                <a:xfrm>
                  <a:off x="963" y="3727"/>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73" name="Freeform 346">
                  <a:extLst>
                    <a:ext uri="{FF2B5EF4-FFF2-40B4-BE49-F238E27FC236}">
                      <a16:creationId xmlns:a16="http://schemas.microsoft.com/office/drawing/2014/main" id="{C8AD8B94-A86E-6941-9537-13B1C03606B7}"/>
                    </a:ext>
                  </a:extLst>
                </p:cNvPr>
                <p:cNvSpPr>
                  <a:spLocks/>
                </p:cNvSpPr>
                <p:nvPr/>
              </p:nvSpPr>
              <p:spPr bwMode="auto">
                <a:xfrm>
                  <a:off x="968" y="3728"/>
                  <a:ext cx="37" cy="10"/>
                </a:xfrm>
                <a:custGeom>
                  <a:avLst/>
                  <a:gdLst>
                    <a:gd name="T0" fmla="*/ 1 w 73"/>
                    <a:gd name="T1" fmla="*/ 0 h 31"/>
                    <a:gd name="T2" fmla="*/ 1 w 73"/>
                    <a:gd name="T3" fmla="*/ 0 h 31"/>
                    <a:gd name="T4" fmla="*/ 1 w 73"/>
                    <a:gd name="T5" fmla="*/ 0 h 31"/>
                    <a:gd name="T6" fmla="*/ 1 w 73"/>
                    <a:gd name="T7" fmla="*/ 0 h 31"/>
                    <a:gd name="T8" fmla="*/ 1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74" name="Freeform 347">
                  <a:extLst>
                    <a:ext uri="{FF2B5EF4-FFF2-40B4-BE49-F238E27FC236}">
                      <a16:creationId xmlns:a16="http://schemas.microsoft.com/office/drawing/2014/main" id="{D3334F8C-BB11-C541-89BC-22637940944B}"/>
                    </a:ext>
                  </a:extLst>
                </p:cNvPr>
                <p:cNvSpPr>
                  <a:spLocks/>
                </p:cNvSpPr>
                <p:nvPr/>
              </p:nvSpPr>
              <p:spPr bwMode="auto">
                <a:xfrm>
                  <a:off x="972" y="3738"/>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78" name="Group 348">
                <a:extLst>
                  <a:ext uri="{FF2B5EF4-FFF2-40B4-BE49-F238E27FC236}">
                    <a16:creationId xmlns:a16="http://schemas.microsoft.com/office/drawing/2014/main" id="{32B1E0A7-6117-DD4F-88FC-851A2C329085}"/>
                  </a:ext>
                </a:extLst>
              </p:cNvPr>
              <p:cNvGrpSpPr>
                <a:grpSpLocks/>
              </p:cNvGrpSpPr>
              <p:nvPr/>
            </p:nvGrpSpPr>
            <p:grpSpPr bwMode="auto">
              <a:xfrm>
                <a:off x="976" y="3740"/>
                <a:ext cx="50" cy="22"/>
                <a:chOff x="976" y="3740"/>
                <a:chExt cx="50" cy="22"/>
              </a:xfrm>
            </p:grpSpPr>
            <p:sp>
              <p:nvSpPr>
                <p:cNvPr id="25969" name="Freeform 349">
                  <a:extLst>
                    <a:ext uri="{FF2B5EF4-FFF2-40B4-BE49-F238E27FC236}">
                      <a16:creationId xmlns:a16="http://schemas.microsoft.com/office/drawing/2014/main" id="{1CE4FDA3-CC3B-4B47-B6B4-80072912F53C}"/>
                    </a:ext>
                  </a:extLst>
                </p:cNvPr>
                <p:cNvSpPr>
                  <a:spLocks/>
                </p:cNvSpPr>
                <p:nvPr/>
              </p:nvSpPr>
              <p:spPr bwMode="auto">
                <a:xfrm>
                  <a:off x="976" y="3740"/>
                  <a:ext cx="12" cy="22"/>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70" name="Freeform 350">
                  <a:extLst>
                    <a:ext uri="{FF2B5EF4-FFF2-40B4-BE49-F238E27FC236}">
                      <a16:creationId xmlns:a16="http://schemas.microsoft.com/office/drawing/2014/main" id="{400FE0C9-C9E6-6F46-8010-A8872FC790F0}"/>
                    </a:ext>
                  </a:extLst>
                </p:cNvPr>
                <p:cNvSpPr>
                  <a:spLocks/>
                </p:cNvSpPr>
                <p:nvPr/>
              </p:nvSpPr>
              <p:spPr bwMode="auto">
                <a:xfrm>
                  <a:off x="980" y="3740"/>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71" name="Freeform 351">
                  <a:extLst>
                    <a:ext uri="{FF2B5EF4-FFF2-40B4-BE49-F238E27FC236}">
                      <a16:creationId xmlns:a16="http://schemas.microsoft.com/office/drawing/2014/main" id="{F67493E3-4B38-9445-82EE-6D9B984219C1}"/>
                    </a:ext>
                  </a:extLst>
                </p:cNvPr>
                <p:cNvSpPr>
                  <a:spLocks/>
                </p:cNvSpPr>
                <p:nvPr/>
              </p:nvSpPr>
              <p:spPr bwMode="auto">
                <a:xfrm>
                  <a:off x="984" y="3750"/>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79" name="Group 352">
                <a:extLst>
                  <a:ext uri="{FF2B5EF4-FFF2-40B4-BE49-F238E27FC236}">
                    <a16:creationId xmlns:a16="http://schemas.microsoft.com/office/drawing/2014/main" id="{48061598-D837-0344-964F-4D66C36E37D5}"/>
                  </a:ext>
                </a:extLst>
              </p:cNvPr>
              <p:cNvGrpSpPr>
                <a:grpSpLocks/>
              </p:cNvGrpSpPr>
              <p:nvPr/>
            </p:nvGrpSpPr>
            <p:grpSpPr bwMode="auto">
              <a:xfrm>
                <a:off x="761" y="3560"/>
                <a:ext cx="50" cy="22"/>
                <a:chOff x="761" y="3560"/>
                <a:chExt cx="50" cy="22"/>
              </a:xfrm>
            </p:grpSpPr>
            <p:sp>
              <p:nvSpPr>
                <p:cNvPr id="25966" name="Freeform 353">
                  <a:extLst>
                    <a:ext uri="{FF2B5EF4-FFF2-40B4-BE49-F238E27FC236}">
                      <a16:creationId xmlns:a16="http://schemas.microsoft.com/office/drawing/2014/main" id="{78F22A85-12C7-EF42-AF11-3460B26ACF9B}"/>
                    </a:ext>
                  </a:extLst>
                </p:cNvPr>
                <p:cNvSpPr>
                  <a:spLocks/>
                </p:cNvSpPr>
                <p:nvPr/>
              </p:nvSpPr>
              <p:spPr bwMode="auto">
                <a:xfrm>
                  <a:off x="761" y="3560"/>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67" name="Freeform 354">
                  <a:extLst>
                    <a:ext uri="{FF2B5EF4-FFF2-40B4-BE49-F238E27FC236}">
                      <a16:creationId xmlns:a16="http://schemas.microsoft.com/office/drawing/2014/main" id="{EE1305C1-8C45-7A42-9B2B-CF33AD0FD84F}"/>
                    </a:ext>
                  </a:extLst>
                </p:cNvPr>
                <p:cNvSpPr>
                  <a:spLocks/>
                </p:cNvSpPr>
                <p:nvPr/>
              </p:nvSpPr>
              <p:spPr bwMode="auto">
                <a:xfrm>
                  <a:off x="767" y="3560"/>
                  <a:ext cx="36" cy="10"/>
                </a:xfrm>
                <a:custGeom>
                  <a:avLst/>
                  <a:gdLst>
                    <a:gd name="T0" fmla="*/ 0 w 73"/>
                    <a:gd name="T1" fmla="*/ 0 h 29"/>
                    <a:gd name="T2" fmla="*/ 0 w 73"/>
                    <a:gd name="T3" fmla="*/ 0 h 29"/>
                    <a:gd name="T4" fmla="*/ 0 w 73"/>
                    <a:gd name="T5" fmla="*/ 0 h 29"/>
                    <a:gd name="T6" fmla="*/ 0 w 73"/>
                    <a:gd name="T7" fmla="*/ 0 h 29"/>
                    <a:gd name="T8" fmla="*/ 0 w 73"/>
                    <a:gd name="T9" fmla="*/ 0 h 29"/>
                    <a:gd name="T10" fmla="*/ 0 w 73"/>
                    <a:gd name="T11" fmla="*/ 0 h 29"/>
                    <a:gd name="T12" fmla="*/ 0 w 73"/>
                    <a:gd name="T13" fmla="*/ 0 h 29"/>
                    <a:gd name="T14" fmla="*/ 0 w 73"/>
                    <a:gd name="T15" fmla="*/ 0 h 29"/>
                    <a:gd name="T16" fmla="*/ 0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68" name="Freeform 355">
                  <a:extLst>
                    <a:ext uri="{FF2B5EF4-FFF2-40B4-BE49-F238E27FC236}">
                      <a16:creationId xmlns:a16="http://schemas.microsoft.com/office/drawing/2014/main" id="{07F00F65-EE0B-3742-9450-61C7922EB801}"/>
                    </a:ext>
                  </a:extLst>
                </p:cNvPr>
                <p:cNvSpPr>
                  <a:spLocks/>
                </p:cNvSpPr>
                <p:nvPr/>
              </p:nvSpPr>
              <p:spPr bwMode="auto">
                <a:xfrm>
                  <a:off x="769" y="3571"/>
                  <a:ext cx="42" cy="11"/>
                </a:xfrm>
                <a:custGeom>
                  <a:avLst/>
                  <a:gdLst>
                    <a:gd name="T0" fmla="*/ 0 w 83"/>
                    <a:gd name="T1" fmla="*/ 0 h 35"/>
                    <a:gd name="T2" fmla="*/ 1 w 83"/>
                    <a:gd name="T3" fmla="*/ 0 h 35"/>
                    <a:gd name="T4" fmla="*/ 1 w 83"/>
                    <a:gd name="T5" fmla="*/ 0 h 35"/>
                    <a:gd name="T6" fmla="*/ 1 w 83"/>
                    <a:gd name="T7" fmla="*/ 0 h 35"/>
                    <a:gd name="T8" fmla="*/ 1 w 83"/>
                    <a:gd name="T9" fmla="*/ 0 h 35"/>
                    <a:gd name="T10" fmla="*/ 1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80" name="Group 356">
                <a:extLst>
                  <a:ext uri="{FF2B5EF4-FFF2-40B4-BE49-F238E27FC236}">
                    <a16:creationId xmlns:a16="http://schemas.microsoft.com/office/drawing/2014/main" id="{62E10F0A-167D-3649-A8A7-1D9E97460C62}"/>
                  </a:ext>
                </a:extLst>
              </p:cNvPr>
              <p:cNvGrpSpPr>
                <a:grpSpLocks/>
              </p:cNvGrpSpPr>
              <p:nvPr/>
            </p:nvGrpSpPr>
            <p:grpSpPr bwMode="auto">
              <a:xfrm>
                <a:off x="774" y="3572"/>
                <a:ext cx="49" cy="23"/>
                <a:chOff x="774" y="3572"/>
                <a:chExt cx="49" cy="23"/>
              </a:xfrm>
            </p:grpSpPr>
            <p:sp>
              <p:nvSpPr>
                <p:cNvPr id="25963" name="Freeform 357">
                  <a:extLst>
                    <a:ext uri="{FF2B5EF4-FFF2-40B4-BE49-F238E27FC236}">
                      <a16:creationId xmlns:a16="http://schemas.microsoft.com/office/drawing/2014/main" id="{6E96EE1F-B549-924F-88F3-5DFA04B257EE}"/>
                    </a:ext>
                  </a:extLst>
                </p:cNvPr>
                <p:cNvSpPr>
                  <a:spLocks/>
                </p:cNvSpPr>
                <p:nvPr/>
              </p:nvSpPr>
              <p:spPr bwMode="auto">
                <a:xfrm>
                  <a:off x="774" y="3572"/>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64" name="Freeform 358">
                  <a:extLst>
                    <a:ext uri="{FF2B5EF4-FFF2-40B4-BE49-F238E27FC236}">
                      <a16:creationId xmlns:a16="http://schemas.microsoft.com/office/drawing/2014/main" id="{479E15A0-D67F-404B-A550-BAD7485B2049}"/>
                    </a:ext>
                  </a:extLst>
                </p:cNvPr>
                <p:cNvSpPr>
                  <a:spLocks/>
                </p:cNvSpPr>
                <p:nvPr/>
              </p:nvSpPr>
              <p:spPr bwMode="auto">
                <a:xfrm>
                  <a:off x="778" y="3573"/>
                  <a:ext cx="38" cy="9"/>
                </a:xfrm>
                <a:custGeom>
                  <a:avLst/>
                  <a:gdLst>
                    <a:gd name="T0" fmla="*/ 1 w 75"/>
                    <a:gd name="T1" fmla="*/ 0 h 29"/>
                    <a:gd name="T2" fmla="*/ 1 w 75"/>
                    <a:gd name="T3" fmla="*/ 0 h 29"/>
                    <a:gd name="T4" fmla="*/ 1 w 75"/>
                    <a:gd name="T5" fmla="*/ 0 h 29"/>
                    <a:gd name="T6" fmla="*/ 1 w 75"/>
                    <a:gd name="T7" fmla="*/ 0 h 29"/>
                    <a:gd name="T8" fmla="*/ 1 w 75"/>
                    <a:gd name="T9" fmla="*/ 0 h 29"/>
                    <a:gd name="T10" fmla="*/ 1 w 75"/>
                    <a:gd name="T11" fmla="*/ 0 h 29"/>
                    <a:gd name="T12" fmla="*/ 1 w 75"/>
                    <a:gd name="T13" fmla="*/ 0 h 29"/>
                    <a:gd name="T14" fmla="*/ 0 w 75"/>
                    <a:gd name="T15" fmla="*/ 0 h 29"/>
                    <a:gd name="T16" fmla="*/ 1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65" name="Freeform 359">
                  <a:extLst>
                    <a:ext uri="{FF2B5EF4-FFF2-40B4-BE49-F238E27FC236}">
                      <a16:creationId xmlns:a16="http://schemas.microsoft.com/office/drawing/2014/main" id="{E75869A7-E659-EB45-8334-703225E63139}"/>
                    </a:ext>
                  </a:extLst>
                </p:cNvPr>
                <p:cNvSpPr>
                  <a:spLocks/>
                </p:cNvSpPr>
                <p:nvPr/>
              </p:nvSpPr>
              <p:spPr bwMode="auto">
                <a:xfrm>
                  <a:off x="782" y="3583"/>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81" name="Group 360">
                <a:extLst>
                  <a:ext uri="{FF2B5EF4-FFF2-40B4-BE49-F238E27FC236}">
                    <a16:creationId xmlns:a16="http://schemas.microsoft.com/office/drawing/2014/main" id="{852B3E6A-1690-0742-BD6C-CEBE7124AC60}"/>
                  </a:ext>
                </a:extLst>
              </p:cNvPr>
              <p:cNvGrpSpPr>
                <a:grpSpLocks/>
              </p:cNvGrpSpPr>
              <p:nvPr/>
            </p:nvGrpSpPr>
            <p:grpSpPr bwMode="auto">
              <a:xfrm>
                <a:off x="787" y="3585"/>
                <a:ext cx="49" cy="23"/>
                <a:chOff x="787" y="3585"/>
                <a:chExt cx="49" cy="23"/>
              </a:xfrm>
            </p:grpSpPr>
            <p:sp>
              <p:nvSpPr>
                <p:cNvPr id="25960" name="Freeform 361">
                  <a:extLst>
                    <a:ext uri="{FF2B5EF4-FFF2-40B4-BE49-F238E27FC236}">
                      <a16:creationId xmlns:a16="http://schemas.microsoft.com/office/drawing/2014/main" id="{C78BE0C0-259B-2D40-B55B-CC223FE4086F}"/>
                    </a:ext>
                  </a:extLst>
                </p:cNvPr>
                <p:cNvSpPr>
                  <a:spLocks/>
                </p:cNvSpPr>
                <p:nvPr/>
              </p:nvSpPr>
              <p:spPr bwMode="auto">
                <a:xfrm>
                  <a:off x="787" y="3585"/>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61" name="Freeform 362">
                  <a:extLst>
                    <a:ext uri="{FF2B5EF4-FFF2-40B4-BE49-F238E27FC236}">
                      <a16:creationId xmlns:a16="http://schemas.microsoft.com/office/drawing/2014/main" id="{C87D0E04-D533-494F-8FF1-3D2F2F7992B5}"/>
                    </a:ext>
                  </a:extLst>
                </p:cNvPr>
                <p:cNvSpPr>
                  <a:spLocks/>
                </p:cNvSpPr>
                <p:nvPr/>
              </p:nvSpPr>
              <p:spPr bwMode="auto">
                <a:xfrm>
                  <a:off x="792" y="3586"/>
                  <a:ext cx="36" cy="10"/>
                </a:xfrm>
                <a:custGeom>
                  <a:avLst/>
                  <a:gdLst>
                    <a:gd name="T0" fmla="*/ 0 w 74"/>
                    <a:gd name="T1" fmla="*/ 0 h 29"/>
                    <a:gd name="T2" fmla="*/ 0 w 74"/>
                    <a:gd name="T3" fmla="*/ 0 h 29"/>
                    <a:gd name="T4" fmla="*/ 0 w 74"/>
                    <a:gd name="T5" fmla="*/ 0 h 29"/>
                    <a:gd name="T6" fmla="*/ 0 w 74"/>
                    <a:gd name="T7" fmla="*/ 0 h 29"/>
                    <a:gd name="T8" fmla="*/ 0 w 74"/>
                    <a:gd name="T9" fmla="*/ 0 h 29"/>
                    <a:gd name="T10" fmla="*/ 0 w 74"/>
                    <a:gd name="T11" fmla="*/ 0 h 29"/>
                    <a:gd name="T12" fmla="*/ 0 w 74"/>
                    <a:gd name="T13" fmla="*/ 0 h 29"/>
                    <a:gd name="T14" fmla="*/ 0 w 74"/>
                    <a:gd name="T15" fmla="*/ 0 h 29"/>
                    <a:gd name="T16" fmla="*/ 0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62" name="Freeform 363">
                  <a:extLst>
                    <a:ext uri="{FF2B5EF4-FFF2-40B4-BE49-F238E27FC236}">
                      <a16:creationId xmlns:a16="http://schemas.microsoft.com/office/drawing/2014/main" id="{A181CEAD-1090-6647-B75B-7DAC44990842}"/>
                    </a:ext>
                  </a:extLst>
                </p:cNvPr>
                <p:cNvSpPr>
                  <a:spLocks/>
                </p:cNvSpPr>
                <p:nvPr/>
              </p:nvSpPr>
              <p:spPr bwMode="auto">
                <a:xfrm>
                  <a:off x="795" y="3596"/>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82" name="Group 364">
                <a:extLst>
                  <a:ext uri="{FF2B5EF4-FFF2-40B4-BE49-F238E27FC236}">
                    <a16:creationId xmlns:a16="http://schemas.microsoft.com/office/drawing/2014/main" id="{EC1596DE-BEC0-CC4E-9100-B37AC7B00037}"/>
                  </a:ext>
                </a:extLst>
              </p:cNvPr>
              <p:cNvGrpSpPr>
                <a:grpSpLocks/>
              </p:cNvGrpSpPr>
              <p:nvPr/>
            </p:nvGrpSpPr>
            <p:grpSpPr bwMode="auto">
              <a:xfrm>
                <a:off x="799" y="3600"/>
                <a:ext cx="99" cy="73"/>
                <a:chOff x="799" y="3600"/>
                <a:chExt cx="99" cy="73"/>
              </a:xfrm>
            </p:grpSpPr>
            <p:grpSp>
              <p:nvGrpSpPr>
                <p:cNvPr id="25940" name="Group 365">
                  <a:extLst>
                    <a:ext uri="{FF2B5EF4-FFF2-40B4-BE49-F238E27FC236}">
                      <a16:creationId xmlns:a16="http://schemas.microsoft.com/office/drawing/2014/main" id="{778E03C0-D6A0-9F46-A831-0F706E4B35B3}"/>
                    </a:ext>
                  </a:extLst>
                </p:cNvPr>
                <p:cNvGrpSpPr>
                  <a:grpSpLocks/>
                </p:cNvGrpSpPr>
                <p:nvPr/>
              </p:nvGrpSpPr>
              <p:grpSpPr bwMode="auto">
                <a:xfrm>
                  <a:off x="799" y="3600"/>
                  <a:ext cx="48" cy="23"/>
                  <a:chOff x="799" y="3600"/>
                  <a:chExt cx="48" cy="23"/>
                </a:xfrm>
              </p:grpSpPr>
              <p:sp>
                <p:nvSpPr>
                  <p:cNvPr id="25957" name="Freeform 366">
                    <a:extLst>
                      <a:ext uri="{FF2B5EF4-FFF2-40B4-BE49-F238E27FC236}">
                        <a16:creationId xmlns:a16="http://schemas.microsoft.com/office/drawing/2014/main" id="{11DF81A1-E90C-7D4B-897A-5969508A7CED}"/>
                      </a:ext>
                    </a:extLst>
                  </p:cNvPr>
                  <p:cNvSpPr>
                    <a:spLocks/>
                  </p:cNvSpPr>
                  <p:nvPr/>
                </p:nvSpPr>
                <p:spPr bwMode="auto">
                  <a:xfrm>
                    <a:off x="799" y="3600"/>
                    <a:ext cx="12" cy="23"/>
                  </a:xfrm>
                  <a:custGeom>
                    <a:avLst/>
                    <a:gdLst>
                      <a:gd name="T0" fmla="*/ 0 w 25"/>
                      <a:gd name="T1" fmla="*/ 0 h 70"/>
                      <a:gd name="T2" fmla="*/ 0 w 25"/>
                      <a:gd name="T3" fmla="*/ 0 h 70"/>
                      <a:gd name="T4" fmla="*/ 0 w 25"/>
                      <a:gd name="T5" fmla="*/ 0 h 70"/>
                      <a:gd name="T6" fmla="*/ 0 w 25"/>
                      <a:gd name="T7" fmla="*/ 0 h 70"/>
                      <a:gd name="T8" fmla="*/ 0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58" name="Freeform 367">
                    <a:extLst>
                      <a:ext uri="{FF2B5EF4-FFF2-40B4-BE49-F238E27FC236}">
                        <a16:creationId xmlns:a16="http://schemas.microsoft.com/office/drawing/2014/main" id="{6CCF36F3-E774-CA4C-AA63-E74A8024F29E}"/>
                      </a:ext>
                    </a:extLst>
                  </p:cNvPr>
                  <p:cNvSpPr>
                    <a:spLocks/>
                  </p:cNvSpPr>
                  <p:nvPr/>
                </p:nvSpPr>
                <p:spPr bwMode="auto">
                  <a:xfrm>
                    <a:off x="803" y="3600"/>
                    <a:ext cx="38" cy="11"/>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59" name="Freeform 368">
                    <a:extLst>
                      <a:ext uri="{FF2B5EF4-FFF2-40B4-BE49-F238E27FC236}">
                        <a16:creationId xmlns:a16="http://schemas.microsoft.com/office/drawing/2014/main" id="{B514966D-89BD-C442-B3F6-941BAF3CCB03}"/>
                      </a:ext>
                    </a:extLst>
                  </p:cNvPr>
                  <p:cNvSpPr>
                    <a:spLocks/>
                  </p:cNvSpPr>
                  <p:nvPr/>
                </p:nvSpPr>
                <p:spPr bwMode="auto">
                  <a:xfrm>
                    <a:off x="807" y="3611"/>
                    <a:ext cx="40" cy="12"/>
                  </a:xfrm>
                  <a:custGeom>
                    <a:avLst/>
                    <a:gdLst>
                      <a:gd name="T0" fmla="*/ 0 w 82"/>
                      <a:gd name="T1" fmla="*/ 0 h 38"/>
                      <a:gd name="T2" fmla="*/ 0 w 82"/>
                      <a:gd name="T3" fmla="*/ 0 h 38"/>
                      <a:gd name="T4" fmla="*/ 0 w 82"/>
                      <a:gd name="T5" fmla="*/ 0 h 38"/>
                      <a:gd name="T6" fmla="*/ 0 w 82"/>
                      <a:gd name="T7" fmla="*/ 0 h 38"/>
                      <a:gd name="T8" fmla="*/ 0 w 82"/>
                      <a:gd name="T9" fmla="*/ 0 h 38"/>
                      <a:gd name="T10" fmla="*/ 0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41" name="Group 369">
                  <a:extLst>
                    <a:ext uri="{FF2B5EF4-FFF2-40B4-BE49-F238E27FC236}">
                      <a16:creationId xmlns:a16="http://schemas.microsoft.com/office/drawing/2014/main" id="{DE4FA3D4-2249-494A-8D53-D48713B4F202}"/>
                    </a:ext>
                  </a:extLst>
                </p:cNvPr>
                <p:cNvGrpSpPr>
                  <a:grpSpLocks/>
                </p:cNvGrpSpPr>
                <p:nvPr/>
              </p:nvGrpSpPr>
              <p:grpSpPr bwMode="auto">
                <a:xfrm>
                  <a:off x="811" y="3612"/>
                  <a:ext cx="48" cy="23"/>
                  <a:chOff x="811" y="3612"/>
                  <a:chExt cx="48" cy="23"/>
                </a:xfrm>
              </p:grpSpPr>
              <p:sp>
                <p:nvSpPr>
                  <p:cNvPr id="25954" name="Freeform 370">
                    <a:extLst>
                      <a:ext uri="{FF2B5EF4-FFF2-40B4-BE49-F238E27FC236}">
                        <a16:creationId xmlns:a16="http://schemas.microsoft.com/office/drawing/2014/main" id="{C5D1DD3F-1307-8B4B-8739-90C23D274F3C}"/>
                      </a:ext>
                    </a:extLst>
                  </p:cNvPr>
                  <p:cNvSpPr>
                    <a:spLocks/>
                  </p:cNvSpPr>
                  <p:nvPr/>
                </p:nvSpPr>
                <p:spPr bwMode="auto">
                  <a:xfrm>
                    <a:off x="811" y="3612"/>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55" name="Freeform 371">
                    <a:extLst>
                      <a:ext uri="{FF2B5EF4-FFF2-40B4-BE49-F238E27FC236}">
                        <a16:creationId xmlns:a16="http://schemas.microsoft.com/office/drawing/2014/main" id="{DB4FD738-58E5-904A-9AB3-185F71D35E89}"/>
                      </a:ext>
                    </a:extLst>
                  </p:cNvPr>
                  <p:cNvSpPr>
                    <a:spLocks/>
                  </p:cNvSpPr>
                  <p:nvPr/>
                </p:nvSpPr>
                <p:spPr bwMode="auto">
                  <a:xfrm>
                    <a:off x="815" y="3613"/>
                    <a:ext cx="38" cy="10"/>
                  </a:xfrm>
                  <a:custGeom>
                    <a:avLst/>
                    <a:gdLst>
                      <a:gd name="T0" fmla="*/ 1 w 75"/>
                      <a:gd name="T1" fmla="*/ 0 h 32"/>
                      <a:gd name="T2" fmla="*/ 1 w 75"/>
                      <a:gd name="T3" fmla="*/ 0 h 32"/>
                      <a:gd name="T4" fmla="*/ 1 w 75"/>
                      <a:gd name="T5" fmla="*/ 0 h 32"/>
                      <a:gd name="T6" fmla="*/ 1 w 75"/>
                      <a:gd name="T7" fmla="*/ 0 h 32"/>
                      <a:gd name="T8" fmla="*/ 1 w 75"/>
                      <a:gd name="T9" fmla="*/ 0 h 32"/>
                      <a:gd name="T10" fmla="*/ 1 w 75"/>
                      <a:gd name="T11" fmla="*/ 0 h 32"/>
                      <a:gd name="T12" fmla="*/ 1 w 75"/>
                      <a:gd name="T13" fmla="*/ 0 h 32"/>
                      <a:gd name="T14" fmla="*/ 0 w 75"/>
                      <a:gd name="T15" fmla="*/ 0 h 32"/>
                      <a:gd name="T16" fmla="*/ 1 w 75"/>
                      <a:gd name="T17" fmla="*/ 0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56" name="Freeform 372">
                    <a:extLst>
                      <a:ext uri="{FF2B5EF4-FFF2-40B4-BE49-F238E27FC236}">
                        <a16:creationId xmlns:a16="http://schemas.microsoft.com/office/drawing/2014/main" id="{83253838-7A85-A840-8E85-D430CC5F902A}"/>
                      </a:ext>
                    </a:extLst>
                  </p:cNvPr>
                  <p:cNvSpPr>
                    <a:spLocks/>
                  </p:cNvSpPr>
                  <p:nvPr/>
                </p:nvSpPr>
                <p:spPr bwMode="auto">
                  <a:xfrm>
                    <a:off x="819" y="3623"/>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42" name="Group 373">
                  <a:extLst>
                    <a:ext uri="{FF2B5EF4-FFF2-40B4-BE49-F238E27FC236}">
                      <a16:creationId xmlns:a16="http://schemas.microsoft.com/office/drawing/2014/main" id="{1AC42110-A4C2-184B-A7AD-616D97651209}"/>
                    </a:ext>
                  </a:extLst>
                </p:cNvPr>
                <p:cNvGrpSpPr>
                  <a:grpSpLocks/>
                </p:cNvGrpSpPr>
                <p:nvPr/>
              </p:nvGrpSpPr>
              <p:grpSpPr bwMode="auto">
                <a:xfrm>
                  <a:off x="823" y="3625"/>
                  <a:ext cx="49" cy="23"/>
                  <a:chOff x="823" y="3625"/>
                  <a:chExt cx="49" cy="23"/>
                </a:xfrm>
              </p:grpSpPr>
              <p:sp>
                <p:nvSpPr>
                  <p:cNvPr id="25951" name="Freeform 374">
                    <a:extLst>
                      <a:ext uri="{FF2B5EF4-FFF2-40B4-BE49-F238E27FC236}">
                        <a16:creationId xmlns:a16="http://schemas.microsoft.com/office/drawing/2014/main" id="{BFB9C12A-C741-FE40-A8C6-6AA4F35B70F1}"/>
                      </a:ext>
                    </a:extLst>
                  </p:cNvPr>
                  <p:cNvSpPr>
                    <a:spLocks/>
                  </p:cNvSpPr>
                  <p:nvPr/>
                </p:nvSpPr>
                <p:spPr bwMode="auto">
                  <a:xfrm>
                    <a:off x="823" y="3625"/>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52" name="Freeform 375">
                    <a:extLst>
                      <a:ext uri="{FF2B5EF4-FFF2-40B4-BE49-F238E27FC236}">
                        <a16:creationId xmlns:a16="http://schemas.microsoft.com/office/drawing/2014/main" id="{DE03DDFE-C01F-E644-AF9E-FF750B335AB5}"/>
                      </a:ext>
                    </a:extLst>
                  </p:cNvPr>
                  <p:cNvSpPr>
                    <a:spLocks/>
                  </p:cNvSpPr>
                  <p:nvPr/>
                </p:nvSpPr>
                <p:spPr bwMode="auto">
                  <a:xfrm>
                    <a:off x="828" y="3626"/>
                    <a:ext cx="37" cy="9"/>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53" name="Freeform 376">
                    <a:extLst>
                      <a:ext uri="{FF2B5EF4-FFF2-40B4-BE49-F238E27FC236}">
                        <a16:creationId xmlns:a16="http://schemas.microsoft.com/office/drawing/2014/main" id="{BDC07B1B-DC6F-9E49-8B07-0660B00C113E}"/>
                      </a:ext>
                    </a:extLst>
                  </p:cNvPr>
                  <p:cNvSpPr>
                    <a:spLocks/>
                  </p:cNvSpPr>
                  <p:nvPr/>
                </p:nvSpPr>
                <p:spPr bwMode="auto">
                  <a:xfrm>
                    <a:off x="832" y="3636"/>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43" name="Group 377">
                  <a:extLst>
                    <a:ext uri="{FF2B5EF4-FFF2-40B4-BE49-F238E27FC236}">
                      <a16:creationId xmlns:a16="http://schemas.microsoft.com/office/drawing/2014/main" id="{730667F1-A58E-2046-9FFE-4776781DBACD}"/>
                    </a:ext>
                  </a:extLst>
                </p:cNvPr>
                <p:cNvGrpSpPr>
                  <a:grpSpLocks/>
                </p:cNvGrpSpPr>
                <p:nvPr/>
              </p:nvGrpSpPr>
              <p:grpSpPr bwMode="auto">
                <a:xfrm>
                  <a:off x="836" y="3638"/>
                  <a:ext cx="50" cy="22"/>
                  <a:chOff x="836" y="3638"/>
                  <a:chExt cx="50" cy="22"/>
                </a:xfrm>
              </p:grpSpPr>
              <p:sp>
                <p:nvSpPr>
                  <p:cNvPr id="25948" name="Freeform 378">
                    <a:extLst>
                      <a:ext uri="{FF2B5EF4-FFF2-40B4-BE49-F238E27FC236}">
                        <a16:creationId xmlns:a16="http://schemas.microsoft.com/office/drawing/2014/main" id="{553D349D-6E2B-9449-A784-87F3AA51A9ED}"/>
                      </a:ext>
                    </a:extLst>
                  </p:cNvPr>
                  <p:cNvSpPr>
                    <a:spLocks/>
                  </p:cNvSpPr>
                  <p:nvPr/>
                </p:nvSpPr>
                <p:spPr bwMode="auto">
                  <a:xfrm>
                    <a:off x="836" y="3638"/>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49" name="Freeform 379">
                    <a:extLst>
                      <a:ext uri="{FF2B5EF4-FFF2-40B4-BE49-F238E27FC236}">
                        <a16:creationId xmlns:a16="http://schemas.microsoft.com/office/drawing/2014/main" id="{388C4A10-B17F-1E48-9355-C0B3E51825E5}"/>
                      </a:ext>
                    </a:extLst>
                  </p:cNvPr>
                  <p:cNvSpPr>
                    <a:spLocks/>
                  </p:cNvSpPr>
                  <p:nvPr/>
                </p:nvSpPr>
                <p:spPr bwMode="auto">
                  <a:xfrm>
                    <a:off x="842" y="3638"/>
                    <a:ext cx="36" cy="10"/>
                  </a:xfrm>
                  <a:custGeom>
                    <a:avLst/>
                    <a:gdLst>
                      <a:gd name="T0" fmla="*/ 1 w 72"/>
                      <a:gd name="T1" fmla="*/ 0 h 30"/>
                      <a:gd name="T2" fmla="*/ 1 w 72"/>
                      <a:gd name="T3" fmla="*/ 0 h 30"/>
                      <a:gd name="T4" fmla="*/ 1 w 72"/>
                      <a:gd name="T5" fmla="*/ 0 h 30"/>
                      <a:gd name="T6" fmla="*/ 1 w 72"/>
                      <a:gd name="T7" fmla="*/ 0 h 30"/>
                      <a:gd name="T8" fmla="*/ 1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50" name="Freeform 380">
                    <a:extLst>
                      <a:ext uri="{FF2B5EF4-FFF2-40B4-BE49-F238E27FC236}">
                        <a16:creationId xmlns:a16="http://schemas.microsoft.com/office/drawing/2014/main" id="{640BA820-F2AC-3F4F-94AC-6AB33990B509}"/>
                      </a:ext>
                    </a:extLst>
                  </p:cNvPr>
                  <p:cNvSpPr>
                    <a:spLocks/>
                  </p:cNvSpPr>
                  <p:nvPr/>
                </p:nvSpPr>
                <p:spPr bwMode="auto">
                  <a:xfrm>
                    <a:off x="844" y="3648"/>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44" name="Group 381">
                  <a:extLst>
                    <a:ext uri="{FF2B5EF4-FFF2-40B4-BE49-F238E27FC236}">
                      <a16:creationId xmlns:a16="http://schemas.microsoft.com/office/drawing/2014/main" id="{BB05E892-8828-3C43-9151-7D84020B2940}"/>
                    </a:ext>
                  </a:extLst>
                </p:cNvPr>
                <p:cNvGrpSpPr>
                  <a:grpSpLocks/>
                </p:cNvGrpSpPr>
                <p:nvPr/>
              </p:nvGrpSpPr>
              <p:grpSpPr bwMode="auto">
                <a:xfrm>
                  <a:off x="849" y="3651"/>
                  <a:ext cx="49" cy="22"/>
                  <a:chOff x="849" y="3651"/>
                  <a:chExt cx="49" cy="22"/>
                </a:xfrm>
              </p:grpSpPr>
              <p:sp>
                <p:nvSpPr>
                  <p:cNvPr id="25945" name="Freeform 382">
                    <a:extLst>
                      <a:ext uri="{FF2B5EF4-FFF2-40B4-BE49-F238E27FC236}">
                        <a16:creationId xmlns:a16="http://schemas.microsoft.com/office/drawing/2014/main" id="{2A2E92F7-6BD4-324C-9735-6F9B476166A9}"/>
                      </a:ext>
                    </a:extLst>
                  </p:cNvPr>
                  <p:cNvSpPr>
                    <a:spLocks/>
                  </p:cNvSpPr>
                  <p:nvPr/>
                </p:nvSpPr>
                <p:spPr bwMode="auto">
                  <a:xfrm>
                    <a:off x="849" y="3651"/>
                    <a:ext cx="12" cy="22"/>
                  </a:xfrm>
                  <a:custGeom>
                    <a:avLst/>
                    <a:gdLst>
                      <a:gd name="T0" fmla="*/ 0 w 25"/>
                      <a:gd name="T1" fmla="*/ 0 h 67"/>
                      <a:gd name="T2" fmla="*/ 0 w 25"/>
                      <a:gd name="T3" fmla="*/ 0 h 67"/>
                      <a:gd name="T4" fmla="*/ 0 w 25"/>
                      <a:gd name="T5" fmla="*/ 0 h 67"/>
                      <a:gd name="T6" fmla="*/ 0 w 25"/>
                      <a:gd name="T7" fmla="*/ 0 h 67"/>
                      <a:gd name="T8" fmla="*/ 0 w 25"/>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46" name="Freeform 383">
                    <a:extLst>
                      <a:ext uri="{FF2B5EF4-FFF2-40B4-BE49-F238E27FC236}">
                        <a16:creationId xmlns:a16="http://schemas.microsoft.com/office/drawing/2014/main" id="{25D0BBA3-82B0-F949-92AB-3EEDCB5AEFFD}"/>
                      </a:ext>
                    </a:extLst>
                  </p:cNvPr>
                  <p:cNvSpPr>
                    <a:spLocks/>
                  </p:cNvSpPr>
                  <p:nvPr/>
                </p:nvSpPr>
                <p:spPr bwMode="auto">
                  <a:xfrm>
                    <a:off x="854" y="3651"/>
                    <a:ext cx="37" cy="10"/>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47" name="Freeform 384">
                    <a:extLst>
                      <a:ext uri="{FF2B5EF4-FFF2-40B4-BE49-F238E27FC236}">
                        <a16:creationId xmlns:a16="http://schemas.microsoft.com/office/drawing/2014/main" id="{396D5D61-7705-7843-9CC7-D134015FDDD4}"/>
                      </a:ext>
                    </a:extLst>
                  </p:cNvPr>
                  <p:cNvSpPr>
                    <a:spLocks/>
                  </p:cNvSpPr>
                  <p:nvPr/>
                </p:nvSpPr>
                <p:spPr bwMode="auto">
                  <a:xfrm>
                    <a:off x="857" y="3662"/>
                    <a:ext cx="41" cy="11"/>
                  </a:xfrm>
                  <a:custGeom>
                    <a:avLst/>
                    <a:gdLst>
                      <a:gd name="T0" fmla="*/ 0 w 81"/>
                      <a:gd name="T1" fmla="*/ 0 h 35"/>
                      <a:gd name="T2" fmla="*/ 1 w 81"/>
                      <a:gd name="T3" fmla="*/ 0 h 35"/>
                      <a:gd name="T4" fmla="*/ 1 w 81"/>
                      <a:gd name="T5" fmla="*/ 0 h 35"/>
                      <a:gd name="T6" fmla="*/ 1 w 81"/>
                      <a:gd name="T7" fmla="*/ 0 h 35"/>
                      <a:gd name="T8" fmla="*/ 1 w 81"/>
                      <a:gd name="T9" fmla="*/ 0 h 35"/>
                      <a:gd name="T10" fmla="*/ 1 w 81"/>
                      <a:gd name="T11" fmla="*/ 0 h 35"/>
                      <a:gd name="T12" fmla="*/ 0 w 81"/>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5783" name="Group 385">
                <a:extLst>
                  <a:ext uri="{FF2B5EF4-FFF2-40B4-BE49-F238E27FC236}">
                    <a16:creationId xmlns:a16="http://schemas.microsoft.com/office/drawing/2014/main" id="{23BA24ED-DDA4-0F4B-A221-C8FA024E6926}"/>
                  </a:ext>
                </a:extLst>
              </p:cNvPr>
              <p:cNvGrpSpPr>
                <a:grpSpLocks/>
              </p:cNvGrpSpPr>
              <p:nvPr/>
            </p:nvGrpSpPr>
            <p:grpSpPr bwMode="auto">
              <a:xfrm>
                <a:off x="861" y="3665"/>
                <a:ext cx="99" cy="74"/>
                <a:chOff x="861" y="3665"/>
                <a:chExt cx="99" cy="74"/>
              </a:xfrm>
            </p:grpSpPr>
            <p:grpSp>
              <p:nvGrpSpPr>
                <p:cNvPr id="25920" name="Group 386">
                  <a:extLst>
                    <a:ext uri="{FF2B5EF4-FFF2-40B4-BE49-F238E27FC236}">
                      <a16:creationId xmlns:a16="http://schemas.microsoft.com/office/drawing/2014/main" id="{38586161-3E9C-1846-B443-13A15C57AF2C}"/>
                    </a:ext>
                  </a:extLst>
                </p:cNvPr>
                <p:cNvGrpSpPr>
                  <a:grpSpLocks/>
                </p:cNvGrpSpPr>
                <p:nvPr/>
              </p:nvGrpSpPr>
              <p:grpSpPr bwMode="auto">
                <a:xfrm>
                  <a:off x="861" y="3665"/>
                  <a:ext cx="50" cy="23"/>
                  <a:chOff x="861" y="3665"/>
                  <a:chExt cx="50" cy="23"/>
                </a:xfrm>
              </p:grpSpPr>
              <p:sp>
                <p:nvSpPr>
                  <p:cNvPr id="25937" name="Freeform 387">
                    <a:extLst>
                      <a:ext uri="{FF2B5EF4-FFF2-40B4-BE49-F238E27FC236}">
                        <a16:creationId xmlns:a16="http://schemas.microsoft.com/office/drawing/2014/main" id="{B1AEFE25-6D33-594B-BD39-9A206174E183}"/>
                      </a:ext>
                    </a:extLst>
                  </p:cNvPr>
                  <p:cNvSpPr>
                    <a:spLocks/>
                  </p:cNvSpPr>
                  <p:nvPr/>
                </p:nvSpPr>
                <p:spPr bwMode="auto">
                  <a:xfrm>
                    <a:off x="861" y="3665"/>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38" name="Freeform 388">
                    <a:extLst>
                      <a:ext uri="{FF2B5EF4-FFF2-40B4-BE49-F238E27FC236}">
                        <a16:creationId xmlns:a16="http://schemas.microsoft.com/office/drawing/2014/main" id="{8EDBE9AF-E9C7-9040-AB34-2F898C1D394E}"/>
                      </a:ext>
                    </a:extLst>
                  </p:cNvPr>
                  <p:cNvSpPr>
                    <a:spLocks/>
                  </p:cNvSpPr>
                  <p:nvPr/>
                </p:nvSpPr>
                <p:spPr bwMode="auto">
                  <a:xfrm>
                    <a:off x="865" y="3666"/>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39" name="Freeform 389">
                    <a:extLst>
                      <a:ext uri="{FF2B5EF4-FFF2-40B4-BE49-F238E27FC236}">
                        <a16:creationId xmlns:a16="http://schemas.microsoft.com/office/drawing/2014/main" id="{217326EA-B7D7-2245-A101-E15699ECBE35}"/>
                      </a:ext>
                    </a:extLst>
                  </p:cNvPr>
                  <p:cNvSpPr>
                    <a:spLocks/>
                  </p:cNvSpPr>
                  <p:nvPr/>
                </p:nvSpPr>
                <p:spPr bwMode="auto">
                  <a:xfrm>
                    <a:off x="869" y="3676"/>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21" name="Group 390">
                  <a:extLst>
                    <a:ext uri="{FF2B5EF4-FFF2-40B4-BE49-F238E27FC236}">
                      <a16:creationId xmlns:a16="http://schemas.microsoft.com/office/drawing/2014/main" id="{F424824F-CCA9-AE48-95B4-76D415F93496}"/>
                    </a:ext>
                  </a:extLst>
                </p:cNvPr>
                <p:cNvGrpSpPr>
                  <a:grpSpLocks/>
                </p:cNvGrpSpPr>
                <p:nvPr/>
              </p:nvGrpSpPr>
              <p:grpSpPr bwMode="auto">
                <a:xfrm>
                  <a:off x="873" y="3678"/>
                  <a:ext cx="49" cy="23"/>
                  <a:chOff x="873" y="3678"/>
                  <a:chExt cx="49" cy="23"/>
                </a:xfrm>
              </p:grpSpPr>
              <p:sp>
                <p:nvSpPr>
                  <p:cNvPr id="25934" name="Freeform 391">
                    <a:extLst>
                      <a:ext uri="{FF2B5EF4-FFF2-40B4-BE49-F238E27FC236}">
                        <a16:creationId xmlns:a16="http://schemas.microsoft.com/office/drawing/2014/main" id="{C69385FE-DB27-2D44-95DD-6423765B84DB}"/>
                      </a:ext>
                    </a:extLst>
                  </p:cNvPr>
                  <p:cNvSpPr>
                    <a:spLocks/>
                  </p:cNvSpPr>
                  <p:nvPr/>
                </p:nvSpPr>
                <p:spPr bwMode="auto">
                  <a:xfrm>
                    <a:off x="873" y="3678"/>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35" name="Freeform 392">
                    <a:extLst>
                      <a:ext uri="{FF2B5EF4-FFF2-40B4-BE49-F238E27FC236}">
                        <a16:creationId xmlns:a16="http://schemas.microsoft.com/office/drawing/2014/main" id="{CC6B674C-E95F-1047-9FE6-E6AA64D0CCF2}"/>
                      </a:ext>
                    </a:extLst>
                  </p:cNvPr>
                  <p:cNvSpPr>
                    <a:spLocks/>
                  </p:cNvSpPr>
                  <p:nvPr/>
                </p:nvSpPr>
                <p:spPr bwMode="auto">
                  <a:xfrm>
                    <a:off x="878" y="3678"/>
                    <a:ext cx="37" cy="10"/>
                  </a:xfrm>
                  <a:custGeom>
                    <a:avLst/>
                    <a:gdLst>
                      <a:gd name="T0" fmla="*/ 0 w 75"/>
                      <a:gd name="T1" fmla="*/ 0 h 30"/>
                      <a:gd name="T2" fmla="*/ 0 w 75"/>
                      <a:gd name="T3" fmla="*/ 0 h 30"/>
                      <a:gd name="T4" fmla="*/ 0 w 75"/>
                      <a:gd name="T5" fmla="*/ 0 h 30"/>
                      <a:gd name="T6" fmla="*/ 0 w 75"/>
                      <a:gd name="T7" fmla="*/ 0 h 30"/>
                      <a:gd name="T8" fmla="*/ 0 w 75"/>
                      <a:gd name="T9" fmla="*/ 0 h 30"/>
                      <a:gd name="T10" fmla="*/ 0 w 75"/>
                      <a:gd name="T11" fmla="*/ 0 h 30"/>
                      <a:gd name="T12" fmla="*/ 0 w 75"/>
                      <a:gd name="T13" fmla="*/ 0 h 30"/>
                      <a:gd name="T14" fmla="*/ 0 w 75"/>
                      <a:gd name="T15" fmla="*/ 0 h 30"/>
                      <a:gd name="T16" fmla="*/ 0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36" name="Freeform 393">
                    <a:extLst>
                      <a:ext uri="{FF2B5EF4-FFF2-40B4-BE49-F238E27FC236}">
                        <a16:creationId xmlns:a16="http://schemas.microsoft.com/office/drawing/2014/main" id="{4F2D2313-6A4E-284F-AA29-D82F01534A20}"/>
                      </a:ext>
                    </a:extLst>
                  </p:cNvPr>
                  <p:cNvSpPr>
                    <a:spLocks/>
                  </p:cNvSpPr>
                  <p:nvPr/>
                </p:nvSpPr>
                <p:spPr bwMode="auto">
                  <a:xfrm>
                    <a:off x="880" y="3688"/>
                    <a:ext cx="42" cy="13"/>
                  </a:xfrm>
                  <a:custGeom>
                    <a:avLst/>
                    <a:gdLst>
                      <a:gd name="T0" fmla="*/ 0 w 82"/>
                      <a:gd name="T1" fmla="*/ 0 h 38"/>
                      <a:gd name="T2" fmla="*/ 1 w 82"/>
                      <a:gd name="T3" fmla="*/ 0 h 38"/>
                      <a:gd name="T4" fmla="*/ 1 w 82"/>
                      <a:gd name="T5" fmla="*/ 0 h 38"/>
                      <a:gd name="T6" fmla="*/ 1 w 82"/>
                      <a:gd name="T7" fmla="*/ 0 h 38"/>
                      <a:gd name="T8" fmla="*/ 1 w 82"/>
                      <a:gd name="T9" fmla="*/ 0 h 38"/>
                      <a:gd name="T10" fmla="*/ 1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22" name="Group 394">
                  <a:extLst>
                    <a:ext uri="{FF2B5EF4-FFF2-40B4-BE49-F238E27FC236}">
                      <a16:creationId xmlns:a16="http://schemas.microsoft.com/office/drawing/2014/main" id="{C1C5914E-828F-D94B-972A-9EC407A495B2}"/>
                    </a:ext>
                  </a:extLst>
                </p:cNvPr>
                <p:cNvGrpSpPr>
                  <a:grpSpLocks/>
                </p:cNvGrpSpPr>
                <p:nvPr/>
              </p:nvGrpSpPr>
              <p:grpSpPr bwMode="auto">
                <a:xfrm>
                  <a:off x="886" y="3690"/>
                  <a:ext cx="49" cy="23"/>
                  <a:chOff x="886" y="3690"/>
                  <a:chExt cx="49" cy="23"/>
                </a:xfrm>
              </p:grpSpPr>
              <p:sp>
                <p:nvSpPr>
                  <p:cNvPr id="25931" name="Freeform 395">
                    <a:extLst>
                      <a:ext uri="{FF2B5EF4-FFF2-40B4-BE49-F238E27FC236}">
                        <a16:creationId xmlns:a16="http://schemas.microsoft.com/office/drawing/2014/main" id="{03330355-9AEB-264C-9990-B46EE5D4AEFE}"/>
                      </a:ext>
                    </a:extLst>
                  </p:cNvPr>
                  <p:cNvSpPr>
                    <a:spLocks/>
                  </p:cNvSpPr>
                  <p:nvPr/>
                </p:nvSpPr>
                <p:spPr bwMode="auto">
                  <a:xfrm>
                    <a:off x="886" y="3690"/>
                    <a:ext cx="12" cy="23"/>
                  </a:xfrm>
                  <a:custGeom>
                    <a:avLst/>
                    <a:gdLst>
                      <a:gd name="T0" fmla="*/ 1 w 24"/>
                      <a:gd name="T1" fmla="*/ 0 h 70"/>
                      <a:gd name="T2" fmla="*/ 0 w 24"/>
                      <a:gd name="T3" fmla="*/ 0 h 70"/>
                      <a:gd name="T4" fmla="*/ 1 w 24"/>
                      <a:gd name="T5" fmla="*/ 0 h 70"/>
                      <a:gd name="T6" fmla="*/ 1 w 24"/>
                      <a:gd name="T7" fmla="*/ 0 h 70"/>
                      <a:gd name="T8" fmla="*/ 1 w 24"/>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32" name="Freeform 396">
                    <a:extLst>
                      <a:ext uri="{FF2B5EF4-FFF2-40B4-BE49-F238E27FC236}">
                        <a16:creationId xmlns:a16="http://schemas.microsoft.com/office/drawing/2014/main" id="{8B351120-0EF0-F74B-B2E9-ED64B5BD2D35}"/>
                      </a:ext>
                    </a:extLst>
                  </p:cNvPr>
                  <p:cNvSpPr>
                    <a:spLocks/>
                  </p:cNvSpPr>
                  <p:nvPr/>
                </p:nvSpPr>
                <p:spPr bwMode="auto">
                  <a:xfrm>
                    <a:off x="890" y="3691"/>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33" name="Freeform 397">
                    <a:extLst>
                      <a:ext uri="{FF2B5EF4-FFF2-40B4-BE49-F238E27FC236}">
                        <a16:creationId xmlns:a16="http://schemas.microsoft.com/office/drawing/2014/main" id="{A3124C43-0F03-3B43-BABF-7CBF6B048B15}"/>
                      </a:ext>
                    </a:extLst>
                  </p:cNvPr>
                  <p:cNvSpPr>
                    <a:spLocks/>
                  </p:cNvSpPr>
                  <p:nvPr/>
                </p:nvSpPr>
                <p:spPr bwMode="auto">
                  <a:xfrm>
                    <a:off x="893" y="3701"/>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23" name="Group 398">
                  <a:extLst>
                    <a:ext uri="{FF2B5EF4-FFF2-40B4-BE49-F238E27FC236}">
                      <a16:creationId xmlns:a16="http://schemas.microsoft.com/office/drawing/2014/main" id="{84B9934A-8A31-CA40-96E5-B7AF58D866C4}"/>
                    </a:ext>
                  </a:extLst>
                </p:cNvPr>
                <p:cNvGrpSpPr>
                  <a:grpSpLocks/>
                </p:cNvGrpSpPr>
                <p:nvPr/>
              </p:nvGrpSpPr>
              <p:grpSpPr bwMode="auto">
                <a:xfrm>
                  <a:off x="899" y="3703"/>
                  <a:ext cx="48" cy="23"/>
                  <a:chOff x="899" y="3703"/>
                  <a:chExt cx="48" cy="23"/>
                </a:xfrm>
              </p:grpSpPr>
              <p:sp>
                <p:nvSpPr>
                  <p:cNvPr id="25928" name="Freeform 399">
                    <a:extLst>
                      <a:ext uri="{FF2B5EF4-FFF2-40B4-BE49-F238E27FC236}">
                        <a16:creationId xmlns:a16="http://schemas.microsoft.com/office/drawing/2014/main" id="{855CCEEE-D3AD-8B4B-B111-12C8E158F5CA}"/>
                      </a:ext>
                    </a:extLst>
                  </p:cNvPr>
                  <p:cNvSpPr>
                    <a:spLocks/>
                  </p:cNvSpPr>
                  <p:nvPr/>
                </p:nvSpPr>
                <p:spPr bwMode="auto">
                  <a:xfrm>
                    <a:off x="899" y="3703"/>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29" name="Freeform 400">
                    <a:extLst>
                      <a:ext uri="{FF2B5EF4-FFF2-40B4-BE49-F238E27FC236}">
                        <a16:creationId xmlns:a16="http://schemas.microsoft.com/office/drawing/2014/main" id="{3B15D4DC-1803-D143-828B-A3B8FB5066C9}"/>
                      </a:ext>
                    </a:extLst>
                  </p:cNvPr>
                  <p:cNvSpPr>
                    <a:spLocks/>
                  </p:cNvSpPr>
                  <p:nvPr/>
                </p:nvSpPr>
                <p:spPr bwMode="auto">
                  <a:xfrm>
                    <a:off x="903" y="3703"/>
                    <a:ext cx="38" cy="10"/>
                  </a:xfrm>
                  <a:custGeom>
                    <a:avLst/>
                    <a:gdLst>
                      <a:gd name="T0" fmla="*/ 1 w 75"/>
                      <a:gd name="T1" fmla="*/ 0 h 30"/>
                      <a:gd name="T2" fmla="*/ 1 w 75"/>
                      <a:gd name="T3" fmla="*/ 0 h 30"/>
                      <a:gd name="T4" fmla="*/ 1 w 75"/>
                      <a:gd name="T5" fmla="*/ 0 h 30"/>
                      <a:gd name="T6" fmla="*/ 1 w 75"/>
                      <a:gd name="T7" fmla="*/ 0 h 30"/>
                      <a:gd name="T8" fmla="*/ 1 w 75"/>
                      <a:gd name="T9" fmla="*/ 0 h 30"/>
                      <a:gd name="T10" fmla="*/ 1 w 75"/>
                      <a:gd name="T11" fmla="*/ 0 h 30"/>
                      <a:gd name="T12" fmla="*/ 1 w 75"/>
                      <a:gd name="T13" fmla="*/ 0 h 30"/>
                      <a:gd name="T14" fmla="*/ 0 w 75"/>
                      <a:gd name="T15" fmla="*/ 0 h 30"/>
                      <a:gd name="T16" fmla="*/ 1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30" name="Freeform 401">
                    <a:extLst>
                      <a:ext uri="{FF2B5EF4-FFF2-40B4-BE49-F238E27FC236}">
                        <a16:creationId xmlns:a16="http://schemas.microsoft.com/office/drawing/2014/main" id="{7605845E-B14C-C24E-8FF9-7878556AD3B2}"/>
                      </a:ext>
                    </a:extLst>
                  </p:cNvPr>
                  <p:cNvSpPr>
                    <a:spLocks/>
                  </p:cNvSpPr>
                  <p:nvPr/>
                </p:nvSpPr>
                <p:spPr bwMode="auto">
                  <a:xfrm>
                    <a:off x="907" y="3714"/>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24" name="Group 402">
                  <a:extLst>
                    <a:ext uri="{FF2B5EF4-FFF2-40B4-BE49-F238E27FC236}">
                      <a16:creationId xmlns:a16="http://schemas.microsoft.com/office/drawing/2014/main" id="{57C8CC5D-8719-504A-81A4-0D05DE878089}"/>
                    </a:ext>
                  </a:extLst>
                </p:cNvPr>
                <p:cNvGrpSpPr>
                  <a:grpSpLocks/>
                </p:cNvGrpSpPr>
                <p:nvPr/>
              </p:nvGrpSpPr>
              <p:grpSpPr bwMode="auto">
                <a:xfrm>
                  <a:off x="912" y="3716"/>
                  <a:ext cx="48" cy="23"/>
                  <a:chOff x="912" y="3716"/>
                  <a:chExt cx="48" cy="23"/>
                </a:xfrm>
              </p:grpSpPr>
              <p:sp>
                <p:nvSpPr>
                  <p:cNvPr id="25925" name="Freeform 403">
                    <a:extLst>
                      <a:ext uri="{FF2B5EF4-FFF2-40B4-BE49-F238E27FC236}">
                        <a16:creationId xmlns:a16="http://schemas.microsoft.com/office/drawing/2014/main" id="{C33C62AC-FE9B-A348-959D-587E035D7BDF}"/>
                      </a:ext>
                    </a:extLst>
                  </p:cNvPr>
                  <p:cNvSpPr>
                    <a:spLocks/>
                  </p:cNvSpPr>
                  <p:nvPr/>
                </p:nvSpPr>
                <p:spPr bwMode="auto">
                  <a:xfrm>
                    <a:off x="912" y="3716"/>
                    <a:ext cx="11" cy="23"/>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26" name="Freeform 404">
                    <a:extLst>
                      <a:ext uri="{FF2B5EF4-FFF2-40B4-BE49-F238E27FC236}">
                        <a16:creationId xmlns:a16="http://schemas.microsoft.com/office/drawing/2014/main" id="{669499D6-756E-6444-9DAE-9789B607A83A}"/>
                      </a:ext>
                    </a:extLst>
                  </p:cNvPr>
                  <p:cNvSpPr>
                    <a:spLocks/>
                  </p:cNvSpPr>
                  <p:nvPr/>
                </p:nvSpPr>
                <p:spPr bwMode="auto">
                  <a:xfrm>
                    <a:off x="916" y="3717"/>
                    <a:ext cx="37" cy="9"/>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27" name="Freeform 405">
                    <a:extLst>
                      <a:ext uri="{FF2B5EF4-FFF2-40B4-BE49-F238E27FC236}">
                        <a16:creationId xmlns:a16="http://schemas.microsoft.com/office/drawing/2014/main" id="{F4D4122D-B195-6D44-AC89-B30337F4E02F}"/>
                      </a:ext>
                    </a:extLst>
                  </p:cNvPr>
                  <p:cNvSpPr>
                    <a:spLocks/>
                  </p:cNvSpPr>
                  <p:nvPr/>
                </p:nvSpPr>
                <p:spPr bwMode="auto">
                  <a:xfrm>
                    <a:off x="919" y="3727"/>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5784" name="Group 406">
                <a:extLst>
                  <a:ext uri="{FF2B5EF4-FFF2-40B4-BE49-F238E27FC236}">
                    <a16:creationId xmlns:a16="http://schemas.microsoft.com/office/drawing/2014/main" id="{57B127AD-062E-8141-9AAC-95297934C4C4}"/>
                  </a:ext>
                </a:extLst>
              </p:cNvPr>
              <p:cNvGrpSpPr>
                <a:grpSpLocks/>
              </p:cNvGrpSpPr>
              <p:nvPr/>
            </p:nvGrpSpPr>
            <p:grpSpPr bwMode="auto">
              <a:xfrm>
                <a:off x="922" y="3727"/>
                <a:ext cx="49" cy="23"/>
                <a:chOff x="922" y="3727"/>
                <a:chExt cx="49" cy="23"/>
              </a:xfrm>
            </p:grpSpPr>
            <p:sp>
              <p:nvSpPr>
                <p:cNvPr id="25917" name="Freeform 407">
                  <a:extLst>
                    <a:ext uri="{FF2B5EF4-FFF2-40B4-BE49-F238E27FC236}">
                      <a16:creationId xmlns:a16="http://schemas.microsoft.com/office/drawing/2014/main" id="{F44FC02A-833C-4A4F-BDB0-18F504B14301}"/>
                    </a:ext>
                  </a:extLst>
                </p:cNvPr>
                <p:cNvSpPr>
                  <a:spLocks/>
                </p:cNvSpPr>
                <p:nvPr/>
              </p:nvSpPr>
              <p:spPr bwMode="auto">
                <a:xfrm>
                  <a:off x="922" y="3727"/>
                  <a:ext cx="12" cy="23"/>
                </a:xfrm>
                <a:custGeom>
                  <a:avLst/>
                  <a:gdLst>
                    <a:gd name="T0" fmla="*/ 1 w 24"/>
                    <a:gd name="T1" fmla="*/ 0 h 69"/>
                    <a:gd name="T2" fmla="*/ 0 w 24"/>
                    <a:gd name="T3" fmla="*/ 0 h 69"/>
                    <a:gd name="T4" fmla="*/ 1 w 24"/>
                    <a:gd name="T5" fmla="*/ 0 h 69"/>
                    <a:gd name="T6" fmla="*/ 1 w 24"/>
                    <a:gd name="T7" fmla="*/ 0 h 69"/>
                    <a:gd name="T8" fmla="*/ 1 w 24"/>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18" name="Freeform 408">
                  <a:extLst>
                    <a:ext uri="{FF2B5EF4-FFF2-40B4-BE49-F238E27FC236}">
                      <a16:creationId xmlns:a16="http://schemas.microsoft.com/office/drawing/2014/main" id="{FF2B6497-D3A7-AE4C-8EC4-5895AD75566F}"/>
                    </a:ext>
                  </a:extLst>
                </p:cNvPr>
                <p:cNvSpPr>
                  <a:spLocks/>
                </p:cNvSpPr>
                <p:nvPr/>
              </p:nvSpPr>
              <p:spPr bwMode="auto">
                <a:xfrm>
                  <a:off x="927" y="3728"/>
                  <a:ext cx="36" cy="10"/>
                </a:xfrm>
                <a:custGeom>
                  <a:avLst/>
                  <a:gdLst>
                    <a:gd name="T0" fmla="*/ 1 w 72"/>
                    <a:gd name="T1" fmla="*/ 0 h 31"/>
                    <a:gd name="T2" fmla="*/ 1 w 72"/>
                    <a:gd name="T3" fmla="*/ 0 h 31"/>
                    <a:gd name="T4" fmla="*/ 1 w 72"/>
                    <a:gd name="T5" fmla="*/ 0 h 31"/>
                    <a:gd name="T6" fmla="*/ 1 w 72"/>
                    <a:gd name="T7" fmla="*/ 0 h 31"/>
                    <a:gd name="T8" fmla="*/ 1 w 72"/>
                    <a:gd name="T9" fmla="*/ 0 h 31"/>
                    <a:gd name="T10" fmla="*/ 1 w 72"/>
                    <a:gd name="T11" fmla="*/ 0 h 31"/>
                    <a:gd name="T12" fmla="*/ 1 w 72"/>
                    <a:gd name="T13" fmla="*/ 0 h 31"/>
                    <a:gd name="T14" fmla="*/ 0 w 72"/>
                    <a:gd name="T15" fmla="*/ 0 h 31"/>
                    <a:gd name="T16" fmla="*/ 1 w 72"/>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19" name="Freeform 409">
                  <a:extLst>
                    <a:ext uri="{FF2B5EF4-FFF2-40B4-BE49-F238E27FC236}">
                      <a16:creationId xmlns:a16="http://schemas.microsoft.com/office/drawing/2014/main" id="{13EDE2A0-C466-CE45-9B2C-DB422FFBD1D5}"/>
                    </a:ext>
                  </a:extLst>
                </p:cNvPr>
                <p:cNvSpPr>
                  <a:spLocks/>
                </p:cNvSpPr>
                <p:nvPr/>
              </p:nvSpPr>
              <p:spPr bwMode="auto">
                <a:xfrm>
                  <a:off x="930" y="3738"/>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85" name="Group 410">
                <a:extLst>
                  <a:ext uri="{FF2B5EF4-FFF2-40B4-BE49-F238E27FC236}">
                    <a16:creationId xmlns:a16="http://schemas.microsoft.com/office/drawing/2014/main" id="{3C76FB43-0DBF-AA48-86EC-480DBBF99433}"/>
                  </a:ext>
                </a:extLst>
              </p:cNvPr>
              <p:cNvGrpSpPr>
                <a:grpSpLocks/>
              </p:cNvGrpSpPr>
              <p:nvPr/>
            </p:nvGrpSpPr>
            <p:grpSpPr bwMode="auto">
              <a:xfrm>
                <a:off x="895" y="3526"/>
                <a:ext cx="44" cy="23"/>
                <a:chOff x="895" y="3526"/>
                <a:chExt cx="44" cy="23"/>
              </a:xfrm>
            </p:grpSpPr>
            <p:sp>
              <p:nvSpPr>
                <p:cNvPr id="25914" name="Freeform 411">
                  <a:extLst>
                    <a:ext uri="{FF2B5EF4-FFF2-40B4-BE49-F238E27FC236}">
                      <a16:creationId xmlns:a16="http://schemas.microsoft.com/office/drawing/2014/main" id="{11D3C951-C4C0-494F-8D9D-1EDF1C73B1BF}"/>
                    </a:ext>
                  </a:extLst>
                </p:cNvPr>
                <p:cNvSpPr>
                  <a:spLocks/>
                </p:cNvSpPr>
                <p:nvPr/>
              </p:nvSpPr>
              <p:spPr bwMode="auto">
                <a:xfrm>
                  <a:off x="895" y="3526"/>
                  <a:ext cx="19" cy="23"/>
                </a:xfrm>
                <a:custGeom>
                  <a:avLst/>
                  <a:gdLst>
                    <a:gd name="T0" fmla="*/ 1 w 38"/>
                    <a:gd name="T1" fmla="*/ 0 h 69"/>
                    <a:gd name="T2" fmla="*/ 0 w 38"/>
                    <a:gd name="T3" fmla="*/ 0 h 69"/>
                    <a:gd name="T4" fmla="*/ 1 w 38"/>
                    <a:gd name="T5" fmla="*/ 0 h 69"/>
                    <a:gd name="T6" fmla="*/ 1 w 38"/>
                    <a:gd name="T7" fmla="*/ 0 h 69"/>
                    <a:gd name="T8" fmla="*/ 1 w 38"/>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15" name="Freeform 412">
                  <a:extLst>
                    <a:ext uri="{FF2B5EF4-FFF2-40B4-BE49-F238E27FC236}">
                      <a16:creationId xmlns:a16="http://schemas.microsoft.com/office/drawing/2014/main" id="{846D6335-B1C9-CB43-A876-36FA374CF323}"/>
                    </a:ext>
                  </a:extLst>
                </p:cNvPr>
                <p:cNvSpPr>
                  <a:spLocks/>
                </p:cNvSpPr>
                <p:nvPr/>
              </p:nvSpPr>
              <p:spPr bwMode="auto">
                <a:xfrm>
                  <a:off x="901" y="3526"/>
                  <a:ext cx="33" cy="12"/>
                </a:xfrm>
                <a:custGeom>
                  <a:avLst/>
                  <a:gdLst>
                    <a:gd name="T0" fmla="*/ 0 w 64"/>
                    <a:gd name="T1" fmla="*/ 0 h 35"/>
                    <a:gd name="T2" fmla="*/ 1 w 64"/>
                    <a:gd name="T3" fmla="*/ 0 h 35"/>
                    <a:gd name="T4" fmla="*/ 1 w 64"/>
                    <a:gd name="T5" fmla="*/ 0 h 35"/>
                    <a:gd name="T6" fmla="*/ 1 w 64"/>
                    <a:gd name="T7" fmla="*/ 0 h 35"/>
                    <a:gd name="T8" fmla="*/ 0 w 64"/>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16" name="Freeform 413">
                  <a:extLst>
                    <a:ext uri="{FF2B5EF4-FFF2-40B4-BE49-F238E27FC236}">
                      <a16:creationId xmlns:a16="http://schemas.microsoft.com/office/drawing/2014/main" id="{6A6FA1B1-7A28-DF4B-8622-FFF90B87746F}"/>
                    </a:ext>
                  </a:extLst>
                </p:cNvPr>
                <p:cNvSpPr>
                  <a:spLocks/>
                </p:cNvSpPr>
                <p:nvPr/>
              </p:nvSpPr>
              <p:spPr bwMode="auto">
                <a:xfrm>
                  <a:off x="907" y="3538"/>
                  <a:ext cx="32" cy="11"/>
                </a:xfrm>
                <a:custGeom>
                  <a:avLst/>
                  <a:gdLst>
                    <a:gd name="T0" fmla="*/ 0 w 65"/>
                    <a:gd name="T1" fmla="*/ 0 h 31"/>
                    <a:gd name="T2" fmla="*/ 0 w 65"/>
                    <a:gd name="T3" fmla="*/ 0 h 31"/>
                    <a:gd name="T4" fmla="*/ 0 w 65"/>
                    <a:gd name="T5" fmla="*/ 0 h 31"/>
                    <a:gd name="T6" fmla="*/ 0 w 65"/>
                    <a:gd name="T7" fmla="*/ 0 h 31"/>
                    <a:gd name="T8" fmla="*/ 0 w 65"/>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86" name="Group 414">
                <a:extLst>
                  <a:ext uri="{FF2B5EF4-FFF2-40B4-BE49-F238E27FC236}">
                    <a16:creationId xmlns:a16="http://schemas.microsoft.com/office/drawing/2014/main" id="{5A12FF18-3486-7941-8392-937C3C82C1ED}"/>
                  </a:ext>
                </a:extLst>
              </p:cNvPr>
              <p:cNvGrpSpPr>
                <a:grpSpLocks/>
              </p:cNvGrpSpPr>
              <p:nvPr/>
            </p:nvGrpSpPr>
            <p:grpSpPr bwMode="auto">
              <a:xfrm>
                <a:off x="907" y="3540"/>
                <a:ext cx="45" cy="22"/>
                <a:chOff x="907" y="3540"/>
                <a:chExt cx="45" cy="22"/>
              </a:xfrm>
            </p:grpSpPr>
            <p:sp>
              <p:nvSpPr>
                <p:cNvPr id="25911" name="Freeform 415">
                  <a:extLst>
                    <a:ext uri="{FF2B5EF4-FFF2-40B4-BE49-F238E27FC236}">
                      <a16:creationId xmlns:a16="http://schemas.microsoft.com/office/drawing/2014/main" id="{28F528F3-E097-CB49-9142-6D3E8AE07C37}"/>
                    </a:ext>
                  </a:extLst>
                </p:cNvPr>
                <p:cNvSpPr>
                  <a:spLocks/>
                </p:cNvSpPr>
                <p:nvPr/>
              </p:nvSpPr>
              <p:spPr bwMode="auto">
                <a:xfrm>
                  <a:off x="907" y="3540"/>
                  <a:ext cx="20" cy="22"/>
                </a:xfrm>
                <a:custGeom>
                  <a:avLst/>
                  <a:gdLst>
                    <a:gd name="T0" fmla="*/ 1 w 39"/>
                    <a:gd name="T1" fmla="*/ 0 h 68"/>
                    <a:gd name="T2" fmla="*/ 0 w 39"/>
                    <a:gd name="T3" fmla="*/ 0 h 68"/>
                    <a:gd name="T4" fmla="*/ 1 w 39"/>
                    <a:gd name="T5" fmla="*/ 0 h 68"/>
                    <a:gd name="T6" fmla="*/ 1 w 39"/>
                    <a:gd name="T7" fmla="*/ 0 h 68"/>
                    <a:gd name="T8" fmla="*/ 1 w 39"/>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12" name="Freeform 416">
                  <a:extLst>
                    <a:ext uri="{FF2B5EF4-FFF2-40B4-BE49-F238E27FC236}">
                      <a16:creationId xmlns:a16="http://schemas.microsoft.com/office/drawing/2014/main" id="{573194EA-17F8-B946-8914-F5C042EE0A69}"/>
                    </a:ext>
                  </a:extLst>
                </p:cNvPr>
                <p:cNvSpPr>
                  <a:spLocks/>
                </p:cNvSpPr>
                <p:nvPr/>
              </p:nvSpPr>
              <p:spPr bwMode="auto">
                <a:xfrm>
                  <a:off x="914" y="3540"/>
                  <a:ext cx="32" cy="11"/>
                </a:xfrm>
                <a:custGeom>
                  <a:avLst/>
                  <a:gdLst>
                    <a:gd name="T0" fmla="*/ 0 w 64"/>
                    <a:gd name="T1" fmla="*/ 0 h 34"/>
                    <a:gd name="T2" fmla="*/ 1 w 64"/>
                    <a:gd name="T3" fmla="*/ 0 h 34"/>
                    <a:gd name="T4" fmla="*/ 1 w 64"/>
                    <a:gd name="T5" fmla="*/ 0 h 34"/>
                    <a:gd name="T6" fmla="*/ 1 w 64"/>
                    <a:gd name="T7" fmla="*/ 0 h 34"/>
                    <a:gd name="T8" fmla="*/ 0 w 6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13" name="Freeform 417">
                  <a:extLst>
                    <a:ext uri="{FF2B5EF4-FFF2-40B4-BE49-F238E27FC236}">
                      <a16:creationId xmlns:a16="http://schemas.microsoft.com/office/drawing/2014/main" id="{45C309F2-5CF0-664A-8EAC-731F27786424}"/>
                    </a:ext>
                  </a:extLst>
                </p:cNvPr>
                <p:cNvSpPr>
                  <a:spLocks/>
                </p:cNvSpPr>
                <p:nvPr/>
              </p:nvSpPr>
              <p:spPr bwMode="auto">
                <a:xfrm>
                  <a:off x="919" y="3552"/>
                  <a:ext cx="33" cy="10"/>
                </a:xfrm>
                <a:custGeom>
                  <a:avLst/>
                  <a:gdLst>
                    <a:gd name="T0" fmla="*/ 0 w 66"/>
                    <a:gd name="T1" fmla="*/ 0 h 30"/>
                    <a:gd name="T2" fmla="*/ 1 w 66"/>
                    <a:gd name="T3" fmla="*/ 0 h 30"/>
                    <a:gd name="T4" fmla="*/ 1 w 66"/>
                    <a:gd name="T5" fmla="*/ 0 h 30"/>
                    <a:gd name="T6" fmla="*/ 1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87" name="Group 418">
                <a:extLst>
                  <a:ext uri="{FF2B5EF4-FFF2-40B4-BE49-F238E27FC236}">
                    <a16:creationId xmlns:a16="http://schemas.microsoft.com/office/drawing/2014/main" id="{C49D52AB-41E8-3147-9BDA-56E737B2C66B}"/>
                  </a:ext>
                </a:extLst>
              </p:cNvPr>
              <p:cNvGrpSpPr>
                <a:grpSpLocks/>
              </p:cNvGrpSpPr>
              <p:nvPr/>
            </p:nvGrpSpPr>
            <p:grpSpPr bwMode="auto">
              <a:xfrm>
                <a:off x="920" y="3553"/>
                <a:ext cx="45" cy="23"/>
                <a:chOff x="920" y="3553"/>
                <a:chExt cx="45" cy="23"/>
              </a:xfrm>
            </p:grpSpPr>
            <p:sp>
              <p:nvSpPr>
                <p:cNvPr id="25908" name="Freeform 419">
                  <a:extLst>
                    <a:ext uri="{FF2B5EF4-FFF2-40B4-BE49-F238E27FC236}">
                      <a16:creationId xmlns:a16="http://schemas.microsoft.com/office/drawing/2014/main" id="{1299BA74-F73D-D24B-B135-80F321F94858}"/>
                    </a:ext>
                  </a:extLst>
                </p:cNvPr>
                <p:cNvSpPr>
                  <a:spLocks/>
                </p:cNvSpPr>
                <p:nvPr/>
              </p:nvSpPr>
              <p:spPr bwMode="auto">
                <a:xfrm>
                  <a:off x="920" y="3553"/>
                  <a:ext cx="20" cy="23"/>
                </a:xfrm>
                <a:custGeom>
                  <a:avLst/>
                  <a:gdLst>
                    <a:gd name="T0" fmla="*/ 0 w 41"/>
                    <a:gd name="T1" fmla="*/ 0 h 68"/>
                    <a:gd name="T2" fmla="*/ 0 w 41"/>
                    <a:gd name="T3" fmla="*/ 0 h 68"/>
                    <a:gd name="T4" fmla="*/ 0 w 41"/>
                    <a:gd name="T5" fmla="*/ 0 h 68"/>
                    <a:gd name="T6" fmla="*/ 0 w 41"/>
                    <a:gd name="T7" fmla="*/ 0 h 68"/>
                    <a:gd name="T8" fmla="*/ 0 w 41"/>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09" name="Freeform 420">
                  <a:extLst>
                    <a:ext uri="{FF2B5EF4-FFF2-40B4-BE49-F238E27FC236}">
                      <a16:creationId xmlns:a16="http://schemas.microsoft.com/office/drawing/2014/main" id="{0AB58D22-232C-684D-BACD-BD20E984CE20}"/>
                    </a:ext>
                  </a:extLst>
                </p:cNvPr>
                <p:cNvSpPr>
                  <a:spLocks/>
                </p:cNvSpPr>
                <p:nvPr/>
              </p:nvSpPr>
              <p:spPr bwMode="auto">
                <a:xfrm>
                  <a:off x="927" y="3554"/>
                  <a:ext cx="32" cy="11"/>
                </a:xfrm>
                <a:custGeom>
                  <a:avLst/>
                  <a:gdLst>
                    <a:gd name="T0" fmla="*/ 0 w 63"/>
                    <a:gd name="T1" fmla="*/ 0 h 33"/>
                    <a:gd name="T2" fmla="*/ 1 w 63"/>
                    <a:gd name="T3" fmla="*/ 0 h 33"/>
                    <a:gd name="T4" fmla="*/ 1 w 63"/>
                    <a:gd name="T5" fmla="*/ 0 h 33"/>
                    <a:gd name="T6" fmla="*/ 1 w 63"/>
                    <a:gd name="T7" fmla="*/ 0 h 33"/>
                    <a:gd name="T8" fmla="*/ 0 w 63"/>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10" name="Freeform 421">
                  <a:extLst>
                    <a:ext uri="{FF2B5EF4-FFF2-40B4-BE49-F238E27FC236}">
                      <a16:creationId xmlns:a16="http://schemas.microsoft.com/office/drawing/2014/main" id="{B0D01A4A-2C36-1746-8E3D-5C80C00B657B}"/>
                    </a:ext>
                  </a:extLst>
                </p:cNvPr>
                <p:cNvSpPr>
                  <a:spLocks/>
                </p:cNvSpPr>
                <p:nvPr/>
              </p:nvSpPr>
              <p:spPr bwMode="auto">
                <a:xfrm>
                  <a:off x="932" y="3566"/>
                  <a:ext cx="33" cy="10"/>
                </a:xfrm>
                <a:custGeom>
                  <a:avLst/>
                  <a:gdLst>
                    <a:gd name="T0" fmla="*/ 0 w 66"/>
                    <a:gd name="T1" fmla="*/ 0 h 30"/>
                    <a:gd name="T2" fmla="*/ 1 w 66"/>
                    <a:gd name="T3" fmla="*/ 0 h 30"/>
                    <a:gd name="T4" fmla="*/ 1 w 66"/>
                    <a:gd name="T5" fmla="*/ 0 h 30"/>
                    <a:gd name="T6" fmla="*/ 1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88" name="Group 422">
                <a:extLst>
                  <a:ext uri="{FF2B5EF4-FFF2-40B4-BE49-F238E27FC236}">
                    <a16:creationId xmlns:a16="http://schemas.microsoft.com/office/drawing/2014/main" id="{1F5A8852-E394-5B4F-8001-8E8228FBE3BC}"/>
                  </a:ext>
                </a:extLst>
              </p:cNvPr>
              <p:cNvGrpSpPr>
                <a:grpSpLocks/>
              </p:cNvGrpSpPr>
              <p:nvPr/>
            </p:nvGrpSpPr>
            <p:grpSpPr bwMode="auto">
              <a:xfrm>
                <a:off x="934" y="3566"/>
                <a:ext cx="44" cy="23"/>
                <a:chOff x="934" y="3566"/>
                <a:chExt cx="44" cy="23"/>
              </a:xfrm>
            </p:grpSpPr>
            <p:sp>
              <p:nvSpPr>
                <p:cNvPr id="25905" name="Freeform 423">
                  <a:extLst>
                    <a:ext uri="{FF2B5EF4-FFF2-40B4-BE49-F238E27FC236}">
                      <a16:creationId xmlns:a16="http://schemas.microsoft.com/office/drawing/2014/main" id="{9B47347E-B9FB-A349-9018-0258DFCE37A6}"/>
                    </a:ext>
                  </a:extLst>
                </p:cNvPr>
                <p:cNvSpPr>
                  <a:spLocks/>
                </p:cNvSpPr>
                <p:nvPr/>
              </p:nvSpPr>
              <p:spPr bwMode="auto">
                <a:xfrm>
                  <a:off x="934" y="3566"/>
                  <a:ext cx="19" cy="23"/>
                </a:xfrm>
                <a:custGeom>
                  <a:avLst/>
                  <a:gdLst>
                    <a:gd name="T0" fmla="*/ 0 w 40"/>
                    <a:gd name="T1" fmla="*/ 0 h 68"/>
                    <a:gd name="T2" fmla="*/ 0 w 40"/>
                    <a:gd name="T3" fmla="*/ 0 h 68"/>
                    <a:gd name="T4" fmla="*/ 0 w 40"/>
                    <a:gd name="T5" fmla="*/ 0 h 68"/>
                    <a:gd name="T6" fmla="*/ 0 w 40"/>
                    <a:gd name="T7" fmla="*/ 0 h 68"/>
                    <a:gd name="T8" fmla="*/ 0 w 40"/>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06" name="Freeform 424">
                  <a:extLst>
                    <a:ext uri="{FF2B5EF4-FFF2-40B4-BE49-F238E27FC236}">
                      <a16:creationId xmlns:a16="http://schemas.microsoft.com/office/drawing/2014/main" id="{BE3C5E01-9CE8-164F-9A82-BE92E841591B}"/>
                    </a:ext>
                  </a:extLst>
                </p:cNvPr>
                <p:cNvSpPr>
                  <a:spLocks/>
                </p:cNvSpPr>
                <p:nvPr/>
              </p:nvSpPr>
              <p:spPr bwMode="auto">
                <a:xfrm>
                  <a:off x="940" y="3567"/>
                  <a:ext cx="32" cy="11"/>
                </a:xfrm>
                <a:custGeom>
                  <a:avLst/>
                  <a:gdLst>
                    <a:gd name="T0" fmla="*/ 0 w 65"/>
                    <a:gd name="T1" fmla="*/ 0 h 35"/>
                    <a:gd name="T2" fmla="*/ 0 w 65"/>
                    <a:gd name="T3" fmla="*/ 0 h 35"/>
                    <a:gd name="T4" fmla="*/ 0 w 65"/>
                    <a:gd name="T5" fmla="*/ 0 h 35"/>
                    <a:gd name="T6" fmla="*/ 0 w 65"/>
                    <a:gd name="T7" fmla="*/ 0 h 35"/>
                    <a:gd name="T8" fmla="*/ 0 w 65"/>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07" name="Freeform 425">
                  <a:extLst>
                    <a:ext uri="{FF2B5EF4-FFF2-40B4-BE49-F238E27FC236}">
                      <a16:creationId xmlns:a16="http://schemas.microsoft.com/office/drawing/2014/main" id="{4F517896-C58E-3148-BF3D-1A6F1533BEC3}"/>
                    </a:ext>
                  </a:extLst>
                </p:cNvPr>
                <p:cNvSpPr>
                  <a:spLocks/>
                </p:cNvSpPr>
                <p:nvPr/>
              </p:nvSpPr>
              <p:spPr bwMode="auto">
                <a:xfrm>
                  <a:off x="945" y="3579"/>
                  <a:ext cx="33" cy="9"/>
                </a:xfrm>
                <a:custGeom>
                  <a:avLst/>
                  <a:gdLst>
                    <a:gd name="T0" fmla="*/ 0 w 65"/>
                    <a:gd name="T1" fmla="*/ 0 h 28"/>
                    <a:gd name="T2" fmla="*/ 1 w 65"/>
                    <a:gd name="T3" fmla="*/ 0 h 28"/>
                    <a:gd name="T4" fmla="*/ 1 w 65"/>
                    <a:gd name="T5" fmla="*/ 0 h 28"/>
                    <a:gd name="T6" fmla="*/ 1 w 65"/>
                    <a:gd name="T7" fmla="*/ 0 h 28"/>
                    <a:gd name="T8" fmla="*/ 0 w 65"/>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89" name="Group 426">
                <a:extLst>
                  <a:ext uri="{FF2B5EF4-FFF2-40B4-BE49-F238E27FC236}">
                    <a16:creationId xmlns:a16="http://schemas.microsoft.com/office/drawing/2014/main" id="{0FD92300-B188-B64E-8A05-B8F55F36E452}"/>
                  </a:ext>
                </a:extLst>
              </p:cNvPr>
              <p:cNvGrpSpPr>
                <a:grpSpLocks/>
              </p:cNvGrpSpPr>
              <p:nvPr/>
            </p:nvGrpSpPr>
            <p:grpSpPr bwMode="auto">
              <a:xfrm>
                <a:off x="949" y="3579"/>
                <a:ext cx="83" cy="63"/>
                <a:chOff x="949" y="3579"/>
                <a:chExt cx="83" cy="63"/>
              </a:xfrm>
            </p:grpSpPr>
            <p:grpSp>
              <p:nvGrpSpPr>
                <p:cNvPr id="25889" name="Group 427">
                  <a:extLst>
                    <a:ext uri="{FF2B5EF4-FFF2-40B4-BE49-F238E27FC236}">
                      <a16:creationId xmlns:a16="http://schemas.microsoft.com/office/drawing/2014/main" id="{DC57F633-6B2E-4D4A-AE41-BFC6EB04D882}"/>
                    </a:ext>
                  </a:extLst>
                </p:cNvPr>
                <p:cNvGrpSpPr>
                  <a:grpSpLocks/>
                </p:cNvGrpSpPr>
                <p:nvPr/>
              </p:nvGrpSpPr>
              <p:grpSpPr bwMode="auto">
                <a:xfrm>
                  <a:off x="949" y="3579"/>
                  <a:ext cx="44" cy="23"/>
                  <a:chOff x="949" y="3579"/>
                  <a:chExt cx="44" cy="23"/>
                </a:xfrm>
              </p:grpSpPr>
              <p:sp>
                <p:nvSpPr>
                  <p:cNvPr id="25902" name="Freeform 428">
                    <a:extLst>
                      <a:ext uri="{FF2B5EF4-FFF2-40B4-BE49-F238E27FC236}">
                        <a16:creationId xmlns:a16="http://schemas.microsoft.com/office/drawing/2014/main" id="{B7EF76DB-9997-0646-AD47-3A42FA02C227}"/>
                      </a:ext>
                    </a:extLst>
                  </p:cNvPr>
                  <p:cNvSpPr>
                    <a:spLocks/>
                  </p:cNvSpPr>
                  <p:nvPr/>
                </p:nvSpPr>
                <p:spPr bwMode="auto">
                  <a:xfrm>
                    <a:off x="949" y="3579"/>
                    <a:ext cx="19" cy="23"/>
                  </a:xfrm>
                  <a:custGeom>
                    <a:avLst/>
                    <a:gdLst>
                      <a:gd name="T0" fmla="*/ 1 w 38"/>
                      <a:gd name="T1" fmla="*/ 0 h 68"/>
                      <a:gd name="T2" fmla="*/ 0 w 38"/>
                      <a:gd name="T3" fmla="*/ 0 h 68"/>
                      <a:gd name="T4" fmla="*/ 1 w 38"/>
                      <a:gd name="T5" fmla="*/ 0 h 68"/>
                      <a:gd name="T6" fmla="*/ 1 w 38"/>
                      <a:gd name="T7" fmla="*/ 0 h 68"/>
                      <a:gd name="T8" fmla="*/ 1 w 38"/>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03" name="Freeform 429">
                    <a:extLst>
                      <a:ext uri="{FF2B5EF4-FFF2-40B4-BE49-F238E27FC236}">
                        <a16:creationId xmlns:a16="http://schemas.microsoft.com/office/drawing/2014/main" id="{C32CB34C-DD39-7B44-B16B-ED01CB33EC63}"/>
                      </a:ext>
                    </a:extLst>
                  </p:cNvPr>
                  <p:cNvSpPr>
                    <a:spLocks/>
                  </p:cNvSpPr>
                  <p:nvPr/>
                </p:nvSpPr>
                <p:spPr bwMode="auto">
                  <a:xfrm>
                    <a:off x="955" y="3579"/>
                    <a:ext cx="32" cy="11"/>
                  </a:xfrm>
                  <a:custGeom>
                    <a:avLst/>
                    <a:gdLst>
                      <a:gd name="T0" fmla="*/ 0 w 66"/>
                      <a:gd name="T1" fmla="*/ 0 h 32"/>
                      <a:gd name="T2" fmla="*/ 0 w 66"/>
                      <a:gd name="T3" fmla="*/ 0 h 32"/>
                      <a:gd name="T4" fmla="*/ 0 w 66"/>
                      <a:gd name="T5" fmla="*/ 0 h 32"/>
                      <a:gd name="T6" fmla="*/ 0 w 66"/>
                      <a:gd name="T7" fmla="*/ 0 h 32"/>
                      <a:gd name="T8" fmla="*/ 0 w 66"/>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04" name="Freeform 430">
                    <a:extLst>
                      <a:ext uri="{FF2B5EF4-FFF2-40B4-BE49-F238E27FC236}">
                        <a16:creationId xmlns:a16="http://schemas.microsoft.com/office/drawing/2014/main" id="{BAE8DAD4-152D-164A-A2AC-B27FADE06CC4}"/>
                      </a:ext>
                    </a:extLst>
                  </p:cNvPr>
                  <p:cNvSpPr>
                    <a:spLocks/>
                  </p:cNvSpPr>
                  <p:nvPr/>
                </p:nvSpPr>
                <p:spPr bwMode="auto">
                  <a:xfrm>
                    <a:off x="960" y="3591"/>
                    <a:ext cx="33" cy="10"/>
                  </a:xfrm>
                  <a:custGeom>
                    <a:avLst/>
                    <a:gdLst>
                      <a:gd name="T0" fmla="*/ 0 w 65"/>
                      <a:gd name="T1" fmla="*/ 0 h 31"/>
                      <a:gd name="T2" fmla="*/ 1 w 65"/>
                      <a:gd name="T3" fmla="*/ 0 h 31"/>
                      <a:gd name="T4" fmla="*/ 1 w 65"/>
                      <a:gd name="T5" fmla="*/ 0 h 31"/>
                      <a:gd name="T6" fmla="*/ 1 w 65"/>
                      <a:gd name="T7" fmla="*/ 0 h 31"/>
                      <a:gd name="T8" fmla="*/ 0 w 65"/>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90" name="Group 431">
                  <a:extLst>
                    <a:ext uri="{FF2B5EF4-FFF2-40B4-BE49-F238E27FC236}">
                      <a16:creationId xmlns:a16="http://schemas.microsoft.com/office/drawing/2014/main" id="{DAF4AE14-57FC-8745-A3F4-98070DBF3125}"/>
                    </a:ext>
                  </a:extLst>
                </p:cNvPr>
                <p:cNvGrpSpPr>
                  <a:grpSpLocks/>
                </p:cNvGrpSpPr>
                <p:nvPr/>
              </p:nvGrpSpPr>
              <p:grpSpPr bwMode="auto">
                <a:xfrm>
                  <a:off x="961" y="3592"/>
                  <a:ext cx="45" cy="23"/>
                  <a:chOff x="961" y="3592"/>
                  <a:chExt cx="45" cy="23"/>
                </a:xfrm>
              </p:grpSpPr>
              <p:sp>
                <p:nvSpPr>
                  <p:cNvPr id="25899" name="Freeform 432">
                    <a:extLst>
                      <a:ext uri="{FF2B5EF4-FFF2-40B4-BE49-F238E27FC236}">
                        <a16:creationId xmlns:a16="http://schemas.microsoft.com/office/drawing/2014/main" id="{FB2D9AC2-7830-A44C-A071-F45FFA8EF26C}"/>
                      </a:ext>
                    </a:extLst>
                  </p:cNvPr>
                  <p:cNvSpPr>
                    <a:spLocks/>
                  </p:cNvSpPr>
                  <p:nvPr/>
                </p:nvSpPr>
                <p:spPr bwMode="auto">
                  <a:xfrm>
                    <a:off x="961" y="3592"/>
                    <a:ext cx="20" cy="23"/>
                  </a:xfrm>
                  <a:custGeom>
                    <a:avLst/>
                    <a:gdLst>
                      <a:gd name="T0" fmla="*/ 1 w 40"/>
                      <a:gd name="T1" fmla="*/ 0 h 69"/>
                      <a:gd name="T2" fmla="*/ 0 w 40"/>
                      <a:gd name="T3" fmla="*/ 0 h 69"/>
                      <a:gd name="T4" fmla="*/ 1 w 40"/>
                      <a:gd name="T5" fmla="*/ 0 h 69"/>
                      <a:gd name="T6" fmla="*/ 1 w 40"/>
                      <a:gd name="T7" fmla="*/ 0 h 69"/>
                      <a:gd name="T8" fmla="*/ 1 w 40"/>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00" name="Freeform 433">
                    <a:extLst>
                      <a:ext uri="{FF2B5EF4-FFF2-40B4-BE49-F238E27FC236}">
                        <a16:creationId xmlns:a16="http://schemas.microsoft.com/office/drawing/2014/main" id="{4081D81A-8CF6-6942-BA1A-20BD96AA594F}"/>
                      </a:ext>
                    </a:extLst>
                  </p:cNvPr>
                  <p:cNvSpPr>
                    <a:spLocks/>
                  </p:cNvSpPr>
                  <p:nvPr/>
                </p:nvSpPr>
                <p:spPr bwMode="auto">
                  <a:xfrm>
                    <a:off x="968" y="3593"/>
                    <a:ext cx="33" cy="11"/>
                  </a:xfrm>
                  <a:custGeom>
                    <a:avLst/>
                    <a:gdLst>
                      <a:gd name="T0" fmla="*/ 0 w 66"/>
                      <a:gd name="T1" fmla="*/ 0 h 35"/>
                      <a:gd name="T2" fmla="*/ 1 w 66"/>
                      <a:gd name="T3" fmla="*/ 0 h 35"/>
                      <a:gd name="T4" fmla="*/ 1 w 66"/>
                      <a:gd name="T5" fmla="*/ 0 h 35"/>
                      <a:gd name="T6" fmla="*/ 1 w 66"/>
                      <a:gd name="T7" fmla="*/ 0 h 35"/>
                      <a:gd name="T8" fmla="*/ 0 w 66"/>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01" name="Freeform 434">
                    <a:extLst>
                      <a:ext uri="{FF2B5EF4-FFF2-40B4-BE49-F238E27FC236}">
                        <a16:creationId xmlns:a16="http://schemas.microsoft.com/office/drawing/2014/main" id="{9549D785-12AF-BE41-AE5F-51707E82B851}"/>
                      </a:ext>
                    </a:extLst>
                  </p:cNvPr>
                  <p:cNvSpPr>
                    <a:spLocks/>
                  </p:cNvSpPr>
                  <p:nvPr/>
                </p:nvSpPr>
                <p:spPr bwMode="auto">
                  <a:xfrm>
                    <a:off x="973" y="3605"/>
                    <a:ext cx="33" cy="10"/>
                  </a:xfrm>
                  <a:custGeom>
                    <a:avLst/>
                    <a:gdLst>
                      <a:gd name="T0" fmla="*/ 0 w 66"/>
                      <a:gd name="T1" fmla="*/ 0 h 30"/>
                      <a:gd name="T2" fmla="*/ 1 w 66"/>
                      <a:gd name="T3" fmla="*/ 0 h 30"/>
                      <a:gd name="T4" fmla="*/ 1 w 66"/>
                      <a:gd name="T5" fmla="*/ 0 h 30"/>
                      <a:gd name="T6" fmla="*/ 1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91" name="Group 435">
                  <a:extLst>
                    <a:ext uri="{FF2B5EF4-FFF2-40B4-BE49-F238E27FC236}">
                      <a16:creationId xmlns:a16="http://schemas.microsoft.com/office/drawing/2014/main" id="{329542AA-05A7-AD49-AFF0-1F308F1A8B71}"/>
                    </a:ext>
                  </a:extLst>
                </p:cNvPr>
                <p:cNvGrpSpPr>
                  <a:grpSpLocks/>
                </p:cNvGrpSpPr>
                <p:nvPr/>
              </p:nvGrpSpPr>
              <p:grpSpPr bwMode="auto">
                <a:xfrm>
                  <a:off x="974" y="3606"/>
                  <a:ext cx="44" cy="23"/>
                  <a:chOff x="974" y="3606"/>
                  <a:chExt cx="44" cy="23"/>
                </a:xfrm>
              </p:grpSpPr>
              <p:sp>
                <p:nvSpPr>
                  <p:cNvPr id="25896" name="Freeform 436">
                    <a:extLst>
                      <a:ext uri="{FF2B5EF4-FFF2-40B4-BE49-F238E27FC236}">
                        <a16:creationId xmlns:a16="http://schemas.microsoft.com/office/drawing/2014/main" id="{8D84BF85-D419-3145-98E8-4CE2A36FC3AD}"/>
                      </a:ext>
                    </a:extLst>
                  </p:cNvPr>
                  <p:cNvSpPr>
                    <a:spLocks/>
                  </p:cNvSpPr>
                  <p:nvPr/>
                </p:nvSpPr>
                <p:spPr bwMode="auto">
                  <a:xfrm>
                    <a:off x="974" y="3606"/>
                    <a:ext cx="19" cy="23"/>
                  </a:xfrm>
                  <a:custGeom>
                    <a:avLst/>
                    <a:gdLst>
                      <a:gd name="T0" fmla="*/ 0 w 40"/>
                      <a:gd name="T1" fmla="*/ 0 h 68"/>
                      <a:gd name="T2" fmla="*/ 0 w 40"/>
                      <a:gd name="T3" fmla="*/ 0 h 68"/>
                      <a:gd name="T4" fmla="*/ 0 w 40"/>
                      <a:gd name="T5" fmla="*/ 0 h 68"/>
                      <a:gd name="T6" fmla="*/ 0 w 40"/>
                      <a:gd name="T7" fmla="*/ 0 h 68"/>
                      <a:gd name="T8" fmla="*/ 0 w 40"/>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97" name="Freeform 437">
                    <a:extLst>
                      <a:ext uri="{FF2B5EF4-FFF2-40B4-BE49-F238E27FC236}">
                        <a16:creationId xmlns:a16="http://schemas.microsoft.com/office/drawing/2014/main" id="{8952C71E-DD10-7845-AB46-F722B5846D15}"/>
                      </a:ext>
                    </a:extLst>
                  </p:cNvPr>
                  <p:cNvSpPr>
                    <a:spLocks/>
                  </p:cNvSpPr>
                  <p:nvPr/>
                </p:nvSpPr>
                <p:spPr bwMode="auto">
                  <a:xfrm>
                    <a:off x="980" y="3606"/>
                    <a:ext cx="32" cy="12"/>
                  </a:xfrm>
                  <a:custGeom>
                    <a:avLst/>
                    <a:gdLst>
                      <a:gd name="T0" fmla="*/ 0 w 65"/>
                      <a:gd name="T1" fmla="*/ 0 h 35"/>
                      <a:gd name="T2" fmla="*/ 0 w 65"/>
                      <a:gd name="T3" fmla="*/ 0 h 35"/>
                      <a:gd name="T4" fmla="*/ 0 w 65"/>
                      <a:gd name="T5" fmla="*/ 0 h 35"/>
                      <a:gd name="T6" fmla="*/ 0 w 65"/>
                      <a:gd name="T7" fmla="*/ 0 h 35"/>
                      <a:gd name="T8" fmla="*/ 0 w 65"/>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98" name="Freeform 438">
                    <a:extLst>
                      <a:ext uri="{FF2B5EF4-FFF2-40B4-BE49-F238E27FC236}">
                        <a16:creationId xmlns:a16="http://schemas.microsoft.com/office/drawing/2014/main" id="{9D731415-6512-D846-B68C-73DDC7BE8517}"/>
                      </a:ext>
                    </a:extLst>
                  </p:cNvPr>
                  <p:cNvSpPr>
                    <a:spLocks/>
                  </p:cNvSpPr>
                  <p:nvPr/>
                </p:nvSpPr>
                <p:spPr bwMode="auto">
                  <a:xfrm>
                    <a:off x="986" y="3619"/>
                    <a:ext cx="32" cy="9"/>
                  </a:xfrm>
                  <a:custGeom>
                    <a:avLst/>
                    <a:gdLst>
                      <a:gd name="T0" fmla="*/ 0 w 65"/>
                      <a:gd name="T1" fmla="*/ 0 h 29"/>
                      <a:gd name="T2" fmla="*/ 0 w 65"/>
                      <a:gd name="T3" fmla="*/ 0 h 29"/>
                      <a:gd name="T4" fmla="*/ 0 w 65"/>
                      <a:gd name="T5" fmla="*/ 0 h 29"/>
                      <a:gd name="T6" fmla="*/ 0 w 65"/>
                      <a:gd name="T7" fmla="*/ 0 h 29"/>
                      <a:gd name="T8" fmla="*/ 0 w 65"/>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92" name="Group 439">
                  <a:extLst>
                    <a:ext uri="{FF2B5EF4-FFF2-40B4-BE49-F238E27FC236}">
                      <a16:creationId xmlns:a16="http://schemas.microsoft.com/office/drawing/2014/main" id="{11AA5225-3C1D-E245-9CC0-D82ED43C8235}"/>
                    </a:ext>
                  </a:extLst>
                </p:cNvPr>
                <p:cNvGrpSpPr>
                  <a:grpSpLocks/>
                </p:cNvGrpSpPr>
                <p:nvPr/>
              </p:nvGrpSpPr>
              <p:grpSpPr bwMode="auto">
                <a:xfrm>
                  <a:off x="987" y="3619"/>
                  <a:ext cx="45" cy="23"/>
                  <a:chOff x="987" y="3619"/>
                  <a:chExt cx="45" cy="23"/>
                </a:xfrm>
              </p:grpSpPr>
              <p:sp>
                <p:nvSpPr>
                  <p:cNvPr id="25893" name="Freeform 440">
                    <a:extLst>
                      <a:ext uri="{FF2B5EF4-FFF2-40B4-BE49-F238E27FC236}">
                        <a16:creationId xmlns:a16="http://schemas.microsoft.com/office/drawing/2014/main" id="{FE4C9D99-BF6E-CD46-B930-AB895D23E409}"/>
                      </a:ext>
                    </a:extLst>
                  </p:cNvPr>
                  <p:cNvSpPr>
                    <a:spLocks/>
                  </p:cNvSpPr>
                  <p:nvPr/>
                </p:nvSpPr>
                <p:spPr bwMode="auto">
                  <a:xfrm>
                    <a:off x="987" y="3619"/>
                    <a:ext cx="20" cy="23"/>
                  </a:xfrm>
                  <a:custGeom>
                    <a:avLst/>
                    <a:gdLst>
                      <a:gd name="T0" fmla="*/ 1 w 39"/>
                      <a:gd name="T1" fmla="*/ 0 h 68"/>
                      <a:gd name="T2" fmla="*/ 0 w 39"/>
                      <a:gd name="T3" fmla="*/ 0 h 68"/>
                      <a:gd name="T4" fmla="*/ 1 w 39"/>
                      <a:gd name="T5" fmla="*/ 0 h 68"/>
                      <a:gd name="T6" fmla="*/ 1 w 39"/>
                      <a:gd name="T7" fmla="*/ 0 h 68"/>
                      <a:gd name="T8" fmla="*/ 1 w 39"/>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94" name="Freeform 441">
                    <a:extLst>
                      <a:ext uri="{FF2B5EF4-FFF2-40B4-BE49-F238E27FC236}">
                        <a16:creationId xmlns:a16="http://schemas.microsoft.com/office/drawing/2014/main" id="{7B1C613B-FA98-7849-90BD-083DA86C651C}"/>
                      </a:ext>
                    </a:extLst>
                  </p:cNvPr>
                  <p:cNvSpPr>
                    <a:spLocks/>
                  </p:cNvSpPr>
                  <p:nvPr/>
                </p:nvSpPr>
                <p:spPr bwMode="auto">
                  <a:xfrm>
                    <a:off x="994" y="3620"/>
                    <a:ext cx="32" cy="11"/>
                  </a:xfrm>
                  <a:custGeom>
                    <a:avLst/>
                    <a:gdLst>
                      <a:gd name="T0" fmla="*/ 0 w 64"/>
                      <a:gd name="T1" fmla="*/ 0 h 33"/>
                      <a:gd name="T2" fmla="*/ 1 w 64"/>
                      <a:gd name="T3" fmla="*/ 0 h 33"/>
                      <a:gd name="T4" fmla="*/ 1 w 64"/>
                      <a:gd name="T5" fmla="*/ 0 h 33"/>
                      <a:gd name="T6" fmla="*/ 1 w 64"/>
                      <a:gd name="T7" fmla="*/ 0 h 33"/>
                      <a:gd name="T8" fmla="*/ 0 w 64"/>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95" name="Freeform 442">
                    <a:extLst>
                      <a:ext uri="{FF2B5EF4-FFF2-40B4-BE49-F238E27FC236}">
                        <a16:creationId xmlns:a16="http://schemas.microsoft.com/office/drawing/2014/main" id="{AE476FFE-CCA6-DC4A-95DB-9B2591DF8ACF}"/>
                      </a:ext>
                    </a:extLst>
                  </p:cNvPr>
                  <p:cNvSpPr>
                    <a:spLocks/>
                  </p:cNvSpPr>
                  <p:nvPr/>
                </p:nvSpPr>
                <p:spPr bwMode="auto">
                  <a:xfrm>
                    <a:off x="999" y="3632"/>
                    <a:ext cx="33" cy="9"/>
                  </a:xfrm>
                  <a:custGeom>
                    <a:avLst/>
                    <a:gdLst>
                      <a:gd name="T0" fmla="*/ 0 w 65"/>
                      <a:gd name="T1" fmla="*/ 0 h 29"/>
                      <a:gd name="T2" fmla="*/ 1 w 65"/>
                      <a:gd name="T3" fmla="*/ 0 h 29"/>
                      <a:gd name="T4" fmla="*/ 1 w 65"/>
                      <a:gd name="T5" fmla="*/ 0 h 29"/>
                      <a:gd name="T6" fmla="*/ 1 w 65"/>
                      <a:gd name="T7" fmla="*/ 0 h 29"/>
                      <a:gd name="T8" fmla="*/ 0 w 65"/>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5790" name="Group 443">
                <a:extLst>
                  <a:ext uri="{FF2B5EF4-FFF2-40B4-BE49-F238E27FC236}">
                    <a16:creationId xmlns:a16="http://schemas.microsoft.com/office/drawing/2014/main" id="{B62B5B17-390D-7A4E-83A4-8C204ECDD2CD}"/>
                  </a:ext>
                </a:extLst>
              </p:cNvPr>
              <p:cNvGrpSpPr>
                <a:grpSpLocks/>
              </p:cNvGrpSpPr>
              <p:nvPr/>
            </p:nvGrpSpPr>
            <p:grpSpPr bwMode="auto">
              <a:xfrm>
                <a:off x="1002" y="3632"/>
                <a:ext cx="83" cy="63"/>
                <a:chOff x="1002" y="3632"/>
                <a:chExt cx="83" cy="63"/>
              </a:xfrm>
            </p:grpSpPr>
            <p:grpSp>
              <p:nvGrpSpPr>
                <p:cNvPr id="25873" name="Group 444">
                  <a:extLst>
                    <a:ext uri="{FF2B5EF4-FFF2-40B4-BE49-F238E27FC236}">
                      <a16:creationId xmlns:a16="http://schemas.microsoft.com/office/drawing/2014/main" id="{9693191D-9002-2D48-AA9E-379C8EB4F1E2}"/>
                    </a:ext>
                  </a:extLst>
                </p:cNvPr>
                <p:cNvGrpSpPr>
                  <a:grpSpLocks/>
                </p:cNvGrpSpPr>
                <p:nvPr/>
              </p:nvGrpSpPr>
              <p:grpSpPr bwMode="auto">
                <a:xfrm>
                  <a:off x="1002" y="3632"/>
                  <a:ext cx="44" cy="22"/>
                  <a:chOff x="1002" y="3632"/>
                  <a:chExt cx="44" cy="22"/>
                </a:xfrm>
              </p:grpSpPr>
              <p:sp>
                <p:nvSpPr>
                  <p:cNvPr id="25886" name="Freeform 445">
                    <a:extLst>
                      <a:ext uri="{FF2B5EF4-FFF2-40B4-BE49-F238E27FC236}">
                        <a16:creationId xmlns:a16="http://schemas.microsoft.com/office/drawing/2014/main" id="{92420106-E856-7241-A3B1-B77C9047B106}"/>
                      </a:ext>
                    </a:extLst>
                  </p:cNvPr>
                  <p:cNvSpPr>
                    <a:spLocks/>
                  </p:cNvSpPr>
                  <p:nvPr/>
                </p:nvSpPr>
                <p:spPr bwMode="auto">
                  <a:xfrm>
                    <a:off x="1002" y="3632"/>
                    <a:ext cx="19" cy="22"/>
                  </a:xfrm>
                  <a:custGeom>
                    <a:avLst/>
                    <a:gdLst>
                      <a:gd name="T0" fmla="*/ 1 w 38"/>
                      <a:gd name="T1" fmla="*/ 0 h 68"/>
                      <a:gd name="T2" fmla="*/ 0 w 38"/>
                      <a:gd name="T3" fmla="*/ 0 h 68"/>
                      <a:gd name="T4" fmla="*/ 1 w 38"/>
                      <a:gd name="T5" fmla="*/ 0 h 68"/>
                      <a:gd name="T6" fmla="*/ 1 w 38"/>
                      <a:gd name="T7" fmla="*/ 0 h 68"/>
                      <a:gd name="T8" fmla="*/ 1 w 38"/>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87" name="Freeform 446">
                    <a:extLst>
                      <a:ext uri="{FF2B5EF4-FFF2-40B4-BE49-F238E27FC236}">
                        <a16:creationId xmlns:a16="http://schemas.microsoft.com/office/drawing/2014/main" id="{62E6C3AE-5FE5-784F-AAEF-A5D86111C3F2}"/>
                      </a:ext>
                    </a:extLst>
                  </p:cNvPr>
                  <p:cNvSpPr>
                    <a:spLocks/>
                  </p:cNvSpPr>
                  <p:nvPr/>
                </p:nvSpPr>
                <p:spPr bwMode="auto">
                  <a:xfrm>
                    <a:off x="1008" y="3632"/>
                    <a:ext cx="33" cy="12"/>
                  </a:xfrm>
                  <a:custGeom>
                    <a:avLst/>
                    <a:gdLst>
                      <a:gd name="T0" fmla="*/ 0 w 65"/>
                      <a:gd name="T1" fmla="*/ 0 h 35"/>
                      <a:gd name="T2" fmla="*/ 1 w 65"/>
                      <a:gd name="T3" fmla="*/ 0 h 35"/>
                      <a:gd name="T4" fmla="*/ 1 w 65"/>
                      <a:gd name="T5" fmla="*/ 0 h 35"/>
                      <a:gd name="T6" fmla="*/ 1 w 65"/>
                      <a:gd name="T7" fmla="*/ 0 h 35"/>
                      <a:gd name="T8" fmla="*/ 0 w 65"/>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88" name="Freeform 447">
                    <a:extLst>
                      <a:ext uri="{FF2B5EF4-FFF2-40B4-BE49-F238E27FC236}">
                        <a16:creationId xmlns:a16="http://schemas.microsoft.com/office/drawing/2014/main" id="{B8FC94F4-6F8C-6743-A23A-82D95603B7BA}"/>
                      </a:ext>
                    </a:extLst>
                  </p:cNvPr>
                  <p:cNvSpPr>
                    <a:spLocks/>
                  </p:cNvSpPr>
                  <p:nvPr/>
                </p:nvSpPr>
                <p:spPr bwMode="auto">
                  <a:xfrm>
                    <a:off x="1013" y="3644"/>
                    <a:ext cx="33" cy="10"/>
                  </a:xfrm>
                  <a:custGeom>
                    <a:avLst/>
                    <a:gdLst>
                      <a:gd name="T0" fmla="*/ 0 w 66"/>
                      <a:gd name="T1" fmla="*/ 0 h 28"/>
                      <a:gd name="T2" fmla="*/ 1 w 66"/>
                      <a:gd name="T3" fmla="*/ 0 h 28"/>
                      <a:gd name="T4" fmla="*/ 1 w 66"/>
                      <a:gd name="T5" fmla="*/ 0 h 28"/>
                      <a:gd name="T6" fmla="*/ 1 w 66"/>
                      <a:gd name="T7" fmla="*/ 0 h 28"/>
                      <a:gd name="T8" fmla="*/ 0 w 66"/>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74" name="Group 448">
                  <a:extLst>
                    <a:ext uri="{FF2B5EF4-FFF2-40B4-BE49-F238E27FC236}">
                      <a16:creationId xmlns:a16="http://schemas.microsoft.com/office/drawing/2014/main" id="{21AA0008-A773-1345-985B-F49F0272CE64}"/>
                    </a:ext>
                  </a:extLst>
                </p:cNvPr>
                <p:cNvGrpSpPr>
                  <a:grpSpLocks/>
                </p:cNvGrpSpPr>
                <p:nvPr/>
              </p:nvGrpSpPr>
              <p:grpSpPr bwMode="auto">
                <a:xfrm>
                  <a:off x="1014" y="3645"/>
                  <a:ext cx="44" cy="23"/>
                  <a:chOff x="1014" y="3645"/>
                  <a:chExt cx="44" cy="23"/>
                </a:xfrm>
              </p:grpSpPr>
              <p:sp>
                <p:nvSpPr>
                  <p:cNvPr id="25883" name="Freeform 449">
                    <a:extLst>
                      <a:ext uri="{FF2B5EF4-FFF2-40B4-BE49-F238E27FC236}">
                        <a16:creationId xmlns:a16="http://schemas.microsoft.com/office/drawing/2014/main" id="{EBF2D8D1-864E-A14D-A060-C026736BA59D}"/>
                      </a:ext>
                    </a:extLst>
                  </p:cNvPr>
                  <p:cNvSpPr>
                    <a:spLocks/>
                  </p:cNvSpPr>
                  <p:nvPr/>
                </p:nvSpPr>
                <p:spPr bwMode="auto">
                  <a:xfrm>
                    <a:off x="1014" y="3645"/>
                    <a:ext cx="19" cy="23"/>
                  </a:xfrm>
                  <a:custGeom>
                    <a:avLst/>
                    <a:gdLst>
                      <a:gd name="T0" fmla="*/ 0 w 40"/>
                      <a:gd name="T1" fmla="*/ 0 h 68"/>
                      <a:gd name="T2" fmla="*/ 0 w 40"/>
                      <a:gd name="T3" fmla="*/ 0 h 68"/>
                      <a:gd name="T4" fmla="*/ 0 w 40"/>
                      <a:gd name="T5" fmla="*/ 0 h 68"/>
                      <a:gd name="T6" fmla="*/ 0 w 40"/>
                      <a:gd name="T7" fmla="*/ 0 h 68"/>
                      <a:gd name="T8" fmla="*/ 0 w 40"/>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84" name="Freeform 450">
                    <a:extLst>
                      <a:ext uri="{FF2B5EF4-FFF2-40B4-BE49-F238E27FC236}">
                        <a16:creationId xmlns:a16="http://schemas.microsoft.com/office/drawing/2014/main" id="{24E071F5-1E6B-9E43-85D1-59B0404C76F0}"/>
                      </a:ext>
                    </a:extLst>
                  </p:cNvPr>
                  <p:cNvSpPr>
                    <a:spLocks/>
                  </p:cNvSpPr>
                  <p:nvPr/>
                </p:nvSpPr>
                <p:spPr bwMode="auto">
                  <a:xfrm>
                    <a:off x="1021" y="3646"/>
                    <a:ext cx="32" cy="11"/>
                  </a:xfrm>
                  <a:custGeom>
                    <a:avLst/>
                    <a:gdLst>
                      <a:gd name="T0" fmla="*/ 0 w 63"/>
                      <a:gd name="T1" fmla="*/ 0 h 33"/>
                      <a:gd name="T2" fmla="*/ 1 w 63"/>
                      <a:gd name="T3" fmla="*/ 0 h 33"/>
                      <a:gd name="T4" fmla="*/ 1 w 63"/>
                      <a:gd name="T5" fmla="*/ 0 h 33"/>
                      <a:gd name="T6" fmla="*/ 1 w 63"/>
                      <a:gd name="T7" fmla="*/ 0 h 33"/>
                      <a:gd name="T8" fmla="*/ 0 w 63"/>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85" name="Freeform 451">
                    <a:extLst>
                      <a:ext uri="{FF2B5EF4-FFF2-40B4-BE49-F238E27FC236}">
                        <a16:creationId xmlns:a16="http://schemas.microsoft.com/office/drawing/2014/main" id="{51CA2008-1E83-4E49-B8CB-48C6D40817EC}"/>
                      </a:ext>
                    </a:extLst>
                  </p:cNvPr>
                  <p:cNvSpPr>
                    <a:spLocks/>
                  </p:cNvSpPr>
                  <p:nvPr/>
                </p:nvSpPr>
                <p:spPr bwMode="auto">
                  <a:xfrm>
                    <a:off x="1026" y="3658"/>
                    <a:ext cx="32" cy="10"/>
                  </a:xfrm>
                  <a:custGeom>
                    <a:avLst/>
                    <a:gdLst>
                      <a:gd name="T0" fmla="*/ 0 w 65"/>
                      <a:gd name="T1" fmla="*/ 0 h 30"/>
                      <a:gd name="T2" fmla="*/ 0 w 65"/>
                      <a:gd name="T3" fmla="*/ 0 h 30"/>
                      <a:gd name="T4" fmla="*/ 0 w 65"/>
                      <a:gd name="T5" fmla="*/ 0 h 30"/>
                      <a:gd name="T6" fmla="*/ 0 w 65"/>
                      <a:gd name="T7" fmla="*/ 0 h 30"/>
                      <a:gd name="T8" fmla="*/ 0 w 65"/>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75" name="Group 452">
                  <a:extLst>
                    <a:ext uri="{FF2B5EF4-FFF2-40B4-BE49-F238E27FC236}">
                      <a16:creationId xmlns:a16="http://schemas.microsoft.com/office/drawing/2014/main" id="{A16C4EE7-601F-0B42-8577-1A80CC7F25AC}"/>
                    </a:ext>
                  </a:extLst>
                </p:cNvPr>
                <p:cNvGrpSpPr>
                  <a:grpSpLocks/>
                </p:cNvGrpSpPr>
                <p:nvPr/>
              </p:nvGrpSpPr>
              <p:grpSpPr bwMode="auto">
                <a:xfrm>
                  <a:off x="1027" y="3659"/>
                  <a:ext cx="45" cy="23"/>
                  <a:chOff x="1027" y="3659"/>
                  <a:chExt cx="45" cy="23"/>
                </a:xfrm>
              </p:grpSpPr>
              <p:sp>
                <p:nvSpPr>
                  <p:cNvPr id="25880" name="Freeform 453">
                    <a:extLst>
                      <a:ext uri="{FF2B5EF4-FFF2-40B4-BE49-F238E27FC236}">
                        <a16:creationId xmlns:a16="http://schemas.microsoft.com/office/drawing/2014/main" id="{09E3568A-47F0-9D42-A623-4043946EA75F}"/>
                      </a:ext>
                    </a:extLst>
                  </p:cNvPr>
                  <p:cNvSpPr>
                    <a:spLocks/>
                  </p:cNvSpPr>
                  <p:nvPr/>
                </p:nvSpPr>
                <p:spPr bwMode="auto">
                  <a:xfrm>
                    <a:off x="1027" y="3659"/>
                    <a:ext cx="20" cy="23"/>
                  </a:xfrm>
                  <a:custGeom>
                    <a:avLst/>
                    <a:gdLst>
                      <a:gd name="T0" fmla="*/ 1 w 39"/>
                      <a:gd name="T1" fmla="*/ 0 h 70"/>
                      <a:gd name="T2" fmla="*/ 0 w 39"/>
                      <a:gd name="T3" fmla="*/ 0 h 70"/>
                      <a:gd name="T4" fmla="*/ 1 w 39"/>
                      <a:gd name="T5" fmla="*/ 0 h 70"/>
                      <a:gd name="T6" fmla="*/ 1 w 39"/>
                      <a:gd name="T7" fmla="*/ 0 h 70"/>
                      <a:gd name="T8" fmla="*/ 1 w 39"/>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81" name="Freeform 454">
                    <a:extLst>
                      <a:ext uri="{FF2B5EF4-FFF2-40B4-BE49-F238E27FC236}">
                        <a16:creationId xmlns:a16="http://schemas.microsoft.com/office/drawing/2014/main" id="{48BF9B54-A71D-DB41-BA1D-9ED2AC1F4B1B}"/>
                      </a:ext>
                    </a:extLst>
                  </p:cNvPr>
                  <p:cNvSpPr>
                    <a:spLocks/>
                  </p:cNvSpPr>
                  <p:nvPr/>
                </p:nvSpPr>
                <p:spPr bwMode="auto">
                  <a:xfrm>
                    <a:off x="1033" y="3659"/>
                    <a:ext cx="33" cy="11"/>
                  </a:xfrm>
                  <a:custGeom>
                    <a:avLst/>
                    <a:gdLst>
                      <a:gd name="T0" fmla="*/ 0 w 64"/>
                      <a:gd name="T1" fmla="*/ 0 h 34"/>
                      <a:gd name="T2" fmla="*/ 1 w 64"/>
                      <a:gd name="T3" fmla="*/ 0 h 34"/>
                      <a:gd name="T4" fmla="*/ 1 w 64"/>
                      <a:gd name="T5" fmla="*/ 0 h 34"/>
                      <a:gd name="T6" fmla="*/ 1 w 64"/>
                      <a:gd name="T7" fmla="*/ 0 h 34"/>
                      <a:gd name="T8" fmla="*/ 0 w 6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82" name="Freeform 455">
                    <a:extLst>
                      <a:ext uri="{FF2B5EF4-FFF2-40B4-BE49-F238E27FC236}">
                        <a16:creationId xmlns:a16="http://schemas.microsoft.com/office/drawing/2014/main" id="{178D64D3-5B35-8C4C-9CBF-132C4607E519}"/>
                      </a:ext>
                    </a:extLst>
                  </p:cNvPr>
                  <p:cNvSpPr>
                    <a:spLocks/>
                  </p:cNvSpPr>
                  <p:nvPr/>
                </p:nvSpPr>
                <p:spPr bwMode="auto">
                  <a:xfrm>
                    <a:off x="1039" y="3671"/>
                    <a:ext cx="33" cy="10"/>
                  </a:xfrm>
                  <a:custGeom>
                    <a:avLst/>
                    <a:gdLst>
                      <a:gd name="T0" fmla="*/ 0 w 66"/>
                      <a:gd name="T1" fmla="*/ 0 h 30"/>
                      <a:gd name="T2" fmla="*/ 1 w 66"/>
                      <a:gd name="T3" fmla="*/ 0 h 30"/>
                      <a:gd name="T4" fmla="*/ 1 w 66"/>
                      <a:gd name="T5" fmla="*/ 0 h 30"/>
                      <a:gd name="T6" fmla="*/ 1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76" name="Group 456">
                  <a:extLst>
                    <a:ext uri="{FF2B5EF4-FFF2-40B4-BE49-F238E27FC236}">
                      <a16:creationId xmlns:a16="http://schemas.microsoft.com/office/drawing/2014/main" id="{CD2D9951-BE81-0948-9B9D-CDE8AD75DD4C}"/>
                    </a:ext>
                  </a:extLst>
                </p:cNvPr>
                <p:cNvGrpSpPr>
                  <a:grpSpLocks/>
                </p:cNvGrpSpPr>
                <p:nvPr/>
              </p:nvGrpSpPr>
              <p:grpSpPr bwMode="auto">
                <a:xfrm>
                  <a:off x="1040" y="3672"/>
                  <a:ext cx="45" cy="23"/>
                  <a:chOff x="1040" y="3672"/>
                  <a:chExt cx="45" cy="23"/>
                </a:xfrm>
              </p:grpSpPr>
              <p:sp>
                <p:nvSpPr>
                  <p:cNvPr id="25877" name="Freeform 457">
                    <a:extLst>
                      <a:ext uri="{FF2B5EF4-FFF2-40B4-BE49-F238E27FC236}">
                        <a16:creationId xmlns:a16="http://schemas.microsoft.com/office/drawing/2014/main" id="{A1254377-07BE-4C41-A38A-6CA0051656C5}"/>
                      </a:ext>
                    </a:extLst>
                  </p:cNvPr>
                  <p:cNvSpPr>
                    <a:spLocks/>
                  </p:cNvSpPr>
                  <p:nvPr/>
                </p:nvSpPr>
                <p:spPr bwMode="auto">
                  <a:xfrm>
                    <a:off x="1040" y="3672"/>
                    <a:ext cx="20" cy="23"/>
                  </a:xfrm>
                  <a:custGeom>
                    <a:avLst/>
                    <a:gdLst>
                      <a:gd name="T0" fmla="*/ 0 w 41"/>
                      <a:gd name="T1" fmla="*/ 0 h 70"/>
                      <a:gd name="T2" fmla="*/ 0 w 41"/>
                      <a:gd name="T3" fmla="*/ 0 h 70"/>
                      <a:gd name="T4" fmla="*/ 0 w 41"/>
                      <a:gd name="T5" fmla="*/ 0 h 70"/>
                      <a:gd name="T6" fmla="*/ 0 w 41"/>
                      <a:gd name="T7" fmla="*/ 0 h 70"/>
                      <a:gd name="T8" fmla="*/ 0 w 41"/>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78" name="Freeform 458">
                    <a:extLst>
                      <a:ext uri="{FF2B5EF4-FFF2-40B4-BE49-F238E27FC236}">
                        <a16:creationId xmlns:a16="http://schemas.microsoft.com/office/drawing/2014/main" id="{0D58340E-68D9-A04C-974B-68255646366C}"/>
                      </a:ext>
                    </a:extLst>
                  </p:cNvPr>
                  <p:cNvSpPr>
                    <a:spLocks/>
                  </p:cNvSpPr>
                  <p:nvPr/>
                </p:nvSpPr>
                <p:spPr bwMode="auto">
                  <a:xfrm>
                    <a:off x="1047" y="3672"/>
                    <a:ext cx="32" cy="12"/>
                  </a:xfrm>
                  <a:custGeom>
                    <a:avLst/>
                    <a:gdLst>
                      <a:gd name="T0" fmla="*/ 0 w 65"/>
                      <a:gd name="T1" fmla="*/ 0 h 34"/>
                      <a:gd name="T2" fmla="*/ 0 w 65"/>
                      <a:gd name="T3" fmla="*/ 0 h 34"/>
                      <a:gd name="T4" fmla="*/ 0 w 65"/>
                      <a:gd name="T5" fmla="*/ 0 h 34"/>
                      <a:gd name="T6" fmla="*/ 0 w 65"/>
                      <a:gd name="T7" fmla="*/ 0 h 34"/>
                      <a:gd name="T8" fmla="*/ 0 w 65"/>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79" name="Freeform 459">
                    <a:extLst>
                      <a:ext uri="{FF2B5EF4-FFF2-40B4-BE49-F238E27FC236}">
                        <a16:creationId xmlns:a16="http://schemas.microsoft.com/office/drawing/2014/main" id="{6ABACCF5-1EB3-5943-80B5-D86EEFB905A1}"/>
                      </a:ext>
                    </a:extLst>
                  </p:cNvPr>
                  <p:cNvSpPr>
                    <a:spLocks/>
                  </p:cNvSpPr>
                  <p:nvPr/>
                </p:nvSpPr>
                <p:spPr bwMode="auto">
                  <a:xfrm>
                    <a:off x="1053" y="3685"/>
                    <a:ext cx="32" cy="9"/>
                  </a:xfrm>
                  <a:custGeom>
                    <a:avLst/>
                    <a:gdLst>
                      <a:gd name="T0" fmla="*/ 0 w 66"/>
                      <a:gd name="T1" fmla="*/ 0 h 28"/>
                      <a:gd name="T2" fmla="*/ 0 w 66"/>
                      <a:gd name="T3" fmla="*/ 0 h 28"/>
                      <a:gd name="T4" fmla="*/ 0 w 66"/>
                      <a:gd name="T5" fmla="*/ 0 h 28"/>
                      <a:gd name="T6" fmla="*/ 0 w 66"/>
                      <a:gd name="T7" fmla="*/ 0 h 28"/>
                      <a:gd name="T8" fmla="*/ 0 w 66"/>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5791" name="Group 460">
                <a:extLst>
                  <a:ext uri="{FF2B5EF4-FFF2-40B4-BE49-F238E27FC236}">
                    <a16:creationId xmlns:a16="http://schemas.microsoft.com/office/drawing/2014/main" id="{FA1CE3BE-7355-E841-BDD4-38A6649F5B53}"/>
                  </a:ext>
                </a:extLst>
              </p:cNvPr>
              <p:cNvGrpSpPr>
                <a:grpSpLocks/>
              </p:cNvGrpSpPr>
              <p:nvPr/>
            </p:nvGrpSpPr>
            <p:grpSpPr bwMode="auto">
              <a:xfrm>
                <a:off x="1054" y="3685"/>
                <a:ext cx="45" cy="23"/>
                <a:chOff x="1054" y="3685"/>
                <a:chExt cx="45" cy="23"/>
              </a:xfrm>
            </p:grpSpPr>
            <p:sp>
              <p:nvSpPr>
                <p:cNvPr id="25870" name="Freeform 461">
                  <a:extLst>
                    <a:ext uri="{FF2B5EF4-FFF2-40B4-BE49-F238E27FC236}">
                      <a16:creationId xmlns:a16="http://schemas.microsoft.com/office/drawing/2014/main" id="{45669181-022A-C541-A2C5-7D80E8A70016}"/>
                    </a:ext>
                  </a:extLst>
                </p:cNvPr>
                <p:cNvSpPr>
                  <a:spLocks/>
                </p:cNvSpPr>
                <p:nvPr/>
              </p:nvSpPr>
              <p:spPr bwMode="auto">
                <a:xfrm>
                  <a:off x="1054" y="3685"/>
                  <a:ext cx="20" cy="23"/>
                </a:xfrm>
                <a:custGeom>
                  <a:avLst/>
                  <a:gdLst>
                    <a:gd name="T0" fmla="*/ 1 w 39"/>
                    <a:gd name="T1" fmla="*/ 0 h 70"/>
                    <a:gd name="T2" fmla="*/ 0 w 39"/>
                    <a:gd name="T3" fmla="*/ 0 h 70"/>
                    <a:gd name="T4" fmla="*/ 1 w 39"/>
                    <a:gd name="T5" fmla="*/ 0 h 70"/>
                    <a:gd name="T6" fmla="*/ 1 w 39"/>
                    <a:gd name="T7" fmla="*/ 0 h 70"/>
                    <a:gd name="T8" fmla="*/ 1 w 39"/>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71" name="Freeform 462">
                  <a:extLst>
                    <a:ext uri="{FF2B5EF4-FFF2-40B4-BE49-F238E27FC236}">
                      <a16:creationId xmlns:a16="http://schemas.microsoft.com/office/drawing/2014/main" id="{DFC53AFC-8D5E-C947-9792-7207AE433939}"/>
                    </a:ext>
                  </a:extLst>
                </p:cNvPr>
                <p:cNvSpPr>
                  <a:spLocks/>
                </p:cNvSpPr>
                <p:nvPr/>
              </p:nvSpPr>
              <p:spPr bwMode="auto">
                <a:xfrm>
                  <a:off x="1061" y="3685"/>
                  <a:ext cx="32" cy="12"/>
                </a:xfrm>
                <a:custGeom>
                  <a:avLst/>
                  <a:gdLst>
                    <a:gd name="T0" fmla="*/ 0 w 63"/>
                    <a:gd name="T1" fmla="*/ 0 h 35"/>
                    <a:gd name="T2" fmla="*/ 1 w 63"/>
                    <a:gd name="T3" fmla="*/ 0 h 35"/>
                    <a:gd name="T4" fmla="*/ 1 w 63"/>
                    <a:gd name="T5" fmla="*/ 0 h 35"/>
                    <a:gd name="T6" fmla="*/ 1 w 63"/>
                    <a:gd name="T7" fmla="*/ 0 h 35"/>
                    <a:gd name="T8" fmla="*/ 0 w 63"/>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72" name="Freeform 463">
                  <a:extLst>
                    <a:ext uri="{FF2B5EF4-FFF2-40B4-BE49-F238E27FC236}">
                      <a16:creationId xmlns:a16="http://schemas.microsoft.com/office/drawing/2014/main" id="{7AE5C47B-C95E-B64F-B409-B447911D38D9}"/>
                    </a:ext>
                  </a:extLst>
                </p:cNvPr>
                <p:cNvSpPr>
                  <a:spLocks/>
                </p:cNvSpPr>
                <p:nvPr/>
              </p:nvSpPr>
              <p:spPr bwMode="auto">
                <a:xfrm>
                  <a:off x="1066" y="3697"/>
                  <a:ext cx="33" cy="10"/>
                </a:xfrm>
                <a:custGeom>
                  <a:avLst/>
                  <a:gdLst>
                    <a:gd name="T0" fmla="*/ 0 w 64"/>
                    <a:gd name="T1" fmla="*/ 0 h 30"/>
                    <a:gd name="T2" fmla="*/ 1 w 64"/>
                    <a:gd name="T3" fmla="*/ 0 h 30"/>
                    <a:gd name="T4" fmla="*/ 1 w 64"/>
                    <a:gd name="T5" fmla="*/ 0 h 30"/>
                    <a:gd name="T6" fmla="*/ 1 w 64"/>
                    <a:gd name="T7" fmla="*/ 0 h 30"/>
                    <a:gd name="T8" fmla="*/ 0 w 64"/>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92" name="Group 464">
                <a:extLst>
                  <a:ext uri="{FF2B5EF4-FFF2-40B4-BE49-F238E27FC236}">
                    <a16:creationId xmlns:a16="http://schemas.microsoft.com/office/drawing/2014/main" id="{937338EF-D708-C14E-AFCF-4706847AB76C}"/>
                  </a:ext>
                </a:extLst>
              </p:cNvPr>
              <p:cNvGrpSpPr>
                <a:grpSpLocks/>
              </p:cNvGrpSpPr>
              <p:nvPr/>
            </p:nvGrpSpPr>
            <p:grpSpPr bwMode="auto">
              <a:xfrm>
                <a:off x="1067" y="3698"/>
                <a:ext cx="45" cy="23"/>
                <a:chOff x="1067" y="3698"/>
                <a:chExt cx="45" cy="23"/>
              </a:xfrm>
            </p:grpSpPr>
            <p:sp>
              <p:nvSpPr>
                <p:cNvPr id="25867" name="Freeform 465">
                  <a:extLst>
                    <a:ext uri="{FF2B5EF4-FFF2-40B4-BE49-F238E27FC236}">
                      <a16:creationId xmlns:a16="http://schemas.microsoft.com/office/drawing/2014/main" id="{FF0A58A1-B4B2-7147-9618-EE3C065B0582}"/>
                    </a:ext>
                  </a:extLst>
                </p:cNvPr>
                <p:cNvSpPr>
                  <a:spLocks/>
                </p:cNvSpPr>
                <p:nvPr/>
              </p:nvSpPr>
              <p:spPr bwMode="auto">
                <a:xfrm>
                  <a:off x="1067" y="3698"/>
                  <a:ext cx="20" cy="23"/>
                </a:xfrm>
                <a:custGeom>
                  <a:avLst/>
                  <a:gdLst>
                    <a:gd name="T0" fmla="*/ 1 w 39"/>
                    <a:gd name="T1" fmla="*/ 0 h 69"/>
                    <a:gd name="T2" fmla="*/ 0 w 39"/>
                    <a:gd name="T3" fmla="*/ 0 h 69"/>
                    <a:gd name="T4" fmla="*/ 1 w 39"/>
                    <a:gd name="T5" fmla="*/ 0 h 69"/>
                    <a:gd name="T6" fmla="*/ 1 w 39"/>
                    <a:gd name="T7" fmla="*/ 0 h 69"/>
                    <a:gd name="T8" fmla="*/ 1 w 39"/>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68" name="Freeform 466">
                  <a:extLst>
                    <a:ext uri="{FF2B5EF4-FFF2-40B4-BE49-F238E27FC236}">
                      <a16:creationId xmlns:a16="http://schemas.microsoft.com/office/drawing/2014/main" id="{F76D0A4A-267E-E741-B15C-DC161810699F}"/>
                    </a:ext>
                  </a:extLst>
                </p:cNvPr>
                <p:cNvSpPr>
                  <a:spLocks/>
                </p:cNvSpPr>
                <p:nvPr/>
              </p:nvSpPr>
              <p:spPr bwMode="auto">
                <a:xfrm>
                  <a:off x="1074" y="3699"/>
                  <a:ext cx="32" cy="11"/>
                </a:xfrm>
                <a:custGeom>
                  <a:avLst/>
                  <a:gdLst>
                    <a:gd name="T0" fmla="*/ 0 w 64"/>
                    <a:gd name="T1" fmla="*/ 0 h 34"/>
                    <a:gd name="T2" fmla="*/ 1 w 64"/>
                    <a:gd name="T3" fmla="*/ 0 h 34"/>
                    <a:gd name="T4" fmla="*/ 1 w 64"/>
                    <a:gd name="T5" fmla="*/ 0 h 34"/>
                    <a:gd name="T6" fmla="*/ 1 w 64"/>
                    <a:gd name="T7" fmla="*/ 0 h 34"/>
                    <a:gd name="T8" fmla="*/ 0 w 6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69" name="Freeform 467">
                  <a:extLst>
                    <a:ext uri="{FF2B5EF4-FFF2-40B4-BE49-F238E27FC236}">
                      <a16:creationId xmlns:a16="http://schemas.microsoft.com/office/drawing/2014/main" id="{A84A8F2B-B1EA-5240-85F5-69D803527571}"/>
                    </a:ext>
                  </a:extLst>
                </p:cNvPr>
                <p:cNvSpPr>
                  <a:spLocks/>
                </p:cNvSpPr>
                <p:nvPr/>
              </p:nvSpPr>
              <p:spPr bwMode="auto">
                <a:xfrm>
                  <a:off x="1079" y="3711"/>
                  <a:ext cx="33" cy="10"/>
                </a:xfrm>
                <a:custGeom>
                  <a:avLst/>
                  <a:gdLst>
                    <a:gd name="T0" fmla="*/ 0 w 65"/>
                    <a:gd name="T1" fmla="*/ 0 h 30"/>
                    <a:gd name="T2" fmla="*/ 1 w 65"/>
                    <a:gd name="T3" fmla="*/ 0 h 30"/>
                    <a:gd name="T4" fmla="*/ 1 w 65"/>
                    <a:gd name="T5" fmla="*/ 0 h 30"/>
                    <a:gd name="T6" fmla="*/ 1 w 65"/>
                    <a:gd name="T7" fmla="*/ 0 h 30"/>
                    <a:gd name="T8" fmla="*/ 0 w 65"/>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93" name="Group 468">
                <a:extLst>
                  <a:ext uri="{FF2B5EF4-FFF2-40B4-BE49-F238E27FC236}">
                    <a16:creationId xmlns:a16="http://schemas.microsoft.com/office/drawing/2014/main" id="{558D1794-75AB-D74E-8A31-2B01D3A6BF08}"/>
                  </a:ext>
                </a:extLst>
              </p:cNvPr>
              <p:cNvGrpSpPr>
                <a:grpSpLocks/>
              </p:cNvGrpSpPr>
              <p:nvPr/>
            </p:nvGrpSpPr>
            <p:grpSpPr bwMode="auto">
              <a:xfrm>
                <a:off x="1079" y="3712"/>
                <a:ext cx="44" cy="23"/>
                <a:chOff x="1079" y="3712"/>
                <a:chExt cx="44" cy="23"/>
              </a:xfrm>
            </p:grpSpPr>
            <p:sp>
              <p:nvSpPr>
                <p:cNvPr id="25864" name="Freeform 469">
                  <a:extLst>
                    <a:ext uri="{FF2B5EF4-FFF2-40B4-BE49-F238E27FC236}">
                      <a16:creationId xmlns:a16="http://schemas.microsoft.com/office/drawing/2014/main" id="{C4C96D73-522D-9E4E-B8E8-833B4ABD0865}"/>
                    </a:ext>
                  </a:extLst>
                </p:cNvPr>
                <p:cNvSpPr>
                  <a:spLocks/>
                </p:cNvSpPr>
                <p:nvPr/>
              </p:nvSpPr>
              <p:spPr bwMode="auto">
                <a:xfrm>
                  <a:off x="1079" y="3712"/>
                  <a:ext cx="21" cy="23"/>
                </a:xfrm>
                <a:custGeom>
                  <a:avLst/>
                  <a:gdLst>
                    <a:gd name="T0" fmla="*/ 1 w 41"/>
                    <a:gd name="T1" fmla="*/ 0 h 68"/>
                    <a:gd name="T2" fmla="*/ 0 w 41"/>
                    <a:gd name="T3" fmla="*/ 0 h 68"/>
                    <a:gd name="T4" fmla="*/ 1 w 41"/>
                    <a:gd name="T5" fmla="*/ 0 h 68"/>
                    <a:gd name="T6" fmla="*/ 1 w 41"/>
                    <a:gd name="T7" fmla="*/ 0 h 68"/>
                    <a:gd name="T8" fmla="*/ 1 w 41"/>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65" name="Freeform 470">
                  <a:extLst>
                    <a:ext uri="{FF2B5EF4-FFF2-40B4-BE49-F238E27FC236}">
                      <a16:creationId xmlns:a16="http://schemas.microsoft.com/office/drawing/2014/main" id="{6535BE4C-7B0C-6442-8B00-CC9F8B6CC812}"/>
                    </a:ext>
                  </a:extLst>
                </p:cNvPr>
                <p:cNvSpPr>
                  <a:spLocks/>
                </p:cNvSpPr>
                <p:nvPr/>
              </p:nvSpPr>
              <p:spPr bwMode="auto">
                <a:xfrm>
                  <a:off x="1087" y="3713"/>
                  <a:ext cx="31" cy="10"/>
                </a:xfrm>
                <a:custGeom>
                  <a:avLst/>
                  <a:gdLst>
                    <a:gd name="T0" fmla="*/ 0 w 63"/>
                    <a:gd name="T1" fmla="*/ 0 h 32"/>
                    <a:gd name="T2" fmla="*/ 0 w 63"/>
                    <a:gd name="T3" fmla="*/ 0 h 32"/>
                    <a:gd name="T4" fmla="*/ 0 w 63"/>
                    <a:gd name="T5" fmla="*/ 0 h 32"/>
                    <a:gd name="T6" fmla="*/ 0 w 63"/>
                    <a:gd name="T7" fmla="*/ 0 h 32"/>
                    <a:gd name="T8" fmla="*/ 0 w 63"/>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66" name="Freeform 471">
                  <a:extLst>
                    <a:ext uri="{FF2B5EF4-FFF2-40B4-BE49-F238E27FC236}">
                      <a16:creationId xmlns:a16="http://schemas.microsoft.com/office/drawing/2014/main" id="{442847A9-DED0-B648-B8B2-D63E99DD75F3}"/>
                    </a:ext>
                  </a:extLst>
                </p:cNvPr>
                <p:cNvSpPr>
                  <a:spLocks/>
                </p:cNvSpPr>
                <p:nvPr/>
              </p:nvSpPr>
              <p:spPr bwMode="auto">
                <a:xfrm>
                  <a:off x="1092" y="3724"/>
                  <a:ext cx="31" cy="11"/>
                </a:xfrm>
                <a:custGeom>
                  <a:avLst/>
                  <a:gdLst>
                    <a:gd name="T0" fmla="*/ 0 w 63"/>
                    <a:gd name="T1" fmla="*/ 0 h 31"/>
                    <a:gd name="T2" fmla="*/ 0 w 63"/>
                    <a:gd name="T3" fmla="*/ 0 h 31"/>
                    <a:gd name="T4" fmla="*/ 0 w 63"/>
                    <a:gd name="T5" fmla="*/ 0 h 31"/>
                    <a:gd name="T6" fmla="*/ 0 w 63"/>
                    <a:gd name="T7" fmla="*/ 0 h 31"/>
                    <a:gd name="T8" fmla="*/ 0 w 63"/>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94" name="Group 472">
                <a:extLst>
                  <a:ext uri="{FF2B5EF4-FFF2-40B4-BE49-F238E27FC236}">
                    <a16:creationId xmlns:a16="http://schemas.microsoft.com/office/drawing/2014/main" id="{3EFC779D-BA5A-074F-87CF-E5268DA488D5}"/>
                  </a:ext>
                </a:extLst>
              </p:cNvPr>
              <p:cNvGrpSpPr>
                <a:grpSpLocks/>
              </p:cNvGrpSpPr>
              <p:nvPr/>
            </p:nvGrpSpPr>
            <p:grpSpPr bwMode="auto">
              <a:xfrm>
                <a:off x="1093" y="3725"/>
                <a:ext cx="45" cy="23"/>
                <a:chOff x="1093" y="3725"/>
                <a:chExt cx="45" cy="23"/>
              </a:xfrm>
            </p:grpSpPr>
            <p:sp>
              <p:nvSpPr>
                <p:cNvPr id="25861" name="Freeform 473">
                  <a:extLst>
                    <a:ext uri="{FF2B5EF4-FFF2-40B4-BE49-F238E27FC236}">
                      <a16:creationId xmlns:a16="http://schemas.microsoft.com/office/drawing/2014/main" id="{93FF1D01-0FA3-8A4F-B0D9-338593FC4B34}"/>
                    </a:ext>
                  </a:extLst>
                </p:cNvPr>
                <p:cNvSpPr>
                  <a:spLocks/>
                </p:cNvSpPr>
                <p:nvPr/>
              </p:nvSpPr>
              <p:spPr bwMode="auto">
                <a:xfrm>
                  <a:off x="1093" y="3725"/>
                  <a:ext cx="20" cy="23"/>
                </a:xfrm>
                <a:custGeom>
                  <a:avLst/>
                  <a:gdLst>
                    <a:gd name="T0" fmla="*/ 1 w 40"/>
                    <a:gd name="T1" fmla="*/ 0 h 68"/>
                    <a:gd name="T2" fmla="*/ 0 w 40"/>
                    <a:gd name="T3" fmla="*/ 0 h 68"/>
                    <a:gd name="T4" fmla="*/ 1 w 40"/>
                    <a:gd name="T5" fmla="*/ 0 h 68"/>
                    <a:gd name="T6" fmla="*/ 1 w 40"/>
                    <a:gd name="T7" fmla="*/ 0 h 68"/>
                    <a:gd name="T8" fmla="*/ 1 w 40"/>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62" name="Freeform 474">
                  <a:extLst>
                    <a:ext uri="{FF2B5EF4-FFF2-40B4-BE49-F238E27FC236}">
                      <a16:creationId xmlns:a16="http://schemas.microsoft.com/office/drawing/2014/main" id="{5A861F6F-7C08-F248-B6F2-A4ADFD5E0D4A}"/>
                    </a:ext>
                  </a:extLst>
                </p:cNvPr>
                <p:cNvSpPr>
                  <a:spLocks/>
                </p:cNvSpPr>
                <p:nvPr/>
              </p:nvSpPr>
              <p:spPr bwMode="auto">
                <a:xfrm>
                  <a:off x="1100" y="3726"/>
                  <a:ext cx="32" cy="11"/>
                </a:xfrm>
                <a:custGeom>
                  <a:avLst/>
                  <a:gdLst>
                    <a:gd name="T0" fmla="*/ 0 w 64"/>
                    <a:gd name="T1" fmla="*/ 0 h 34"/>
                    <a:gd name="T2" fmla="*/ 1 w 64"/>
                    <a:gd name="T3" fmla="*/ 0 h 34"/>
                    <a:gd name="T4" fmla="*/ 1 w 64"/>
                    <a:gd name="T5" fmla="*/ 0 h 34"/>
                    <a:gd name="T6" fmla="*/ 1 w 64"/>
                    <a:gd name="T7" fmla="*/ 0 h 34"/>
                    <a:gd name="T8" fmla="*/ 0 w 6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63" name="Freeform 475">
                  <a:extLst>
                    <a:ext uri="{FF2B5EF4-FFF2-40B4-BE49-F238E27FC236}">
                      <a16:creationId xmlns:a16="http://schemas.microsoft.com/office/drawing/2014/main" id="{7E042D41-6504-A94D-8B44-EFF913E58014}"/>
                    </a:ext>
                  </a:extLst>
                </p:cNvPr>
                <p:cNvSpPr>
                  <a:spLocks/>
                </p:cNvSpPr>
                <p:nvPr/>
              </p:nvSpPr>
              <p:spPr bwMode="auto">
                <a:xfrm>
                  <a:off x="1106" y="3738"/>
                  <a:ext cx="32" cy="9"/>
                </a:xfrm>
                <a:custGeom>
                  <a:avLst/>
                  <a:gdLst>
                    <a:gd name="T0" fmla="*/ 0 w 65"/>
                    <a:gd name="T1" fmla="*/ 0 h 28"/>
                    <a:gd name="T2" fmla="*/ 0 w 65"/>
                    <a:gd name="T3" fmla="*/ 0 h 28"/>
                    <a:gd name="T4" fmla="*/ 0 w 65"/>
                    <a:gd name="T5" fmla="*/ 0 h 28"/>
                    <a:gd name="T6" fmla="*/ 0 w 65"/>
                    <a:gd name="T7" fmla="*/ 0 h 28"/>
                    <a:gd name="T8" fmla="*/ 0 w 65"/>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95" name="Group 476">
                <a:extLst>
                  <a:ext uri="{FF2B5EF4-FFF2-40B4-BE49-F238E27FC236}">
                    <a16:creationId xmlns:a16="http://schemas.microsoft.com/office/drawing/2014/main" id="{63966CB2-E9E8-F34C-A25B-6A623715DA67}"/>
                  </a:ext>
                </a:extLst>
              </p:cNvPr>
              <p:cNvGrpSpPr>
                <a:grpSpLocks/>
              </p:cNvGrpSpPr>
              <p:nvPr/>
            </p:nvGrpSpPr>
            <p:grpSpPr bwMode="auto">
              <a:xfrm>
                <a:off x="1108" y="3739"/>
                <a:ext cx="44" cy="23"/>
                <a:chOff x="1108" y="3739"/>
                <a:chExt cx="44" cy="23"/>
              </a:xfrm>
            </p:grpSpPr>
            <p:sp>
              <p:nvSpPr>
                <p:cNvPr id="25858" name="Freeform 477">
                  <a:extLst>
                    <a:ext uri="{FF2B5EF4-FFF2-40B4-BE49-F238E27FC236}">
                      <a16:creationId xmlns:a16="http://schemas.microsoft.com/office/drawing/2014/main" id="{D2EB1179-BE59-194C-9A4F-A870D17B97B8}"/>
                    </a:ext>
                  </a:extLst>
                </p:cNvPr>
                <p:cNvSpPr>
                  <a:spLocks/>
                </p:cNvSpPr>
                <p:nvPr/>
              </p:nvSpPr>
              <p:spPr bwMode="auto">
                <a:xfrm>
                  <a:off x="1108" y="3739"/>
                  <a:ext cx="19" cy="23"/>
                </a:xfrm>
                <a:custGeom>
                  <a:avLst/>
                  <a:gdLst>
                    <a:gd name="T0" fmla="*/ 0 w 40"/>
                    <a:gd name="T1" fmla="*/ 0 h 69"/>
                    <a:gd name="T2" fmla="*/ 0 w 40"/>
                    <a:gd name="T3" fmla="*/ 0 h 69"/>
                    <a:gd name="T4" fmla="*/ 0 w 40"/>
                    <a:gd name="T5" fmla="*/ 0 h 69"/>
                    <a:gd name="T6" fmla="*/ 0 w 40"/>
                    <a:gd name="T7" fmla="*/ 0 h 69"/>
                    <a:gd name="T8" fmla="*/ 0 w 40"/>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59" name="Freeform 478">
                  <a:extLst>
                    <a:ext uri="{FF2B5EF4-FFF2-40B4-BE49-F238E27FC236}">
                      <a16:creationId xmlns:a16="http://schemas.microsoft.com/office/drawing/2014/main" id="{84B1DE09-FC3A-CA4A-AF55-0F6F56D0D031}"/>
                    </a:ext>
                  </a:extLst>
                </p:cNvPr>
                <p:cNvSpPr>
                  <a:spLocks/>
                </p:cNvSpPr>
                <p:nvPr/>
              </p:nvSpPr>
              <p:spPr bwMode="auto">
                <a:xfrm>
                  <a:off x="1114" y="3740"/>
                  <a:ext cx="32" cy="11"/>
                </a:xfrm>
                <a:custGeom>
                  <a:avLst/>
                  <a:gdLst>
                    <a:gd name="T0" fmla="*/ 0 w 64"/>
                    <a:gd name="T1" fmla="*/ 0 h 35"/>
                    <a:gd name="T2" fmla="*/ 1 w 64"/>
                    <a:gd name="T3" fmla="*/ 0 h 35"/>
                    <a:gd name="T4" fmla="*/ 1 w 64"/>
                    <a:gd name="T5" fmla="*/ 0 h 35"/>
                    <a:gd name="T6" fmla="*/ 1 w 64"/>
                    <a:gd name="T7" fmla="*/ 0 h 35"/>
                    <a:gd name="T8" fmla="*/ 0 w 64"/>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60" name="Freeform 479">
                  <a:extLst>
                    <a:ext uri="{FF2B5EF4-FFF2-40B4-BE49-F238E27FC236}">
                      <a16:creationId xmlns:a16="http://schemas.microsoft.com/office/drawing/2014/main" id="{E8281B24-43C9-A24F-A8BA-B51C0519A538}"/>
                    </a:ext>
                  </a:extLst>
                </p:cNvPr>
                <p:cNvSpPr>
                  <a:spLocks/>
                </p:cNvSpPr>
                <p:nvPr/>
              </p:nvSpPr>
              <p:spPr bwMode="auto">
                <a:xfrm>
                  <a:off x="1120" y="3752"/>
                  <a:ext cx="32" cy="10"/>
                </a:xfrm>
                <a:custGeom>
                  <a:avLst/>
                  <a:gdLst>
                    <a:gd name="T0" fmla="*/ 0 w 66"/>
                    <a:gd name="T1" fmla="*/ 0 h 30"/>
                    <a:gd name="T2" fmla="*/ 0 w 66"/>
                    <a:gd name="T3" fmla="*/ 0 h 30"/>
                    <a:gd name="T4" fmla="*/ 0 w 66"/>
                    <a:gd name="T5" fmla="*/ 0 h 30"/>
                    <a:gd name="T6" fmla="*/ 0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96" name="Group 480">
                <a:extLst>
                  <a:ext uri="{FF2B5EF4-FFF2-40B4-BE49-F238E27FC236}">
                    <a16:creationId xmlns:a16="http://schemas.microsoft.com/office/drawing/2014/main" id="{3C316282-40A5-EC4B-A96B-90142BD0CC50}"/>
                  </a:ext>
                </a:extLst>
              </p:cNvPr>
              <p:cNvGrpSpPr>
                <a:grpSpLocks/>
              </p:cNvGrpSpPr>
              <p:nvPr/>
            </p:nvGrpSpPr>
            <p:grpSpPr bwMode="auto">
              <a:xfrm>
                <a:off x="1121" y="3753"/>
                <a:ext cx="45" cy="23"/>
                <a:chOff x="1121" y="3753"/>
                <a:chExt cx="45" cy="23"/>
              </a:xfrm>
            </p:grpSpPr>
            <p:sp>
              <p:nvSpPr>
                <p:cNvPr id="25855" name="Freeform 481">
                  <a:extLst>
                    <a:ext uri="{FF2B5EF4-FFF2-40B4-BE49-F238E27FC236}">
                      <a16:creationId xmlns:a16="http://schemas.microsoft.com/office/drawing/2014/main" id="{EB920D75-7262-B642-BD34-51F639D50781}"/>
                    </a:ext>
                  </a:extLst>
                </p:cNvPr>
                <p:cNvSpPr>
                  <a:spLocks/>
                </p:cNvSpPr>
                <p:nvPr/>
              </p:nvSpPr>
              <p:spPr bwMode="auto">
                <a:xfrm>
                  <a:off x="1121" y="3753"/>
                  <a:ext cx="20" cy="23"/>
                </a:xfrm>
                <a:custGeom>
                  <a:avLst/>
                  <a:gdLst>
                    <a:gd name="T0" fmla="*/ 1 w 39"/>
                    <a:gd name="T1" fmla="*/ 0 h 68"/>
                    <a:gd name="T2" fmla="*/ 0 w 39"/>
                    <a:gd name="T3" fmla="*/ 0 h 68"/>
                    <a:gd name="T4" fmla="*/ 1 w 39"/>
                    <a:gd name="T5" fmla="*/ 0 h 68"/>
                    <a:gd name="T6" fmla="*/ 1 w 39"/>
                    <a:gd name="T7" fmla="*/ 0 h 68"/>
                    <a:gd name="T8" fmla="*/ 1 w 39"/>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56" name="Freeform 482">
                  <a:extLst>
                    <a:ext uri="{FF2B5EF4-FFF2-40B4-BE49-F238E27FC236}">
                      <a16:creationId xmlns:a16="http://schemas.microsoft.com/office/drawing/2014/main" id="{3ECFE2C7-B2E5-8344-A65C-9262E6E11D8D}"/>
                    </a:ext>
                  </a:extLst>
                </p:cNvPr>
                <p:cNvSpPr>
                  <a:spLocks/>
                </p:cNvSpPr>
                <p:nvPr/>
              </p:nvSpPr>
              <p:spPr bwMode="auto">
                <a:xfrm>
                  <a:off x="1127" y="3753"/>
                  <a:ext cx="33" cy="12"/>
                </a:xfrm>
                <a:custGeom>
                  <a:avLst/>
                  <a:gdLst>
                    <a:gd name="T0" fmla="*/ 0 w 64"/>
                    <a:gd name="T1" fmla="*/ 0 h 35"/>
                    <a:gd name="T2" fmla="*/ 1 w 64"/>
                    <a:gd name="T3" fmla="*/ 0 h 35"/>
                    <a:gd name="T4" fmla="*/ 1 w 64"/>
                    <a:gd name="T5" fmla="*/ 0 h 35"/>
                    <a:gd name="T6" fmla="*/ 1 w 64"/>
                    <a:gd name="T7" fmla="*/ 0 h 35"/>
                    <a:gd name="T8" fmla="*/ 0 w 64"/>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57" name="Freeform 483">
                  <a:extLst>
                    <a:ext uri="{FF2B5EF4-FFF2-40B4-BE49-F238E27FC236}">
                      <a16:creationId xmlns:a16="http://schemas.microsoft.com/office/drawing/2014/main" id="{C5509461-B585-1C41-A958-830E665D4E15}"/>
                    </a:ext>
                  </a:extLst>
                </p:cNvPr>
                <p:cNvSpPr>
                  <a:spLocks/>
                </p:cNvSpPr>
                <p:nvPr/>
              </p:nvSpPr>
              <p:spPr bwMode="auto">
                <a:xfrm>
                  <a:off x="1133" y="3766"/>
                  <a:ext cx="33" cy="9"/>
                </a:xfrm>
                <a:custGeom>
                  <a:avLst/>
                  <a:gdLst>
                    <a:gd name="T0" fmla="*/ 0 w 66"/>
                    <a:gd name="T1" fmla="*/ 0 h 29"/>
                    <a:gd name="T2" fmla="*/ 1 w 66"/>
                    <a:gd name="T3" fmla="*/ 0 h 29"/>
                    <a:gd name="T4" fmla="*/ 1 w 66"/>
                    <a:gd name="T5" fmla="*/ 0 h 29"/>
                    <a:gd name="T6" fmla="*/ 1 w 66"/>
                    <a:gd name="T7" fmla="*/ 0 h 29"/>
                    <a:gd name="T8" fmla="*/ 0 w 66"/>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97" name="Group 484">
                <a:extLst>
                  <a:ext uri="{FF2B5EF4-FFF2-40B4-BE49-F238E27FC236}">
                    <a16:creationId xmlns:a16="http://schemas.microsoft.com/office/drawing/2014/main" id="{B97FA4BA-5B9D-5E43-8AB5-07D11FF16778}"/>
                  </a:ext>
                </a:extLst>
              </p:cNvPr>
              <p:cNvGrpSpPr>
                <a:grpSpLocks/>
              </p:cNvGrpSpPr>
              <p:nvPr/>
            </p:nvGrpSpPr>
            <p:grpSpPr bwMode="auto">
              <a:xfrm>
                <a:off x="1133" y="3767"/>
                <a:ext cx="44" cy="23"/>
                <a:chOff x="1133" y="3767"/>
                <a:chExt cx="44" cy="23"/>
              </a:xfrm>
            </p:grpSpPr>
            <p:sp>
              <p:nvSpPr>
                <p:cNvPr id="25852" name="Freeform 485">
                  <a:extLst>
                    <a:ext uri="{FF2B5EF4-FFF2-40B4-BE49-F238E27FC236}">
                      <a16:creationId xmlns:a16="http://schemas.microsoft.com/office/drawing/2014/main" id="{077A693D-5982-3C4A-9C20-EF04C87A4272}"/>
                    </a:ext>
                  </a:extLst>
                </p:cNvPr>
                <p:cNvSpPr>
                  <a:spLocks/>
                </p:cNvSpPr>
                <p:nvPr/>
              </p:nvSpPr>
              <p:spPr bwMode="auto">
                <a:xfrm>
                  <a:off x="1133" y="3767"/>
                  <a:ext cx="20" cy="23"/>
                </a:xfrm>
                <a:custGeom>
                  <a:avLst/>
                  <a:gdLst>
                    <a:gd name="T0" fmla="*/ 1 w 39"/>
                    <a:gd name="T1" fmla="*/ 0 h 69"/>
                    <a:gd name="T2" fmla="*/ 0 w 39"/>
                    <a:gd name="T3" fmla="*/ 0 h 69"/>
                    <a:gd name="T4" fmla="*/ 1 w 39"/>
                    <a:gd name="T5" fmla="*/ 0 h 69"/>
                    <a:gd name="T6" fmla="*/ 1 w 39"/>
                    <a:gd name="T7" fmla="*/ 0 h 69"/>
                    <a:gd name="T8" fmla="*/ 1 w 39"/>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53" name="Freeform 486">
                  <a:extLst>
                    <a:ext uri="{FF2B5EF4-FFF2-40B4-BE49-F238E27FC236}">
                      <a16:creationId xmlns:a16="http://schemas.microsoft.com/office/drawing/2014/main" id="{D9B82924-E0F1-494C-8707-CD2118A95E83}"/>
                    </a:ext>
                  </a:extLst>
                </p:cNvPr>
                <p:cNvSpPr>
                  <a:spLocks/>
                </p:cNvSpPr>
                <p:nvPr/>
              </p:nvSpPr>
              <p:spPr bwMode="auto">
                <a:xfrm>
                  <a:off x="1140" y="3767"/>
                  <a:ext cx="32" cy="11"/>
                </a:xfrm>
                <a:custGeom>
                  <a:avLst/>
                  <a:gdLst>
                    <a:gd name="T0" fmla="*/ 0 w 64"/>
                    <a:gd name="T1" fmla="*/ 0 h 33"/>
                    <a:gd name="T2" fmla="*/ 1 w 64"/>
                    <a:gd name="T3" fmla="*/ 0 h 33"/>
                    <a:gd name="T4" fmla="*/ 1 w 64"/>
                    <a:gd name="T5" fmla="*/ 0 h 33"/>
                    <a:gd name="T6" fmla="*/ 1 w 64"/>
                    <a:gd name="T7" fmla="*/ 0 h 33"/>
                    <a:gd name="T8" fmla="*/ 0 w 64"/>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54" name="Freeform 487">
                  <a:extLst>
                    <a:ext uri="{FF2B5EF4-FFF2-40B4-BE49-F238E27FC236}">
                      <a16:creationId xmlns:a16="http://schemas.microsoft.com/office/drawing/2014/main" id="{72300EEF-E1DF-D74F-ACAE-F45B0D37F7FC}"/>
                    </a:ext>
                  </a:extLst>
                </p:cNvPr>
                <p:cNvSpPr>
                  <a:spLocks/>
                </p:cNvSpPr>
                <p:nvPr/>
              </p:nvSpPr>
              <p:spPr bwMode="auto">
                <a:xfrm>
                  <a:off x="1146" y="3779"/>
                  <a:ext cx="31" cy="10"/>
                </a:xfrm>
                <a:custGeom>
                  <a:avLst/>
                  <a:gdLst>
                    <a:gd name="T0" fmla="*/ 0 w 63"/>
                    <a:gd name="T1" fmla="*/ 0 h 31"/>
                    <a:gd name="T2" fmla="*/ 0 w 63"/>
                    <a:gd name="T3" fmla="*/ 0 h 31"/>
                    <a:gd name="T4" fmla="*/ 0 w 63"/>
                    <a:gd name="T5" fmla="*/ 0 h 31"/>
                    <a:gd name="T6" fmla="*/ 0 w 63"/>
                    <a:gd name="T7" fmla="*/ 0 h 31"/>
                    <a:gd name="T8" fmla="*/ 0 w 63"/>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5798" name="Freeform 488">
                <a:extLst>
                  <a:ext uri="{FF2B5EF4-FFF2-40B4-BE49-F238E27FC236}">
                    <a16:creationId xmlns:a16="http://schemas.microsoft.com/office/drawing/2014/main" id="{66375D7D-C719-624A-B133-E9A71846A375}"/>
                  </a:ext>
                </a:extLst>
              </p:cNvPr>
              <p:cNvSpPr>
                <a:spLocks/>
              </p:cNvSpPr>
              <p:nvPr/>
            </p:nvSpPr>
            <p:spPr bwMode="auto">
              <a:xfrm>
                <a:off x="972" y="3556"/>
                <a:ext cx="40" cy="12"/>
              </a:xfrm>
              <a:custGeom>
                <a:avLst/>
                <a:gdLst>
                  <a:gd name="T0" fmla="*/ 0 w 79"/>
                  <a:gd name="T1" fmla="*/ 0 h 36"/>
                  <a:gd name="T2" fmla="*/ 1 w 79"/>
                  <a:gd name="T3" fmla="*/ 0 h 36"/>
                  <a:gd name="T4" fmla="*/ 1 w 79"/>
                  <a:gd name="T5" fmla="*/ 0 h 36"/>
                  <a:gd name="T6" fmla="*/ 1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99" name="Freeform 489">
                <a:extLst>
                  <a:ext uri="{FF2B5EF4-FFF2-40B4-BE49-F238E27FC236}">
                    <a16:creationId xmlns:a16="http://schemas.microsoft.com/office/drawing/2014/main" id="{82142AB0-B5DA-B74A-9368-01EC2DB3D7E5}"/>
                  </a:ext>
                </a:extLst>
              </p:cNvPr>
              <p:cNvSpPr>
                <a:spLocks/>
              </p:cNvSpPr>
              <p:nvPr/>
            </p:nvSpPr>
            <p:spPr bwMode="auto">
              <a:xfrm>
                <a:off x="993" y="3576"/>
                <a:ext cx="39" cy="12"/>
              </a:xfrm>
              <a:custGeom>
                <a:avLst/>
                <a:gdLst>
                  <a:gd name="T0" fmla="*/ 0 w 79"/>
                  <a:gd name="T1" fmla="*/ 0 h 36"/>
                  <a:gd name="T2" fmla="*/ 0 w 79"/>
                  <a:gd name="T3" fmla="*/ 0 h 36"/>
                  <a:gd name="T4" fmla="*/ 0 w 79"/>
                  <a:gd name="T5" fmla="*/ 0 h 36"/>
                  <a:gd name="T6" fmla="*/ 0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00" name="Freeform 490">
                <a:extLst>
                  <a:ext uri="{FF2B5EF4-FFF2-40B4-BE49-F238E27FC236}">
                    <a16:creationId xmlns:a16="http://schemas.microsoft.com/office/drawing/2014/main" id="{36490536-8033-5142-9E82-EAFFC8521547}"/>
                  </a:ext>
                </a:extLst>
              </p:cNvPr>
              <p:cNvSpPr>
                <a:spLocks/>
              </p:cNvSpPr>
              <p:nvPr/>
            </p:nvSpPr>
            <p:spPr bwMode="auto">
              <a:xfrm>
                <a:off x="1012" y="3594"/>
                <a:ext cx="39" cy="12"/>
              </a:xfrm>
              <a:custGeom>
                <a:avLst/>
                <a:gdLst>
                  <a:gd name="T0" fmla="*/ 0 w 78"/>
                  <a:gd name="T1" fmla="*/ 0 h 36"/>
                  <a:gd name="T2" fmla="*/ 1 w 78"/>
                  <a:gd name="T3" fmla="*/ 0 h 36"/>
                  <a:gd name="T4" fmla="*/ 1 w 78"/>
                  <a:gd name="T5" fmla="*/ 0 h 36"/>
                  <a:gd name="T6" fmla="*/ 1 w 78"/>
                  <a:gd name="T7" fmla="*/ 0 h 36"/>
                  <a:gd name="T8" fmla="*/ 0 w 78"/>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01" name="Freeform 491">
                <a:extLst>
                  <a:ext uri="{FF2B5EF4-FFF2-40B4-BE49-F238E27FC236}">
                    <a16:creationId xmlns:a16="http://schemas.microsoft.com/office/drawing/2014/main" id="{12C33D74-5863-EF4D-AFAC-AF30E81780A3}"/>
                  </a:ext>
                </a:extLst>
              </p:cNvPr>
              <p:cNvSpPr>
                <a:spLocks/>
              </p:cNvSpPr>
              <p:nvPr/>
            </p:nvSpPr>
            <p:spPr bwMode="auto">
              <a:xfrm>
                <a:off x="1032" y="3613"/>
                <a:ext cx="40" cy="12"/>
              </a:xfrm>
              <a:custGeom>
                <a:avLst/>
                <a:gdLst>
                  <a:gd name="T0" fmla="*/ 0 w 79"/>
                  <a:gd name="T1" fmla="*/ 0 h 36"/>
                  <a:gd name="T2" fmla="*/ 1 w 79"/>
                  <a:gd name="T3" fmla="*/ 0 h 36"/>
                  <a:gd name="T4" fmla="*/ 1 w 79"/>
                  <a:gd name="T5" fmla="*/ 0 h 36"/>
                  <a:gd name="T6" fmla="*/ 1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02" name="Freeform 492">
                <a:extLst>
                  <a:ext uri="{FF2B5EF4-FFF2-40B4-BE49-F238E27FC236}">
                    <a16:creationId xmlns:a16="http://schemas.microsoft.com/office/drawing/2014/main" id="{0F7CCCD0-2156-D94E-AC51-EBDDF1331E10}"/>
                  </a:ext>
                </a:extLst>
              </p:cNvPr>
              <p:cNvSpPr>
                <a:spLocks/>
              </p:cNvSpPr>
              <p:nvPr/>
            </p:nvSpPr>
            <p:spPr bwMode="auto">
              <a:xfrm>
                <a:off x="1053" y="3632"/>
                <a:ext cx="39" cy="12"/>
              </a:xfrm>
              <a:custGeom>
                <a:avLst/>
                <a:gdLst>
                  <a:gd name="T0" fmla="*/ 0 w 79"/>
                  <a:gd name="T1" fmla="*/ 0 h 36"/>
                  <a:gd name="T2" fmla="*/ 0 w 79"/>
                  <a:gd name="T3" fmla="*/ 0 h 36"/>
                  <a:gd name="T4" fmla="*/ 0 w 79"/>
                  <a:gd name="T5" fmla="*/ 0 h 36"/>
                  <a:gd name="T6" fmla="*/ 0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03" name="Freeform 493">
                <a:extLst>
                  <a:ext uri="{FF2B5EF4-FFF2-40B4-BE49-F238E27FC236}">
                    <a16:creationId xmlns:a16="http://schemas.microsoft.com/office/drawing/2014/main" id="{BE384D29-ADFC-FB44-B3D7-98332F3393AF}"/>
                  </a:ext>
                </a:extLst>
              </p:cNvPr>
              <p:cNvSpPr>
                <a:spLocks/>
              </p:cNvSpPr>
              <p:nvPr/>
            </p:nvSpPr>
            <p:spPr bwMode="auto">
              <a:xfrm>
                <a:off x="1074" y="3651"/>
                <a:ext cx="40" cy="12"/>
              </a:xfrm>
              <a:custGeom>
                <a:avLst/>
                <a:gdLst>
                  <a:gd name="T0" fmla="*/ 0 w 79"/>
                  <a:gd name="T1" fmla="*/ 0 h 35"/>
                  <a:gd name="T2" fmla="*/ 1 w 79"/>
                  <a:gd name="T3" fmla="*/ 0 h 35"/>
                  <a:gd name="T4" fmla="*/ 1 w 79"/>
                  <a:gd name="T5" fmla="*/ 0 h 35"/>
                  <a:gd name="T6" fmla="*/ 1 w 79"/>
                  <a:gd name="T7" fmla="*/ 0 h 35"/>
                  <a:gd name="T8" fmla="*/ 0 w 7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04" name="Freeform 494">
                <a:extLst>
                  <a:ext uri="{FF2B5EF4-FFF2-40B4-BE49-F238E27FC236}">
                    <a16:creationId xmlns:a16="http://schemas.microsoft.com/office/drawing/2014/main" id="{6DE51B1B-AAD9-EA4A-A002-75894B4221B6}"/>
                  </a:ext>
                </a:extLst>
              </p:cNvPr>
              <p:cNvSpPr>
                <a:spLocks/>
              </p:cNvSpPr>
              <p:nvPr/>
            </p:nvSpPr>
            <p:spPr bwMode="auto">
              <a:xfrm>
                <a:off x="1095" y="3669"/>
                <a:ext cx="40" cy="12"/>
              </a:xfrm>
              <a:custGeom>
                <a:avLst/>
                <a:gdLst>
                  <a:gd name="T0" fmla="*/ 0 w 80"/>
                  <a:gd name="T1" fmla="*/ 0 h 36"/>
                  <a:gd name="T2" fmla="*/ 1 w 80"/>
                  <a:gd name="T3" fmla="*/ 0 h 36"/>
                  <a:gd name="T4" fmla="*/ 1 w 80"/>
                  <a:gd name="T5" fmla="*/ 0 h 36"/>
                  <a:gd name="T6" fmla="*/ 1 w 80"/>
                  <a:gd name="T7" fmla="*/ 0 h 36"/>
                  <a:gd name="T8" fmla="*/ 0 w 80"/>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05" name="Freeform 495">
                <a:extLst>
                  <a:ext uri="{FF2B5EF4-FFF2-40B4-BE49-F238E27FC236}">
                    <a16:creationId xmlns:a16="http://schemas.microsoft.com/office/drawing/2014/main" id="{5B8FFCE4-C1B8-614F-9009-AA1E39BD1D95}"/>
                  </a:ext>
                </a:extLst>
              </p:cNvPr>
              <p:cNvSpPr>
                <a:spLocks/>
              </p:cNvSpPr>
              <p:nvPr/>
            </p:nvSpPr>
            <p:spPr bwMode="auto">
              <a:xfrm>
                <a:off x="1115" y="3688"/>
                <a:ext cx="40" cy="12"/>
              </a:xfrm>
              <a:custGeom>
                <a:avLst/>
                <a:gdLst>
                  <a:gd name="T0" fmla="*/ 0 w 80"/>
                  <a:gd name="T1" fmla="*/ 0 h 36"/>
                  <a:gd name="T2" fmla="*/ 1 w 80"/>
                  <a:gd name="T3" fmla="*/ 0 h 36"/>
                  <a:gd name="T4" fmla="*/ 1 w 80"/>
                  <a:gd name="T5" fmla="*/ 0 h 36"/>
                  <a:gd name="T6" fmla="*/ 1 w 80"/>
                  <a:gd name="T7" fmla="*/ 0 h 36"/>
                  <a:gd name="T8" fmla="*/ 0 w 80"/>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06" name="Freeform 496">
                <a:extLst>
                  <a:ext uri="{FF2B5EF4-FFF2-40B4-BE49-F238E27FC236}">
                    <a16:creationId xmlns:a16="http://schemas.microsoft.com/office/drawing/2014/main" id="{8BC51ABB-F8E0-2243-9C94-86FC1020DAA6}"/>
                  </a:ext>
                </a:extLst>
              </p:cNvPr>
              <p:cNvSpPr>
                <a:spLocks/>
              </p:cNvSpPr>
              <p:nvPr/>
            </p:nvSpPr>
            <p:spPr bwMode="auto">
              <a:xfrm>
                <a:off x="1134" y="3707"/>
                <a:ext cx="39" cy="12"/>
              </a:xfrm>
              <a:custGeom>
                <a:avLst/>
                <a:gdLst>
                  <a:gd name="T0" fmla="*/ 0 w 79"/>
                  <a:gd name="T1" fmla="*/ 0 h 36"/>
                  <a:gd name="T2" fmla="*/ 0 w 79"/>
                  <a:gd name="T3" fmla="*/ 0 h 36"/>
                  <a:gd name="T4" fmla="*/ 0 w 79"/>
                  <a:gd name="T5" fmla="*/ 0 h 36"/>
                  <a:gd name="T6" fmla="*/ 0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07" name="Freeform 497">
                <a:extLst>
                  <a:ext uri="{FF2B5EF4-FFF2-40B4-BE49-F238E27FC236}">
                    <a16:creationId xmlns:a16="http://schemas.microsoft.com/office/drawing/2014/main" id="{13A9BAB6-B2A5-294E-8420-9AEF94B057AB}"/>
                  </a:ext>
                </a:extLst>
              </p:cNvPr>
              <p:cNvSpPr>
                <a:spLocks/>
              </p:cNvSpPr>
              <p:nvPr/>
            </p:nvSpPr>
            <p:spPr bwMode="auto">
              <a:xfrm>
                <a:off x="1154" y="3726"/>
                <a:ext cx="40" cy="12"/>
              </a:xfrm>
              <a:custGeom>
                <a:avLst/>
                <a:gdLst>
                  <a:gd name="T0" fmla="*/ 0 w 80"/>
                  <a:gd name="T1" fmla="*/ 0 h 36"/>
                  <a:gd name="T2" fmla="*/ 1 w 80"/>
                  <a:gd name="T3" fmla="*/ 0 h 36"/>
                  <a:gd name="T4" fmla="*/ 1 w 80"/>
                  <a:gd name="T5" fmla="*/ 0 h 36"/>
                  <a:gd name="T6" fmla="*/ 1 w 80"/>
                  <a:gd name="T7" fmla="*/ 0 h 36"/>
                  <a:gd name="T8" fmla="*/ 0 w 80"/>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08" name="Freeform 498">
                <a:extLst>
                  <a:ext uri="{FF2B5EF4-FFF2-40B4-BE49-F238E27FC236}">
                    <a16:creationId xmlns:a16="http://schemas.microsoft.com/office/drawing/2014/main" id="{511FF29F-F6F2-0E49-BBEA-5B336ECC61CA}"/>
                  </a:ext>
                </a:extLst>
              </p:cNvPr>
              <p:cNvSpPr>
                <a:spLocks/>
              </p:cNvSpPr>
              <p:nvPr/>
            </p:nvSpPr>
            <p:spPr bwMode="auto">
              <a:xfrm>
                <a:off x="1175" y="3745"/>
                <a:ext cx="40" cy="12"/>
              </a:xfrm>
              <a:custGeom>
                <a:avLst/>
                <a:gdLst>
                  <a:gd name="T0" fmla="*/ 0 w 81"/>
                  <a:gd name="T1" fmla="*/ 0 h 36"/>
                  <a:gd name="T2" fmla="*/ 0 w 81"/>
                  <a:gd name="T3" fmla="*/ 0 h 36"/>
                  <a:gd name="T4" fmla="*/ 0 w 81"/>
                  <a:gd name="T5" fmla="*/ 0 h 36"/>
                  <a:gd name="T6" fmla="*/ 0 w 81"/>
                  <a:gd name="T7" fmla="*/ 0 h 36"/>
                  <a:gd name="T8" fmla="*/ 0 w 81"/>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5809" name="Group 499">
                <a:extLst>
                  <a:ext uri="{FF2B5EF4-FFF2-40B4-BE49-F238E27FC236}">
                    <a16:creationId xmlns:a16="http://schemas.microsoft.com/office/drawing/2014/main" id="{0B67D522-5915-EA41-AB37-1FCEDA874375}"/>
                  </a:ext>
                </a:extLst>
              </p:cNvPr>
              <p:cNvGrpSpPr>
                <a:grpSpLocks/>
              </p:cNvGrpSpPr>
              <p:nvPr/>
            </p:nvGrpSpPr>
            <p:grpSpPr bwMode="auto">
              <a:xfrm>
                <a:off x="700" y="3535"/>
                <a:ext cx="49" cy="24"/>
                <a:chOff x="700" y="3535"/>
                <a:chExt cx="49" cy="24"/>
              </a:xfrm>
            </p:grpSpPr>
            <p:sp>
              <p:nvSpPr>
                <p:cNvPr id="25849" name="Freeform 500">
                  <a:extLst>
                    <a:ext uri="{FF2B5EF4-FFF2-40B4-BE49-F238E27FC236}">
                      <a16:creationId xmlns:a16="http://schemas.microsoft.com/office/drawing/2014/main" id="{D5A5028C-5878-6D4B-87C9-25444C70A1AE}"/>
                    </a:ext>
                  </a:extLst>
                </p:cNvPr>
                <p:cNvSpPr>
                  <a:spLocks/>
                </p:cNvSpPr>
                <p:nvPr/>
              </p:nvSpPr>
              <p:spPr bwMode="auto">
                <a:xfrm>
                  <a:off x="700" y="3535"/>
                  <a:ext cx="12" cy="24"/>
                </a:xfrm>
                <a:custGeom>
                  <a:avLst/>
                  <a:gdLst>
                    <a:gd name="T0" fmla="*/ 1 w 24"/>
                    <a:gd name="T1" fmla="*/ 0 h 70"/>
                    <a:gd name="T2" fmla="*/ 0 w 24"/>
                    <a:gd name="T3" fmla="*/ 0 h 70"/>
                    <a:gd name="T4" fmla="*/ 1 w 24"/>
                    <a:gd name="T5" fmla="*/ 0 h 70"/>
                    <a:gd name="T6" fmla="*/ 1 w 24"/>
                    <a:gd name="T7" fmla="*/ 0 h 70"/>
                    <a:gd name="T8" fmla="*/ 1 w 24"/>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50" name="Freeform 501">
                  <a:extLst>
                    <a:ext uri="{FF2B5EF4-FFF2-40B4-BE49-F238E27FC236}">
                      <a16:creationId xmlns:a16="http://schemas.microsoft.com/office/drawing/2014/main" id="{E0C4A3BC-8443-104B-AF72-9E1BAA770ADF}"/>
                    </a:ext>
                  </a:extLst>
                </p:cNvPr>
                <p:cNvSpPr>
                  <a:spLocks/>
                </p:cNvSpPr>
                <p:nvPr/>
              </p:nvSpPr>
              <p:spPr bwMode="auto">
                <a:xfrm>
                  <a:off x="705" y="3536"/>
                  <a:ext cx="37" cy="10"/>
                </a:xfrm>
                <a:custGeom>
                  <a:avLst/>
                  <a:gdLst>
                    <a:gd name="T0" fmla="*/ 1 w 73"/>
                    <a:gd name="T1" fmla="*/ 0 h 30"/>
                    <a:gd name="T2" fmla="*/ 1 w 73"/>
                    <a:gd name="T3" fmla="*/ 0 h 30"/>
                    <a:gd name="T4" fmla="*/ 1 w 73"/>
                    <a:gd name="T5" fmla="*/ 0 h 30"/>
                    <a:gd name="T6" fmla="*/ 1 w 73"/>
                    <a:gd name="T7" fmla="*/ 0 h 30"/>
                    <a:gd name="T8" fmla="*/ 1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51" name="Freeform 502">
                  <a:extLst>
                    <a:ext uri="{FF2B5EF4-FFF2-40B4-BE49-F238E27FC236}">
                      <a16:creationId xmlns:a16="http://schemas.microsoft.com/office/drawing/2014/main" id="{2707F295-7D31-B145-B968-205BCB2A4E22}"/>
                    </a:ext>
                  </a:extLst>
                </p:cNvPr>
                <p:cNvSpPr>
                  <a:spLocks/>
                </p:cNvSpPr>
                <p:nvPr/>
              </p:nvSpPr>
              <p:spPr bwMode="auto">
                <a:xfrm>
                  <a:off x="708" y="3547"/>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10" name="Group 503">
                <a:extLst>
                  <a:ext uri="{FF2B5EF4-FFF2-40B4-BE49-F238E27FC236}">
                    <a16:creationId xmlns:a16="http://schemas.microsoft.com/office/drawing/2014/main" id="{130446AE-6E32-4E4B-8C65-A00A43369860}"/>
                  </a:ext>
                </a:extLst>
              </p:cNvPr>
              <p:cNvGrpSpPr>
                <a:grpSpLocks/>
              </p:cNvGrpSpPr>
              <p:nvPr/>
            </p:nvGrpSpPr>
            <p:grpSpPr bwMode="auto">
              <a:xfrm>
                <a:off x="714" y="3551"/>
                <a:ext cx="49" cy="22"/>
                <a:chOff x="714" y="3551"/>
                <a:chExt cx="49" cy="22"/>
              </a:xfrm>
            </p:grpSpPr>
            <p:sp>
              <p:nvSpPr>
                <p:cNvPr id="25846" name="Freeform 504">
                  <a:extLst>
                    <a:ext uri="{FF2B5EF4-FFF2-40B4-BE49-F238E27FC236}">
                      <a16:creationId xmlns:a16="http://schemas.microsoft.com/office/drawing/2014/main" id="{01EDF96B-6267-AB4F-A8AD-117C7CE3B044}"/>
                    </a:ext>
                  </a:extLst>
                </p:cNvPr>
                <p:cNvSpPr>
                  <a:spLocks/>
                </p:cNvSpPr>
                <p:nvPr/>
              </p:nvSpPr>
              <p:spPr bwMode="auto">
                <a:xfrm>
                  <a:off x="714" y="3551"/>
                  <a:ext cx="12" cy="22"/>
                </a:xfrm>
                <a:custGeom>
                  <a:avLst/>
                  <a:gdLst>
                    <a:gd name="T0" fmla="*/ 1 w 24"/>
                    <a:gd name="T1" fmla="*/ 0 h 67"/>
                    <a:gd name="T2" fmla="*/ 0 w 24"/>
                    <a:gd name="T3" fmla="*/ 0 h 67"/>
                    <a:gd name="T4" fmla="*/ 1 w 24"/>
                    <a:gd name="T5" fmla="*/ 0 h 67"/>
                    <a:gd name="T6" fmla="*/ 1 w 24"/>
                    <a:gd name="T7" fmla="*/ 0 h 67"/>
                    <a:gd name="T8" fmla="*/ 1 w 24"/>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47" name="Freeform 505">
                  <a:extLst>
                    <a:ext uri="{FF2B5EF4-FFF2-40B4-BE49-F238E27FC236}">
                      <a16:creationId xmlns:a16="http://schemas.microsoft.com/office/drawing/2014/main" id="{6FFE3B70-D95E-5E4C-8B98-D391EF7559F3}"/>
                    </a:ext>
                  </a:extLst>
                </p:cNvPr>
                <p:cNvSpPr>
                  <a:spLocks/>
                </p:cNvSpPr>
                <p:nvPr/>
              </p:nvSpPr>
              <p:spPr bwMode="auto">
                <a:xfrm>
                  <a:off x="719" y="3551"/>
                  <a:ext cx="36" cy="10"/>
                </a:xfrm>
                <a:custGeom>
                  <a:avLst/>
                  <a:gdLst>
                    <a:gd name="T0" fmla="*/ 0 w 74"/>
                    <a:gd name="T1" fmla="*/ 0 h 29"/>
                    <a:gd name="T2" fmla="*/ 0 w 74"/>
                    <a:gd name="T3" fmla="*/ 0 h 29"/>
                    <a:gd name="T4" fmla="*/ 0 w 74"/>
                    <a:gd name="T5" fmla="*/ 0 h 29"/>
                    <a:gd name="T6" fmla="*/ 0 w 74"/>
                    <a:gd name="T7" fmla="*/ 0 h 29"/>
                    <a:gd name="T8" fmla="*/ 0 w 74"/>
                    <a:gd name="T9" fmla="*/ 0 h 29"/>
                    <a:gd name="T10" fmla="*/ 0 w 74"/>
                    <a:gd name="T11" fmla="*/ 0 h 29"/>
                    <a:gd name="T12" fmla="*/ 0 w 74"/>
                    <a:gd name="T13" fmla="*/ 0 h 29"/>
                    <a:gd name="T14" fmla="*/ 0 w 74"/>
                    <a:gd name="T15" fmla="*/ 0 h 29"/>
                    <a:gd name="T16" fmla="*/ 0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48" name="Freeform 506">
                  <a:extLst>
                    <a:ext uri="{FF2B5EF4-FFF2-40B4-BE49-F238E27FC236}">
                      <a16:creationId xmlns:a16="http://schemas.microsoft.com/office/drawing/2014/main" id="{E7236273-3641-6A46-A928-9D1E2A7BBFAC}"/>
                    </a:ext>
                  </a:extLst>
                </p:cNvPr>
                <p:cNvSpPr>
                  <a:spLocks/>
                </p:cNvSpPr>
                <p:nvPr/>
              </p:nvSpPr>
              <p:spPr bwMode="auto">
                <a:xfrm>
                  <a:off x="722" y="3562"/>
                  <a:ext cx="41" cy="11"/>
                </a:xfrm>
                <a:custGeom>
                  <a:avLst/>
                  <a:gdLst>
                    <a:gd name="T0" fmla="*/ 0 w 81"/>
                    <a:gd name="T1" fmla="*/ 0 h 35"/>
                    <a:gd name="T2" fmla="*/ 1 w 81"/>
                    <a:gd name="T3" fmla="*/ 0 h 35"/>
                    <a:gd name="T4" fmla="*/ 1 w 81"/>
                    <a:gd name="T5" fmla="*/ 0 h 35"/>
                    <a:gd name="T6" fmla="*/ 1 w 81"/>
                    <a:gd name="T7" fmla="*/ 0 h 35"/>
                    <a:gd name="T8" fmla="*/ 1 w 81"/>
                    <a:gd name="T9" fmla="*/ 0 h 35"/>
                    <a:gd name="T10" fmla="*/ 1 w 81"/>
                    <a:gd name="T11" fmla="*/ 0 h 35"/>
                    <a:gd name="T12" fmla="*/ 0 w 81"/>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11" name="Group 507">
                <a:extLst>
                  <a:ext uri="{FF2B5EF4-FFF2-40B4-BE49-F238E27FC236}">
                    <a16:creationId xmlns:a16="http://schemas.microsoft.com/office/drawing/2014/main" id="{6F1B5F1D-17E6-284C-B199-F60811307C64}"/>
                  </a:ext>
                </a:extLst>
              </p:cNvPr>
              <p:cNvGrpSpPr>
                <a:grpSpLocks/>
              </p:cNvGrpSpPr>
              <p:nvPr/>
            </p:nvGrpSpPr>
            <p:grpSpPr bwMode="auto">
              <a:xfrm>
                <a:off x="728" y="3564"/>
                <a:ext cx="48" cy="23"/>
                <a:chOff x="728" y="3564"/>
                <a:chExt cx="48" cy="23"/>
              </a:xfrm>
            </p:grpSpPr>
            <p:sp>
              <p:nvSpPr>
                <p:cNvPr id="25843" name="Freeform 508">
                  <a:extLst>
                    <a:ext uri="{FF2B5EF4-FFF2-40B4-BE49-F238E27FC236}">
                      <a16:creationId xmlns:a16="http://schemas.microsoft.com/office/drawing/2014/main" id="{DBC4496C-7B5E-8643-9EE5-0004468A21F1}"/>
                    </a:ext>
                  </a:extLst>
                </p:cNvPr>
                <p:cNvSpPr>
                  <a:spLocks/>
                </p:cNvSpPr>
                <p:nvPr/>
              </p:nvSpPr>
              <p:spPr bwMode="auto">
                <a:xfrm>
                  <a:off x="728" y="3564"/>
                  <a:ext cx="11" cy="23"/>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44" name="Freeform 509">
                  <a:extLst>
                    <a:ext uri="{FF2B5EF4-FFF2-40B4-BE49-F238E27FC236}">
                      <a16:creationId xmlns:a16="http://schemas.microsoft.com/office/drawing/2014/main" id="{876CDEB5-95F8-7349-A361-4DC8DA3B3630}"/>
                    </a:ext>
                  </a:extLst>
                </p:cNvPr>
                <p:cNvSpPr>
                  <a:spLocks/>
                </p:cNvSpPr>
                <p:nvPr/>
              </p:nvSpPr>
              <p:spPr bwMode="auto">
                <a:xfrm>
                  <a:off x="732" y="3565"/>
                  <a:ext cx="37" cy="10"/>
                </a:xfrm>
                <a:custGeom>
                  <a:avLst/>
                  <a:gdLst>
                    <a:gd name="T0" fmla="*/ 1 w 72"/>
                    <a:gd name="T1" fmla="*/ 0 h 30"/>
                    <a:gd name="T2" fmla="*/ 1 w 72"/>
                    <a:gd name="T3" fmla="*/ 0 h 30"/>
                    <a:gd name="T4" fmla="*/ 1 w 72"/>
                    <a:gd name="T5" fmla="*/ 0 h 30"/>
                    <a:gd name="T6" fmla="*/ 1 w 72"/>
                    <a:gd name="T7" fmla="*/ 0 h 30"/>
                    <a:gd name="T8" fmla="*/ 1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45" name="Freeform 510">
                  <a:extLst>
                    <a:ext uri="{FF2B5EF4-FFF2-40B4-BE49-F238E27FC236}">
                      <a16:creationId xmlns:a16="http://schemas.microsoft.com/office/drawing/2014/main" id="{2BCB032E-A864-0D47-A032-2E78AB1349BA}"/>
                    </a:ext>
                  </a:extLst>
                </p:cNvPr>
                <p:cNvSpPr>
                  <a:spLocks/>
                </p:cNvSpPr>
                <p:nvPr/>
              </p:nvSpPr>
              <p:spPr bwMode="auto">
                <a:xfrm>
                  <a:off x="735" y="3575"/>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12" name="Group 511">
                <a:extLst>
                  <a:ext uri="{FF2B5EF4-FFF2-40B4-BE49-F238E27FC236}">
                    <a16:creationId xmlns:a16="http://schemas.microsoft.com/office/drawing/2014/main" id="{5A11BC03-39DD-4948-958E-295E36FA714D}"/>
                  </a:ext>
                </a:extLst>
              </p:cNvPr>
              <p:cNvGrpSpPr>
                <a:grpSpLocks/>
              </p:cNvGrpSpPr>
              <p:nvPr/>
            </p:nvGrpSpPr>
            <p:grpSpPr bwMode="auto">
              <a:xfrm>
                <a:off x="742" y="3582"/>
                <a:ext cx="49" cy="23"/>
                <a:chOff x="742" y="3582"/>
                <a:chExt cx="49" cy="23"/>
              </a:xfrm>
            </p:grpSpPr>
            <p:sp>
              <p:nvSpPr>
                <p:cNvPr id="25840" name="Freeform 512">
                  <a:extLst>
                    <a:ext uri="{FF2B5EF4-FFF2-40B4-BE49-F238E27FC236}">
                      <a16:creationId xmlns:a16="http://schemas.microsoft.com/office/drawing/2014/main" id="{00ECECB4-CB03-304D-9457-4DACF4317FA8}"/>
                    </a:ext>
                  </a:extLst>
                </p:cNvPr>
                <p:cNvSpPr>
                  <a:spLocks/>
                </p:cNvSpPr>
                <p:nvPr/>
              </p:nvSpPr>
              <p:spPr bwMode="auto">
                <a:xfrm>
                  <a:off x="742" y="3582"/>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41" name="Freeform 513">
                  <a:extLst>
                    <a:ext uri="{FF2B5EF4-FFF2-40B4-BE49-F238E27FC236}">
                      <a16:creationId xmlns:a16="http://schemas.microsoft.com/office/drawing/2014/main" id="{31FE79E2-D24D-064B-8DEF-142B5E0EFF88}"/>
                    </a:ext>
                  </a:extLst>
                </p:cNvPr>
                <p:cNvSpPr>
                  <a:spLocks/>
                </p:cNvSpPr>
                <p:nvPr/>
              </p:nvSpPr>
              <p:spPr bwMode="auto">
                <a:xfrm>
                  <a:off x="747" y="3582"/>
                  <a:ext cx="36" cy="10"/>
                </a:xfrm>
                <a:custGeom>
                  <a:avLst/>
                  <a:gdLst>
                    <a:gd name="T0" fmla="*/ 1 w 72"/>
                    <a:gd name="T1" fmla="*/ 0 h 30"/>
                    <a:gd name="T2" fmla="*/ 1 w 72"/>
                    <a:gd name="T3" fmla="*/ 0 h 30"/>
                    <a:gd name="T4" fmla="*/ 1 w 72"/>
                    <a:gd name="T5" fmla="*/ 0 h 30"/>
                    <a:gd name="T6" fmla="*/ 1 w 72"/>
                    <a:gd name="T7" fmla="*/ 0 h 30"/>
                    <a:gd name="T8" fmla="*/ 1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42" name="Freeform 514">
                  <a:extLst>
                    <a:ext uri="{FF2B5EF4-FFF2-40B4-BE49-F238E27FC236}">
                      <a16:creationId xmlns:a16="http://schemas.microsoft.com/office/drawing/2014/main" id="{296D0F25-7B5F-934C-B795-0AC51B3FDAA2}"/>
                    </a:ext>
                  </a:extLst>
                </p:cNvPr>
                <p:cNvSpPr>
                  <a:spLocks/>
                </p:cNvSpPr>
                <p:nvPr/>
              </p:nvSpPr>
              <p:spPr bwMode="auto">
                <a:xfrm>
                  <a:off x="750" y="3593"/>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13" name="Group 515">
                <a:extLst>
                  <a:ext uri="{FF2B5EF4-FFF2-40B4-BE49-F238E27FC236}">
                    <a16:creationId xmlns:a16="http://schemas.microsoft.com/office/drawing/2014/main" id="{E5CABF26-7137-E244-96E2-A50C039383A6}"/>
                  </a:ext>
                </a:extLst>
              </p:cNvPr>
              <p:cNvGrpSpPr>
                <a:grpSpLocks/>
              </p:cNvGrpSpPr>
              <p:nvPr/>
            </p:nvGrpSpPr>
            <p:grpSpPr bwMode="auto">
              <a:xfrm>
                <a:off x="752" y="3597"/>
                <a:ext cx="133" cy="106"/>
                <a:chOff x="752" y="3597"/>
                <a:chExt cx="133" cy="106"/>
              </a:xfrm>
            </p:grpSpPr>
            <p:sp>
              <p:nvSpPr>
                <p:cNvPr id="25837" name="Freeform 516">
                  <a:extLst>
                    <a:ext uri="{FF2B5EF4-FFF2-40B4-BE49-F238E27FC236}">
                      <a16:creationId xmlns:a16="http://schemas.microsoft.com/office/drawing/2014/main" id="{A92DD1A2-5FE3-E445-BE8C-69DB89FDBE71}"/>
                    </a:ext>
                  </a:extLst>
                </p:cNvPr>
                <p:cNvSpPr>
                  <a:spLocks/>
                </p:cNvSpPr>
                <p:nvPr/>
              </p:nvSpPr>
              <p:spPr bwMode="auto">
                <a:xfrm>
                  <a:off x="752" y="3598"/>
                  <a:ext cx="91" cy="105"/>
                </a:xfrm>
                <a:custGeom>
                  <a:avLst/>
                  <a:gdLst>
                    <a:gd name="T0" fmla="*/ 1 w 182"/>
                    <a:gd name="T1" fmla="*/ 0 h 314"/>
                    <a:gd name="T2" fmla="*/ 0 w 182"/>
                    <a:gd name="T3" fmla="*/ 0 h 314"/>
                    <a:gd name="T4" fmla="*/ 1 w 182"/>
                    <a:gd name="T5" fmla="*/ 0 h 314"/>
                    <a:gd name="T6" fmla="*/ 1 w 182"/>
                    <a:gd name="T7" fmla="*/ 0 h 314"/>
                    <a:gd name="T8" fmla="*/ 1 w 182"/>
                    <a:gd name="T9" fmla="*/ 0 h 3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38" name="Freeform 517">
                  <a:extLst>
                    <a:ext uri="{FF2B5EF4-FFF2-40B4-BE49-F238E27FC236}">
                      <a16:creationId xmlns:a16="http://schemas.microsoft.com/office/drawing/2014/main" id="{52816928-E090-2149-A815-F63A7FAEA14D}"/>
                    </a:ext>
                  </a:extLst>
                </p:cNvPr>
                <p:cNvSpPr>
                  <a:spLocks/>
                </p:cNvSpPr>
                <p:nvPr/>
              </p:nvSpPr>
              <p:spPr bwMode="auto">
                <a:xfrm>
                  <a:off x="759" y="3597"/>
                  <a:ext cx="118" cy="94"/>
                </a:xfrm>
                <a:custGeom>
                  <a:avLst/>
                  <a:gdLst>
                    <a:gd name="T0" fmla="*/ 1 w 235"/>
                    <a:gd name="T1" fmla="*/ 0 h 281"/>
                    <a:gd name="T2" fmla="*/ 1 w 235"/>
                    <a:gd name="T3" fmla="*/ 0 h 281"/>
                    <a:gd name="T4" fmla="*/ 1 w 235"/>
                    <a:gd name="T5" fmla="*/ 0 h 281"/>
                    <a:gd name="T6" fmla="*/ 1 w 235"/>
                    <a:gd name="T7" fmla="*/ 0 h 281"/>
                    <a:gd name="T8" fmla="*/ 1 w 235"/>
                    <a:gd name="T9" fmla="*/ 0 h 281"/>
                    <a:gd name="T10" fmla="*/ 1 w 235"/>
                    <a:gd name="T11" fmla="*/ 0 h 281"/>
                    <a:gd name="T12" fmla="*/ 1 w 235"/>
                    <a:gd name="T13" fmla="*/ 0 h 281"/>
                    <a:gd name="T14" fmla="*/ 0 w 235"/>
                    <a:gd name="T15" fmla="*/ 0 h 281"/>
                    <a:gd name="T16" fmla="*/ 1 w 235"/>
                    <a:gd name="T17" fmla="*/ 0 h 28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39" name="Freeform 518">
                  <a:extLst>
                    <a:ext uri="{FF2B5EF4-FFF2-40B4-BE49-F238E27FC236}">
                      <a16:creationId xmlns:a16="http://schemas.microsoft.com/office/drawing/2014/main" id="{CA179D14-10B6-8240-9B86-4F86F5B36BD3}"/>
                    </a:ext>
                  </a:extLst>
                </p:cNvPr>
                <p:cNvSpPr>
                  <a:spLocks/>
                </p:cNvSpPr>
                <p:nvPr/>
              </p:nvSpPr>
              <p:spPr bwMode="auto">
                <a:xfrm>
                  <a:off x="838" y="3691"/>
                  <a:ext cx="47" cy="12"/>
                </a:xfrm>
                <a:custGeom>
                  <a:avLst/>
                  <a:gdLst>
                    <a:gd name="T0" fmla="*/ 0 w 95"/>
                    <a:gd name="T1" fmla="*/ 0 h 36"/>
                    <a:gd name="T2" fmla="*/ 0 w 95"/>
                    <a:gd name="T3" fmla="*/ 0 h 36"/>
                    <a:gd name="T4" fmla="*/ 0 w 95"/>
                    <a:gd name="T5" fmla="*/ 0 h 36"/>
                    <a:gd name="T6" fmla="*/ 0 w 95"/>
                    <a:gd name="T7" fmla="*/ 0 h 36"/>
                    <a:gd name="T8" fmla="*/ 0 w 95"/>
                    <a:gd name="T9" fmla="*/ 0 h 36"/>
                    <a:gd name="T10" fmla="*/ 0 w 95"/>
                    <a:gd name="T11" fmla="*/ 0 h 36"/>
                    <a:gd name="T12" fmla="*/ 0 w 95"/>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14" name="Group 519">
                <a:extLst>
                  <a:ext uri="{FF2B5EF4-FFF2-40B4-BE49-F238E27FC236}">
                    <a16:creationId xmlns:a16="http://schemas.microsoft.com/office/drawing/2014/main" id="{01710F19-F275-B442-A1EA-2918CA3AA67D}"/>
                  </a:ext>
                </a:extLst>
              </p:cNvPr>
              <p:cNvGrpSpPr>
                <a:grpSpLocks/>
              </p:cNvGrpSpPr>
              <p:nvPr/>
            </p:nvGrpSpPr>
            <p:grpSpPr bwMode="auto">
              <a:xfrm>
                <a:off x="844" y="3694"/>
                <a:ext cx="48" cy="23"/>
                <a:chOff x="844" y="3694"/>
                <a:chExt cx="48" cy="23"/>
              </a:xfrm>
            </p:grpSpPr>
            <p:sp>
              <p:nvSpPr>
                <p:cNvPr id="25834" name="Freeform 520">
                  <a:extLst>
                    <a:ext uri="{FF2B5EF4-FFF2-40B4-BE49-F238E27FC236}">
                      <a16:creationId xmlns:a16="http://schemas.microsoft.com/office/drawing/2014/main" id="{113756A0-CF3C-7742-A2C3-71EF72E112AB}"/>
                    </a:ext>
                  </a:extLst>
                </p:cNvPr>
                <p:cNvSpPr>
                  <a:spLocks/>
                </p:cNvSpPr>
                <p:nvPr/>
              </p:nvSpPr>
              <p:spPr bwMode="auto">
                <a:xfrm>
                  <a:off x="844" y="3694"/>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35" name="Freeform 521">
                  <a:extLst>
                    <a:ext uri="{FF2B5EF4-FFF2-40B4-BE49-F238E27FC236}">
                      <a16:creationId xmlns:a16="http://schemas.microsoft.com/office/drawing/2014/main" id="{0539C8C5-10B4-5C43-8AD4-69ED6C630D74}"/>
                    </a:ext>
                  </a:extLst>
                </p:cNvPr>
                <p:cNvSpPr>
                  <a:spLocks/>
                </p:cNvSpPr>
                <p:nvPr/>
              </p:nvSpPr>
              <p:spPr bwMode="auto">
                <a:xfrm>
                  <a:off x="848" y="3695"/>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36" name="Freeform 522">
                  <a:extLst>
                    <a:ext uri="{FF2B5EF4-FFF2-40B4-BE49-F238E27FC236}">
                      <a16:creationId xmlns:a16="http://schemas.microsoft.com/office/drawing/2014/main" id="{EFBC56D8-BA2B-B24B-B566-185D68E602E1}"/>
                    </a:ext>
                  </a:extLst>
                </p:cNvPr>
                <p:cNvSpPr>
                  <a:spLocks/>
                </p:cNvSpPr>
                <p:nvPr/>
              </p:nvSpPr>
              <p:spPr bwMode="auto">
                <a:xfrm>
                  <a:off x="851" y="3706"/>
                  <a:ext cx="41" cy="11"/>
                </a:xfrm>
                <a:custGeom>
                  <a:avLst/>
                  <a:gdLst>
                    <a:gd name="T0" fmla="*/ 0 w 81"/>
                    <a:gd name="T1" fmla="*/ 0 h 34"/>
                    <a:gd name="T2" fmla="*/ 1 w 81"/>
                    <a:gd name="T3" fmla="*/ 0 h 34"/>
                    <a:gd name="T4" fmla="*/ 1 w 81"/>
                    <a:gd name="T5" fmla="*/ 0 h 34"/>
                    <a:gd name="T6" fmla="*/ 1 w 81"/>
                    <a:gd name="T7" fmla="*/ 0 h 34"/>
                    <a:gd name="T8" fmla="*/ 1 w 81"/>
                    <a:gd name="T9" fmla="*/ 0 h 34"/>
                    <a:gd name="T10" fmla="*/ 1 w 81"/>
                    <a:gd name="T11" fmla="*/ 0 h 34"/>
                    <a:gd name="T12" fmla="*/ 0 w 81"/>
                    <a:gd name="T13" fmla="*/ 0 h 3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15" name="Group 523">
                <a:extLst>
                  <a:ext uri="{FF2B5EF4-FFF2-40B4-BE49-F238E27FC236}">
                    <a16:creationId xmlns:a16="http://schemas.microsoft.com/office/drawing/2014/main" id="{60443E5C-74F9-F040-9045-9573BE1C5C35}"/>
                  </a:ext>
                </a:extLst>
              </p:cNvPr>
              <p:cNvGrpSpPr>
                <a:grpSpLocks/>
              </p:cNvGrpSpPr>
              <p:nvPr/>
            </p:nvGrpSpPr>
            <p:grpSpPr bwMode="auto">
              <a:xfrm>
                <a:off x="857" y="3710"/>
                <a:ext cx="49" cy="22"/>
                <a:chOff x="857" y="3710"/>
                <a:chExt cx="49" cy="22"/>
              </a:xfrm>
            </p:grpSpPr>
            <p:sp>
              <p:nvSpPr>
                <p:cNvPr id="25831" name="Freeform 524">
                  <a:extLst>
                    <a:ext uri="{FF2B5EF4-FFF2-40B4-BE49-F238E27FC236}">
                      <a16:creationId xmlns:a16="http://schemas.microsoft.com/office/drawing/2014/main" id="{94149D15-BDFA-6648-91D1-ADA4D13FF830}"/>
                    </a:ext>
                  </a:extLst>
                </p:cNvPr>
                <p:cNvSpPr>
                  <a:spLocks/>
                </p:cNvSpPr>
                <p:nvPr/>
              </p:nvSpPr>
              <p:spPr bwMode="auto">
                <a:xfrm>
                  <a:off x="857" y="3710"/>
                  <a:ext cx="11" cy="22"/>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32" name="Freeform 525">
                  <a:extLst>
                    <a:ext uri="{FF2B5EF4-FFF2-40B4-BE49-F238E27FC236}">
                      <a16:creationId xmlns:a16="http://schemas.microsoft.com/office/drawing/2014/main" id="{175A6D41-F149-0245-957B-3359ACEC8DC8}"/>
                    </a:ext>
                  </a:extLst>
                </p:cNvPr>
                <p:cNvSpPr>
                  <a:spLocks/>
                </p:cNvSpPr>
                <p:nvPr/>
              </p:nvSpPr>
              <p:spPr bwMode="auto">
                <a:xfrm>
                  <a:off x="862" y="3710"/>
                  <a:ext cx="36" cy="10"/>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33" name="Freeform 526">
                  <a:extLst>
                    <a:ext uri="{FF2B5EF4-FFF2-40B4-BE49-F238E27FC236}">
                      <a16:creationId xmlns:a16="http://schemas.microsoft.com/office/drawing/2014/main" id="{ECC11AE4-1A93-F148-B695-5F8C90286246}"/>
                    </a:ext>
                  </a:extLst>
                </p:cNvPr>
                <p:cNvSpPr>
                  <a:spLocks/>
                </p:cNvSpPr>
                <p:nvPr/>
              </p:nvSpPr>
              <p:spPr bwMode="auto">
                <a:xfrm>
                  <a:off x="865" y="3720"/>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16" name="Group 527">
                <a:extLst>
                  <a:ext uri="{FF2B5EF4-FFF2-40B4-BE49-F238E27FC236}">
                    <a16:creationId xmlns:a16="http://schemas.microsoft.com/office/drawing/2014/main" id="{4D4592F4-FC3C-4C48-9272-431B2B2182CA}"/>
                  </a:ext>
                </a:extLst>
              </p:cNvPr>
              <p:cNvGrpSpPr>
                <a:grpSpLocks/>
              </p:cNvGrpSpPr>
              <p:nvPr/>
            </p:nvGrpSpPr>
            <p:grpSpPr bwMode="auto">
              <a:xfrm>
                <a:off x="1086" y="3766"/>
                <a:ext cx="49" cy="23"/>
                <a:chOff x="1086" y="3766"/>
                <a:chExt cx="49" cy="23"/>
              </a:xfrm>
            </p:grpSpPr>
            <p:sp>
              <p:nvSpPr>
                <p:cNvPr id="25828" name="Freeform 528">
                  <a:extLst>
                    <a:ext uri="{FF2B5EF4-FFF2-40B4-BE49-F238E27FC236}">
                      <a16:creationId xmlns:a16="http://schemas.microsoft.com/office/drawing/2014/main" id="{C6340266-5E0E-4E4A-BE72-45580CEAAFA1}"/>
                    </a:ext>
                  </a:extLst>
                </p:cNvPr>
                <p:cNvSpPr>
                  <a:spLocks/>
                </p:cNvSpPr>
                <p:nvPr/>
              </p:nvSpPr>
              <p:spPr bwMode="auto">
                <a:xfrm>
                  <a:off x="1086" y="3766"/>
                  <a:ext cx="11" cy="23"/>
                </a:xfrm>
                <a:custGeom>
                  <a:avLst/>
                  <a:gdLst>
                    <a:gd name="T0" fmla="*/ 1 w 22"/>
                    <a:gd name="T1" fmla="*/ 0 h 69"/>
                    <a:gd name="T2" fmla="*/ 0 w 22"/>
                    <a:gd name="T3" fmla="*/ 0 h 69"/>
                    <a:gd name="T4" fmla="*/ 1 w 22"/>
                    <a:gd name="T5" fmla="*/ 0 h 69"/>
                    <a:gd name="T6" fmla="*/ 1 w 22"/>
                    <a:gd name="T7" fmla="*/ 0 h 69"/>
                    <a:gd name="T8" fmla="*/ 1 w 22"/>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29" name="Freeform 529">
                  <a:extLst>
                    <a:ext uri="{FF2B5EF4-FFF2-40B4-BE49-F238E27FC236}">
                      <a16:creationId xmlns:a16="http://schemas.microsoft.com/office/drawing/2014/main" id="{40DBE7B1-98B4-6947-9EED-2FC981FF7AF7}"/>
                    </a:ext>
                  </a:extLst>
                </p:cNvPr>
                <p:cNvSpPr>
                  <a:spLocks/>
                </p:cNvSpPr>
                <p:nvPr/>
              </p:nvSpPr>
              <p:spPr bwMode="auto">
                <a:xfrm>
                  <a:off x="1090" y="3767"/>
                  <a:ext cx="37" cy="10"/>
                </a:xfrm>
                <a:custGeom>
                  <a:avLst/>
                  <a:gdLst>
                    <a:gd name="T0" fmla="*/ 1 w 74"/>
                    <a:gd name="T1" fmla="*/ 0 h 31"/>
                    <a:gd name="T2" fmla="*/ 1 w 74"/>
                    <a:gd name="T3" fmla="*/ 0 h 31"/>
                    <a:gd name="T4" fmla="*/ 1 w 74"/>
                    <a:gd name="T5" fmla="*/ 0 h 31"/>
                    <a:gd name="T6" fmla="*/ 1 w 74"/>
                    <a:gd name="T7" fmla="*/ 0 h 31"/>
                    <a:gd name="T8" fmla="*/ 1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30" name="Freeform 530">
                  <a:extLst>
                    <a:ext uri="{FF2B5EF4-FFF2-40B4-BE49-F238E27FC236}">
                      <a16:creationId xmlns:a16="http://schemas.microsoft.com/office/drawing/2014/main" id="{C263E7CA-C22A-1345-B633-A793903F5208}"/>
                    </a:ext>
                  </a:extLst>
                </p:cNvPr>
                <p:cNvSpPr>
                  <a:spLocks/>
                </p:cNvSpPr>
                <p:nvPr/>
              </p:nvSpPr>
              <p:spPr bwMode="auto">
                <a:xfrm>
                  <a:off x="1093" y="3777"/>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17" name="Group 531">
                <a:extLst>
                  <a:ext uri="{FF2B5EF4-FFF2-40B4-BE49-F238E27FC236}">
                    <a16:creationId xmlns:a16="http://schemas.microsoft.com/office/drawing/2014/main" id="{BF3F4B98-CD51-F04B-9683-87E1DD884E17}"/>
                  </a:ext>
                </a:extLst>
              </p:cNvPr>
              <p:cNvGrpSpPr>
                <a:grpSpLocks/>
              </p:cNvGrpSpPr>
              <p:nvPr/>
            </p:nvGrpSpPr>
            <p:grpSpPr bwMode="auto">
              <a:xfrm>
                <a:off x="934" y="3740"/>
                <a:ext cx="48" cy="23"/>
                <a:chOff x="934" y="3740"/>
                <a:chExt cx="48" cy="23"/>
              </a:xfrm>
            </p:grpSpPr>
            <p:sp>
              <p:nvSpPr>
                <p:cNvPr id="25825" name="Freeform 532">
                  <a:extLst>
                    <a:ext uri="{FF2B5EF4-FFF2-40B4-BE49-F238E27FC236}">
                      <a16:creationId xmlns:a16="http://schemas.microsoft.com/office/drawing/2014/main" id="{00649252-2D31-9D4B-B10B-D1BB47693968}"/>
                    </a:ext>
                  </a:extLst>
                </p:cNvPr>
                <p:cNvSpPr>
                  <a:spLocks/>
                </p:cNvSpPr>
                <p:nvPr/>
              </p:nvSpPr>
              <p:spPr bwMode="auto">
                <a:xfrm>
                  <a:off x="934" y="3740"/>
                  <a:ext cx="11" cy="23"/>
                </a:xfrm>
                <a:custGeom>
                  <a:avLst/>
                  <a:gdLst>
                    <a:gd name="T0" fmla="*/ 0 w 24"/>
                    <a:gd name="T1" fmla="*/ 0 h 70"/>
                    <a:gd name="T2" fmla="*/ 0 w 24"/>
                    <a:gd name="T3" fmla="*/ 0 h 70"/>
                    <a:gd name="T4" fmla="*/ 0 w 24"/>
                    <a:gd name="T5" fmla="*/ 0 h 70"/>
                    <a:gd name="T6" fmla="*/ 0 w 24"/>
                    <a:gd name="T7" fmla="*/ 0 h 70"/>
                    <a:gd name="T8" fmla="*/ 0 w 24"/>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26" name="Freeform 533">
                  <a:extLst>
                    <a:ext uri="{FF2B5EF4-FFF2-40B4-BE49-F238E27FC236}">
                      <a16:creationId xmlns:a16="http://schemas.microsoft.com/office/drawing/2014/main" id="{043461A9-15B0-1B44-AAE6-7D5A99E7E0C1}"/>
                    </a:ext>
                  </a:extLst>
                </p:cNvPr>
                <p:cNvSpPr>
                  <a:spLocks/>
                </p:cNvSpPr>
                <p:nvPr/>
              </p:nvSpPr>
              <p:spPr bwMode="auto">
                <a:xfrm>
                  <a:off x="938" y="3741"/>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27" name="Freeform 534">
                  <a:extLst>
                    <a:ext uri="{FF2B5EF4-FFF2-40B4-BE49-F238E27FC236}">
                      <a16:creationId xmlns:a16="http://schemas.microsoft.com/office/drawing/2014/main" id="{9728795D-FF60-C94D-A8B9-14BF36E40D5D}"/>
                    </a:ext>
                  </a:extLst>
                </p:cNvPr>
                <p:cNvSpPr>
                  <a:spLocks/>
                </p:cNvSpPr>
                <p:nvPr/>
              </p:nvSpPr>
              <p:spPr bwMode="auto">
                <a:xfrm>
                  <a:off x="941" y="3751"/>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18" name="Group 535">
                <a:extLst>
                  <a:ext uri="{FF2B5EF4-FFF2-40B4-BE49-F238E27FC236}">
                    <a16:creationId xmlns:a16="http://schemas.microsoft.com/office/drawing/2014/main" id="{A1399F9B-2D8C-704A-AE6B-62B2318CEC7F}"/>
                  </a:ext>
                </a:extLst>
              </p:cNvPr>
              <p:cNvGrpSpPr>
                <a:grpSpLocks/>
              </p:cNvGrpSpPr>
              <p:nvPr/>
            </p:nvGrpSpPr>
            <p:grpSpPr bwMode="auto">
              <a:xfrm>
                <a:off x="943" y="3754"/>
                <a:ext cx="49" cy="23"/>
                <a:chOff x="943" y="3754"/>
                <a:chExt cx="49" cy="23"/>
              </a:xfrm>
            </p:grpSpPr>
            <p:sp>
              <p:nvSpPr>
                <p:cNvPr id="25822" name="Freeform 536">
                  <a:extLst>
                    <a:ext uri="{FF2B5EF4-FFF2-40B4-BE49-F238E27FC236}">
                      <a16:creationId xmlns:a16="http://schemas.microsoft.com/office/drawing/2014/main" id="{74FD826C-72A7-994B-AB15-32FB29EDAE19}"/>
                    </a:ext>
                  </a:extLst>
                </p:cNvPr>
                <p:cNvSpPr>
                  <a:spLocks/>
                </p:cNvSpPr>
                <p:nvPr/>
              </p:nvSpPr>
              <p:spPr bwMode="auto">
                <a:xfrm>
                  <a:off x="943" y="3754"/>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23" name="Freeform 537">
                  <a:extLst>
                    <a:ext uri="{FF2B5EF4-FFF2-40B4-BE49-F238E27FC236}">
                      <a16:creationId xmlns:a16="http://schemas.microsoft.com/office/drawing/2014/main" id="{9A918C50-B8BC-F340-AD08-F9C467D1BAE3}"/>
                    </a:ext>
                  </a:extLst>
                </p:cNvPr>
                <p:cNvSpPr>
                  <a:spLocks/>
                </p:cNvSpPr>
                <p:nvPr/>
              </p:nvSpPr>
              <p:spPr bwMode="auto">
                <a:xfrm>
                  <a:off x="948" y="3755"/>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24" name="Freeform 538">
                  <a:extLst>
                    <a:ext uri="{FF2B5EF4-FFF2-40B4-BE49-F238E27FC236}">
                      <a16:creationId xmlns:a16="http://schemas.microsoft.com/office/drawing/2014/main" id="{AA2CAD83-5806-484F-98F5-443D45961C10}"/>
                    </a:ext>
                  </a:extLst>
                </p:cNvPr>
                <p:cNvSpPr>
                  <a:spLocks/>
                </p:cNvSpPr>
                <p:nvPr/>
              </p:nvSpPr>
              <p:spPr bwMode="auto">
                <a:xfrm>
                  <a:off x="951" y="3765"/>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5819" name="Freeform 539">
                <a:extLst>
                  <a:ext uri="{FF2B5EF4-FFF2-40B4-BE49-F238E27FC236}">
                    <a16:creationId xmlns:a16="http://schemas.microsoft.com/office/drawing/2014/main" id="{5EBE39D6-A99C-8C44-9DDA-9B9E12B734F0}"/>
                  </a:ext>
                </a:extLst>
              </p:cNvPr>
              <p:cNvSpPr>
                <a:spLocks/>
              </p:cNvSpPr>
              <p:nvPr/>
            </p:nvSpPr>
            <p:spPr bwMode="auto">
              <a:xfrm>
                <a:off x="987" y="3753"/>
                <a:ext cx="25" cy="43"/>
              </a:xfrm>
              <a:custGeom>
                <a:avLst/>
                <a:gdLst>
                  <a:gd name="T0" fmla="*/ 0 w 51"/>
                  <a:gd name="T1" fmla="*/ 0 h 128"/>
                  <a:gd name="T2" fmla="*/ 0 w 51"/>
                  <a:gd name="T3" fmla="*/ 0 h 128"/>
                  <a:gd name="T4" fmla="*/ 0 w 51"/>
                  <a:gd name="T5" fmla="*/ 0 h 128"/>
                  <a:gd name="T6" fmla="*/ 0 w 51"/>
                  <a:gd name="T7" fmla="*/ 0 h 128"/>
                  <a:gd name="T8" fmla="*/ 0 w 51"/>
                  <a:gd name="T9" fmla="*/ 0 h 128"/>
                  <a:gd name="T10" fmla="*/ 0 w 51"/>
                  <a:gd name="T11" fmla="*/ 0 h 128"/>
                  <a:gd name="T12" fmla="*/ 0 w 51"/>
                  <a:gd name="T13" fmla="*/ 0 h 12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20" name="Freeform 540">
                <a:extLst>
                  <a:ext uri="{FF2B5EF4-FFF2-40B4-BE49-F238E27FC236}">
                    <a16:creationId xmlns:a16="http://schemas.microsoft.com/office/drawing/2014/main" id="{6BE739C1-4E57-D543-8CC0-1D4D530B3CDA}"/>
                  </a:ext>
                </a:extLst>
              </p:cNvPr>
              <p:cNvSpPr>
                <a:spLocks/>
              </p:cNvSpPr>
              <p:nvPr/>
            </p:nvSpPr>
            <p:spPr bwMode="auto">
              <a:xfrm>
                <a:off x="992" y="3753"/>
                <a:ext cx="91" cy="29"/>
              </a:xfrm>
              <a:custGeom>
                <a:avLst/>
                <a:gdLst>
                  <a:gd name="T0" fmla="*/ 0 w 183"/>
                  <a:gd name="T1" fmla="*/ 0 h 85"/>
                  <a:gd name="T2" fmla="*/ 0 w 183"/>
                  <a:gd name="T3" fmla="*/ 0 h 85"/>
                  <a:gd name="T4" fmla="*/ 0 w 183"/>
                  <a:gd name="T5" fmla="*/ 0 h 85"/>
                  <a:gd name="T6" fmla="*/ 0 w 183"/>
                  <a:gd name="T7" fmla="*/ 0 h 85"/>
                  <a:gd name="T8" fmla="*/ 0 w 183"/>
                  <a:gd name="T9" fmla="*/ 0 h 85"/>
                  <a:gd name="T10" fmla="*/ 0 w 183"/>
                  <a:gd name="T11" fmla="*/ 0 h 85"/>
                  <a:gd name="T12" fmla="*/ 0 w 183"/>
                  <a:gd name="T13" fmla="*/ 0 h 85"/>
                  <a:gd name="T14" fmla="*/ 0 w 183"/>
                  <a:gd name="T15" fmla="*/ 0 h 85"/>
                  <a:gd name="T16" fmla="*/ 0 w 183"/>
                  <a:gd name="T17" fmla="*/ 0 h 85"/>
                  <a:gd name="T18" fmla="*/ 0 w 183"/>
                  <a:gd name="T19" fmla="*/ 0 h 85"/>
                  <a:gd name="T20" fmla="*/ 0 w 183"/>
                  <a:gd name="T21" fmla="*/ 0 h 85"/>
                  <a:gd name="T22" fmla="*/ 0 w 183"/>
                  <a:gd name="T23" fmla="*/ 0 h 8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21" name="Freeform 541">
                <a:extLst>
                  <a:ext uri="{FF2B5EF4-FFF2-40B4-BE49-F238E27FC236}">
                    <a16:creationId xmlns:a16="http://schemas.microsoft.com/office/drawing/2014/main" id="{2AA4452E-4033-AF47-9B37-E081DA8449BC}"/>
                  </a:ext>
                </a:extLst>
              </p:cNvPr>
              <p:cNvSpPr>
                <a:spLocks/>
              </p:cNvSpPr>
              <p:nvPr/>
            </p:nvSpPr>
            <p:spPr bwMode="auto">
              <a:xfrm>
                <a:off x="1008" y="3782"/>
                <a:ext cx="81" cy="12"/>
              </a:xfrm>
              <a:custGeom>
                <a:avLst/>
                <a:gdLst>
                  <a:gd name="T0" fmla="*/ 0 w 160"/>
                  <a:gd name="T1" fmla="*/ 0 h 36"/>
                  <a:gd name="T2" fmla="*/ 1 w 160"/>
                  <a:gd name="T3" fmla="*/ 0 h 36"/>
                  <a:gd name="T4" fmla="*/ 1 w 160"/>
                  <a:gd name="T5" fmla="*/ 0 h 36"/>
                  <a:gd name="T6" fmla="*/ 1 w 160"/>
                  <a:gd name="T7" fmla="*/ 0 h 36"/>
                  <a:gd name="T8" fmla="*/ 1 w 160"/>
                  <a:gd name="T9" fmla="*/ 0 h 36"/>
                  <a:gd name="T10" fmla="*/ 1 w 160"/>
                  <a:gd name="T11" fmla="*/ 0 h 36"/>
                  <a:gd name="T12" fmla="*/ 0 w 160"/>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16" name="Group 542">
              <a:extLst>
                <a:ext uri="{FF2B5EF4-FFF2-40B4-BE49-F238E27FC236}">
                  <a16:creationId xmlns:a16="http://schemas.microsoft.com/office/drawing/2014/main" id="{3439290F-AAD4-C441-B037-2BA68AF2875E}"/>
                </a:ext>
              </a:extLst>
            </p:cNvPr>
            <p:cNvGrpSpPr>
              <a:grpSpLocks/>
            </p:cNvGrpSpPr>
            <p:nvPr/>
          </p:nvGrpSpPr>
          <p:grpSpPr bwMode="auto">
            <a:xfrm>
              <a:off x="920" y="3821"/>
              <a:ext cx="413" cy="50"/>
              <a:chOff x="920" y="3821"/>
              <a:chExt cx="413" cy="50"/>
            </a:xfrm>
          </p:grpSpPr>
          <p:sp>
            <p:nvSpPr>
              <p:cNvPr id="25737" name="Freeform 543">
                <a:extLst>
                  <a:ext uri="{FF2B5EF4-FFF2-40B4-BE49-F238E27FC236}">
                    <a16:creationId xmlns:a16="http://schemas.microsoft.com/office/drawing/2014/main" id="{1F0F8904-CB6E-FD48-BB58-281B5DAEFEC6}"/>
                  </a:ext>
                </a:extLst>
              </p:cNvPr>
              <p:cNvSpPr>
                <a:spLocks/>
              </p:cNvSpPr>
              <p:nvPr/>
            </p:nvSpPr>
            <p:spPr bwMode="auto">
              <a:xfrm>
                <a:off x="920" y="3821"/>
                <a:ext cx="413" cy="50"/>
              </a:xfrm>
              <a:custGeom>
                <a:avLst/>
                <a:gdLst>
                  <a:gd name="T0" fmla="*/ 1 w 825"/>
                  <a:gd name="T1" fmla="*/ 0 h 151"/>
                  <a:gd name="T2" fmla="*/ 1 w 825"/>
                  <a:gd name="T3" fmla="*/ 0 h 151"/>
                  <a:gd name="T4" fmla="*/ 1 w 825"/>
                  <a:gd name="T5" fmla="*/ 0 h 151"/>
                  <a:gd name="T6" fmla="*/ 0 w 825"/>
                  <a:gd name="T7" fmla="*/ 0 h 151"/>
                  <a:gd name="T8" fmla="*/ 1 w 825"/>
                  <a:gd name="T9" fmla="*/ 0 h 151"/>
                  <a:gd name="T10" fmla="*/ 1 w 825"/>
                  <a:gd name="T11" fmla="*/ 0 h 151"/>
                  <a:gd name="T12" fmla="*/ 1 w 825"/>
                  <a:gd name="T13" fmla="*/ 0 h 151"/>
                  <a:gd name="T14" fmla="*/ 1 w 825"/>
                  <a:gd name="T15" fmla="*/ 0 h 151"/>
                  <a:gd name="T16" fmla="*/ 1 w 825"/>
                  <a:gd name="T17" fmla="*/ 0 h 151"/>
                  <a:gd name="T18" fmla="*/ 1 w 825"/>
                  <a:gd name="T19" fmla="*/ 0 h 151"/>
                  <a:gd name="T20" fmla="*/ 1 w 825"/>
                  <a:gd name="T21" fmla="*/ 0 h 151"/>
                  <a:gd name="T22" fmla="*/ 1 w 825"/>
                  <a:gd name="T23" fmla="*/ 0 h 151"/>
                  <a:gd name="T24" fmla="*/ 1 w 825"/>
                  <a:gd name="T25" fmla="*/ 0 h 151"/>
                  <a:gd name="T26" fmla="*/ 1 w 825"/>
                  <a:gd name="T27" fmla="*/ 0 h 151"/>
                  <a:gd name="T28" fmla="*/ 1 w 825"/>
                  <a:gd name="T29" fmla="*/ 0 h 15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prstDash val="solid"/>
                <a:round/>
                <a:headEnd/>
                <a:tailEnd/>
              </a:ln>
            </p:spPr>
            <p:txBody>
              <a:bodyPr/>
              <a:lstStyle/>
              <a:p>
                <a:endParaRPr lang="zh-CN" altLang="en-US"/>
              </a:p>
            </p:txBody>
          </p:sp>
          <p:sp>
            <p:nvSpPr>
              <p:cNvPr id="25738" name="Freeform 544">
                <a:extLst>
                  <a:ext uri="{FF2B5EF4-FFF2-40B4-BE49-F238E27FC236}">
                    <a16:creationId xmlns:a16="http://schemas.microsoft.com/office/drawing/2014/main" id="{F49BB584-16CD-0D40-BA9C-EAE510B2A8C7}"/>
                  </a:ext>
                </a:extLst>
              </p:cNvPr>
              <p:cNvSpPr>
                <a:spLocks/>
              </p:cNvSpPr>
              <p:nvPr/>
            </p:nvSpPr>
            <p:spPr bwMode="auto">
              <a:xfrm>
                <a:off x="972" y="3833"/>
                <a:ext cx="330" cy="27"/>
              </a:xfrm>
              <a:custGeom>
                <a:avLst/>
                <a:gdLst>
                  <a:gd name="T0" fmla="*/ 1 w 658"/>
                  <a:gd name="T1" fmla="*/ 0 h 79"/>
                  <a:gd name="T2" fmla="*/ 0 w 658"/>
                  <a:gd name="T3" fmla="*/ 0 h 79"/>
                  <a:gd name="T4" fmla="*/ 1 w 658"/>
                  <a:gd name="T5" fmla="*/ 0 h 79"/>
                  <a:gd name="T6" fmla="*/ 1 w 658"/>
                  <a:gd name="T7" fmla="*/ 0 h 79"/>
                  <a:gd name="T8" fmla="*/ 1 w 658"/>
                  <a:gd name="T9" fmla="*/ 0 h 79"/>
                  <a:gd name="T10" fmla="*/ 1 w 658"/>
                  <a:gd name="T11" fmla="*/ 0 h 79"/>
                  <a:gd name="T12" fmla="*/ 1 w 658"/>
                  <a:gd name="T13" fmla="*/ 0 h 79"/>
                  <a:gd name="T14" fmla="*/ 1 w 658"/>
                  <a:gd name="T15" fmla="*/ 0 h 79"/>
                  <a:gd name="T16" fmla="*/ 1 w 658"/>
                  <a:gd name="T17" fmla="*/ 0 h 79"/>
                  <a:gd name="T18" fmla="*/ 1 w 658"/>
                  <a:gd name="T19" fmla="*/ 0 h 79"/>
                  <a:gd name="T20" fmla="*/ 1 w 658"/>
                  <a:gd name="T21" fmla="*/ 0 h 79"/>
                  <a:gd name="T22" fmla="*/ 1 w 658"/>
                  <a:gd name="T23" fmla="*/ 0 h 79"/>
                  <a:gd name="T24" fmla="*/ 1 w 658"/>
                  <a:gd name="T25" fmla="*/ 0 h 7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39" name="Rectangle 545">
                <a:extLst>
                  <a:ext uri="{FF2B5EF4-FFF2-40B4-BE49-F238E27FC236}">
                    <a16:creationId xmlns:a16="http://schemas.microsoft.com/office/drawing/2014/main" id="{3432BC63-3F37-F24A-AB27-3AEE71FFF276}"/>
                  </a:ext>
                </a:extLst>
              </p:cNvPr>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740" name="Rectangle 546">
                <a:extLst>
                  <a:ext uri="{FF2B5EF4-FFF2-40B4-BE49-F238E27FC236}">
                    <a16:creationId xmlns:a16="http://schemas.microsoft.com/office/drawing/2014/main" id="{BBEEDF57-3268-B343-86A5-D99256206E10}"/>
                  </a:ext>
                </a:extLst>
              </p:cNvPr>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grpSp>
          <p:nvGrpSpPr>
            <p:cNvPr id="25717" name="Group 547">
              <a:extLst>
                <a:ext uri="{FF2B5EF4-FFF2-40B4-BE49-F238E27FC236}">
                  <a16:creationId xmlns:a16="http://schemas.microsoft.com/office/drawing/2014/main" id="{7E3EBBF4-D009-5945-BE41-133B0B9E869F}"/>
                </a:ext>
              </a:extLst>
            </p:cNvPr>
            <p:cNvGrpSpPr>
              <a:grpSpLocks/>
            </p:cNvGrpSpPr>
            <p:nvPr/>
          </p:nvGrpSpPr>
          <p:grpSpPr bwMode="auto">
            <a:xfrm>
              <a:off x="1227" y="3477"/>
              <a:ext cx="508" cy="321"/>
              <a:chOff x="1227" y="3477"/>
              <a:chExt cx="508" cy="321"/>
            </a:xfrm>
          </p:grpSpPr>
          <p:sp>
            <p:nvSpPr>
              <p:cNvPr id="25718" name="Freeform 548">
                <a:extLst>
                  <a:ext uri="{FF2B5EF4-FFF2-40B4-BE49-F238E27FC236}">
                    <a16:creationId xmlns:a16="http://schemas.microsoft.com/office/drawing/2014/main" id="{31763F6E-24CF-DC46-AD00-8F1A55048BEB}"/>
                  </a:ext>
                </a:extLst>
              </p:cNvPr>
              <p:cNvSpPr>
                <a:spLocks/>
              </p:cNvSpPr>
              <p:nvPr/>
            </p:nvSpPr>
            <p:spPr bwMode="auto">
              <a:xfrm>
                <a:off x="1640" y="3731"/>
                <a:ext cx="95" cy="66"/>
              </a:xfrm>
              <a:custGeom>
                <a:avLst/>
                <a:gdLst>
                  <a:gd name="T0" fmla="*/ 0 w 191"/>
                  <a:gd name="T1" fmla="*/ 0 h 200"/>
                  <a:gd name="T2" fmla="*/ 0 w 191"/>
                  <a:gd name="T3" fmla="*/ 0 h 200"/>
                  <a:gd name="T4" fmla="*/ 0 w 191"/>
                  <a:gd name="T5" fmla="*/ 0 h 200"/>
                  <a:gd name="T6" fmla="*/ 0 w 191"/>
                  <a:gd name="T7" fmla="*/ 0 h 200"/>
                  <a:gd name="T8" fmla="*/ 0 w 191"/>
                  <a:gd name="T9" fmla="*/ 0 h 200"/>
                  <a:gd name="T10" fmla="*/ 0 w 191"/>
                  <a:gd name="T11" fmla="*/ 0 h 200"/>
                  <a:gd name="T12" fmla="*/ 0 w 191"/>
                  <a:gd name="T13" fmla="*/ 0 h 200"/>
                  <a:gd name="T14" fmla="*/ 0 w 191"/>
                  <a:gd name="T15" fmla="*/ 0 h 200"/>
                  <a:gd name="T16" fmla="*/ 0 w 191"/>
                  <a:gd name="T17" fmla="*/ 0 h 200"/>
                  <a:gd name="T18" fmla="*/ 0 w 191"/>
                  <a:gd name="T19" fmla="*/ 0 h 200"/>
                  <a:gd name="T20" fmla="*/ 0 w 191"/>
                  <a:gd name="T21" fmla="*/ 0 h 200"/>
                  <a:gd name="T22" fmla="*/ 0 w 191"/>
                  <a:gd name="T23" fmla="*/ 0 h 2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prstDash val="solid"/>
                <a:round/>
                <a:headEnd/>
                <a:tailEnd/>
              </a:ln>
            </p:spPr>
            <p:txBody>
              <a:bodyPr/>
              <a:lstStyle/>
              <a:p>
                <a:endParaRPr lang="zh-CN" altLang="en-US"/>
              </a:p>
            </p:txBody>
          </p:sp>
          <p:sp>
            <p:nvSpPr>
              <p:cNvPr id="25719" name="Freeform 549">
                <a:extLst>
                  <a:ext uri="{FF2B5EF4-FFF2-40B4-BE49-F238E27FC236}">
                    <a16:creationId xmlns:a16="http://schemas.microsoft.com/office/drawing/2014/main" id="{FC6B016C-0D01-B04E-BB29-8661184953A9}"/>
                  </a:ext>
                </a:extLst>
              </p:cNvPr>
              <p:cNvSpPr>
                <a:spLocks/>
              </p:cNvSpPr>
              <p:nvPr/>
            </p:nvSpPr>
            <p:spPr bwMode="auto">
              <a:xfrm>
                <a:off x="1227" y="3477"/>
                <a:ext cx="429" cy="264"/>
              </a:xfrm>
              <a:custGeom>
                <a:avLst/>
                <a:gdLst>
                  <a:gd name="T0" fmla="*/ 0 w 860"/>
                  <a:gd name="T1" fmla="*/ 0 h 791"/>
                  <a:gd name="T2" fmla="*/ 0 w 860"/>
                  <a:gd name="T3" fmla="*/ 0 h 791"/>
                  <a:gd name="T4" fmla="*/ 0 w 860"/>
                  <a:gd name="T5" fmla="*/ 0 h 791"/>
                  <a:gd name="T6" fmla="*/ 0 w 860"/>
                  <a:gd name="T7" fmla="*/ 0 h 791"/>
                  <a:gd name="T8" fmla="*/ 0 w 860"/>
                  <a:gd name="T9" fmla="*/ 0 h 7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20" name="Freeform 550">
                <a:extLst>
                  <a:ext uri="{FF2B5EF4-FFF2-40B4-BE49-F238E27FC236}">
                    <a16:creationId xmlns:a16="http://schemas.microsoft.com/office/drawing/2014/main" id="{15FCCEC6-A587-9840-A68F-A1AFCABAEDA3}"/>
                  </a:ext>
                </a:extLst>
              </p:cNvPr>
              <p:cNvSpPr>
                <a:spLocks/>
              </p:cNvSpPr>
              <p:nvPr/>
            </p:nvSpPr>
            <p:spPr bwMode="auto">
              <a:xfrm>
                <a:off x="1521" y="3650"/>
                <a:ext cx="141" cy="122"/>
              </a:xfrm>
              <a:custGeom>
                <a:avLst/>
                <a:gdLst>
                  <a:gd name="T0" fmla="*/ 1 w 281"/>
                  <a:gd name="T1" fmla="*/ 0 h 366"/>
                  <a:gd name="T2" fmla="*/ 1 w 281"/>
                  <a:gd name="T3" fmla="*/ 0 h 366"/>
                  <a:gd name="T4" fmla="*/ 1 w 281"/>
                  <a:gd name="T5" fmla="*/ 0 h 366"/>
                  <a:gd name="T6" fmla="*/ 1 w 281"/>
                  <a:gd name="T7" fmla="*/ 0 h 366"/>
                  <a:gd name="T8" fmla="*/ 1 w 281"/>
                  <a:gd name="T9" fmla="*/ 0 h 366"/>
                  <a:gd name="T10" fmla="*/ 1 w 281"/>
                  <a:gd name="T11" fmla="*/ 0 h 366"/>
                  <a:gd name="T12" fmla="*/ 1 w 281"/>
                  <a:gd name="T13" fmla="*/ 0 h 366"/>
                  <a:gd name="T14" fmla="*/ 1 w 281"/>
                  <a:gd name="T15" fmla="*/ 0 h 366"/>
                  <a:gd name="T16" fmla="*/ 1 w 281"/>
                  <a:gd name="T17" fmla="*/ 0 h 366"/>
                  <a:gd name="T18" fmla="*/ 1 w 281"/>
                  <a:gd name="T19" fmla="*/ 0 h 366"/>
                  <a:gd name="T20" fmla="*/ 1 w 281"/>
                  <a:gd name="T21" fmla="*/ 0 h 366"/>
                  <a:gd name="T22" fmla="*/ 1 w 281"/>
                  <a:gd name="T23" fmla="*/ 0 h 366"/>
                  <a:gd name="T24" fmla="*/ 1 w 281"/>
                  <a:gd name="T25" fmla="*/ 0 h 366"/>
                  <a:gd name="T26" fmla="*/ 1 w 281"/>
                  <a:gd name="T27" fmla="*/ 0 h 366"/>
                  <a:gd name="T28" fmla="*/ 1 w 281"/>
                  <a:gd name="T29" fmla="*/ 0 h 366"/>
                  <a:gd name="T30" fmla="*/ 0 w 281"/>
                  <a:gd name="T31" fmla="*/ 0 h 366"/>
                  <a:gd name="T32" fmla="*/ 0 w 281"/>
                  <a:gd name="T33" fmla="*/ 0 h 366"/>
                  <a:gd name="T34" fmla="*/ 1 w 281"/>
                  <a:gd name="T35" fmla="*/ 0 h 3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prstDash val="solid"/>
                <a:round/>
                <a:headEnd/>
                <a:tailEnd/>
              </a:ln>
            </p:spPr>
            <p:txBody>
              <a:bodyPr/>
              <a:lstStyle/>
              <a:p>
                <a:endParaRPr lang="zh-CN" altLang="en-US"/>
              </a:p>
            </p:txBody>
          </p:sp>
          <p:sp>
            <p:nvSpPr>
              <p:cNvPr id="25721" name="Line 551">
                <a:extLst>
                  <a:ext uri="{FF2B5EF4-FFF2-40B4-BE49-F238E27FC236}">
                    <a16:creationId xmlns:a16="http://schemas.microsoft.com/office/drawing/2014/main" id="{BFEB8FF6-C104-8D47-B242-E47587560A5E}"/>
                  </a:ext>
                </a:extLst>
              </p:cNvPr>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722" name="Freeform 552">
                <a:extLst>
                  <a:ext uri="{FF2B5EF4-FFF2-40B4-BE49-F238E27FC236}">
                    <a16:creationId xmlns:a16="http://schemas.microsoft.com/office/drawing/2014/main" id="{02BABD97-053C-F842-B68F-274EA7DE6104}"/>
                  </a:ext>
                </a:extLst>
              </p:cNvPr>
              <p:cNvSpPr>
                <a:spLocks/>
              </p:cNvSpPr>
              <p:nvPr/>
            </p:nvSpPr>
            <p:spPr bwMode="auto">
              <a:xfrm>
                <a:off x="1242" y="3486"/>
                <a:ext cx="111" cy="96"/>
              </a:xfrm>
              <a:custGeom>
                <a:avLst/>
                <a:gdLst>
                  <a:gd name="T0" fmla="*/ 1 w 222"/>
                  <a:gd name="T1" fmla="*/ 0 h 289"/>
                  <a:gd name="T2" fmla="*/ 1 w 222"/>
                  <a:gd name="T3" fmla="*/ 0 h 289"/>
                  <a:gd name="T4" fmla="*/ 1 w 222"/>
                  <a:gd name="T5" fmla="*/ 0 h 289"/>
                  <a:gd name="T6" fmla="*/ 1 w 222"/>
                  <a:gd name="T7" fmla="*/ 0 h 289"/>
                  <a:gd name="T8" fmla="*/ 1 w 222"/>
                  <a:gd name="T9" fmla="*/ 0 h 289"/>
                  <a:gd name="T10" fmla="*/ 1 w 222"/>
                  <a:gd name="T11" fmla="*/ 0 h 289"/>
                  <a:gd name="T12" fmla="*/ 1 w 222"/>
                  <a:gd name="T13" fmla="*/ 0 h 289"/>
                  <a:gd name="T14" fmla="*/ 1 w 222"/>
                  <a:gd name="T15" fmla="*/ 0 h 289"/>
                  <a:gd name="T16" fmla="*/ 1 w 222"/>
                  <a:gd name="T17" fmla="*/ 0 h 289"/>
                  <a:gd name="T18" fmla="*/ 1 w 222"/>
                  <a:gd name="T19" fmla="*/ 0 h 289"/>
                  <a:gd name="T20" fmla="*/ 1 w 222"/>
                  <a:gd name="T21" fmla="*/ 0 h 289"/>
                  <a:gd name="T22" fmla="*/ 1 w 222"/>
                  <a:gd name="T23" fmla="*/ 0 h 289"/>
                  <a:gd name="T24" fmla="*/ 1 w 222"/>
                  <a:gd name="T25" fmla="*/ 0 h 289"/>
                  <a:gd name="T26" fmla="*/ 1 w 222"/>
                  <a:gd name="T27" fmla="*/ 0 h 289"/>
                  <a:gd name="T28" fmla="*/ 1 w 222"/>
                  <a:gd name="T29" fmla="*/ 0 h 289"/>
                  <a:gd name="T30" fmla="*/ 0 w 222"/>
                  <a:gd name="T31" fmla="*/ 0 h 289"/>
                  <a:gd name="T32" fmla="*/ 1 w 222"/>
                  <a:gd name="T33" fmla="*/ 0 h 289"/>
                  <a:gd name="T34" fmla="*/ 1 w 222"/>
                  <a:gd name="T35" fmla="*/ 0 h 2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prstDash val="solid"/>
                <a:round/>
                <a:headEnd/>
                <a:tailEnd/>
              </a:ln>
            </p:spPr>
            <p:txBody>
              <a:bodyPr/>
              <a:lstStyle/>
              <a:p>
                <a:endParaRPr lang="zh-CN" altLang="en-US"/>
              </a:p>
            </p:txBody>
          </p:sp>
          <p:sp>
            <p:nvSpPr>
              <p:cNvPr id="25723" name="Freeform 553">
                <a:extLst>
                  <a:ext uri="{FF2B5EF4-FFF2-40B4-BE49-F238E27FC236}">
                    <a16:creationId xmlns:a16="http://schemas.microsoft.com/office/drawing/2014/main" id="{8FA723F4-9449-C64B-AFB3-5DC7EA097C1D}"/>
                  </a:ext>
                </a:extLst>
              </p:cNvPr>
              <p:cNvSpPr>
                <a:spLocks/>
              </p:cNvSpPr>
              <p:nvPr/>
            </p:nvSpPr>
            <p:spPr bwMode="auto">
              <a:xfrm>
                <a:off x="1456" y="3626"/>
                <a:ext cx="64" cy="62"/>
              </a:xfrm>
              <a:custGeom>
                <a:avLst/>
                <a:gdLst>
                  <a:gd name="T0" fmla="*/ 1 w 128"/>
                  <a:gd name="T1" fmla="*/ 0 h 186"/>
                  <a:gd name="T2" fmla="*/ 1 w 128"/>
                  <a:gd name="T3" fmla="*/ 0 h 186"/>
                  <a:gd name="T4" fmla="*/ 1 w 128"/>
                  <a:gd name="T5" fmla="*/ 0 h 186"/>
                  <a:gd name="T6" fmla="*/ 1 w 128"/>
                  <a:gd name="T7" fmla="*/ 0 h 186"/>
                  <a:gd name="T8" fmla="*/ 0 w 128"/>
                  <a:gd name="T9" fmla="*/ 0 h 186"/>
                  <a:gd name="T10" fmla="*/ 0 w 128"/>
                  <a:gd name="T11" fmla="*/ 0 h 186"/>
                  <a:gd name="T12" fmla="*/ 0 w 128"/>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25724" name="Freeform 554">
                <a:extLst>
                  <a:ext uri="{FF2B5EF4-FFF2-40B4-BE49-F238E27FC236}">
                    <a16:creationId xmlns:a16="http://schemas.microsoft.com/office/drawing/2014/main" id="{E037A036-BE55-CF41-A793-AA21231FAAC2}"/>
                  </a:ext>
                </a:extLst>
              </p:cNvPr>
              <p:cNvSpPr>
                <a:spLocks/>
              </p:cNvSpPr>
              <p:nvPr/>
            </p:nvSpPr>
            <p:spPr bwMode="auto">
              <a:xfrm>
                <a:off x="1440" y="3615"/>
                <a:ext cx="63" cy="61"/>
              </a:xfrm>
              <a:custGeom>
                <a:avLst/>
                <a:gdLst>
                  <a:gd name="T0" fmla="*/ 1 w 126"/>
                  <a:gd name="T1" fmla="*/ 0 h 185"/>
                  <a:gd name="T2" fmla="*/ 1 w 126"/>
                  <a:gd name="T3" fmla="*/ 0 h 185"/>
                  <a:gd name="T4" fmla="*/ 1 w 126"/>
                  <a:gd name="T5" fmla="*/ 0 h 185"/>
                  <a:gd name="T6" fmla="*/ 1 w 126"/>
                  <a:gd name="T7" fmla="*/ 0 h 185"/>
                  <a:gd name="T8" fmla="*/ 0 w 126"/>
                  <a:gd name="T9" fmla="*/ 0 h 185"/>
                  <a:gd name="T10" fmla="*/ 0 w 126"/>
                  <a:gd name="T11" fmla="*/ 0 h 185"/>
                  <a:gd name="T12" fmla="*/ 0 w 126"/>
                  <a:gd name="T13" fmla="*/ 0 h 18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prstDash val="solid"/>
                <a:round/>
                <a:headEnd/>
                <a:tailEnd/>
              </a:ln>
            </p:spPr>
            <p:txBody>
              <a:bodyPr/>
              <a:lstStyle/>
              <a:p>
                <a:endParaRPr lang="zh-CN" altLang="en-US"/>
              </a:p>
            </p:txBody>
          </p:sp>
          <p:sp>
            <p:nvSpPr>
              <p:cNvPr id="25725" name="Freeform 555">
                <a:extLst>
                  <a:ext uri="{FF2B5EF4-FFF2-40B4-BE49-F238E27FC236}">
                    <a16:creationId xmlns:a16="http://schemas.microsoft.com/office/drawing/2014/main" id="{59C4005B-EAAE-0649-A667-F2A28330EF0D}"/>
                  </a:ext>
                </a:extLst>
              </p:cNvPr>
              <p:cNvSpPr>
                <a:spLocks/>
              </p:cNvSpPr>
              <p:nvPr/>
            </p:nvSpPr>
            <p:spPr bwMode="auto">
              <a:xfrm>
                <a:off x="1422" y="3604"/>
                <a:ext cx="64" cy="62"/>
              </a:xfrm>
              <a:custGeom>
                <a:avLst/>
                <a:gdLst>
                  <a:gd name="T0" fmla="*/ 1 w 127"/>
                  <a:gd name="T1" fmla="*/ 0 h 185"/>
                  <a:gd name="T2" fmla="*/ 1 w 127"/>
                  <a:gd name="T3" fmla="*/ 0 h 185"/>
                  <a:gd name="T4" fmla="*/ 1 w 127"/>
                  <a:gd name="T5" fmla="*/ 0 h 185"/>
                  <a:gd name="T6" fmla="*/ 1 w 127"/>
                  <a:gd name="T7" fmla="*/ 0 h 185"/>
                  <a:gd name="T8" fmla="*/ 0 w 127"/>
                  <a:gd name="T9" fmla="*/ 0 h 185"/>
                  <a:gd name="T10" fmla="*/ 0 w 127"/>
                  <a:gd name="T11" fmla="*/ 0 h 185"/>
                  <a:gd name="T12" fmla="*/ 0 w 127"/>
                  <a:gd name="T13" fmla="*/ 0 h 18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25726" name="Freeform 556">
                <a:extLst>
                  <a:ext uri="{FF2B5EF4-FFF2-40B4-BE49-F238E27FC236}">
                    <a16:creationId xmlns:a16="http://schemas.microsoft.com/office/drawing/2014/main" id="{E0CE1F64-534D-6C42-98CE-F2850FDD677F}"/>
                  </a:ext>
                </a:extLst>
              </p:cNvPr>
              <p:cNvSpPr>
                <a:spLocks/>
              </p:cNvSpPr>
              <p:nvPr/>
            </p:nvSpPr>
            <p:spPr bwMode="auto">
              <a:xfrm>
                <a:off x="1401" y="3594"/>
                <a:ext cx="64" cy="62"/>
              </a:xfrm>
              <a:custGeom>
                <a:avLst/>
                <a:gdLst>
                  <a:gd name="T0" fmla="*/ 1 w 127"/>
                  <a:gd name="T1" fmla="*/ 0 h 186"/>
                  <a:gd name="T2" fmla="*/ 1 w 127"/>
                  <a:gd name="T3" fmla="*/ 0 h 186"/>
                  <a:gd name="T4" fmla="*/ 1 w 127"/>
                  <a:gd name="T5" fmla="*/ 0 h 186"/>
                  <a:gd name="T6" fmla="*/ 1 w 127"/>
                  <a:gd name="T7" fmla="*/ 0 h 186"/>
                  <a:gd name="T8" fmla="*/ 0 w 127"/>
                  <a:gd name="T9" fmla="*/ 0 h 186"/>
                  <a:gd name="T10" fmla="*/ 0 w 127"/>
                  <a:gd name="T11" fmla="*/ 0 h 186"/>
                  <a:gd name="T12" fmla="*/ 0 w 127"/>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25727" name="Freeform 557">
                <a:extLst>
                  <a:ext uri="{FF2B5EF4-FFF2-40B4-BE49-F238E27FC236}">
                    <a16:creationId xmlns:a16="http://schemas.microsoft.com/office/drawing/2014/main" id="{1CE9E320-5C78-2E4A-8DF1-630D9DA263EB}"/>
                  </a:ext>
                </a:extLst>
              </p:cNvPr>
              <p:cNvSpPr>
                <a:spLocks/>
              </p:cNvSpPr>
              <p:nvPr/>
            </p:nvSpPr>
            <p:spPr bwMode="auto">
              <a:xfrm>
                <a:off x="1383" y="3583"/>
                <a:ext cx="64" cy="62"/>
              </a:xfrm>
              <a:custGeom>
                <a:avLst/>
                <a:gdLst>
                  <a:gd name="T0" fmla="*/ 1 w 128"/>
                  <a:gd name="T1" fmla="*/ 0 h 186"/>
                  <a:gd name="T2" fmla="*/ 1 w 128"/>
                  <a:gd name="T3" fmla="*/ 0 h 186"/>
                  <a:gd name="T4" fmla="*/ 1 w 128"/>
                  <a:gd name="T5" fmla="*/ 0 h 186"/>
                  <a:gd name="T6" fmla="*/ 1 w 128"/>
                  <a:gd name="T7" fmla="*/ 0 h 186"/>
                  <a:gd name="T8" fmla="*/ 0 w 128"/>
                  <a:gd name="T9" fmla="*/ 0 h 186"/>
                  <a:gd name="T10" fmla="*/ 0 w 128"/>
                  <a:gd name="T11" fmla="*/ 0 h 186"/>
                  <a:gd name="T12" fmla="*/ 0 w 128"/>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25728" name="Freeform 558">
                <a:extLst>
                  <a:ext uri="{FF2B5EF4-FFF2-40B4-BE49-F238E27FC236}">
                    <a16:creationId xmlns:a16="http://schemas.microsoft.com/office/drawing/2014/main" id="{81723DAC-4FEF-4B4A-A1B4-C8739799D146}"/>
                  </a:ext>
                </a:extLst>
              </p:cNvPr>
              <p:cNvSpPr>
                <a:spLocks/>
              </p:cNvSpPr>
              <p:nvPr/>
            </p:nvSpPr>
            <p:spPr bwMode="auto">
              <a:xfrm>
                <a:off x="1365" y="3570"/>
                <a:ext cx="63" cy="62"/>
              </a:xfrm>
              <a:custGeom>
                <a:avLst/>
                <a:gdLst>
                  <a:gd name="T0" fmla="*/ 1 w 126"/>
                  <a:gd name="T1" fmla="*/ 0 h 186"/>
                  <a:gd name="T2" fmla="*/ 1 w 126"/>
                  <a:gd name="T3" fmla="*/ 0 h 186"/>
                  <a:gd name="T4" fmla="*/ 1 w 126"/>
                  <a:gd name="T5" fmla="*/ 0 h 186"/>
                  <a:gd name="T6" fmla="*/ 1 w 126"/>
                  <a:gd name="T7" fmla="*/ 0 h 186"/>
                  <a:gd name="T8" fmla="*/ 0 w 126"/>
                  <a:gd name="T9" fmla="*/ 0 h 186"/>
                  <a:gd name="T10" fmla="*/ 0 w 126"/>
                  <a:gd name="T11" fmla="*/ 0 h 186"/>
                  <a:gd name="T12" fmla="*/ 0 w 126"/>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25729" name="Freeform 559">
                <a:extLst>
                  <a:ext uri="{FF2B5EF4-FFF2-40B4-BE49-F238E27FC236}">
                    <a16:creationId xmlns:a16="http://schemas.microsoft.com/office/drawing/2014/main" id="{89207163-5EB1-BB40-B02E-23FBA20AEAE4}"/>
                  </a:ext>
                </a:extLst>
              </p:cNvPr>
              <p:cNvSpPr>
                <a:spLocks/>
              </p:cNvSpPr>
              <p:nvPr/>
            </p:nvSpPr>
            <p:spPr bwMode="auto">
              <a:xfrm>
                <a:off x="1349" y="3558"/>
                <a:ext cx="64" cy="62"/>
              </a:xfrm>
              <a:custGeom>
                <a:avLst/>
                <a:gdLst>
                  <a:gd name="T0" fmla="*/ 1 w 127"/>
                  <a:gd name="T1" fmla="*/ 0 h 186"/>
                  <a:gd name="T2" fmla="*/ 1 w 127"/>
                  <a:gd name="T3" fmla="*/ 0 h 186"/>
                  <a:gd name="T4" fmla="*/ 1 w 127"/>
                  <a:gd name="T5" fmla="*/ 0 h 186"/>
                  <a:gd name="T6" fmla="*/ 1 w 127"/>
                  <a:gd name="T7" fmla="*/ 0 h 186"/>
                  <a:gd name="T8" fmla="*/ 0 w 127"/>
                  <a:gd name="T9" fmla="*/ 0 h 186"/>
                  <a:gd name="T10" fmla="*/ 0 w 127"/>
                  <a:gd name="T11" fmla="*/ 0 h 186"/>
                  <a:gd name="T12" fmla="*/ 0 w 127"/>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25730" name="Freeform 560">
                <a:extLst>
                  <a:ext uri="{FF2B5EF4-FFF2-40B4-BE49-F238E27FC236}">
                    <a16:creationId xmlns:a16="http://schemas.microsoft.com/office/drawing/2014/main" id="{F1ACB3C2-D58D-2F42-8327-60BA9D855C08}"/>
                  </a:ext>
                </a:extLst>
              </p:cNvPr>
              <p:cNvSpPr>
                <a:spLocks/>
              </p:cNvSpPr>
              <p:nvPr/>
            </p:nvSpPr>
            <p:spPr bwMode="auto">
              <a:xfrm>
                <a:off x="1331" y="3550"/>
                <a:ext cx="63" cy="62"/>
              </a:xfrm>
              <a:custGeom>
                <a:avLst/>
                <a:gdLst>
                  <a:gd name="T0" fmla="*/ 0 w 127"/>
                  <a:gd name="T1" fmla="*/ 0 h 186"/>
                  <a:gd name="T2" fmla="*/ 0 w 127"/>
                  <a:gd name="T3" fmla="*/ 0 h 186"/>
                  <a:gd name="T4" fmla="*/ 0 w 127"/>
                  <a:gd name="T5" fmla="*/ 0 h 186"/>
                  <a:gd name="T6" fmla="*/ 0 w 127"/>
                  <a:gd name="T7" fmla="*/ 0 h 186"/>
                  <a:gd name="T8" fmla="*/ 0 w 127"/>
                  <a:gd name="T9" fmla="*/ 0 h 186"/>
                  <a:gd name="T10" fmla="*/ 0 w 127"/>
                  <a:gd name="T11" fmla="*/ 0 h 186"/>
                  <a:gd name="T12" fmla="*/ 0 w 127"/>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prstDash val="solid"/>
                <a:round/>
                <a:headEnd/>
                <a:tailEnd/>
              </a:ln>
            </p:spPr>
            <p:txBody>
              <a:bodyPr/>
              <a:lstStyle/>
              <a:p>
                <a:endParaRPr lang="zh-CN" altLang="en-US"/>
              </a:p>
            </p:txBody>
          </p:sp>
          <p:sp>
            <p:nvSpPr>
              <p:cNvPr id="25731" name="Freeform 561">
                <a:extLst>
                  <a:ext uri="{FF2B5EF4-FFF2-40B4-BE49-F238E27FC236}">
                    <a16:creationId xmlns:a16="http://schemas.microsoft.com/office/drawing/2014/main" id="{37C00C69-83B9-5E4A-B73E-75675D48E6C1}"/>
                  </a:ext>
                </a:extLst>
              </p:cNvPr>
              <p:cNvSpPr>
                <a:spLocks/>
              </p:cNvSpPr>
              <p:nvPr/>
            </p:nvSpPr>
            <p:spPr bwMode="auto">
              <a:xfrm>
                <a:off x="1308" y="3501"/>
                <a:ext cx="47" cy="25"/>
              </a:xfrm>
              <a:custGeom>
                <a:avLst/>
                <a:gdLst>
                  <a:gd name="T0" fmla="*/ 0 w 96"/>
                  <a:gd name="T1" fmla="*/ 0 h 74"/>
                  <a:gd name="T2" fmla="*/ 0 w 96"/>
                  <a:gd name="T3" fmla="*/ 0 h 74"/>
                  <a:gd name="T4" fmla="*/ 0 w 96"/>
                  <a:gd name="T5" fmla="*/ 0 h 74"/>
                  <a:gd name="T6" fmla="*/ 0 w 96"/>
                  <a:gd name="T7" fmla="*/ 0 h 7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prstDash val="solid"/>
                <a:round/>
                <a:headEnd/>
                <a:tailEnd/>
              </a:ln>
            </p:spPr>
            <p:txBody>
              <a:bodyPr/>
              <a:lstStyle/>
              <a:p>
                <a:endParaRPr lang="zh-CN" altLang="en-US"/>
              </a:p>
            </p:txBody>
          </p:sp>
          <p:sp>
            <p:nvSpPr>
              <p:cNvPr id="25732" name="Oval 562">
                <a:extLst>
                  <a:ext uri="{FF2B5EF4-FFF2-40B4-BE49-F238E27FC236}">
                    <a16:creationId xmlns:a16="http://schemas.microsoft.com/office/drawing/2014/main" id="{2B5E6BD1-3528-054D-B415-FCEDA3CC8EE6}"/>
                  </a:ext>
                </a:extLst>
              </p:cNvPr>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733" name="Oval 563">
                <a:extLst>
                  <a:ext uri="{FF2B5EF4-FFF2-40B4-BE49-F238E27FC236}">
                    <a16:creationId xmlns:a16="http://schemas.microsoft.com/office/drawing/2014/main" id="{AFA670BA-70D5-694F-B582-DEDE7CCEEC9C}"/>
                  </a:ext>
                </a:extLst>
              </p:cNvPr>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734" name="Freeform 564">
                <a:extLst>
                  <a:ext uri="{FF2B5EF4-FFF2-40B4-BE49-F238E27FC236}">
                    <a16:creationId xmlns:a16="http://schemas.microsoft.com/office/drawing/2014/main" id="{D9A26F95-2D44-C640-A5BA-3BD45E1905CA}"/>
                  </a:ext>
                </a:extLst>
              </p:cNvPr>
              <p:cNvSpPr>
                <a:spLocks/>
              </p:cNvSpPr>
              <p:nvPr/>
            </p:nvSpPr>
            <p:spPr bwMode="auto">
              <a:xfrm>
                <a:off x="1511" y="3785"/>
                <a:ext cx="94" cy="8"/>
              </a:xfrm>
              <a:custGeom>
                <a:avLst/>
                <a:gdLst>
                  <a:gd name="T0" fmla="*/ 0 w 188"/>
                  <a:gd name="T1" fmla="*/ 0 h 25"/>
                  <a:gd name="T2" fmla="*/ 1 w 188"/>
                  <a:gd name="T3" fmla="*/ 0 h 25"/>
                  <a:gd name="T4" fmla="*/ 1 w 188"/>
                  <a:gd name="T5" fmla="*/ 0 h 25"/>
                  <a:gd name="T6" fmla="*/ 1 w 188"/>
                  <a:gd name="T7" fmla="*/ 0 h 25"/>
                  <a:gd name="T8" fmla="*/ 0 w 188"/>
                  <a:gd name="T9" fmla="*/ 0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35" name="Oval 565">
                <a:extLst>
                  <a:ext uri="{FF2B5EF4-FFF2-40B4-BE49-F238E27FC236}">
                    <a16:creationId xmlns:a16="http://schemas.microsoft.com/office/drawing/2014/main" id="{D1EBE5FD-9B99-ED48-B6A3-B557762EB487}"/>
                  </a:ext>
                </a:extLst>
              </p:cNvPr>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736" name="Oval 566">
                <a:extLst>
                  <a:ext uri="{FF2B5EF4-FFF2-40B4-BE49-F238E27FC236}">
                    <a16:creationId xmlns:a16="http://schemas.microsoft.com/office/drawing/2014/main" id="{433F115B-F7B5-6A46-A3F2-690FBFB68EA8}"/>
                  </a:ext>
                </a:extLst>
              </p:cNvPr>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grpSp>
      <p:grpSp>
        <p:nvGrpSpPr>
          <p:cNvPr id="25625" name="Group 567">
            <a:extLst>
              <a:ext uri="{FF2B5EF4-FFF2-40B4-BE49-F238E27FC236}">
                <a16:creationId xmlns:a16="http://schemas.microsoft.com/office/drawing/2014/main" id="{8D4565BA-3821-3F49-B64B-C6FFE4085386}"/>
              </a:ext>
            </a:extLst>
          </p:cNvPr>
          <p:cNvGrpSpPr>
            <a:grpSpLocks/>
          </p:cNvGrpSpPr>
          <p:nvPr/>
        </p:nvGrpSpPr>
        <p:grpSpPr bwMode="auto">
          <a:xfrm>
            <a:off x="6391275" y="2256235"/>
            <a:ext cx="846535" cy="585788"/>
            <a:chOff x="1680" y="240"/>
            <a:chExt cx="2529" cy="1270"/>
          </a:xfrm>
        </p:grpSpPr>
        <p:sp>
          <p:nvSpPr>
            <p:cNvPr id="25694" name="Oval 568">
              <a:extLst>
                <a:ext uri="{FF2B5EF4-FFF2-40B4-BE49-F238E27FC236}">
                  <a16:creationId xmlns:a16="http://schemas.microsoft.com/office/drawing/2014/main" id="{37C439F8-DE27-DC4F-A81B-3A6D2343990D}"/>
                </a:ext>
              </a:extLst>
            </p:cNvPr>
            <p:cNvSpPr>
              <a:spLocks noChangeArrowheads="1"/>
            </p:cNvSpPr>
            <p:nvPr/>
          </p:nvSpPr>
          <p:spPr bwMode="auto">
            <a:xfrm>
              <a:off x="2555" y="240"/>
              <a:ext cx="1088" cy="514"/>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95" name="Oval 569">
              <a:extLst>
                <a:ext uri="{FF2B5EF4-FFF2-40B4-BE49-F238E27FC236}">
                  <a16:creationId xmlns:a16="http://schemas.microsoft.com/office/drawing/2014/main" id="{D20849D5-7D92-BD49-95E7-05FE5C07FD30}"/>
                </a:ext>
              </a:extLst>
            </p:cNvPr>
            <p:cNvSpPr>
              <a:spLocks noChangeArrowheads="1"/>
            </p:cNvSpPr>
            <p:nvPr/>
          </p:nvSpPr>
          <p:spPr bwMode="auto">
            <a:xfrm>
              <a:off x="1940" y="382"/>
              <a:ext cx="829" cy="5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96" name="Oval 570">
              <a:extLst>
                <a:ext uri="{FF2B5EF4-FFF2-40B4-BE49-F238E27FC236}">
                  <a16:creationId xmlns:a16="http://schemas.microsoft.com/office/drawing/2014/main" id="{02F8FBE3-3DB5-4042-94FB-292183173DED}"/>
                </a:ext>
              </a:extLst>
            </p:cNvPr>
            <p:cNvSpPr>
              <a:spLocks noChangeArrowheads="1"/>
            </p:cNvSpPr>
            <p:nvPr/>
          </p:nvSpPr>
          <p:spPr bwMode="auto">
            <a:xfrm>
              <a:off x="1680" y="702"/>
              <a:ext cx="551" cy="41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97" name="Oval 571">
              <a:extLst>
                <a:ext uri="{FF2B5EF4-FFF2-40B4-BE49-F238E27FC236}">
                  <a16:creationId xmlns:a16="http://schemas.microsoft.com/office/drawing/2014/main" id="{BA85D9E2-D733-664B-9E97-35685FE9A674}"/>
                </a:ext>
              </a:extLst>
            </p:cNvPr>
            <p:cNvSpPr>
              <a:spLocks noChangeArrowheads="1"/>
            </p:cNvSpPr>
            <p:nvPr/>
          </p:nvSpPr>
          <p:spPr bwMode="auto">
            <a:xfrm>
              <a:off x="1851" y="893"/>
              <a:ext cx="839" cy="452"/>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98" name="Oval 572">
              <a:extLst>
                <a:ext uri="{FF2B5EF4-FFF2-40B4-BE49-F238E27FC236}">
                  <a16:creationId xmlns:a16="http://schemas.microsoft.com/office/drawing/2014/main" id="{AD5C8D5F-BB1D-0C41-A987-57A0A53A0D46}"/>
                </a:ext>
              </a:extLst>
            </p:cNvPr>
            <p:cNvSpPr>
              <a:spLocks noChangeArrowheads="1"/>
            </p:cNvSpPr>
            <p:nvPr/>
          </p:nvSpPr>
          <p:spPr bwMode="auto">
            <a:xfrm>
              <a:off x="2463" y="971"/>
              <a:ext cx="1270"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99" name="Oval 573">
              <a:extLst>
                <a:ext uri="{FF2B5EF4-FFF2-40B4-BE49-F238E27FC236}">
                  <a16:creationId xmlns:a16="http://schemas.microsoft.com/office/drawing/2014/main" id="{1488F30C-0BDA-1246-A2A7-0676D5EB926B}"/>
                </a:ext>
              </a:extLst>
            </p:cNvPr>
            <p:cNvSpPr>
              <a:spLocks noChangeArrowheads="1"/>
            </p:cNvSpPr>
            <p:nvPr/>
          </p:nvSpPr>
          <p:spPr bwMode="auto">
            <a:xfrm>
              <a:off x="3288" y="395"/>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700" name="Oval 574">
              <a:extLst>
                <a:ext uri="{FF2B5EF4-FFF2-40B4-BE49-F238E27FC236}">
                  <a16:creationId xmlns:a16="http://schemas.microsoft.com/office/drawing/2014/main" id="{A0FD30D5-8510-3142-AE42-AA06E466D620}"/>
                </a:ext>
              </a:extLst>
            </p:cNvPr>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701" name="Oval 575">
              <a:extLst>
                <a:ext uri="{FF2B5EF4-FFF2-40B4-BE49-F238E27FC236}">
                  <a16:creationId xmlns:a16="http://schemas.microsoft.com/office/drawing/2014/main" id="{22C362F5-3CCC-FC49-A48D-406DB4DADAE0}"/>
                </a:ext>
              </a:extLst>
            </p:cNvPr>
            <p:cNvSpPr>
              <a:spLocks noChangeArrowheads="1"/>
            </p:cNvSpPr>
            <p:nvPr/>
          </p:nvSpPr>
          <p:spPr bwMode="auto">
            <a:xfrm>
              <a:off x="3334" y="754"/>
              <a:ext cx="797"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702" name="Oval 576">
              <a:extLst>
                <a:ext uri="{FF2B5EF4-FFF2-40B4-BE49-F238E27FC236}">
                  <a16:creationId xmlns:a16="http://schemas.microsoft.com/office/drawing/2014/main" id="{E87C4053-FF00-FE41-9E36-5E91A91303D6}"/>
                </a:ext>
              </a:extLst>
            </p:cNvPr>
            <p:cNvSpPr>
              <a:spLocks noChangeArrowheads="1"/>
            </p:cNvSpPr>
            <p:nvPr/>
          </p:nvSpPr>
          <p:spPr bwMode="auto">
            <a:xfrm>
              <a:off x="2139" y="547"/>
              <a:ext cx="1640"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sp>
        <p:nvSpPr>
          <p:cNvPr id="25626" name="Text Box 577">
            <a:extLst>
              <a:ext uri="{FF2B5EF4-FFF2-40B4-BE49-F238E27FC236}">
                <a16:creationId xmlns:a16="http://schemas.microsoft.com/office/drawing/2014/main" id="{BC10D9E9-21A7-784D-9AFC-4F5801A08DE5}"/>
              </a:ext>
            </a:extLst>
          </p:cNvPr>
          <p:cNvSpPr txBox="1">
            <a:spLocks noChangeArrowheads="1"/>
          </p:cNvSpPr>
          <p:nvPr/>
        </p:nvSpPr>
        <p:spPr bwMode="auto">
          <a:xfrm>
            <a:off x="6562726" y="2397919"/>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局域网</a:t>
            </a:r>
          </a:p>
        </p:txBody>
      </p:sp>
      <p:sp>
        <p:nvSpPr>
          <p:cNvPr id="25627" name="Line 578">
            <a:extLst>
              <a:ext uri="{FF2B5EF4-FFF2-40B4-BE49-F238E27FC236}">
                <a16:creationId xmlns:a16="http://schemas.microsoft.com/office/drawing/2014/main" id="{5CC88067-7962-E84F-8225-EFAA3F8A397E}"/>
              </a:ext>
            </a:extLst>
          </p:cNvPr>
          <p:cNvSpPr>
            <a:spLocks noChangeShapeType="1"/>
          </p:cNvSpPr>
          <p:nvPr/>
        </p:nvSpPr>
        <p:spPr bwMode="auto">
          <a:xfrm flipV="1">
            <a:off x="1922860" y="2306241"/>
            <a:ext cx="917972" cy="270272"/>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5628" name="Line 579">
            <a:extLst>
              <a:ext uri="{FF2B5EF4-FFF2-40B4-BE49-F238E27FC236}">
                <a16:creationId xmlns:a16="http://schemas.microsoft.com/office/drawing/2014/main" id="{2B04B581-55A6-AC4E-924B-C151509C3362}"/>
              </a:ext>
            </a:extLst>
          </p:cNvPr>
          <p:cNvSpPr>
            <a:spLocks noChangeShapeType="1"/>
          </p:cNvSpPr>
          <p:nvPr/>
        </p:nvSpPr>
        <p:spPr bwMode="auto">
          <a:xfrm flipV="1">
            <a:off x="4870848" y="2315767"/>
            <a:ext cx="1054894" cy="86915"/>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5629" name="Line 580">
            <a:extLst>
              <a:ext uri="{FF2B5EF4-FFF2-40B4-BE49-F238E27FC236}">
                <a16:creationId xmlns:a16="http://schemas.microsoft.com/office/drawing/2014/main" id="{42B7CE41-0CB5-1B45-ABF1-099239B2498A}"/>
              </a:ext>
            </a:extLst>
          </p:cNvPr>
          <p:cNvSpPr>
            <a:spLocks noChangeShapeType="1"/>
          </p:cNvSpPr>
          <p:nvPr/>
        </p:nvSpPr>
        <p:spPr bwMode="auto">
          <a:xfrm>
            <a:off x="6375797" y="2350294"/>
            <a:ext cx="1190625" cy="196454"/>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5630" name="Line 581">
            <a:extLst>
              <a:ext uri="{FF2B5EF4-FFF2-40B4-BE49-F238E27FC236}">
                <a16:creationId xmlns:a16="http://schemas.microsoft.com/office/drawing/2014/main" id="{3C674C16-1093-7948-8A57-9D9F4EAE5195}"/>
              </a:ext>
            </a:extLst>
          </p:cNvPr>
          <p:cNvSpPr>
            <a:spLocks noChangeShapeType="1"/>
          </p:cNvSpPr>
          <p:nvPr/>
        </p:nvSpPr>
        <p:spPr bwMode="auto">
          <a:xfrm>
            <a:off x="3323035" y="2283619"/>
            <a:ext cx="1157288" cy="107156"/>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5631" name="Text Box 583">
            <a:extLst>
              <a:ext uri="{FF2B5EF4-FFF2-40B4-BE49-F238E27FC236}">
                <a16:creationId xmlns:a16="http://schemas.microsoft.com/office/drawing/2014/main" id="{8A65FD62-546B-F54C-B961-797A7F5F8D35}"/>
              </a:ext>
            </a:extLst>
          </p:cNvPr>
          <p:cNvSpPr txBox="1">
            <a:spLocks noChangeArrowheads="1"/>
          </p:cNvSpPr>
          <p:nvPr/>
        </p:nvSpPr>
        <p:spPr bwMode="auto">
          <a:xfrm>
            <a:off x="3013473" y="1383507"/>
            <a:ext cx="32047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400">
                <a:latin typeface="Arial" panose="020B0604020202020204" pitchFamily="34" charset="0"/>
                <a:ea typeface="宋体" panose="02010600030101010101" pitchFamily="2" charset="-122"/>
              </a:rPr>
              <a:t>主机</a:t>
            </a:r>
            <a:r>
              <a:rPr kumimoji="1" lang="zh-CN" altLang="en-US" sz="1350">
                <a:latin typeface="Arial" panose="020B0604020202020204" pitchFamily="34" charset="0"/>
                <a:ea typeface="宋体" panose="02010600030101010101" pitchFamily="2" charset="-122"/>
              </a:rPr>
              <a:t> </a:t>
            </a:r>
            <a:r>
              <a:rPr kumimoji="1" lang="en-US" altLang="zh-CN" sz="2400">
                <a:latin typeface="Arial" panose="020B0604020202020204" pitchFamily="34" charset="0"/>
                <a:ea typeface="宋体" panose="02010600030101010101" pitchFamily="2" charset="-122"/>
              </a:rPr>
              <a:t>H</a:t>
            </a:r>
            <a:r>
              <a:rPr kumimoji="1" lang="en-US" altLang="zh-CN" sz="2400" baseline="-25000">
                <a:latin typeface="Arial" panose="020B0604020202020204" pitchFamily="34" charset="0"/>
                <a:ea typeface="宋体" panose="02010600030101010101" pitchFamily="2" charset="-122"/>
              </a:rPr>
              <a:t>1</a:t>
            </a:r>
            <a:r>
              <a:rPr kumimoji="1" lang="en-US" altLang="zh-CN" sz="1350">
                <a:latin typeface="Arial" panose="020B0604020202020204" pitchFamily="34" charset="0"/>
                <a:ea typeface="宋体" panose="02010600030101010101" pitchFamily="2" charset="-122"/>
              </a:rPr>
              <a:t> </a:t>
            </a:r>
            <a:r>
              <a:rPr kumimoji="1" lang="zh-CN" altLang="en-US" sz="2400">
                <a:latin typeface="Arial" panose="020B0604020202020204" pitchFamily="34" charset="0"/>
                <a:ea typeface="宋体" panose="02010600030101010101" pitchFamily="2" charset="-122"/>
              </a:rPr>
              <a:t>向</a:t>
            </a:r>
            <a:r>
              <a:rPr kumimoji="1" lang="zh-CN" altLang="en-US" sz="1350">
                <a:latin typeface="Arial" panose="020B0604020202020204" pitchFamily="34" charset="0"/>
                <a:ea typeface="宋体" panose="02010600030101010101" pitchFamily="2" charset="-122"/>
              </a:rPr>
              <a:t> </a:t>
            </a:r>
            <a:r>
              <a:rPr kumimoji="1" lang="en-US" altLang="zh-CN" sz="2400">
                <a:latin typeface="Arial" panose="020B0604020202020204" pitchFamily="34" charset="0"/>
                <a:ea typeface="宋体" panose="02010600030101010101" pitchFamily="2" charset="-122"/>
              </a:rPr>
              <a:t>H</a:t>
            </a:r>
            <a:r>
              <a:rPr kumimoji="1" lang="en-US" altLang="zh-CN" sz="2400" baseline="-25000">
                <a:latin typeface="Arial" panose="020B0604020202020204" pitchFamily="34" charset="0"/>
                <a:ea typeface="宋体" panose="02010600030101010101" pitchFamily="2" charset="-122"/>
              </a:rPr>
              <a:t>2</a:t>
            </a:r>
            <a:r>
              <a:rPr kumimoji="1" lang="en-US" altLang="zh-CN" sz="1350">
                <a:latin typeface="Arial" panose="020B0604020202020204" pitchFamily="34" charset="0"/>
                <a:ea typeface="宋体" panose="02010600030101010101" pitchFamily="2" charset="-122"/>
              </a:rPr>
              <a:t> </a:t>
            </a:r>
            <a:r>
              <a:rPr kumimoji="1" lang="zh-CN" altLang="en-US" sz="2400">
                <a:latin typeface="Arial" panose="020B0604020202020204" pitchFamily="34" charset="0"/>
                <a:ea typeface="宋体" panose="02010600030101010101" pitchFamily="2" charset="-122"/>
              </a:rPr>
              <a:t>发送数据</a:t>
            </a:r>
            <a:endParaRPr kumimoji="1" lang="zh-CN" altLang="en-US" sz="2400" baseline="-25000">
              <a:latin typeface="Arial" panose="020B0604020202020204" pitchFamily="34" charset="0"/>
              <a:ea typeface="宋体" panose="02010600030101010101" pitchFamily="2" charset="-122"/>
            </a:endParaRPr>
          </a:p>
        </p:txBody>
      </p:sp>
      <p:grpSp>
        <p:nvGrpSpPr>
          <p:cNvPr id="25632" name="Group 585">
            <a:extLst>
              <a:ext uri="{FF2B5EF4-FFF2-40B4-BE49-F238E27FC236}">
                <a16:creationId xmlns:a16="http://schemas.microsoft.com/office/drawing/2014/main" id="{CBA58A41-334E-FD48-8838-C3031C3422E2}"/>
              </a:ext>
            </a:extLst>
          </p:cNvPr>
          <p:cNvGrpSpPr>
            <a:grpSpLocks/>
          </p:cNvGrpSpPr>
          <p:nvPr/>
        </p:nvGrpSpPr>
        <p:grpSpPr bwMode="auto">
          <a:xfrm>
            <a:off x="1365409" y="3134916"/>
            <a:ext cx="671513" cy="1362075"/>
            <a:chOff x="292" y="2832"/>
            <a:chExt cx="620" cy="1200"/>
          </a:xfrm>
        </p:grpSpPr>
        <p:sp>
          <p:nvSpPr>
            <p:cNvPr id="25689" name="AutoShape 586">
              <a:extLst>
                <a:ext uri="{FF2B5EF4-FFF2-40B4-BE49-F238E27FC236}">
                  <a16:creationId xmlns:a16="http://schemas.microsoft.com/office/drawing/2014/main" id="{5398CDE0-4EDF-374C-9759-5C19D5411788}"/>
                </a:ext>
              </a:extLst>
            </p:cNvPr>
            <p:cNvSpPr>
              <a:spLocks noChangeArrowheads="1"/>
            </p:cNvSpPr>
            <p:nvPr/>
          </p:nvSpPr>
          <p:spPr bwMode="auto">
            <a:xfrm>
              <a:off x="292" y="2832"/>
              <a:ext cx="620" cy="1200"/>
            </a:xfrm>
            <a:prstGeom prst="cube">
              <a:avLst>
                <a:gd name="adj" fmla="val 9250"/>
              </a:avLst>
            </a:prstGeom>
            <a:solidFill>
              <a:schemeClr val="bg1"/>
            </a:solidFill>
            <a:ln w="1905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90" name="Freeform 587">
              <a:extLst>
                <a:ext uri="{FF2B5EF4-FFF2-40B4-BE49-F238E27FC236}">
                  <a16:creationId xmlns:a16="http://schemas.microsoft.com/office/drawing/2014/main" id="{3CFBD90A-B5F9-5845-A1C4-1D7174631E35}"/>
                </a:ext>
              </a:extLst>
            </p:cNvPr>
            <p:cNvSpPr>
              <a:spLocks/>
            </p:cNvSpPr>
            <p:nvPr/>
          </p:nvSpPr>
          <p:spPr bwMode="auto">
            <a:xfrm>
              <a:off x="292" y="3732"/>
              <a:ext cx="620" cy="79"/>
            </a:xfrm>
            <a:custGeom>
              <a:avLst/>
              <a:gdLst>
                <a:gd name="T0" fmla="*/ 0 w 1200"/>
                <a:gd name="T1" fmla="*/ 22 h 120"/>
                <a:gd name="T2" fmla="*/ 77 w 1200"/>
                <a:gd name="T3" fmla="*/ 22 h 120"/>
                <a:gd name="T4" fmla="*/ 85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691" name="Freeform 588">
              <a:extLst>
                <a:ext uri="{FF2B5EF4-FFF2-40B4-BE49-F238E27FC236}">
                  <a16:creationId xmlns:a16="http://schemas.microsoft.com/office/drawing/2014/main" id="{49F7E09E-57DA-B84A-A5B5-C34D023F3ABC}"/>
                </a:ext>
              </a:extLst>
            </p:cNvPr>
            <p:cNvSpPr>
              <a:spLocks/>
            </p:cNvSpPr>
            <p:nvPr/>
          </p:nvSpPr>
          <p:spPr bwMode="auto">
            <a:xfrm>
              <a:off x="292" y="3503"/>
              <a:ext cx="620" cy="79"/>
            </a:xfrm>
            <a:custGeom>
              <a:avLst/>
              <a:gdLst>
                <a:gd name="T0" fmla="*/ 0 w 1200"/>
                <a:gd name="T1" fmla="*/ 22 h 120"/>
                <a:gd name="T2" fmla="*/ 77 w 1200"/>
                <a:gd name="T3" fmla="*/ 22 h 120"/>
                <a:gd name="T4" fmla="*/ 85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692" name="Freeform 589">
              <a:extLst>
                <a:ext uri="{FF2B5EF4-FFF2-40B4-BE49-F238E27FC236}">
                  <a16:creationId xmlns:a16="http://schemas.microsoft.com/office/drawing/2014/main" id="{54F63A71-0D8B-7642-8FE1-C65F54491231}"/>
                </a:ext>
              </a:extLst>
            </p:cNvPr>
            <p:cNvSpPr>
              <a:spLocks/>
            </p:cNvSpPr>
            <p:nvPr/>
          </p:nvSpPr>
          <p:spPr bwMode="auto">
            <a:xfrm>
              <a:off x="292" y="3278"/>
              <a:ext cx="620" cy="80"/>
            </a:xfrm>
            <a:custGeom>
              <a:avLst/>
              <a:gdLst>
                <a:gd name="T0" fmla="*/ 0 w 1200"/>
                <a:gd name="T1" fmla="*/ 23 h 120"/>
                <a:gd name="T2" fmla="*/ 77 w 1200"/>
                <a:gd name="T3" fmla="*/ 23 h 120"/>
                <a:gd name="T4" fmla="*/ 85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693" name="Freeform 590">
              <a:extLst>
                <a:ext uri="{FF2B5EF4-FFF2-40B4-BE49-F238E27FC236}">
                  <a16:creationId xmlns:a16="http://schemas.microsoft.com/office/drawing/2014/main" id="{4FF031A7-0E2C-4746-A182-9086228EA9A6}"/>
                </a:ext>
              </a:extLst>
            </p:cNvPr>
            <p:cNvSpPr>
              <a:spLocks/>
            </p:cNvSpPr>
            <p:nvPr/>
          </p:nvSpPr>
          <p:spPr bwMode="auto">
            <a:xfrm>
              <a:off x="292" y="3053"/>
              <a:ext cx="620" cy="79"/>
            </a:xfrm>
            <a:custGeom>
              <a:avLst/>
              <a:gdLst>
                <a:gd name="T0" fmla="*/ 0 w 1200"/>
                <a:gd name="T1" fmla="*/ 22 h 120"/>
                <a:gd name="T2" fmla="*/ 77 w 1200"/>
                <a:gd name="T3" fmla="*/ 22 h 120"/>
                <a:gd name="T4" fmla="*/ 85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25633" name="Rectangle 591">
            <a:extLst>
              <a:ext uri="{FF2B5EF4-FFF2-40B4-BE49-F238E27FC236}">
                <a16:creationId xmlns:a16="http://schemas.microsoft.com/office/drawing/2014/main" id="{75B66B49-7CF2-AD40-8A07-B085F855DB66}"/>
              </a:ext>
            </a:extLst>
          </p:cNvPr>
          <p:cNvSpPr>
            <a:spLocks noChangeArrowheads="1"/>
          </p:cNvSpPr>
          <p:nvPr/>
        </p:nvSpPr>
        <p:spPr bwMode="auto">
          <a:xfrm>
            <a:off x="1345407" y="3992166"/>
            <a:ext cx="578644" cy="242888"/>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34" name="Text Box 592">
            <a:extLst>
              <a:ext uri="{FF2B5EF4-FFF2-40B4-BE49-F238E27FC236}">
                <a16:creationId xmlns:a16="http://schemas.microsoft.com/office/drawing/2014/main" id="{01527BF8-B0B3-8B4B-A6E5-4A7BA1B08497}"/>
              </a:ext>
            </a:extLst>
          </p:cNvPr>
          <p:cNvSpPr txBox="1">
            <a:spLocks noChangeArrowheads="1"/>
          </p:cNvSpPr>
          <p:nvPr/>
        </p:nvSpPr>
        <p:spPr bwMode="auto">
          <a:xfrm>
            <a:off x="1340644" y="3964781"/>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链路层</a:t>
            </a:r>
          </a:p>
        </p:txBody>
      </p:sp>
      <p:sp>
        <p:nvSpPr>
          <p:cNvPr id="25635" name="Text Box 593">
            <a:extLst>
              <a:ext uri="{FF2B5EF4-FFF2-40B4-BE49-F238E27FC236}">
                <a16:creationId xmlns:a16="http://schemas.microsoft.com/office/drawing/2014/main" id="{549AC65C-C4AF-DD4C-9A55-92B9A2B71AFA}"/>
              </a:ext>
            </a:extLst>
          </p:cNvPr>
          <p:cNvSpPr txBox="1">
            <a:spLocks noChangeArrowheads="1"/>
          </p:cNvSpPr>
          <p:nvPr/>
        </p:nvSpPr>
        <p:spPr bwMode="auto">
          <a:xfrm>
            <a:off x="1343026" y="3187303"/>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应用层</a:t>
            </a:r>
          </a:p>
        </p:txBody>
      </p:sp>
      <p:sp>
        <p:nvSpPr>
          <p:cNvPr id="25636" name="Text Box 594">
            <a:extLst>
              <a:ext uri="{FF2B5EF4-FFF2-40B4-BE49-F238E27FC236}">
                <a16:creationId xmlns:a16="http://schemas.microsoft.com/office/drawing/2014/main" id="{D01276E6-6FD4-9E44-AD6D-463A01ABCC97}"/>
              </a:ext>
            </a:extLst>
          </p:cNvPr>
          <p:cNvSpPr txBox="1">
            <a:spLocks noChangeArrowheads="1"/>
          </p:cNvSpPr>
          <p:nvPr/>
        </p:nvSpPr>
        <p:spPr bwMode="auto">
          <a:xfrm>
            <a:off x="1340644" y="3445669"/>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运输层</a:t>
            </a:r>
          </a:p>
        </p:txBody>
      </p:sp>
      <p:sp>
        <p:nvSpPr>
          <p:cNvPr id="25637" name="Text Box 595">
            <a:extLst>
              <a:ext uri="{FF2B5EF4-FFF2-40B4-BE49-F238E27FC236}">
                <a16:creationId xmlns:a16="http://schemas.microsoft.com/office/drawing/2014/main" id="{9B6C8546-AA57-BC4A-9FEA-B50F1B89920F}"/>
              </a:ext>
            </a:extLst>
          </p:cNvPr>
          <p:cNvSpPr txBox="1">
            <a:spLocks noChangeArrowheads="1"/>
          </p:cNvSpPr>
          <p:nvPr/>
        </p:nvSpPr>
        <p:spPr bwMode="auto">
          <a:xfrm>
            <a:off x="1340644" y="3705225"/>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网络层</a:t>
            </a:r>
          </a:p>
        </p:txBody>
      </p:sp>
      <p:sp>
        <p:nvSpPr>
          <p:cNvPr id="25638" name="Text Box 596">
            <a:extLst>
              <a:ext uri="{FF2B5EF4-FFF2-40B4-BE49-F238E27FC236}">
                <a16:creationId xmlns:a16="http://schemas.microsoft.com/office/drawing/2014/main" id="{35373662-A643-6443-8EC4-5153ED424499}"/>
              </a:ext>
            </a:extLst>
          </p:cNvPr>
          <p:cNvSpPr txBox="1">
            <a:spLocks noChangeArrowheads="1"/>
          </p:cNvSpPr>
          <p:nvPr/>
        </p:nvSpPr>
        <p:spPr bwMode="auto">
          <a:xfrm>
            <a:off x="1340644" y="4224337"/>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物理层</a:t>
            </a:r>
          </a:p>
        </p:txBody>
      </p:sp>
      <p:grpSp>
        <p:nvGrpSpPr>
          <p:cNvPr id="25639" name="Group 597">
            <a:extLst>
              <a:ext uri="{FF2B5EF4-FFF2-40B4-BE49-F238E27FC236}">
                <a16:creationId xmlns:a16="http://schemas.microsoft.com/office/drawing/2014/main" id="{E69B10ED-6ECD-924A-AE21-42E542ADBAD6}"/>
              </a:ext>
            </a:extLst>
          </p:cNvPr>
          <p:cNvGrpSpPr>
            <a:grpSpLocks/>
          </p:cNvGrpSpPr>
          <p:nvPr/>
        </p:nvGrpSpPr>
        <p:grpSpPr bwMode="auto">
          <a:xfrm>
            <a:off x="7205662" y="3134916"/>
            <a:ext cx="671513" cy="1362075"/>
            <a:chOff x="292" y="2832"/>
            <a:chExt cx="620" cy="1200"/>
          </a:xfrm>
        </p:grpSpPr>
        <p:sp>
          <p:nvSpPr>
            <p:cNvPr id="25684" name="AutoShape 598">
              <a:extLst>
                <a:ext uri="{FF2B5EF4-FFF2-40B4-BE49-F238E27FC236}">
                  <a16:creationId xmlns:a16="http://schemas.microsoft.com/office/drawing/2014/main" id="{DD92FC4E-F919-7241-8D8C-EA25F1281117}"/>
                </a:ext>
              </a:extLst>
            </p:cNvPr>
            <p:cNvSpPr>
              <a:spLocks noChangeArrowheads="1"/>
            </p:cNvSpPr>
            <p:nvPr/>
          </p:nvSpPr>
          <p:spPr bwMode="auto">
            <a:xfrm>
              <a:off x="292" y="2832"/>
              <a:ext cx="620" cy="1200"/>
            </a:xfrm>
            <a:prstGeom prst="cube">
              <a:avLst>
                <a:gd name="adj" fmla="val 9250"/>
              </a:avLst>
            </a:prstGeom>
            <a:solidFill>
              <a:schemeClr val="bg1"/>
            </a:solidFill>
            <a:ln w="1905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85" name="Freeform 599">
              <a:extLst>
                <a:ext uri="{FF2B5EF4-FFF2-40B4-BE49-F238E27FC236}">
                  <a16:creationId xmlns:a16="http://schemas.microsoft.com/office/drawing/2014/main" id="{1B55E19B-C095-DF44-874F-99781973FA12}"/>
                </a:ext>
              </a:extLst>
            </p:cNvPr>
            <p:cNvSpPr>
              <a:spLocks/>
            </p:cNvSpPr>
            <p:nvPr/>
          </p:nvSpPr>
          <p:spPr bwMode="auto">
            <a:xfrm>
              <a:off x="292" y="3732"/>
              <a:ext cx="620" cy="79"/>
            </a:xfrm>
            <a:custGeom>
              <a:avLst/>
              <a:gdLst>
                <a:gd name="T0" fmla="*/ 0 w 1200"/>
                <a:gd name="T1" fmla="*/ 22 h 120"/>
                <a:gd name="T2" fmla="*/ 77 w 1200"/>
                <a:gd name="T3" fmla="*/ 22 h 120"/>
                <a:gd name="T4" fmla="*/ 85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686" name="Freeform 600">
              <a:extLst>
                <a:ext uri="{FF2B5EF4-FFF2-40B4-BE49-F238E27FC236}">
                  <a16:creationId xmlns:a16="http://schemas.microsoft.com/office/drawing/2014/main" id="{9A8829FE-0378-1741-86AC-6FA0D4DE1CF6}"/>
                </a:ext>
              </a:extLst>
            </p:cNvPr>
            <p:cNvSpPr>
              <a:spLocks/>
            </p:cNvSpPr>
            <p:nvPr/>
          </p:nvSpPr>
          <p:spPr bwMode="auto">
            <a:xfrm>
              <a:off x="292" y="3503"/>
              <a:ext cx="620" cy="79"/>
            </a:xfrm>
            <a:custGeom>
              <a:avLst/>
              <a:gdLst>
                <a:gd name="T0" fmla="*/ 0 w 1200"/>
                <a:gd name="T1" fmla="*/ 22 h 120"/>
                <a:gd name="T2" fmla="*/ 77 w 1200"/>
                <a:gd name="T3" fmla="*/ 22 h 120"/>
                <a:gd name="T4" fmla="*/ 85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687" name="Freeform 601">
              <a:extLst>
                <a:ext uri="{FF2B5EF4-FFF2-40B4-BE49-F238E27FC236}">
                  <a16:creationId xmlns:a16="http://schemas.microsoft.com/office/drawing/2014/main" id="{66D9F65A-6565-EA4A-AFCB-7B27A63C9A27}"/>
                </a:ext>
              </a:extLst>
            </p:cNvPr>
            <p:cNvSpPr>
              <a:spLocks/>
            </p:cNvSpPr>
            <p:nvPr/>
          </p:nvSpPr>
          <p:spPr bwMode="auto">
            <a:xfrm>
              <a:off x="292" y="3278"/>
              <a:ext cx="620" cy="80"/>
            </a:xfrm>
            <a:custGeom>
              <a:avLst/>
              <a:gdLst>
                <a:gd name="T0" fmla="*/ 0 w 1200"/>
                <a:gd name="T1" fmla="*/ 23 h 120"/>
                <a:gd name="T2" fmla="*/ 77 w 1200"/>
                <a:gd name="T3" fmla="*/ 23 h 120"/>
                <a:gd name="T4" fmla="*/ 85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688" name="Freeform 602">
              <a:extLst>
                <a:ext uri="{FF2B5EF4-FFF2-40B4-BE49-F238E27FC236}">
                  <a16:creationId xmlns:a16="http://schemas.microsoft.com/office/drawing/2014/main" id="{15F45467-E678-2A4E-9A43-9C6F2F1F8810}"/>
                </a:ext>
              </a:extLst>
            </p:cNvPr>
            <p:cNvSpPr>
              <a:spLocks/>
            </p:cNvSpPr>
            <p:nvPr/>
          </p:nvSpPr>
          <p:spPr bwMode="auto">
            <a:xfrm>
              <a:off x="292" y="3053"/>
              <a:ext cx="620" cy="79"/>
            </a:xfrm>
            <a:custGeom>
              <a:avLst/>
              <a:gdLst>
                <a:gd name="T0" fmla="*/ 0 w 1200"/>
                <a:gd name="T1" fmla="*/ 22 h 120"/>
                <a:gd name="T2" fmla="*/ 77 w 1200"/>
                <a:gd name="T3" fmla="*/ 22 h 120"/>
                <a:gd name="T4" fmla="*/ 85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25640" name="Rectangle 603">
            <a:extLst>
              <a:ext uri="{FF2B5EF4-FFF2-40B4-BE49-F238E27FC236}">
                <a16:creationId xmlns:a16="http://schemas.microsoft.com/office/drawing/2014/main" id="{8989BCF9-AA51-E14A-909F-C9ABA4A4AEE0}"/>
              </a:ext>
            </a:extLst>
          </p:cNvPr>
          <p:cNvSpPr>
            <a:spLocks noChangeArrowheads="1"/>
          </p:cNvSpPr>
          <p:nvPr/>
        </p:nvSpPr>
        <p:spPr bwMode="auto">
          <a:xfrm>
            <a:off x="7219950" y="3992166"/>
            <a:ext cx="578644" cy="242888"/>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41" name="Text Box 604">
            <a:extLst>
              <a:ext uri="{FF2B5EF4-FFF2-40B4-BE49-F238E27FC236}">
                <a16:creationId xmlns:a16="http://schemas.microsoft.com/office/drawing/2014/main" id="{8510FBF6-01DE-0443-AD05-71CA50F9F2B7}"/>
              </a:ext>
            </a:extLst>
          </p:cNvPr>
          <p:cNvSpPr txBox="1">
            <a:spLocks noChangeArrowheads="1"/>
          </p:cNvSpPr>
          <p:nvPr/>
        </p:nvSpPr>
        <p:spPr bwMode="auto">
          <a:xfrm>
            <a:off x="7215188" y="3964781"/>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链路层</a:t>
            </a:r>
          </a:p>
        </p:txBody>
      </p:sp>
      <p:sp>
        <p:nvSpPr>
          <p:cNvPr id="25642" name="Text Box 605">
            <a:extLst>
              <a:ext uri="{FF2B5EF4-FFF2-40B4-BE49-F238E27FC236}">
                <a16:creationId xmlns:a16="http://schemas.microsoft.com/office/drawing/2014/main" id="{043F022D-C3DD-7B4C-BB5A-70359761FBB6}"/>
              </a:ext>
            </a:extLst>
          </p:cNvPr>
          <p:cNvSpPr txBox="1">
            <a:spLocks noChangeArrowheads="1"/>
          </p:cNvSpPr>
          <p:nvPr/>
        </p:nvSpPr>
        <p:spPr bwMode="auto">
          <a:xfrm>
            <a:off x="7217569" y="3187303"/>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应用层</a:t>
            </a:r>
          </a:p>
        </p:txBody>
      </p:sp>
      <p:sp>
        <p:nvSpPr>
          <p:cNvPr id="25643" name="Text Box 606">
            <a:extLst>
              <a:ext uri="{FF2B5EF4-FFF2-40B4-BE49-F238E27FC236}">
                <a16:creationId xmlns:a16="http://schemas.microsoft.com/office/drawing/2014/main" id="{CC9D2B71-B0E1-7E4A-88BB-50E20E1B885B}"/>
              </a:ext>
            </a:extLst>
          </p:cNvPr>
          <p:cNvSpPr txBox="1">
            <a:spLocks noChangeArrowheads="1"/>
          </p:cNvSpPr>
          <p:nvPr/>
        </p:nvSpPr>
        <p:spPr bwMode="auto">
          <a:xfrm>
            <a:off x="7215188" y="3445669"/>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运输层</a:t>
            </a:r>
          </a:p>
        </p:txBody>
      </p:sp>
      <p:sp>
        <p:nvSpPr>
          <p:cNvPr id="25644" name="Text Box 607">
            <a:extLst>
              <a:ext uri="{FF2B5EF4-FFF2-40B4-BE49-F238E27FC236}">
                <a16:creationId xmlns:a16="http://schemas.microsoft.com/office/drawing/2014/main" id="{E8C27CD0-5549-854C-BE1C-574FBD6CA4E2}"/>
              </a:ext>
            </a:extLst>
          </p:cNvPr>
          <p:cNvSpPr txBox="1">
            <a:spLocks noChangeArrowheads="1"/>
          </p:cNvSpPr>
          <p:nvPr/>
        </p:nvSpPr>
        <p:spPr bwMode="auto">
          <a:xfrm>
            <a:off x="7215188" y="3705225"/>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网络层</a:t>
            </a:r>
          </a:p>
        </p:txBody>
      </p:sp>
      <p:sp>
        <p:nvSpPr>
          <p:cNvPr id="25645" name="Text Box 608">
            <a:extLst>
              <a:ext uri="{FF2B5EF4-FFF2-40B4-BE49-F238E27FC236}">
                <a16:creationId xmlns:a16="http://schemas.microsoft.com/office/drawing/2014/main" id="{9160F5CC-8C76-454F-BB74-A13AEC2F560F}"/>
              </a:ext>
            </a:extLst>
          </p:cNvPr>
          <p:cNvSpPr txBox="1">
            <a:spLocks noChangeArrowheads="1"/>
          </p:cNvSpPr>
          <p:nvPr/>
        </p:nvSpPr>
        <p:spPr bwMode="auto">
          <a:xfrm>
            <a:off x="7215188" y="4224337"/>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物理层</a:t>
            </a:r>
          </a:p>
        </p:txBody>
      </p:sp>
      <p:sp>
        <p:nvSpPr>
          <p:cNvPr id="25646" name="AutoShape 609">
            <a:extLst>
              <a:ext uri="{FF2B5EF4-FFF2-40B4-BE49-F238E27FC236}">
                <a16:creationId xmlns:a16="http://schemas.microsoft.com/office/drawing/2014/main" id="{9C4DEEAA-DD0D-1240-B6EF-EA4B411816D5}"/>
              </a:ext>
            </a:extLst>
          </p:cNvPr>
          <p:cNvSpPr>
            <a:spLocks noChangeArrowheads="1"/>
          </p:cNvSpPr>
          <p:nvPr/>
        </p:nvSpPr>
        <p:spPr bwMode="auto">
          <a:xfrm>
            <a:off x="2812495" y="3668316"/>
            <a:ext cx="671513" cy="828675"/>
          </a:xfrm>
          <a:prstGeom prst="cube">
            <a:avLst>
              <a:gd name="adj" fmla="val 9250"/>
            </a:avLst>
          </a:prstGeom>
          <a:solidFill>
            <a:schemeClr val="bg1"/>
          </a:solidFill>
          <a:ln w="1905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47" name="Freeform 610">
            <a:extLst>
              <a:ext uri="{FF2B5EF4-FFF2-40B4-BE49-F238E27FC236}">
                <a16:creationId xmlns:a16="http://schemas.microsoft.com/office/drawing/2014/main" id="{886D9B95-D8E8-3A49-8E48-C3A6E4B5C3FD}"/>
              </a:ext>
            </a:extLst>
          </p:cNvPr>
          <p:cNvSpPr>
            <a:spLocks/>
          </p:cNvSpPr>
          <p:nvPr/>
        </p:nvSpPr>
        <p:spPr bwMode="auto">
          <a:xfrm>
            <a:off x="2766775" y="4156472"/>
            <a:ext cx="671513" cy="89297"/>
          </a:xfrm>
          <a:custGeom>
            <a:avLst/>
            <a:gdLst>
              <a:gd name="T0" fmla="*/ 0 w 1200"/>
              <a:gd name="T1" fmla="*/ 2147483646 h 120"/>
              <a:gd name="T2" fmla="*/ 2147483646 w 1200"/>
              <a:gd name="T3" fmla="*/ 2147483646 h 120"/>
              <a:gd name="T4" fmla="*/ 2147483646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648" name="Rectangle 611">
            <a:extLst>
              <a:ext uri="{FF2B5EF4-FFF2-40B4-BE49-F238E27FC236}">
                <a16:creationId xmlns:a16="http://schemas.microsoft.com/office/drawing/2014/main" id="{C6C4232E-FA21-0846-9806-0BC2453E6B48}"/>
              </a:ext>
            </a:extLst>
          </p:cNvPr>
          <p:cNvSpPr>
            <a:spLocks noChangeArrowheads="1"/>
          </p:cNvSpPr>
          <p:nvPr/>
        </p:nvSpPr>
        <p:spPr bwMode="auto">
          <a:xfrm>
            <a:off x="2770347" y="3992166"/>
            <a:ext cx="592931" cy="242888"/>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49" name="Freeform 612">
            <a:extLst>
              <a:ext uri="{FF2B5EF4-FFF2-40B4-BE49-F238E27FC236}">
                <a16:creationId xmlns:a16="http://schemas.microsoft.com/office/drawing/2014/main" id="{DA25A166-1DD6-8B40-8FAA-95F4CA0F9D6A}"/>
              </a:ext>
            </a:extLst>
          </p:cNvPr>
          <p:cNvSpPr>
            <a:spLocks/>
          </p:cNvSpPr>
          <p:nvPr/>
        </p:nvSpPr>
        <p:spPr bwMode="auto">
          <a:xfrm>
            <a:off x="2766775" y="3896916"/>
            <a:ext cx="671513" cy="89297"/>
          </a:xfrm>
          <a:custGeom>
            <a:avLst/>
            <a:gdLst>
              <a:gd name="T0" fmla="*/ 0 w 1200"/>
              <a:gd name="T1" fmla="*/ 2147483646 h 120"/>
              <a:gd name="T2" fmla="*/ 2147483646 w 1200"/>
              <a:gd name="T3" fmla="*/ 2147483646 h 120"/>
              <a:gd name="T4" fmla="*/ 2147483646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650" name="Text Box 613">
            <a:extLst>
              <a:ext uri="{FF2B5EF4-FFF2-40B4-BE49-F238E27FC236}">
                <a16:creationId xmlns:a16="http://schemas.microsoft.com/office/drawing/2014/main" id="{354F112B-1B3F-B146-A632-55E4D5903EED}"/>
              </a:ext>
            </a:extLst>
          </p:cNvPr>
          <p:cNvSpPr txBox="1">
            <a:spLocks noChangeArrowheads="1"/>
          </p:cNvSpPr>
          <p:nvPr/>
        </p:nvSpPr>
        <p:spPr bwMode="auto">
          <a:xfrm>
            <a:off x="2785825" y="3964781"/>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链路层</a:t>
            </a:r>
          </a:p>
        </p:txBody>
      </p:sp>
      <p:sp>
        <p:nvSpPr>
          <p:cNvPr id="25651" name="Text Box 614">
            <a:extLst>
              <a:ext uri="{FF2B5EF4-FFF2-40B4-BE49-F238E27FC236}">
                <a16:creationId xmlns:a16="http://schemas.microsoft.com/office/drawing/2014/main" id="{C0B83207-4512-7043-88D6-7D1C3377C3FA}"/>
              </a:ext>
            </a:extLst>
          </p:cNvPr>
          <p:cNvSpPr txBox="1">
            <a:spLocks noChangeArrowheads="1"/>
          </p:cNvSpPr>
          <p:nvPr/>
        </p:nvSpPr>
        <p:spPr bwMode="auto">
          <a:xfrm>
            <a:off x="2774395" y="3705225"/>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dirty="0">
                <a:latin typeface="黑体" panose="02010609060101010101" pitchFamily="49" charset="-122"/>
                <a:ea typeface="宋体" panose="02010600030101010101" pitchFamily="2" charset="-122"/>
              </a:rPr>
              <a:t>网络层</a:t>
            </a:r>
          </a:p>
        </p:txBody>
      </p:sp>
      <p:sp>
        <p:nvSpPr>
          <p:cNvPr id="25652" name="Text Box 615">
            <a:extLst>
              <a:ext uri="{FF2B5EF4-FFF2-40B4-BE49-F238E27FC236}">
                <a16:creationId xmlns:a16="http://schemas.microsoft.com/office/drawing/2014/main" id="{3E9A7DEF-4C01-944D-89D4-2860C91A21F9}"/>
              </a:ext>
            </a:extLst>
          </p:cNvPr>
          <p:cNvSpPr txBox="1">
            <a:spLocks noChangeArrowheads="1"/>
          </p:cNvSpPr>
          <p:nvPr/>
        </p:nvSpPr>
        <p:spPr bwMode="auto">
          <a:xfrm>
            <a:off x="2774395" y="4224337"/>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dirty="0">
                <a:latin typeface="黑体" panose="02010609060101010101" pitchFamily="49" charset="-122"/>
                <a:ea typeface="宋体" panose="02010600030101010101" pitchFamily="2" charset="-122"/>
              </a:rPr>
              <a:t>物理层</a:t>
            </a:r>
          </a:p>
        </p:txBody>
      </p:sp>
      <p:sp>
        <p:nvSpPr>
          <p:cNvPr id="25653" name="AutoShape 616">
            <a:extLst>
              <a:ext uri="{FF2B5EF4-FFF2-40B4-BE49-F238E27FC236}">
                <a16:creationId xmlns:a16="http://schemas.microsoft.com/office/drawing/2014/main" id="{D1456F56-7FFC-4744-8EA8-55D8BE2E14D1}"/>
              </a:ext>
            </a:extLst>
          </p:cNvPr>
          <p:cNvSpPr>
            <a:spLocks noChangeArrowheads="1"/>
          </p:cNvSpPr>
          <p:nvPr/>
        </p:nvSpPr>
        <p:spPr bwMode="auto">
          <a:xfrm>
            <a:off x="4358164" y="3668316"/>
            <a:ext cx="671513" cy="828675"/>
          </a:xfrm>
          <a:prstGeom prst="cube">
            <a:avLst>
              <a:gd name="adj" fmla="val 9250"/>
            </a:avLst>
          </a:prstGeom>
          <a:solidFill>
            <a:schemeClr val="bg1"/>
          </a:solidFill>
          <a:ln w="1905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54" name="Freeform 617">
            <a:extLst>
              <a:ext uri="{FF2B5EF4-FFF2-40B4-BE49-F238E27FC236}">
                <a16:creationId xmlns:a16="http://schemas.microsoft.com/office/drawing/2014/main" id="{D565706A-05A5-1A49-BD9E-0EFC77198750}"/>
              </a:ext>
            </a:extLst>
          </p:cNvPr>
          <p:cNvSpPr>
            <a:spLocks/>
          </p:cNvSpPr>
          <p:nvPr/>
        </p:nvSpPr>
        <p:spPr bwMode="auto">
          <a:xfrm>
            <a:off x="4335304" y="4156472"/>
            <a:ext cx="671513" cy="89297"/>
          </a:xfrm>
          <a:custGeom>
            <a:avLst/>
            <a:gdLst>
              <a:gd name="T0" fmla="*/ 0 w 1200"/>
              <a:gd name="T1" fmla="*/ 2147483646 h 120"/>
              <a:gd name="T2" fmla="*/ 2147483646 w 1200"/>
              <a:gd name="T3" fmla="*/ 2147483646 h 120"/>
              <a:gd name="T4" fmla="*/ 2147483646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655" name="Rectangle 618">
            <a:extLst>
              <a:ext uri="{FF2B5EF4-FFF2-40B4-BE49-F238E27FC236}">
                <a16:creationId xmlns:a16="http://schemas.microsoft.com/office/drawing/2014/main" id="{B428C5E8-D94A-754B-9C51-E92060FE68C2}"/>
              </a:ext>
            </a:extLst>
          </p:cNvPr>
          <p:cNvSpPr>
            <a:spLocks noChangeArrowheads="1"/>
          </p:cNvSpPr>
          <p:nvPr/>
        </p:nvSpPr>
        <p:spPr bwMode="auto">
          <a:xfrm>
            <a:off x="4349591" y="3992166"/>
            <a:ext cx="585788" cy="242888"/>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56" name="Freeform 619">
            <a:extLst>
              <a:ext uri="{FF2B5EF4-FFF2-40B4-BE49-F238E27FC236}">
                <a16:creationId xmlns:a16="http://schemas.microsoft.com/office/drawing/2014/main" id="{36B03B07-CC31-1640-80E8-5A540DF65FAF}"/>
              </a:ext>
            </a:extLst>
          </p:cNvPr>
          <p:cNvSpPr>
            <a:spLocks/>
          </p:cNvSpPr>
          <p:nvPr/>
        </p:nvSpPr>
        <p:spPr bwMode="auto">
          <a:xfrm>
            <a:off x="4369594" y="3896916"/>
            <a:ext cx="671513" cy="89297"/>
          </a:xfrm>
          <a:custGeom>
            <a:avLst/>
            <a:gdLst>
              <a:gd name="T0" fmla="*/ 0 w 1200"/>
              <a:gd name="T1" fmla="*/ 2147483646 h 120"/>
              <a:gd name="T2" fmla="*/ 2147483646 w 1200"/>
              <a:gd name="T3" fmla="*/ 2147483646 h 120"/>
              <a:gd name="T4" fmla="*/ 2147483646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657" name="Text Box 620">
            <a:extLst>
              <a:ext uri="{FF2B5EF4-FFF2-40B4-BE49-F238E27FC236}">
                <a16:creationId xmlns:a16="http://schemas.microsoft.com/office/drawing/2014/main" id="{758E96EF-C75B-204F-B678-959A8C61E911}"/>
              </a:ext>
            </a:extLst>
          </p:cNvPr>
          <p:cNvSpPr txBox="1">
            <a:spLocks noChangeArrowheads="1"/>
          </p:cNvSpPr>
          <p:nvPr/>
        </p:nvSpPr>
        <p:spPr bwMode="auto">
          <a:xfrm>
            <a:off x="4354354" y="3964781"/>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链路层</a:t>
            </a:r>
          </a:p>
        </p:txBody>
      </p:sp>
      <p:sp>
        <p:nvSpPr>
          <p:cNvPr id="25658" name="Text Box 621">
            <a:extLst>
              <a:ext uri="{FF2B5EF4-FFF2-40B4-BE49-F238E27FC236}">
                <a16:creationId xmlns:a16="http://schemas.microsoft.com/office/drawing/2014/main" id="{AEC2DB57-9D77-B84D-983B-A50EDF8C0324}"/>
              </a:ext>
            </a:extLst>
          </p:cNvPr>
          <p:cNvSpPr txBox="1">
            <a:spLocks noChangeArrowheads="1"/>
          </p:cNvSpPr>
          <p:nvPr/>
        </p:nvSpPr>
        <p:spPr bwMode="auto">
          <a:xfrm>
            <a:off x="4354354" y="3705225"/>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dirty="0">
                <a:latin typeface="黑体" panose="02010609060101010101" pitchFamily="49" charset="-122"/>
                <a:ea typeface="宋体" panose="02010600030101010101" pitchFamily="2" charset="-122"/>
              </a:rPr>
              <a:t>网络层</a:t>
            </a:r>
          </a:p>
        </p:txBody>
      </p:sp>
      <p:sp>
        <p:nvSpPr>
          <p:cNvPr id="25659" name="Text Box 622">
            <a:extLst>
              <a:ext uri="{FF2B5EF4-FFF2-40B4-BE49-F238E27FC236}">
                <a16:creationId xmlns:a16="http://schemas.microsoft.com/office/drawing/2014/main" id="{3775C598-F5DA-5C40-9787-2202B237C1C7}"/>
              </a:ext>
            </a:extLst>
          </p:cNvPr>
          <p:cNvSpPr txBox="1">
            <a:spLocks noChangeArrowheads="1"/>
          </p:cNvSpPr>
          <p:nvPr/>
        </p:nvSpPr>
        <p:spPr bwMode="auto">
          <a:xfrm>
            <a:off x="4354354" y="4224337"/>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dirty="0">
                <a:latin typeface="黑体" panose="02010609060101010101" pitchFamily="49" charset="-122"/>
                <a:ea typeface="宋体" panose="02010600030101010101" pitchFamily="2" charset="-122"/>
              </a:rPr>
              <a:t>物理层</a:t>
            </a:r>
          </a:p>
        </p:txBody>
      </p:sp>
      <p:sp>
        <p:nvSpPr>
          <p:cNvPr id="25660" name="AutoShape 623">
            <a:extLst>
              <a:ext uri="{FF2B5EF4-FFF2-40B4-BE49-F238E27FC236}">
                <a16:creationId xmlns:a16="http://schemas.microsoft.com/office/drawing/2014/main" id="{B41AA567-EC26-D745-8628-23968FB66BE6}"/>
              </a:ext>
            </a:extLst>
          </p:cNvPr>
          <p:cNvSpPr>
            <a:spLocks noChangeArrowheads="1"/>
          </p:cNvSpPr>
          <p:nvPr/>
        </p:nvSpPr>
        <p:spPr bwMode="auto">
          <a:xfrm>
            <a:off x="5787628" y="3668316"/>
            <a:ext cx="671513" cy="828675"/>
          </a:xfrm>
          <a:prstGeom prst="cube">
            <a:avLst>
              <a:gd name="adj" fmla="val 9250"/>
            </a:avLst>
          </a:prstGeom>
          <a:solidFill>
            <a:schemeClr val="bg1"/>
          </a:solidFill>
          <a:ln w="1905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61" name="Freeform 624">
            <a:extLst>
              <a:ext uri="{FF2B5EF4-FFF2-40B4-BE49-F238E27FC236}">
                <a16:creationId xmlns:a16="http://schemas.microsoft.com/office/drawing/2014/main" id="{238D701E-6838-F449-92F1-228E9137A0D3}"/>
              </a:ext>
            </a:extLst>
          </p:cNvPr>
          <p:cNvSpPr>
            <a:spLocks/>
          </p:cNvSpPr>
          <p:nvPr/>
        </p:nvSpPr>
        <p:spPr bwMode="auto">
          <a:xfrm>
            <a:off x="5787628" y="4156472"/>
            <a:ext cx="671513" cy="89297"/>
          </a:xfrm>
          <a:custGeom>
            <a:avLst/>
            <a:gdLst>
              <a:gd name="T0" fmla="*/ 0 w 1200"/>
              <a:gd name="T1" fmla="*/ 2147483646 h 120"/>
              <a:gd name="T2" fmla="*/ 2147483646 w 1200"/>
              <a:gd name="T3" fmla="*/ 2147483646 h 120"/>
              <a:gd name="T4" fmla="*/ 2147483646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662" name="Rectangle 625">
            <a:extLst>
              <a:ext uri="{FF2B5EF4-FFF2-40B4-BE49-F238E27FC236}">
                <a16:creationId xmlns:a16="http://schemas.microsoft.com/office/drawing/2014/main" id="{A6453EC0-3BF9-4543-9CC8-2FCE9DA481D6}"/>
              </a:ext>
            </a:extLst>
          </p:cNvPr>
          <p:cNvSpPr>
            <a:spLocks noChangeArrowheads="1"/>
          </p:cNvSpPr>
          <p:nvPr/>
        </p:nvSpPr>
        <p:spPr bwMode="auto">
          <a:xfrm>
            <a:off x="5764054" y="3992166"/>
            <a:ext cx="592931" cy="242888"/>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63" name="Freeform 626">
            <a:extLst>
              <a:ext uri="{FF2B5EF4-FFF2-40B4-BE49-F238E27FC236}">
                <a16:creationId xmlns:a16="http://schemas.microsoft.com/office/drawing/2014/main" id="{D44D3A90-FD47-A247-988B-8A0960D262EC}"/>
              </a:ext>
            </a:extLst>
          </p:cNvPr>
          <p:cNvSpPr>
            <a:spLocks/>
          </p:cNvSpPr>
          <p:nvPr/>
        </p:nvSpPr>
        <p:spPr bwMode="auto">
          <a:xfrm>
            <a:off x="5787628" y="3896916"/>
            <a:ext cx="671513" cy="89297"/>
          </a:xfrm>
          <a:custGeom>
            <a:avLst/>
            <a:gdLst>
              <a:gd name="T0" fmla="*/ 0 w 1200"/>
              <a:gd name="T1" fmla="*/ 2147483646 h 120"/>
              <a:gd name="T2" fmla="*/ 2147483646 w 1200"/>
              <a:gd name="T3" fmla="*/ 2147483646 h 120"/>
              <a:gd name="T4" fmla="*/ 2147483646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664" name="Text Box 627">
            <a:extLst>
              <a:ext uri="{FF2B5EF4-FFF2-40B4-BE49-F238E27FC236}">
                <a16:creationId xmlns:a16="http://schemas.microsoft.com/office/drawing/2014/main" id="{01CD87FD-FA95-7B4A-B434-8D05D881AEC2}"/>
              </a:ext>
            </a:extLst>
          </p:cNvPr>
          <p:cNvSpPr txBox="1">
            <a:spLocks noChangeArrowheads="1"/>
          </p:cNvSpPr>
          <p:nvPr/>
        </p:nvSpPr>
        <p:spPr bwMode="auto">
          <a:xfrm>
            <a:off x="5772389" y="3964781"/>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链路层</a:t>
            </a:r>
          </a:p>
        </p:txBody>
      </p:sp>
      <p:sp>
        <p:nvSpPr>
          <p:cNvPr id="25665" name="Text Box 628">
            <a:extLst>
              <a:ext uri="{FF2B5EF4-FFF2-40B4-BE49-F238E27FC236}">
                <a16:creationId xmlns:a16="http://schemas.microsoft.com/office/drawing/2014/main" id="{1A0942C4-80D8-924C-AC13-EE0CC0C7A12D}"/>
              </a:ext>
            </a:extLst>
          </p:cNvPr>
          <p:cNvSpPr txBox="1">
            <a:spLocks noChangeArrowheads="1"/>
          </p:cNvSpPr>
          <p:nvPr/>
        </p:nvSpPr>
        <p:spPr bwMode="auto">
          <a:xfrm>
            <a:off x="5760959" y="3705225"/>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dirty="0">
                <a:latin typeface="黑体" panose="02010609060101010101" pitchFamily="49" charset="-122"/>
                <a:ea typeface="宋体" panose="02010600030101010101" pitchFamily="2" charset="-122"/>
              </a:rPr>
              <a:t>网络层</a:t>
            </a:r>
          </a:p>
        </p:txBody>
      </p:sp>
      <p:sp>
        <p:nvSpPr>
          <p:cNvPr id="25666" name="Text Box 629">
            <a:extLst>
              <a:ext uri="{FF2B5EF4-FFF2-40B4-BE49-F238E27FC236}">
                <a16:creationId xmlns:a16="http://schemas.microsoft.com/office/drawing/2014/main" id="{F4BC7652-DC6E-BA4A-9213-D707501E71E6}"/>
              </a:ext>
            </a:extLst>
          </p:cNvPr>
          <p:cNvSpPr txBox="1">
            <a:spLocks noChangeArrowheads="1"/>
          </p:cNvSpPr>
          <p:nvPr/>
        </p:nvSpPr>
        <p:spPr bwMode="auto">
          <a:xfrm>
            <a:off x="5760959" y="4224337"/>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dirty="0">
                <a:latin typeface="黑体" panose="02010609060101010101" pitchFamily="49" charset="-122"/>
                <a:ea typeface="宋体" panose="02010600030101010101" pitchFamily="2" charset="-122"/>
              </a:rPr>
              <a:t>物理层</a:t>
            </a:r>
          </a:p>
        </p:txBody>
      </p:sp>
      <p:sp>
        <p:nvSpPr>
          <p:cNvPr id="119414" name="Line 630">
            <a:extLst>
              <a:ext uri="{FF2B5EF4-FFF2-40B4-BE49-F238E27FC236}">
                <a16:creationId xmlns:a16="http://schemas.microsoft.com/office/drawing/2014/main" id="{C0864F63-F2E7-0F40-8015-9E50B63DBA0C}"/>
              </a:ext>
            </a:extLst>
          </p:cNvPr>
          <p:cNvSpPr>
            <a:spLocks noChangeShapeType="1"/>
          </p:cNvSpPr>
          <p:nvPr/>
        </p:nvSpPr>
        <p:spPr bwMode="auto">
          <a:xfrm>
            <a:off x="2076450" y="4135041"/>
            <a:ext cx="914400" cy="0"/>
          </a:xfrm>
          <a:prstGeom prst="line">
            <a:avLst/>
          </a:prstGeom>
          <a:noFill/>
          <a:ln w="76200">
            <a:solidFill>
              <a:srgbClr val="00CC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9415" name="Line 631">
            <a:extLst>
              <a:ext uri="{FF2B5EF4-FFF2-40B4-BE49-F238E27FC236}">
                <a16:creationId xmlns:a16="http://schemas.microsoft.com/office/drawing/2014/main" id="{E492051A-3A79-2C41-A505-5110ACEE82C3}"/>
              </a:ext>
            </a:extLst>
          </p:cNvPr>
          <p:cNvSpPr>
            <a:spLocks noChangeShapeType="1"/>
          </p:cNvSpPr>
          <p:nvPr/>
        </p:nvSpPr>
        <p:spPr bwMode="auto">
          <a:xfrm>
            <a:off x="3533775" y="4135041"/>
            <a:ext cx="914400" cy="0"/>
          </a:xfrm>
          <a:prstGeom prst="line">
            <a:avLst/>
          </a:prstGeom>
          <a:noFill/>
          <a:ln w="76200">
            <a:solidFill>
              <a:srgbClr val="00CC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9416" name="Line 632">
            <a:extLst>
              <a:ext uri="{FF2B5EF4-FFF2-40B4-BE49-F238E27FC236}">
                <a16:creationId xmlns:a16="http://schemas.microsoft.com/office/drawing/2014/main" id="{812EAAE9-FC31-264F-9181-C691AEFB17C9}"/>
              </a:ext>
            </a:extLst>
          </p:cNvPr>
          <p:cNvSpPr>
            <a:spLocks noChangeShapeType="1"/>
          </p:cNvSpPr>
          <p:nvPr/>
        </p:nvSpPr>
        <p:spPr bwMode="auto">
          <a:xfrm>
            <a:off x="4962525" y="4135041"/>
            <a:ext cx="914400" cy="0"/>
          </a:xfrm>
          <a:prstGeom prst="line">
            <a:avLst/>
          </a:prstGeom>
          <a:noFill/>
          <a:ln w="76200">
            <a:solidFill>
              <a:srgbClr val="00CC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9417" name="Line 633">
            <a:extLst>
              <a:ext uri="{FF2B5EF4-FFF2-40B4-BE49-F238E27FC236}">
                <a16:creationId xmlns:a16="http://schemas.microsoft.com/office/drawing/2014/main" id="{1D856705-4D2E-EA4F-954D-F0F975358940}"/>
              </a:ext>
            </a:extLst>
          </p:cNvPr>
          <p:cNvSpPr>
            <a:spLocks noChangeShapeType="1"/>
          </p:cNvSpPr>
          <p:nvPr/>
        </p:nvSpPr>
        <p:spPr bwMode="auto">
          <a:xfrm>
            <a:off x="6391275" y="4135041"/>
            <a:ext cx="914400" cy="0"/>
          </a:xfrm>
          <a:prstGeom prst="line">
            <a:avLst/>
          </a:prstGeom>
          <a:noFill/>
          <a:ln w="76200">
            <a:solidFill>
              <a:srgbClr val="00CC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5671" name="Freeform 634">
            <a:extLst>
              <a:ext uri="{FF2B5EF4-FFF2-40B4-BE49-F238E27FC236}">
                <a16:creationId xmlns:a16="http://schemas.microsoft.com/office/drawing/2014/main" id="{C31D6CAA-8908-A24E-9F98-56A3FA73E14A}"/>
              </a:ext>
            </a:extLst>
          </p:cNvPr>
          <p:cNvSpPr>
            <a:spLocks/>
          </p:cNvSpPr>
          <p:nvPr/>
        </p:nvSpPr>
        <p:spPr bwMode="auto">
          <a:xfrm>
            <a:off x="1819275" y="4496991"/>
            <a:ext cx="1276350" cy="180975"/>
          </a:xfrm>
          <a:custGeom>
            <a:avLst/>
            <a:gdLst>
              <a:gd name="T0" fmla="*/ 0 w 1072"/>
              <a:gd name="T1" fmla="*/ 0 h 152"/>
              <a:gd name="T2" fmla="*/ 0 w 1072"/>
              <a:gd name="T3" fmla="*/ 2147483646 h 152"/>
              <a:gd name="T4" fmla="*/ 2147483646 w 1072"/>
              <a:gd name="T5" fmla="*/ 2147483646 h 152"/>
              <a:gd name="T6" fmla="*/ 2147483646 w 1072"/>
              <a:gd name="T7" fmla="*/ 2147483646 h 1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72" h="152">
                <a:moveTo>
                  <a:pt x="0" y="0"/>
                </a:moveTo>
                <a:lnTo>
                  <a:pt x="0" y="152"/>
                </a:lnTo>
                <a:lnTo>
                  <a:pt x="1072" y="152"/>
                </a:lnTo>
                <a:lnTo>
                  <a:pt x="1072" y="8"/>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72" name="Freeform 635">
            <a:extLst>
              <a:ext uri="{FF2B5EF4-FFF2-40B4-BE49-F238E27FC236}">
                <a16:creationId xmlns:a16="http://schemas.microsoft.com/office/drawing/2014/main" id="{A547971E-43BD-BA47-9CE3-B0F8C4859445}"/>
              </a:ext>
            </a:extLst>
          </p:cNvPr>
          <p:cNvSpPr>
            <a:spLocks/>
          </p:cNvSpPr>
          <p:nvPr/>
        </p:nvSpPr>
        <p:spPr bwMode="auto">
          <a:xfrm>
            <a:off x="6219825" y="4496991"/>
            <a:ext cx="1276350" cy="180975"/>
          </a:xfrm>
          <a:custGeom>
            <a:avLst/>
            <a:gdLst>
              <a:gd name="T0" fmla="*/ 0 w 1072"/>
              <a:gd name="T1" fmla="*/ 0 h 152"/>
              <a:gd name="T2" fmla="*/ 0 w 1072"/>
              <a:gd name="T3" fmla="*/ 2147483646 h 152"/>
              <a:gd name="T4" fmla="*/ 2147483646 w 1072"/>
              <a:gd name="T5" fmla="*/ 2147483646 h 152"/>
              <a:gd name="T6" fmla="*/ 2147483646 w 1072"/>
              <a:gd name="T7" fmla="*/ 2147483646 h 1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72" h="152">
                <a:moveTo>
                  <a:pt x="0" y="0"/>
                </a:moveTo>
                <a:lnTo>
                  <a:pt x="0" y="152"/>
                </a:lnTo>
                <a:lnTo>
                  <a:pt x="1072" y="152"/>
                </a:lnTo>
                <a:lnTo>
                  <a:pt x="1072" y="8"/>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73" name="Freeform 636">
            <a:extLst>
              <a:ext uri="{FF2B5EF4-FFF2-40B4-BE49-F238E27FC236}">
                <a16:creationId xmlns:a16="http://schemas.microsoft.com/office/drawing/2014/main" id="{B25D4391-81D1-B74F-AE70-7167AE91BA42}"/>
              </a:ext>
            </a:extLst>
          </p:cNvPr>
          <p:cNvSpPr>
            <a:spLocks/>
          </p:cNvSpPr>
          <p:nvPr/>
        </p:nvSpPr>
        <p:spPr bwMode="auto">
          <a:xfrm>
            <a:off x="3400425" y="4487466"/>
            <a:ext cx="1095375" cy="190500"/>
          </a:xfrm>
          <a:custGeom>
            <a:avLst/>
            <a:gdLst>
              <a:gd name="T0" fmla="*/ 0 w 1072"/>
              <a:gd name="T1" fmla="*/ 0 h 152"/>
              <a:gd name="T2" fmla="*/ 0 w 1072"/>
              <a:gd name="T3" fmla="*/ 2147483646 h 152"/>
              <a:gd name="T4" fmla="*/ 2147483646 w 1072"/>
              <a:gd name="T5" fmla="*/ 2147483646 h 152"/>
              <a:gd name="T6" fmla="*/ 2147483646 w 1072"/>
              <a:gd name="T7" fmla="*/ 2147483646 h 1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72" h="152">
                <a:moveTo>
                  <a:pt x="0" y="0"/>
                </a:moveTo>
                <a:lnTo>
                  <a:pt x="0" y="152"/>
                </a:lnTo>
                <a:lnTo>
                  <a:pt x="1072" y="152"/>
                </a:lnTo>
                <a:lnTo>
                  <a:pt x="1072" y="8"/>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74" name="Freeform 637">
            <a:extLst>
              <a:ext uri="{FF2B5EF4-FFF2-40B4-BE49-F238E27FC236}">
                <a16:creationId xmlns:a16="http://schemas.microsoft.com/office/drawing/2014/main" id="{1F236EF3-65F5-A744-83CA-56AB5A0C8832}"/>
              </a:ext>
            </a:extLst>
          </p:cNvPr>
          <p:cNvSpPr>
            <a:spLocks/>
          </p:cNvSpPr>
          <p:nvPr/>
        </p:nvSpPr>
        <p:spPr bwMode="auto">
          <a:xfrm>
            <a:off x="4848225" y="4496991"/>
            <a:ext cx="1104900" cy="180975"/>
          </a:xfrm>
          <a:custGeom>
            <a:avLst/>
            <a:gdLst>
              <a:gd name="T0" fmla="*/ 0 w 1072"/>
              <a:gd name="T1" fmla="*/ 0 h 152"/>
              <a:gd name="T2" fmla="*/ 0 w 1072"/>
              <a:gd name="T3" fmla="*/ 2147483646 h 152"/>
              <a:gd name="T4" fmla="*/ 2147483646 w 1072"/>
              <a:gd name="T5" fmla="*/ 2147483646 h 152"/>
              <a:gd name="T6" fmla="*/ 2147483646 w 1072"/>
              <a:gd name="T7" fmla="*/ 2147483646 h 1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72" h="152">
                <a:moveTo>
                  <a:pt x="0" y="0"/>
                </a:moveTo>
                <a:lnTo>
                  <a:pt x="0" y="152"/>
                </a:lnTo>
                <a:lnTo>
                  <a:pt x="1072" y="152"/>
                </a:lnTo>
                <a:lnTo>
                  <a:pt x="1072" y="8"/>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75" name="Text Box 639">
            <a:extLst>
              <a:ext uri="{FF2B5EF4-FFF2-40B4-BE49-F238E27FC236}">
                <a16:creationId xmlns:a16="http://schemas.microsoft.com/office/drawing/2014/main" id="{F51E5D15-6E0D-984B-AE34-450C5D703C40}"/>
              </a:ext>
            </a:extLst>
          </p:cNvPr>
          <p:cNvSpPr txBox="1">
            <a:spLocks noChangeArrowheads="1"/>
          </p:cNvSpPr>
          <p:nvPr/>
        </p:nvSpPr>
        <p:spPr bwMode="auto">
          <a:xfrm>
            <a:off x="2965847" y="3377803"/>
            <a:ext cx="37382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b="1">
                <a:latin typeface="Arial" panose="020B0604020202020204" pitchFamily="34" charset="0"/>
                <a:ea typeface="宋体" panose="02010600030101010101" pitchFamily="2" charset="-122"/>
              </a:rPr>
              <a:t>R</a:t>
            </a:r>
            <a:r>
              <a:rPr kumimoji="1" lang="en-US" altLang="zh-CN" sz="1350" b="1" baseline="-25000">
                <a:latin typeface="Arial" panose="020B0604020202020204" pitchFamily="34" charset="0"/>
                <a:ea typeface="宋体" panose="02010600030101010101" pitchFamily="2" charset="-122"/>
              </a:rPr>
              <a:t>1</a:t>
            </a:r>
          </a:p>
        </p:txBody>
      </p:sp>
      <p:sp>
        <p:nvSpPr>
          <p:cNvPr id="25676" name="Text Box 640">
            <a:extLst>
              <a:ext uri="{FF2B5EF4-FFF2-40B4-BE49-F238E27FC236}">
                <a16:creationId xmlns:a16="http://schemas.microsoft.com/office/drawing/2014/main" id="{E04C97BD-0E4B-C445-9A38-3A9465ACDDEB}"/>
              </a:ext>
            </a:extLst>
          </p:cNvPr>
          <p:cNvSpPr txBox="1">
            <a:spLocks noChangeArrowheads="1"/>
          </p:cNvSpPr>
          <p:nvPr/>
        </p:nvSpPr>
        <p:spPr bwMode="auto">
          <a:xfrm>
            <a:off x="4562475" y="3377803"/>
            <a:ext cx="37382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b="1">
                <a:latin typeface="Arial" panose="020B0604020202020204" pitchFamily="34" charset="0"/>
                <a:ea typeface="宋体" panose="02010600030101010101" pitchFamily="2" charset="-122"/>
              </a:rPr>
              <a:t>R</a:t>
            </a:r>
            <a:r>
              <a:rPr kumimoji="1" lang="en-US" altLang="zh-CN" sz="1350" b="1" baseline="-25000">
                <a:latin typeface="Arial" panose="020B0604020202020204" pitchFamily="34" charset="0"/>
                <a:ea typeface="宋体" panose="02010600030101010101" pitchFamily="2" charset="-122"/>
              </a:rPr>
              <a:t>2</a:t>
            </a:r>
          </a:p>
        </p:txBody>
      </p:sp>
      <p:sp>
        <p:nvSpPr>
          <p:cNvPr id="25677" name="Text Box 641">
            <a:extLst>
              <a:ext uri="{FF2B5EF4-FFF2-40B4-BE49-F238E27FC236}">
                <a16:creationId xmlns:a16="http://schemas.microsoft.com/office/drawing/2014/main" id="{1CC8A724-ACA5-CD42-86CE-2025599D7DB2}"/>
              </a:ext>
            </a:extLst>
          </p:cNvPr>
          <p:cNvSpPr txBox="1">
            <a:spLocks noChangeArrowheads="1"/>
          </p:cNvSpPr>
          <p:nvPr/>
        </p:nvSpPr>
        <p:spPr bwMode="auto">
          <a:xfrm>
            <a:off x="5985272" y="3377803"/>
            <a:ext cx="37382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b="1">
                <a:latin typeface="Arial" panose="020B0604020202020204" pitchFamily="34" charset="0"/>
                <a:ea typeface="宋体" panose="02010600030101010101" pitchFamily="2" charset="-122"/>
              </a:rPr>
              <a:t>R</a:t>
            </a:r>
            <a:r>
              <a:rPr kumimoji="1" lang="en-US" altLang="zh-CN" sz="1350" b="1" baseline="-25000">
                <a:latin typeface="Arial" panose="020B0604020202020204" pitchFamily="34" charset="0"/>
                <a:ea typeface="宋体" panose="02010600030101010101" pitchFamily="2" charset="-122"/>
              </a:rPr>
              <a:t>3</a:t>
            </a:r>
          </a:p>
        </p:txBody>
      </p:sp>
      <p:sp>
        <p:nvSpPr>
          <p:cNvPr id="25678" name="Text Box 642">
            <a:extLst>
              <a:ext uri="{FF2B5EF4-FFF2-40B4-BE49-F238E27FC236}">
                <a16:creationId xmlns:a16="http://schemas.microsoft.com/office/drawing/2014/main" id="{6854AC75-E4B2-6B49-8FE3-37F1C68867D3}"/>
              </a:ext>
            </a:extLst>
          </p:cNvPr>
          <p:cNvSpPr txBox="1">
            <a:spLocks noChangeArrowheads="1"/>
          </p:cNvSpPr>
          <p:nvPr/>
        </p:nvSpPr>
        <p:spPr bwMode="auto">
          <a:xfrm>
            <a:off x="1531144" y="2863453"/>
            <a:ext cx="37382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b="1">
                <a:latin typeface="Arial" panose="020B0604020202020204" pitchFamily="34" charset="0"/>
                <a:ea typeface="宋体" panose="02010600030101010101" pitchFamily="2" charset="-122"/>
              </a:rPr>
              <a:t>H</a:t>
            </a:r>
            <a:r>
              <a:rPr kumimoji="1" lang="en-US" altLang="zh-CN" sz="1350" b="1" baseline="-25000">
                <a:latin typeface="Arial" panose="020B0604020202020204" pitchFamily="34" charset="0"/>
                <a:ea typeface="宋体" panose="02010600030101010101" pitchFamily="2" charset="-122"/>
              </a:rPr>
              <a:t>1</a:t>
            </a:r>
          </a:p>
        </p:txBody>
      </p:sp>
      <p:sp>
        <p:nvSpPr>
          <p:cNvPr id="25679" name="Text Box 643">
            <a:extLst>
              <a:ext uri="{FF2B5EF4-FFF2-40B4-BE49-F238E27FC236}">
                <a16:creationId xmlns:a16="http://schemas.microsoft.com/office/drawing/2014/main" id="{21A7C6E4-D525-B243-A274-8F83C2597C94}"/>
              </a:ext>
            </a:extLst>
          </p:cNvPr>
          <p:cNvSpPr txBox="1">
            <a:spLocks noChangeArrowheads="1"/>
          </p:cNvSpPr>
          <p:nvPr/>
        </p:nvSpPr>
        <p:spPr bwMode="auto">
          <a:xfrm>
            <a:off x="7419975" y="2863453"/>
            <a:ext cx="37382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b="1">
                <a:latin typeface="Arial" panose="020B0604020202020204" pitchFamily="34" charset="0"/>
                <a:ea typeface="宋体" panose="02010600030101010101" pitchFamily="2" charset="-122"/>
              </a:rPr>
              <a:t>H</a:t>
            </a:r>
            <a:r>
              <a:rPr kumimoji="1" lang="en-US" altLang="zh-CN" sz="1350" b="1" baseline="-25000">
                <a:latin typeface="Arial" panose="020B0604020202020204" pitchFamily="34" charset="0"/>
                <a:ea typeface="宋体" panose="02010600030101010101" pitchFamily="2" charset="-122"/>
              </a:rPr>
              <a:t>2</a:t>
            </a:r>
          </a:p>
        </p:txBody>
      </p:sp>
      <p:sp>
        <p:nvSpPr>
          <p:cNvPr id="119429" name="Text Box 645">
            <a:extLst>
              <a:ext uri="{FF2B5EF4-FFF2-40B4-BE49-F238E27FC236}">
                <a16:creationId xmlns:a16="http://schemas.microsoft.com/office/drawing/2014/main" id="{49F7EE8A-9051-7841-AC13-DCB36D108424}"/>
              </a:ext>
            </a:extLst>
          </p:cNvPr>
          <p:cNvSpPr txBox="1">
            <a:spLocks noChangeArrowheads="1"/>
          </p:cNvSpPr>
          <p:nvPr/>
        </p:nvSpPr>
        <p:spPr bwMode="auto">
          <a:xfrm>
            <a:off x="2844404" y="2817019"/>
            <a:ext cx="3685624"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100">
                <a:latin typeface="Tahoma" panose="020B0604030504040204" pitchFamily="34" charset="0"/>
                <a:ea typeface="宋体" panose="02010600030101010101" pitchFamily="2" charset="-122"/>
              </a:rPr>
              <a:t>仅从数据链路层观察帧的流动</a:t>
            </a:r>
          </a:p>
        </p:txBody>
      </p:sp>
      <p:sp>
        <p:nvSpPr>
          <p:cNvPr id="25681" name="Freeform 638">
            <a:extLst>
              <a:ext uri="{FF2B5EF4-FFF2-40B4-BE49-F238E27FC236}">
                <a16:creationId xmlns:a16="http://schemas.microsoft.com/office/drawing/2014/main" id="{1839C756-3B12-7346-8FE9-87C54FC291A3}"/>
              </a:ext>
            </a:extLst>
          </p:cNvPr>
          <p:cNvSpPr>
            <a:spLocks/>
          </p:cNvSpPr>
          <p:nvPr/>
        </p:nvSpPr>
        <p:spPr bwMode="auto">
          <a:xfrm>
            <a:off x="1982152" y="3246835"/>
            <a:ext cx="5233988" cy="1403747"/>
          </a:xfrm>
          <a:custGeom>
            <a:avLst/>
            <a:gdLst>
              <a:gd name="T0" fmla="*/ 2147483646 w 4396"/>
              <a:gd name="T1" fmla="*/ 2147483646 h 1179"/>
              <a:gd name="T2" fmla="*/ 2147483646 w 4396"/>
              <a:gd name="T3" fmla="*/ 2147483646 h 1179"/>
              <a:gd name="T4" fmla="*/ 2147483646 w 4396"/>
              <a:gd name="T5" fmla="*/ 2147483646 h 1179"/>
              <a:gd name="T6" fmla="*/ 2147483646 w 4396"/>
              <a:gd name="T7" fmla="*/ 2147483646 h 1179"/>
              <a:gd name="T8" fmla="*/ 2147483646 w 4396"/>
              <a:gd name="T9" fmla="*/ 2147483646 h 1179"/>
              <a:gd name="T10" fmla="*/ 2147483646 w 4396"/>
              <a:gd name="T11" fmla="*/ 2147483646 h 1179"/>
              <a:gd name="T12" fmla="*/ 2147483646 w 4396"/>
              <a:gd name="T13" fmla="*/ 2147483646 h 1179"/>
              <a:gd name="T14" fmla="*/ 2147483646 w 4396"/>
              <a:gd name="T15" fmla="*/ 2147483646 h 1179"/>
              <a:gd name="T16" fmla="*/ 2147483646 w 4396"/>
              <a:gd name="T17" fmla="*/ 2147483646 h 1179"/>
              <a:gd name="T18" fmla="*/ 2147483646 w 4396"/>
              <a:gd name="T19" fmla="*/ 2147483646 h 1179"/>
              <a:gd name="T20" fmla="*/ 2147483646 w 4396"/>
              <a:gd name="T21" fmla="*/ 2147483646 h 1179"/>
              <a:gd name="T22" fmla="*/ 2147483646 w 4396"/>
              <a:gd name="T23" fmla="*/ 2147483646 h 1179"/>
              <a:gd name="T24" fmla="*/ 2147483646 w 4396"/>
              <a:gd name="T25" fmla="*/ 2147483646 h 1179"/>
              <a:gd name="T26" fmla="*/ 2147483646 w 4396"/>
              <a:gd name="T27" fmla="*/ 2147483646 h 1179"/>
              <a:gd name="T28" fmla="*/ 2147483646 w 4396"/>
              <a:gd name="T29" fmla="*/ 2147483646 h 1179"/>
              <a:gd name="T30" fmla="*/ 2147483646 w 4396"/>
              <a:gd name="T31" fmla="*/ 2147483646 h 1179"/>
              <a:gd name="T32" fmla="*/ 2147483646 w 4396"/>
              <a:gd name="T33" fmla="*/ 2147483646 h 1179"/>
              <a:gd name="T34" fmla="*/ 2147483646 w 4396"/>
              <a:gd name="T35" fmla="*/ 2147483646 h 1179"/>
              <a:gd name="T36" fmla="*/ 2147483646 w 4396"/>
              <a:gd name="T37" fmla="*/ 2147483646 h 1179"/>
              <a:gd name="T38" fmla="*/ 2147483646 w 4396"/>
              <a:gd name="T39" fmla="*/ 2147483646 h 1179"/>
              <a:gd name="T40" fmla="*/ 2147483646 w 4396"/>
              <a:gd name="T41" fmla="*/ 2147483646 h 1179"/>
              <a:gd name="T42" fmla="*/ 2147483646 w 4396"/>
              <a:gd name="T43" fmla="*/ 2147483646 h 1179"/>
              <a:gd name="T44" fmla="*/ 2147483646 w 4396"/>
              <a:gd name="T45" fmla="*/ 2147483646 h 1179"/>
              <a:gd name="T46" fmla="*/ 2147483646 w 4396"/>
              <a:gd name="T47" fmla="*/ 2147483646 h 1179"/>
              <a:gd name="T48" fmla="*/ 2147483646 w 4396"/>
              <a:gd name="T49" fmla="*/ 2147483646 h 1179"/>
              <a:gd name="T50" fmla="*/ 2147483646 w 4396"/>
              <a:gd name="T51" fmla="*/ 2147483646 h 1179"/>
              <a:gd name="T52" fmla="*/ 2147483646 w 4396"/>
              <a:gd name="T53" fmla="*/ 2147483646 h 1179"/>
              <a:gd name="T54" fmla="*/ 2147483646 w 4396"/>
              <a:gd name="T55" fmla="*/ 2147483646 h 1179"/>
              <a:gd name="T56" fmla="*/ 2147483646 w 4396"/>
              <a:gd name="T57" fmla="*/ 2147483646 h 1179"/>
              <a:gd name="T58" fmla="*/ 2147483646 w 4396"/>
              <a:gd name="T59" fmla="*/ 2147483646 h 1179"/>
              <a:gd name="T60" fmla="*/ 2147483646 w 4396"/>
              <a:gd name="T61" fmla="*/ 2147483646 h 1179"/>
              <a:gd name="T62" fmla="*/ 2147483646 w 4396"/>
              <a:gd name="T63" fmla="*/ 2147483646 h 1179"/>
              <a:gd name="T64" fmla="*/ 2147483646 w 4396"/>
              <a:gd name="T65" fmla="*/ 2147483646 h 1179"/>
              <a:gd name="T66" fmla="*/ 2147483646 w 4396"/>
              <a:gd name="T67" fmla="*/ 2147483646 h 1179"/>
              <a:gd name="T68" fmla="*/ 2147483646 w 4396"/>
              <a:gd name="T69" fmla="*/ 2147483646 h 1179"/>
              <a:gd name="T70" fmla="*/ 2147483646 w 4396"/>
              <a:gd name="T71" fmla="*/ 0 h 117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4396" h="1179">
                <a:moveTo>
                  <a:pt x="12" y="30"/>
                </a:moveTo>
                <a:cubicBezTo>
                  <a:pt x="13" y="176"/>
                  <a:pt x="0" y="725"/>
                  <a:pt x="12" y="909"/>
                </a:cubicBezTo>
                <a:cubicBezTo>
                  <a:pt x="24" y="1093"/>
                  <a:pt x="18" y="1095"/>
                  <a:pt x="84" y="1137"/>
                </a:cubicBezTo>
                <a:cubicBezTo>
                  <a:pt x="150" y="1179"/>
                  <a:pt x="328" y="1158"/>
                  <a:pt x="408" y="1161"/>
                </a:cubicBezTo>
                <a:cubicBezTo>
                  <a:pt x="488" y="1164"/>
                  <a:pt x="507" y="1162"/>
                  <a:pt x="567" y="1158"/>
                </a:cubicBezTo>
                <a:cubicBezTo>
                  <a:pt x="627" y="1154"/>
                  <a:pt x="728" y="1158"/>
                  <a:pt x="768" y="1140"/>
                </a:cubicBezTo>
                <a:cubicBezTo>
                  <a:pt x="808" y="1122"/>
                  <a:pt x="798" y="1129"/>
                  <a:pt x="804" y="1050"/>
                </a:cubicBezTo>
                <a:cubicBezTo>
                  <a:pt x="810" y="971"/>
                  <a:pt x="796" y="761"/>
                  <a:pt x="804" y="666"/>
                </a:cubicBezTo>
                <a:cubicBezTo>
                  <a:pt x="812" y="571"/>
                  <a:pt x="792" y="507"/>
                  <a:pt x="855" y="477"/>
                </a:cubicBezTo>
                <a:cubicBezTo>
                  <a:pt x="918" y="447"/>
                  <a:pt x="1122" y="452"/>
                  <a:pt x="1182" y="483"/>
                </a:cubicBezTo>
                <a:cubicBezTo>
                  <a:pt x="1242" y="514"/>
                  <a:pt x="1208" y="592"/>
                  <a:pt x="1212" y="663"/>
                </a:cubicBezTo>
                <a:cubicBezTo>
                  <a:pt x="1216" y="734"/>
                  <a:pt x="1205" y="830"/>
                  <a:pt x="1209" y="906"/>
                </a:cubicBezTo>
                <a:cubicBezTo>
                  <a:pt x="1213" y="982"/>
                  <a:pt x="1190" y="1080"/>
                  <a:pt x="1236" y="1122"/>
                </a:cubicBezTo>
                <a:cubicBezTo>
                  <a:pt x="1282" y="1164"/>
                  <a:pt x="1383" y="1158"/>
                  <a:pt x="1488" y="1161"/>
                </a:cubicBezTo>
                <a:cubicBezTo>
                  <a:pt x="1593" y="1164"/>
                  <a:pt x="1785" y="1161"/>
                  <a:pt x="1866" y="1143"/>
                </a:cubicBezTo>
                <a:cubicBezTo>
                  <a:pt x="1947" y="1125"/>
                  <a:pt x="1956" y="1115"/>
                  <a:pt x="1977" y="1050"/>
                </a:cubicBezTo>
                <a:cubicBezTo>
                  <a:pt x="1998" y="985"/>
                  <a:pt x="1986" y="848"/>
                  <a:pt x="1992" y="750"/>
                </a:cubicBezTo>
                <a:cubicBezTo>
                  <a:pt x="1998" y="652"/>
                  <a:pt x="1953" y="508"/>
                  <a:pt x="2016" y="459"/>
                </a:cubicBezTo>
                <a:cubicBezTo>
                  <a:pt x="2079" y="410"/>
                  <a:pt x="2305" y="419"/>
                  <a:pt x="2370" y="453"/>
                </a:cubicBezTo>
                <a:cubicBezTo>
                  <a:pt x="2435" y="487"/>
                  <a:pt x="2402" y="594"/>
                  <a:pt x="2409" y="663"/>
                </a:cubicBezTo>
                <a:cubicBezTo>
                  <a:pt x="2416" y="732"/>
                  <a:pt x="2408" y="794"/>
                  <a:pt x="2412" y="867"/>
                </a:cubicBezTo>
                <a:cubicBezTo>
                  <a:pt x="2416" y="940"/>
                  <a:pt x="2411" y="1050"/>
                  <a:pt x="2436" y="1098"/>
                </a:cubicBezTo>
                <a:cubicBezTo>
                  <a:pt x="2461" y="1146"/>
                  <a:pt x="2467" y="1150"/>
                  <a:pt x="2565" y="1158"/>
                </a:cubicBezTo>
                <a:cubicBezTo>
                  <a:pt x="2663" y="1166"/>
                  <a:pt x="2924" y="1165"/>
                  <a:pt x="3024" y="1146"/>
                </a:cubicBezTo>
                <a:cubicBezTo>
                  <a:pt x="3124" y="1127"/>
                  <a:pt x="3140" y="1122"/>
                  <a:pt x="3165" y="1041"/>
                </a:cubicBezTo>
                <a:cubicBezTo>
                  <a:pt x="3190" y="960"/>
                  <a:pt x="3165" y="758"/>
                  <a:pt x="3172" y="662"/>
                </a:cubicBezTo>
                <a:cubicBezTo>
                  <a:pt x="3179" y="566"/>
                  <a:pt x="3154" y="499"/>
                  <a:pt x="3207" y="462"/>
                </a:cubicBezTo>
                <a:cubicBezTo>
                  <a:pt x="3260" y="425"/>
                  <a:pt x="3429" y="425"/>
                  <a:pt x="3492" y="438"/>
                </a:cubicBezTo>
                <a:cubicBezTo>
                  <a:pt x="3555" y="451"/>
                  <a:pt x="3568" y="464"/>
                  <a:pt x="3585" y="540"/>
                </a:cubicBezTo>
                <a:cubicBezTo>
                  <a:pt x="3602" y="616"/>
                  <a:pt x="3587" y="801"/>
                  <a:pt x="3591" y="894"/>
                </a:cubicBezTo>
                <a:cubicBezTo>
                  <a:pt x="3595" y="987"/>
                  <a:pt x="3590" y="1059"/>
                  <a:pt x="3609" y="1101"/>
                </a:cubicBezTo>
                <a:cubicBezTo>
                  <a:pt x="3628" y="1143"/>
                  <a:pt x="3617" y="1140"/>
                  <a:pt x="3708" y="1149"/>
                </a:cubicBezTo>
                <a:cubicBezTo>
                  <a:pt x="3799" y="1158"/>
                  <a:pt x="4051" y="1162"/>
                  <a:pt x="4155" y="1158"/>
                </a:cubicBezTo>
                <a:cubicBezTo>
                  <a:pt x="4259" y="1154"/>
                  <a:pt x="4296" y="1160"/>
                  <a:pt x="4335" y="1125"/>
                </a:cubicBezTo>
                <a:cubicBezTo>
                  <a:pt x="4374" y="1090"/>
                  <a:pt x="4382" y="1132"/>
                  <a:pt x="4389" y="945"/>
                </a:cubicBezTo>
                <a:cubicBezTo>
                  <a:pt x="4396" y="758"/>
                  <a:pt x="4382" y="197"/>
                  <a:pt x="4380" y="0"/>
                </a:cubicBezTo>
              </a:path>
            </a:pathLst>
          </a:custGeom>
          <a:noFill/>
          <a:ln w="76200" cmpd="sng">
            <a:solidFill>
              <a:srgbClr val="FF0000"/>
            </a:solidFill>
            <a:prstDash val="solid"/>
            <a:round/>
            <a:headEnd type="none" w="med" len="lg"/>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9428" name="Rectangle 644">
            <a:extLst>
              <a:ext uri="{FF2B5EF4-FFF2-40B4-BE49-F238E27FC236}">
                <a16:creationId xmlns:a16="http://schemas.microsoft.com/office/drawing/2014/main" id="{83198BDC-A1C4-EE45-A830-3EC570577A5E}"/>
              </a:ext>
            </a:extLst>
          </p:cNvPr>
          <p:cNvSpPr>
            <a:spLocks noChangeArrowheads="1"/>
          </p:cNvSpPr>
          <p:nvPr/>
        </p:nvSpPr>
        <p:spPr bwMode="auto">
          <a:xfrm>
            <a:off x="1365409" y="3996928"/>
            <a:ext cx="6480572" cy="242888"/>
          </a:xfrm>
          <a:prstGeom prst="rect">
            <a:avLst/>
          </a:prstGeom>
          <a:solidFill>
            <a:srgbClr val="C0C0C0">
              <a:alpha val="39999"/>
            </a:srgbClr>
          </a:solidFill>
          <a:ln w="9525">
            <a:solidFill>
              <a:srgbClr val="5F5F5F"/>
            </a:solidFill>
            <a:prstDash val="dash"/>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dirty="0">
              <a:solidFill>
                <a:schemeClr val="tx1"/>
              </a:solidFill>
              <a:latin typeface="Tahoma" panose="020B0604030504040204" pitchFamily="34" charset="0"/>
              <a:ea typeface="宋体" panose="02010600030101010101" pitchFamily="2" charset="-122"/>
            </a:endParaRPr>
          </a:p>
        </p:txBody>
      </p:sp>
      <p:sp>
        <p:nvSpPr>
          <p:cNvPr id="25683" name="幻灯片编号占位符 1">
            <a:extLst>
              <a:ext uri="{FF2B5EF4-FFF2-40B4-BE49-F238E27FC236}">
                <a16:creationId xmlns:a16="http://schemas.microsoft.com/office/drawing/2014/main" id="{48064011-B346-4242-AB25-BFF9A78CB4A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07BF678-9BDF-FC43-A164-EAB0364D07B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1330710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19429"/>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500"/>
                                  </p:stCondLst>
                                  <p:childTnLst>
                                    <p:set>
                                      <p:cBhvr>
                                        <p:cTn id="9" dur="1" fill="hold">
                                          <p:stCondLst>
                                            <p:cond delay="0"/>
                                          </p:stCondLst>
                                        </p:cTn>
                                        <p:tgtEl>
                                          <p:spTgt spid="119428"/>
                                        </p:tgtEl>
                                        <p:attrNameLst>
                                          <p:attrName>style.visibility</p:attrName>
                                        </p:attrNameLst>
                                      </p:cBhvr>
                                      <p:to>
                                        <p:strVal val="visible"/>
                                      </p:to>
                                    </p:set>
                                  </p:childTnLst>
                                </p:cTn>
                              </p:par>
                            </p:childTnLst>
                          </p:cTn>
                        </p:par>
                        <p:par>
                          <p:cTn id="10" fill="hold" nodeType="afterGroup">
                            <p:stCondLst>
                              <p:cond delay="500"/>
                            </p:stCondLst>
                            <p:childTnLst>
                              <p:par>
                                <p:cTn id="11" presetID="22" presetClass="entr" presetSubtype="8" fill="hold" nodeType="afterEffect">
                                  <p:stCondLst>
                                    <p:cond delay="500"/>
                                  </p:stCondLst>
                                  <p:childTnLst>
                                    <p:set>
                                      <p:cBhvr>
                                        <p:cTn id="12" dur="1" fill="hold">
                                          <p:stCondLst>
                                            <p:cond delay="0"/>
                                          </p:stCondLst>
                                        </p:cTn>
                                        <p:tgtEl>
                                          <p:spTgt spid="119414"/>
                                        </p:tgtEl>
                                        <p:attrNameLst>
                                          <p:attrName>style.visibility</p:attrName>
                                        </p:attrNameLst>
                                      </p:cBhvr>
                                      <p:to>
                                        <p:strVal val="visible"/>
                                      </p:to>
                                    </p:set>
                                    <p:animEffect transition="in" filter="wipe(left)">
                                      <p:cBhvr>
                                        <p:cTn id="13" dur="500"/>
                                        <p:tgtEl>
                                          <p:spTgt spid="119414"/>
                                        </p:tgtEl>
                                      </p:cBhvr>
                                    </p:animEffect>
                                  </p:childTnLst>
                                </p:cTn>
                              </p:par>
                            </p:childTnLst>
                          </p:cTn>
                        </p:par>
                        <p:par>
                          <p:cTn id="14" fill="hold" nodeType="afterGroup">
                            <p:stCondLst>
                              <p:cond delay="1500"/>
                            </p:stCondLst>
                            <p:childTnLst>
                              <p:par>
                                <p:cTn id="15" presetID="22" presetClass="entr" presetSubtype="8" fill="hold" nodeType="afterEffect">
                                  <p:stCondLst>
                                    <p:cond delay="500"/>
                                  </p:stCondLst>
                                  <p:childTnLst>
                                    <p:set>
                                      <p:cBhvr>
                                        <p:cTn id="16" dur="1" fill="hold">
                                          <p:stCondLst>
                                            <p:cond delay="0"/>
                                          </p:stCondLst>
                                        </p:cTn>
                                        <p:tgtEl>
                                          <p:spTgt spid="119415"/>
                                        </p:tgtEl>
                                        <p:attrNameLst>
                                          <p:attrName>style.visibility</p:attrName>
                                        </p:attrNameLst>
                                      </p:cBhvr>
                                      <p:to>
                                        <p:strVal val="visible"/>
                                      </p:to>
                                    </p:set>
                                    <p:animEffect transition="in" filter="wipe(left)">
                                      <p:cBhvr>
                                        <p:cTn id="17" dur="500"/>
                                        <p:tgtEl>
                                          <p:spTgt spid="119415"/>
                                        </p:tgtEl>
                                      </p:cBhvr>
                                    </p:animEffect>
                                  </p:childTnLst>
                                </p:cTn>
                              </p:par>
                            </p:childTnLst>
                          </p:cTn>
                        </p:par>
                        <p:par>
                          <p:cTn id="18" fill="hold" nodeType="afterGroup">
                            <p:stCondLst>
                              <p:cond delay="2500"/>
                            </p:stCondLst>
                            <p:childTnLst>
                              <p:par>
                                <p:cTn id="19" presetID="22" presetClass="entr" presetSubtype="8" fill="hold" nodeType="afterEffect">
                                  <p:stCondLst>
                                    <p:cond delay="500"/>
                                  </p:stCondLst>
                                  <p:childTnLst>
                                    <p:set>
                                      <p:cBhvr>
                                        <p:cTn id="20" dur="1" fill="hold">
                                          <p:stCondLst>
                                            <p:cond delay="0"/>
                                          </p:stCondLst>
                                        </p:cTn>
                                        <p:tgtEl>
                                          <p:spTgt spid="119416"/>
                                        </p:tgtEl>
                                        <p:attrNameLst>
                                          <p:attrName>style.visibility</p:attrName>
                                        </p:attrNameLst>
                                      </p:cBhvr>
                                      <p:to>
                                        <p:strVal val="visible"/>
                                      </p:to>
                                    </p:set>
                                    <p:animEffect transition="in" filter="wipe(left)">
                                      <p:cBhvr>
                                        <p:cTn id="21" dur="500"/>
                                        <p:tgtEl>
                                          <p:spTgt spid="119416"/>
                                        </p:tgtEl>
                                      </p:cBhvr>
                                    </p:animEffect>
                                  </p:childTnLst>
                                </p:cTn>
                              </p:par>
                            </p:childTnLst>
                          </p:cTn>
                        </p:par>
                        <p:par>
                          <p:cTn id="22" fill="hold" nodeType="afterGroup">
                            <p:stCondLst>
                              <p:cond delay="3500"/>
                            </p:stCondLst>
                            <p:childTnLst>
                              <p:par>
                                <p:cTn id="23" presetID="22" presetClass="entr" presetSubtype="8" fill="hold" nodeType="afterEffect">
                                  <p:stCondLst>
                                    <p:cond delay="500"/>
                                  </p:stCondLst>
                                  <p:childTnLst>
                                    <p:set>
                                      <p:cBhvr>
                                        <p:cTn id="24" dur="1" fill="hold">
                                          <p:stCondLst>
                                            <p:cond delay="0"/>
                                          </p:stCondLst>
                                        </p:cTn>
                                        <p:tgtEl>
                                          <p:spTgt spid="119417"/>
                                        </p:tgtEl>
                                        <p:attrNameLst>
                                          <p:attrName>style.visibility</p:attrName>
                                        </p:attrNameLst>
                                      </p:cBhvr>
                                      <p:to>
                                        <p:strVal val="visible"/>
                                      </p:to>
                                    </p:set>
                                    <p:animEffect transition="in" filter="wipe(left)">
                                      <p:cBhvr>
                                        <p:cTn id="25" dur="500"/>
                                        <p:tgtEl>
                                          <p:spTgt spid="1194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429" grpId="0"/>
      <p:bldP spid="11942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0A67CFEF-3C37-9D48-830D-1314D810F39B}"/>
              </a:ext>
            </a:extLst>
          </p:cNvPr>
          <p:cNvSpPr>
            <a:spLocks noGrp="1" noChangeArrowheads="1"/>
          </p:cNvSpPr>
          <p:nvPr>
            <p:ph type="title"/>
          </p:nvPr>
        </p:nvSpPr>
        <p:spPr>
          <a:xfrm>
            <a:off x="125730" y="282655"/>
            <a:ext cx="7647147" cy="576263"/>
          </a:xfrm>
        </p:spPr>
        <p:txBody>
          <a:bodyPr/>
          <a:lstStyle/>
          <a:p>
            <a:pPr eaLnBrk="1" hangingPunct="1"/>
            <a:r>
              <a:rPr lang="en-US" altLang="zh-CN" sz="3000" dirty="0">
                <a:ea typeface="宋体" panose="02010600030101010101" pitchFamily="2" charset="-122"/>
              </a:rPr>
              <a:t>3.1 </a:t>
            </a:r>
            <a:r>
              <a:rPr lang="zh-CN" altLang="en-US" sz="3000" dirty="0">
                <a:ea typeface="宋体" panose="02010600030101010101" pitchFamily="2" charset="-122"/>
              </a:rPr>
              <a:t>使用点对点信道的数据链路层  </a:t>
            </a:r>
          </a:p>
        </p:txBody>
      </p:sp>
      <p:sp>
        <p:nvSpPr>
          <p:cNvPr id="123907" name="Rectangle 3">
            <a:extLst>
              <a:ext uri="{FF2B5EF4-FFF2-40B4-BE49-F238E27FC236}">
                <a16:creationId xmlns:a16="http://schemas.microsoft.com/office/drawing/2014/main" id="{8FCCEBB0-1ED4-B74A-A798-5634D36FAB74}"/>
              </a:ext>
            </a:extLst>
          </p:cNvPr>
          <p:cNvSpPr>
            <a:spLocks noGrp="1" noChangeArrowheads="1"/>
          </p:cNvSpPr>
          <p:nvPr>
            <p:ph type="body" idx="1"/>
          </p:nvPr>
        </p:nvSpPr>
        <p:spPr>
          <a:xfrm>
            <a:off x="212170" y="1623060"/>
            <a:ext cx="8680369" cy="3390663"/>
          </a:xfrm>
        </p:spPr>
        <p:txBody>
          <a:bodyPr/>
          <a:lstStyle/>
          <a:p>
            <a:pPr eaLnBrk="1" hangingPunct="1">
              <a:lnSpc>
                <a:spcPct val="90000"/>
              </a:lnSpc>
            </a:pPr>
            <a:r>
              <a:rPr lang="zh-CN" altLang="en-US" dirty="0">
                <a:solidFill>
                  <a:schemeClr val="hlink"/>
                </a:solidFill>
                <a:latin typeface="Times New Roman" panose="02020603050405020304" pitchFamily="18" charset="0"/>
                <a:ea typeface="宋体" panose="02010600030101010101" pitchFamily="2" charset="-122"/>
              </a:rPr>
              <a:t>链路</a:t>
            </a:r>
            <a:r>
              <a:rPr lang="en-US" altLang="zh-CN" dirty="0">
                <a:latin typeface="Times New Roman" panose="02020603050405020304" pitchFamily="18" charset="0"/>
                <a:ea typeface="宋体" panose="02010600030101010101" pitchFamily="2" charset="-122"/>
              </a:rPr>
              <a:t>(link)</a:t>
            </a:r>
            <a:r>
              <a:rPr lang="zh-CN" altLang="en-US" dirty="0">
                <a:latin typeface="Times New Roman" panose="02020603050405020304" pitchFamily="18" charset="0"/>
                <a:ea typeface="宋体" panose="02010600030101010101" pitchFamily="2" charset="-122"/>
              </a:rPr>
              <a:t>是一条无源的点到点的物理线路段，中间没有任何其他的交换结点。</a:t>
            </a:r>
          </a:p>
          <a:p>
            <a:pPr lvl="1" eaLnBrk="1" hangingPunct="1">
              <a:lnSpc>
                <a:spcPct val="90000"/>
              </a:lnSpc>
            </a:pPr>
            <a:r>
              <a:rPr lang="zh-CN" altLang="en-US" dirty="0">
                <a:solidFill>
                  <a:srgbClr val="333399"/>
                </a:solidFill>
                <a:ea typeface="宋体" panose="02010600030101010101" pitchFamily="2" charset="-122"/>
              </a:rPr>
              <a:t>一条链路只是一条通路的一个组成部分。</a:t>
            </a:r>
          </a:p>
          <a:p>
            <a:pPr eaLnBrk="1" hangingPunct="1">
              <a:lnSpc>
                <a:spcPct val="90000"/>
              </a:lnSpc>
            </a:pPr>
            <a:r>
              <a:rPr lang="zh-CN" altLang="en-US" dirty="0">
                <a:solidFill>
                  <a:schemeClr val="hlink"/>
                </a:solidFill>
                <a:ea typeface="宋体" panose="02010600030101010101" pitchFamily="2" charset="-122"/>
              </a:rPr>
              <a:t>数据链路</a:t>
            </a:r>
            <a:r>
              <a:rPr lang="en-US" altLang="zh-CN" dirty="0">
                <a:ea typeface="宋体" panose="02010600030101010101" pitchFamily="2" charset="-122"/>
              </a:rPr>
              <a:t>(data link) </a:t>
            </a:r>
            <a:r>
              <a:rPr lang="zh-CN" altLang="en-US" dirty="0">
                <a:ea typeface="宋体" panose="02010600030101010101" pitchFamily="2" charset="-122"/>
              </a:rPr>
              <a:t>除了物理线路外，还必须有通信协议来控制这些数据的传输。若把实现这些协议的硬件和软件加到链路上，就构成了数据链路。</a:t>
            </a:r>
          </a:p>
          <a:p>
            <a:pPr lvl="1" eaLnBrk="1" hangingPunct="1">
              <a:lnSpc>
                <a:spcPct val="90000"/>
              </a:lnSpc>
            </a:pPr>
            <a:r>
              <a:rPr lang="zh-CN" altLang="en-US" dirty="0">
                <a:solidFill>
                  <a:srgbClr val="333399"/>
                </a:solidFill>
                <a:ea typeface="宋体" panose="02010600030101010101" pitchFamily="2" charset="-122"/>
              </a:rPr>
              <a:t>现在最常用的方法是使用适配器（即网卡）来实现这些协议的硬件和软件。</a:t>
            </a:r>
          </a:p>
          <a:p>
            <a:pPr lvl="1" eaLnBrk="1" hangingPunct="1">
              <a:lnSpc>
                <a:spcPct val="90000"/>
              </a:lnSpc>
            </a:pPr>
            <a:r>
              <a:rPr lang="zh-CN" altLang="en-US" dirty="0">
                <a:solidFill>
                  <a:srgbClr val="333399"/>
                </a:solidFill>
                <a:ea typeface="宋体" panose="02010600030101010101" pitchFamily="2" charset="-122"/>
              </a:rPr>
              <a:t>一般的适配器都包括了数据链路层和物理层这两层的功能。</a:t>
            </a:r>
            <a:r>
              <a:rPr lang="zh-CN" altLang="en-US" dirty="0">
                <a:ea typeface="宋体" panose="02010600030101010101" pitchFamily="2" charset="-122"/>
              </a:rPr>
              <a:t>  </a:t>
            </a:r>
            <a:r>
              <a:rPr lang="zh-CN" altLang="en-US" sz="2400" dirty="0">
                <a:latin typeface="Times New Roman" panose="02020603050405020304" pitchFamily="18" charset="0"/>
                <a:ea typeface="宋体" panose="02010600030101010101" pitchFamily="2" charset="-122"/>
              </a:rPr>
              <a:t> </a:t>
            </a:r>
          </a:p>
        </p:txBody>
      </p:sp>
      <p:sp>
        <p:nvSpPr>
          <p:cNvPr id="27651" name="幻灯片编号占位符 1">
            <a:extLst>
              <a:ext uri="{FF2B5EF4-FFF2-40B4-BE49-F238E27FC236}">
                <a16:creationId xmlns:a16="http://schemas.microsoft.com/office/drawing/2014/main" id="{9211090F-9DBE-7F43-8871-829CD99660F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2CB4911-BB9E-5341-BC52-A54B155286E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9B3BFBF9-6F4D-6C47-B18B-492AA7109BBB}"/>
              </a:ext>
            </a:extLst>
          </p:cNvPr>
          <p:cNvSpPr/>
          <p:nvPr/>
        </p:nvSpPr>
        <p:spPr>
          <a:xfrm>
            <a:off x="125730" y="970063"/>
            <a:ext cx="3337773" cy="523220"/>
          </a:xfrm>
          <a:prstGeom prst="rect">
            <a:avLst/>
          </a:prstGeom>
        </p:spPr>
        <p:txBody>
          <a:bodyPr wrap="none">
            <a:spAutoFit/>
          </a:bodyPr>
          <a:lstStyle/>
          <a:p>
            <a:r>
              <a:rPr lang="en-US" altLang="zh-CN" sz="2800" dirty="0"/>
              <a:t>3.1.1  </a:t>
            </a:r>
            <a:r>
              <a:rPr lang="zh-CN" altLang="en-US" sz="2800" dirty="0"/>
              <a:t>数据链路和帧</a:t>
            </a:r>
          </a:p>
        </p:txBody>
      </p:sp>
    </p:spTree>
    <p:extLst>
      <p:ext uri="{BB962C8B-B14F-4D97-AF65-F5344CB8AC3E}">
        <p14:creationId xmlns:p14="http://schemas.microsoft.com/office/powerpoint/2010/main" val="27067814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907">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3907">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390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7" grpId="0" build="p"/>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4676" name="Rectangle 4">
            <a:extLst>
              <a:ext uri="{FF2B5EF4-FFF2-40B4-BE49-F238E27FC236}">
                <a16:creationId xmlns:a16="http://schemas.microsoft.com/office/drawing/2014/main" id="{24DF85BE-0C97-3043-B90D-669353D4859E}"/>
              </a:ext>
            </a:extLst>
          </p:cNvPr>
          <p:cNvSpPr>
            <a:spLocks noChangeArrowheads="1"/>
          </p:cNvSpPr>
          <p:nvPr/>
        </p:nvSpPr>
        <p:spPr bwMode="auto">
          <a:xfrm>
            <a:off x="6378178" y="1177529"/>
            <a:ext cx="1508522" cy="1371600"/>
          </a:xfrm>
          <a:prstGeom prst="rect">
            <a:avLst/>
          </a:prstGeom>
          <a:solidFill>
            <a:srgbClr val="CCFFFF"/>
          </a:solidFill>
          <a:ln w="12700">
            <a:solidFill>
              <a:schemeClr val="tx1"/>
            </a:solidFill>
            <a:miter lim="800000"/>
            <a:headEnd/>
            <a:tailEnd/>
          </a:ln>
          <a:effectLst>
            <a:outerShdw blurRad="63500" dist="53882"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9698" name="Rectangle 5">
            <a:extLst>
              <a:ext uri="{FF2B5EF4-FFF2-40B4-BE49-F238E27FC236}">
                <a16:creationId xmlns:a16="http://schemas.microsoft.com/office/drawing/2014/main" id="{AE6C3FB2-E604-F54C-B623-6263D5AC9F8A}"/>
              </a:ext>
            </a:extLst>
          </p:cNvPr>
          <p:cNvSpPr>
            <a:spLocks noChangeArrowheads="1"/>
          </p:cNvSpPr>
          <p:nvPr/>
        </p:nvSpPr>
        <p:spPr bwMode="auto">
          <a:xfrm>
            <a:off x="6392466" y="1634729"/>
            <a:ext cx="1485900" cy="4572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9699" name="Line 6">
            <a:extLst>
              <a:ext uri="{FF2B5EF4-FFF2-40B4-BE49-F238E27FC236}">
                <a16:creationId xmlns:a16="http://schemas.microsoft.com/office/drawing/2014/main" id="{6785478C-AAD0-ED46-991E-03AD35D56D5A}"/>
              </a:ext>
            </a:extLst>
          </p:cNvPr>
          <p:cNvSpPr>
            <a:spLocks noChangeShapeType="1"/>
          </p:cNvSpPr>
          <p:nvPr/>
        </p:nvSpPr>
        <p:spPr bwMode="auto">
          <a:xfrm>
            <a:off x="6378179" y="1633538"/>
            <a:ext cx="1506140" cy="119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4679" name="Rectangle 7">
            <a:extLst>
              <a:ext uri="{FF2B5EF4-FFF2-40B4-BE49-F238E27FC236}">
                <a16:creationId xmlns:a16="http://schemas.microsoft.com/office/drawing/2014/main" id="{09F6AB55-6E1A-C94C-BB2D-46619A58BEEF}"/>
              </a:ext>
            </a:extLst>
          </p:cNvPr>
          <p:cNvSpPr>
            <a:spLocks noChangeArrowheads="1"/>
          </p:cNvSpPr>
          <p:nvPr/>
        </p:nvSpPr>
        <p:spPr bwMode="auto">
          <a:xfrm>
            <a:off x="6607969" y="1749029"/>
            <a:ext cx="1042988" cy="228600"/>
          </a:xfrm>
          <a:prstGeom prst="rect">
            <a:avLst/>
          </a:prstGeom>
          <a:solidFill>
            <a:schemeClr val="bg1"/>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endParaRPr kumimoji="1" lang="zh-CN" altLang="zh-CN" sz="1350">
              <a:solidFill>
                <a:schemeClr val="folHlink"/>
              </a:solidFill>
              <a:latin typeface="Arial" panose="020B0604020202020204" pitchFamily="34" charset="0"/>
              <a:ea typeface="黑体" panose="02010609060101010101" pitchFamily="49" charset="-122"/>
              <a:cs typeface="黑体" panose="02010609060101010101" pitchFamily="49" charset="-122"/>
            </a:endParaRPr>
          </a:p>
        </p:txBody>
      </p:sp>
      <p:sp>
        <p:nvSpPr>
          <p:cNvPr id="29701" name="Line 8">
            <a:extLst>
              <a:ext uri="{FF2B5EF4-FFF2-40B4-BE49-F238E27FC236}">
                <a16:creationId xmlns:a16="http://schemas.microsoft.com/office/drawing/2014/main" id="{4E1EDEB0-5CB1-B445-BCFE-276055A76D3A}"/>
              </a:ext>
            </a:extLst>
          </p:cNvPr>
          <p:cNvSpPr>
            <a:spLocks noChangeShapeType="1"/>
          </p:cNvSpPr>
          <p:nvPr/>
        </p:nvSpPr>
        <p:spPr bwMode="auto">
          <a:xfrm>
            <a:off x="6378179" y="2090738"/>
            <a:ext cx="1506140" cy="119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4681" name="Rectangle 9">
            <a:extLst>
              <a:ext uri="{FF2B5EF4-FFF2-40B4-BE49-F238E27FC236}">
                <a16:creationId xmlns:a16="http://schemas.microsoft.com/office/drawing/2014/main" id="{C3F06534-27F2-6848-96B2-E01D22C4380D}"/>
              </a:ext>
            </a:extLst>
          </p:cNvPr>
          <p:cNvSpPr>
            <a:spLocks noChangeArrowheads="1"/>
          </p:cNvSpPr>
          <p:nvPr/>
        </p:nvSpPr>
        <p:spPr bwMode="auto">
          <a:xfrm>
            <a:off x="6761560" y="1291829"/>
            <a:ext cx="742950" cy="228600"/>
          </a:xfrm>
          <a:prstGeom prst="rect">
            <a:avLst/>
          </a:prstGeom>
          <a:solidFill>
            <a:srgbClr val="DDDDDD"/>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Arial" panose="020B0604020202020204" pitchFamily="34" charset="0"/>
              </a:rPr>
              <a:t>IP </a:t>
            </a:r>
            <a:r>
              <a:rPr kumimoji="1" lang="zh-CN" altLang="en-US" sz="1350">
                <a:solidFill>
                  <a:schemeClr val="folHlink"/>
                </a:solidFill>
                <a:latin typeface="Arial" panose="020B0604020202020204" pitchFamily="34" charset="0"/>
              </a:rPr>
              <a:t>数据报</a:t>
            </a:r>
          </a:p>
        </p:txBody>
      </p:sp>
      <p:sp>
        <p:nvSpPr>
          <p:cNvPr id="284682" name="Rectangle 10">
            <a:extLst>
              <a:ext uri="{FF2B5EF4-FFF2-40B4-BE49-F238E27FC236}">
                <a16:creationId xmlns:a16="http://schemas.microsoft.com/office/drawing/2014/main" id="{DADF6613-58DD-8A4A-818F-DACAD39507C4}"/>
              </a:ext>
            </a:extLst>
          </p:cNvPr>
          <p:cNvSpPr>
            <a:spLocks noChangeArrowheads="1"/>
          </p:cNvSpPr>
          <p:nvPr/>
        </p:nvSpPr>
        <p:spPr bwMode="auto">
          <a:xfrm>
            <a:off x="6603206" y="2206229"/>
            <a:ext cx="1052513" cy="228600"/>
          </a:xfrm>
          <a:prstGeom prst="rect">
            <a:avLst/>
          </a:prstGeom>
          <a:solidFill>
            <a:schemeClr val="bg1"/>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endParaRPr kumimoji="1" lang="zh-CN" altLang="zh-CN" sz="1350">
              <a:solidFill>
                <a:schemeClr val="folHlink"/>
              </a:solidFill>
              <a:latin typeface="Arial" panose="020B0604020202020204" pitchFamily="34" charset="0"/>
              <a:ea typeface="黑体" panose="02010609060101010101" pitchFamily="49" charset="-122"/>
              <a:cs typeface="黑体" panose="02010609060101010101" pitchFamily="49" charset="-122"/>
            </a:endParaRPr>
          </a:p>
        </p:txBody>
      </p:sp>
      <p:sp>
        <p:nvSpPr>
          <p:cNvPr id="29704" name="Rectangle 11">
            <a:extLst>
              <a:ext uri="{FF2B5EF4-FFF2-40B4-BE49-F238E27FC236}">
                <a16:creationId xmlns:a16="http://schemas.microsoft.com/office/drawing/2014/main" id="{700B0282-2781-B548-A45B-3DFC75F8302D}"/>
              </a:ext>
            </a:extLst>
          </p:cNvPr>
          <p:cNvSpPr>
            <a:spLocks noChangeArrowheads="1"/>
          </p:cNvSpPr>
          <p:nvPr/>
        </p:nvSpPr>
        <p:spPr bwMode="auto">
          <a:xfrm>
            <a:off x="6555581" y="2215753"/>
            <a:ext cx="1199656" cy="224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85000"/>
              </a:lnSpc>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1010…  …0110</a:t>
            </a:r>
          </a:p>
        </p:txBody>
      </p:sp>
      <p:sp>
        <p:nvSpPr>
          <p:cNvPr id="29705" name="AutoShape 12">
            <a:extLst>
              <a:ext uri="{FF2B5EF4-FFF2-40B4-BE49-F238E27FC236}">
                <a16:creationId xmlns:a16="http://schemas.microsoft.com/office/drawing/2014/main" id="{BB22FBB8-FC58-A946-9CBF-CB38A3923782}"/>
              </a:ext>
            </a:extLst>
          </p:cNvPr>
          <p:cNvSpPr>
            <a:spLocks noChangeArrowheads="1"/>
          </p:cNvSpPr>
          <p:nvPr/>
        </p:nvSpPr>
        <p:spPr bwMode="auto">
          <a:xfrm flipV="1">
            <a:off x="7031831" y="2013347"/>
            <a:ext cx="228600" cy="251222"/>
          </a:xfrm>
          <a:prstGeom prst="downArrow">
            <a:avLst>
              <a:gd name="adj1" fmla="val 50000"/>
              <a:gd name="adj2" fmla="val 43231"/>
            </a:avLst>
          </a:prstGeom>
          <a:solidFill>
            <a:schemeClr val="bg1"/>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9706" name="Rectangle 13">
            <a:extLst>
              <a:ext uri="{FF2B5EF4-FFF2-40B4-BE49-F238E27FC236}">
                <a16:creationId xmlns:a16="http://schemas.microsoft.com/office/drawing/2014/main" id="{32C57ECE-B098-CA4A-88B3-FB9BF3EB047E}"/>
              </a:ext>
            </a:extLst>
          </p:cNvPr>
          <p:cNvSpPr>
            <a:spLocks noChangeArrowheads="1"/>
          </p:cNvSpPr>
          <p:nvPr/>
        </p:nvSpPr>
        <p:spPr bwMode="auto">
          <a:xfrm>
            <a:off x="6756797" y="1756173"/>
            <a:ext cx="742950" cy="21074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84686" name="AutoShape 14">
            <a:extLst>
              <a:ext uri="{FF2B5EF4-FFF2-40B4-BE49-F238E27FC236}">
                <a16:creationId xmlns:a16="http://schemas.microsoft.com/office/drawing/2014/main" id="{6F8476DE-D14E-2D48-9977-55A1A0BF4599}"/>
              </a:ext>
            </a:extLst>
          </p:cNvPr>
          <p:cNvSpPr>
            <a:spLocks noChangeArrowheads="1"/>
          </p:cNvSpPr>
          <p:nvPr/>
        </p:nvSpPr>
        <p:spPr bwMode="auto">
          <a:xfrm flipV="1">
            <a:off x="6754416" y="1479948"/>
            <a:ext cx="742950" cy="277415"/>
          </a:xfrm>
          <a:prstGeom prst="downArrow">
            <a:avLst>
              <a:gd name="adj1" fmla="val 65389"/>
              <a:gd name="adj2" fmla="val 39394"/>
            </a:avLst>
          </a:prstGeom>
          <a:solidFill>
            <a:schemeClr val="accent2"/>
          </a:solidFill>
          <a:ln w="12700">
            <a:solidFill>
              <a:schemeClr val="tx1"/>
            </a:solidFill>
            <a:miter lim="800000"/>
            <a:headEnd/>
            <a:tailEnd/>
          </a:ln>
          <a:effectLst>
            <a:outerShdw blurRad="63500" dist="38099" dir="2700000" algn="ctr" rotWithShape="0">
              <a:schemeClr val="bg2">
                <a:alpha val="74997"/>
              </a:schemeClr>
            </a:outerShdw>
          </a:effectLst>
        </p:spPr>
        <p:txBody>
          <a:bodyPr vert="eaVert" wrap="none" anchor="ctr"/>
          <a:lstStyle/>
          <a:p>
            <a:pPr eaLnBrk="1" hangingPunct="1">
              <a:defRPr/>
            </a:pPr>
            <a:endParaRPr lang="zh-CN" altLang="en-US">
              <a:latin typeface="Tahoma" charset="0"/>
              <a:ea typeface="宋体" charset="-122"/>
              <a:cs typeface="+mn-cs"/>
            </a:endParaRPr>
          </a:p>
        </p:txBody>
      </p:sp>
      <p:sp>
        <p:nvSpPr>
          <p:cNvPr id="29708" name="Text Box 15">
            <a:extLst>
              <a:ext uri="{FF2B5EF4-FFF2-40B4-BE49-F238E27FC236}">
                <a16:creationId xmlns:a16="http://schemas.microsoft.com/office/drawing/2014/main" id="{64F82C7E-A5F4-BB40-A58C-9A5588CC28C8}"/>
              </a:ext>
            </a:extLst>
          </p:cNvPr>
          <p:cNvSpPr txBox="1">
            <a:spLocks noChangeArrowheads="1"/>
          </p:cNvSpPr>
          <p:nvPr/>
        </p:nvSpPr>
        <p:spPr bwMode="auto">
          <a:xfrm>
            <a:off x="6354366" y="1714500"/>
            <a:ext cx="35779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帧</a:t>
            </a:r>
          </a:p>
        </p:txBody>
      </p:sp>
      <p:sp>
        <p:nvSpPr>
          <p:cNvPr id="29709" name="Rectangle 16">
            <a:extLst>
              <a:ext uri="{FF2B5EF4-FFF2-40B4-BE49-F238E27FC236}">
                <a16:creationId xmlns:a16="http://schemas.microsoft.com/office/drawing/2014/main" id="{259635E0-CB1B-CB4D-AF32-0AB9127601E1}"/>
              </a:ext>
            </a:extLst>
          </p:cNvPr>
          <p:cNvSpPr>
            <a:spLocks noChangeArrowheads="1"/>
          </p:cNvSpPr>
          <p:nvPr/>
        </p:nvSpPr>
        <p:spPr bwMode="auto">
          <a:xfrm>
            <a:off x="6911579" y="1500188"/>
            <a:ext cx="48330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取出</a:t>
            </a:r>
          </a:p>
        </p:txBody>
      </p:sp>
      <p:sp>
        <p:nvSpPr>
          <p:cNvPr id="29710" name="Line 17">
            <a:extLst>
              <a:ext uri="{FF2B5EF4-FFF2-40B4-BE49-F238E27FC236}">
                <a16:creationId xmlns:a16="http://schemas.microsoft.com/office/drawing/2014/main" id="{FC517FB1-9FAE-8149-95F7-BA1DC3E07D18}"/>
              </a:ext>
            </a:extLst>
          </p:cNvPr>
          <p:cNvSpPr>
            <a:spLocks noChangeShapeType="1"/>
          </p:cNvSpPr>
          <p:nvPr/>
        </p:nvSpPr>
        <p:spPr bwMode="auto">
          <a:xfrm>
            <a:off x="6753225" y="1752600"/>
            <a:ext cx="0" cy="21431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11" name="Line 18">
            <a:extLst>
              <a:ext uri="{FF2B5EF4-FFF2-40B4-BE49-F238E27FC236}">
                <a16:creationId xmlns:a16="http://schemas.microsoft.com/office/drawing/2014/main" id="{CB8578C0-0C4E-104E-B9B9-5919A41F8AC6}"/>
              </a:ext>
            </a:extLst>
          </p:cNvPr>
          <p:cNvSpPr>
            <a:spLocks noChangeShapeType="1"/>
          </p:cNvSpPr>
          <p:nvPr/>
        </p:nvSpPr>
        <p:spPr bwMode="auto">
          <a:xfrm>
            <a:off x="7496175" y="1753791"/>
            <a:ext cx="0" cy="21431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12" name="Freeform 19">
            <a:extLst>
              <a:ext uri="{FF2B5EF4-FFF2-40B4-BE49-F238E27FC236}">
                <a16:creationId xmlns:a16="http://schemas.microsoft.com/office/drawing/2014/main" id="{F3A797D7-687F-E346-8D51-2CA5B9286330}"/>
              </a:ext>
            </a:extLst>
          </p:cNvPr>
          <p:cNvSpPr>
            <a:spLocks/>
          </p:cNvSpPr>
          <p:nvPr/>
        </p:nvSpPr>
        <p:spPr bwMode="auto">
          <a:xfrm>
            <a:off x="3492104" y="4276726"/>
            <a:ext cx="3574256" cy="3572"/>
          </a:xfrm>
          <a:custGeom>
            <a:avLst/>
            <a:gdLst>
              <a:gd name="T0" fmla="*/ 0 w 3002"/>
              <a:gd name="T1" fmla="*/ 0 h 3"/>
              <a:gd name="T2" fmla="*/ 2147483646 w 3002"/>
              <a:gd name="T3" fmla="*/ 2147483646 h 3"/>
              <a:gd name="T4" fmla="*/ 0 60000 65536"/>
              <a:gd name="T5" fmla="*/ 0 60000 65536"/>
            </a:gdLst>
            <a:ahLst/>
            <a:cxnLst>
              <a:cxn ang="T4">
                <a:pos x="T0" y="T1"/>
              </a:cxn>
              <a:cxn ang="T5">
                <a:pos x="T2" y="T3"/>
              </a:cxn>
            </a:cxnLst>
            <a:rect l="0" t="0" r="r" b="b"/>
            <a:pathLst>
              <a:path w="3002" h="3">
                <a:moveTo>
                  <a:pt x="0" y="0"/>
                </a:moveTo>
                <a:lnTo>
                  <a:pt x="3002" y="3"/>
                </a:lnTo>
              </a:path>
            </a:pathLst>
          </a:custGeom>
          <a:noFill/>
          <a:ln w="28575" cap="flat" cmpd="sng">
            <a:solidFill>
              <a:schemeClr val="tx1"/>
            </a:solidFill>
            <a:prstDash val="solid"/>
            <a:round/>
            <a:headEnd type="none" w="med" len="me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84692" name="Rectangle 20">
            <a:extLst>
              <a:ext uri="{FF2B5EF4-FFF2-40B4-BE49-F238E27FC236}">
                <a16:creationId xmlns:a16="http://schemas.microsoft.com/office/drawing/2014/main" id="{1FDA9292-6D26-F547-9226-C9FBA16599C3}"/>
              </a:ext>
            </a:extLst>
          </p:cNvPr>
          <p:cNvSpPr>
            <a:spLocks noChangeArrowheads="1"/>
          </p:cNvSpPr>
          <p:nvPr/>
        </p:nvSpPr>
        <p:spPr bwMode="auto">
          <a:xfrm>
            <a:off x="6357938" y="3815954"/>
            <a:ext cx="1508522" cy="569119"/>
          </a:xfrm>
          <a:prstGeom prst="rect">
            <a:avLst/>
          </a:prstGeom>
          <a:solidFill>
            <a:srgbClr val="CCFFFF"/>
          </a:solidFill>
          <a:ln w="12700">
            <a:solidFill>
              <a:schemeClr val="tx1"/>
            </a:solidFill>
            <a:miter lim="800000"/>
            <a:headEnd/>
            <a:tailEnd/>
          </a:ln>
          <a:effectLst>
            <a:outerShdw blurRad="63500" dist="53882"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9714" name="Freeform 21">
            <a:extLst>
              <a:ext uri="{FF2B5EF4-FFF2-40B4-BE49-F238E27FC236}">
                <a16:creationId xmlns:a16="http://schemas.microsoft.com/office/drawing/2014/main" id="{0ABC46B2-5FF4-EC43-B7A0-75C927C24016}"/>
              </a:ext>
            </a:extLst>
          </p:cNvPr>
          <p:cNvSpPr>
            <a:spLocks/>
          </p:cNvSpPr>
          <p:nvPr/>
        </p:nvSpPr>
        <p:spPr bwMode="auto">
          <a:xfrm>
            <a:off x="2800350" y="2422922"/>
            <a:ext cx="4343400" cy="457200"/>
          </a:xfrm>
          <a:custGeom>
            <a:avLst/>
            <a:gdLst>
              <a:gd name="T0" fmla="*/ 0 w 2736"/>
              <a:gd name="T1" fmla="*/ 0 h 480"/>
              <a:gd name="T2" fmla="*/ 0 w 2736"/>
              <a:gd name="T3" fmla="*/ 2147483646 h 480"/>
              <a:gd name="T4" fmla="*/ 2147483646 w 2736"/>
              <a:gd name="T5" fmla="*/ 2147483646 h 480"/>
              <a:gd name="T6" fmla="*/ 2147483646 w 2736"/>
              <a:gd name="T7" fmla="*/ 0 h 4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36" h="480">
                <a:moveTo>
                  <a:pt x="0" y="0"/>
                </a:moveTo>
                <a:lnTo>
                  <a:pt x="0" y="480"/>
                </a:lnTo>
                <a:lnTo>
                  <a:pt x="2736" y="480"/>
                </a:lnTo>
                <a:lnTo>
                  <a:pt x="2736" y="0"/>
                </a:lnTo>
              </a:path>
            </a:pathLst>
          </a:custGeom>
          <a:noFill/>
          <a:ln w="28575" cap="flat" cmpd="sng">
            <a:solidFill>
              <a:schemeClr val="tx1"/>
            </a:solidFill>
            <a:prstDash val="solid"/>
            <a:round/>
            <a:headEnd type="none" w="med" len="me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9715" name="Rectangle 22">
            <a:extLst>
              <a:ext uri="{FF2B5EF4-FFF2-40B4-BE49-F238E27FC236}">
                <a16:creationId xmlns:a16="http://schemas.microsoft.com/office/drawing/2014/main" id="{0B100B5A-1B14-5646-80FE-16DAF9582196}"/>
              </a:ext>
            </a:extLst>
          </p:cNvPr>
          <p:cNvSpPr>
            <a:spLocks noChangeArrowheads="1"/>
          </p:cNvSpPr>
          <p:nvPr/>
        </p:nvSpPr>
        <p:spPr bwMode="auto">
          <a:xfrm>
            <a:off x="1271985" y="1576388"/>
            <a:ext cx="656431" cy="4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数据</a:t>
            </a:r>
          </a:p>
          <a:p>
            <a:pPr algn="ct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链路层</a:t>
            </a:r>
          </a:p>
        </p:txBody>
      </p:sp>
      <p:sp>
        <p:nvSpPr>
          <p:cNvPr id="29716" name="Rectangle 23">
            <a:extLst>
              <a:ext uri="{FF2B5EF4-FFF2-40B4-BE49-F238E27FC236}">
                <a16:creationId xmlns:a16="http://schemas.microsoft.com/office/drawing/2014/main" id="{35CEC274-F5F5-A44E-B44F-8969E0A213FD}"/>
              </a:ext>
            </a:extLst>
          </p:cNvPr>
          <p:cNvSpPr>
            <a:spLocks noChangeArrowheads="1"/>
          </p:cNvSpPr>
          <p:nvPr/>
        </p:nvSpPr>
        <p:spPr bwMode="auto">
          <a:xfrm>
            <a:off x="1265635" y="1279923"/>
            <a:ext cx="656430" cy="243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85000"/>
              </a:lnSpc>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网络层</a:t>
            </a:r>
          </a:p>
        </p:txBody>
      </p:sp>
      <p:sp>
        <p:nvSpPr>
          <p:cNvPr id="29717" name="Rectangle 24">
            <a:extLst>
              <a:ext uri="{FF2B5EF4-FFF2-40B4-BE49-F238E27FC236}">
                <a16:creationId xmlns:a16="http://schemas.microsoft.com/office/drawing/2014/main" id="{0DA1F393-F993-AB4E-B0AA-FFCA7C400B31}"/>
              </a:ext>
            </a:extLst>
          </p:cNvPr>
          <p:cNvSpPr>
            <a:spLocks noChangeArrowheads="1"/>
          </p:cNvSpPr>
          <p:nvPr/>
        </p:nvSpPr>
        <p:spPr bwMode="auto">
          <a:xfrm>
            <a:off x="4686300" y="2880123"/>
            <a:ext cx="48330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链路</a:t>
            </a:r>
          </a:p>
        </p:txBody>
      </p:sp>
      <p:sp>
        <p:nvSpPr>
          <p:cNvPr id="29718" name="Rectangle 25">
            <a:extLst>
              <a:ext uri="{FF2B5EF4-FFF2-40B4-BE49-F238E27FC236}">
                <a16:creationId xmlns:a16="http://schemas.microsoft.com/office/drawing/2014/main" id="{940E99BC-1AFF-8C44-A754-3B9B2705EFD1}"/>
              </a:ext>
            </a:extLst>
          </p:cNvPr>
          <p:cNvSpPr>
            <a:spLocks noChangeArrowheads="1"/>
          </p:cNvSpPr>
          <p:nvPr/>
        </p:nvSpPr>
        <p:spPr bwMode="auto">
          <a:xfrm>
            <a:off x="2514600" y="915591"/>
            <a:ext cx="637259"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结点 </a:t>
            </a:r>
            <a:r>
              <a:rPr kumimoji="1" lang="en-US" altLang="zh-CN" sz="1350">
                <a:solidFill>
                  <a:schemeClr val="folHlink"/>
                </a:solidFill>
                <a:latin typeface="Arial" panose="020B0604020202020204" pitchFamily="34" charset="0"/>
                <a:ea typeface="宋体" panose="02010600030101010101" pitchFamily="2" charset="-122"/>
              </a:rPr>
              <a:t>A</a:t>
            </a:r>
          </a:p>
        </p:txBody>
      </p:sp>
      <p:sp>
        <p:nvSpPr>
          <p:cNvPr id="29719" name="Rectangle 26">
            <a:extLst>
              <a:ext uri="{FF2B5EF4-FFF2-40B4-BE49-F238E27FC236}">
                <a16:creationId xmlns:a16="http://schemas.microsoft.com/office/drawing/2014/main" id="{8F085448-051A-AF4F-B0D8-430BF737B59E}"/>
              </a:ext>
            </a:extLst>
          </p:cNvPr>
          <p:cNvSpPr>
            <a:spLocks noChangeArrowheads="1"/>
          </p:cNvSpPr>
          <p:nvPr/>
        </p:nvSpPr>
        <p:spPr bwMode="auto">
          <a:xfrm>
            <a:off x="6848475" y="915591"/>
            <a:ext cx="646812"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结点 </a:t>
            </a:r>
            <a:r>
              <a:rPr kumimoji="1" lang="en-US" altLang="zh-CN" sz="1350">
                <a:solidFill>
                  <a:schemeClr val="folHlink"/>
                </a:solidFill>
                <a:latin typeface="Arial" panose="020B0604020202020204" pitchFamily="34" charset="0"/>
                <a:ea typeface="宋体" panose="02010600030101010101" pitchFamily="2" charset="-122"/>
              </a:rPr>
              <a:t>B</a:t>
            </a:r>
          </a:p>
        </p:txBody>
      </p:sp>
      <p:sp>
        <p:nvSpPr>
          <p:cNvPr id="29720" name="Rectangle 27">
            <a:extLst>
              <a:ext uri="{FF2B5EF4-FFF2-40B4-BE49-F238E27FC236}">
                <a16:creationId xmlns:a16="http://schemas.microsoft.com/office/drawing/2014/main" id="{49DD41AE-829F-3446-A3A9-0E9CAE2D0908}"/>
              </a:ext>
            </a:extLst>
          </p:cNvPr>
          <p:cNvSpPr>
            <a:spLocks noChangeArrowheads="1"/>
          </p:cNvSpPr>
          <p:nvPr/>
        </p:nvSpPr>
        <p:spPr bwMode="auto">
          <a:xfrm>
            <a:off x="1265635" y="2194323"/>
            <a:ext cx="656430" cy="243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85000"/>
              </a:lnSpc>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物理层</a:t>
            </a:r>
          </a:p>
        </p:txBody>
      </p:sp>
      <p:sp>
        <p:nvSpPr>
          <p:cNvPr id="29721" name="Rectangle 28">
            <a:extLst>
              <a:ext uri="{FF2B5EF4-FFF2-40B4-BE49-F238E27FC236}">
                <a16:creationId xmlns:a16="http://schemas.microsoft.com/office/drawing/2014/main" id="{E501862B-70C1-3040-914F-02E7C560CE69}"/>
              </a:ext>
            </a:extLst>
          </p:cNvPr>
          <p:cNvSpPr>
            <a:spLocks noChangeArrowheads="1"/>
          </p:cNvSpPr>
          <p:nvPr/>
        </p:nvSpPr>
        <p:spPr bwMode="auto">
          <a:xfrm>
            <a:off x="2857500" y="2708672"/>
            <a:ext cx="57150" cy="114300"/>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9722" name="Rectangle 29">
            <a:extLst>
              <a:ext uri="{FF2B5EF4-FFF2-40B4-BE49-F238E27FC236}">
                <a16:creationId xmlns:a16="http://schemas.microsoft.com/office/drawing/2014/main" id="{E0A71545-40C0-4E4B-A442-C9EDD5751A48}"/>
              </a:ext>
            </a:extLst>
          </p:cNvPr>
          <p:cNvSpPr>
            <a:spLocks noChangeArrowheads="1"/>
          </p:cNvSpPr>
          <p:nvPr/>
        </p:nvSpPr>
        <p:spPr bwMode="auto">
          <a:xfrm>
            <a:off x="2971800" y="2708672"/>
            <a:ext cx="57150" cy="114300"/>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9723" name="Rectangle 30">
            <a:extLst>
              <a:ext uri="{FF2B5EF4-FFF2-40B4-BE49-F238E27FC236}">
                <a16:creationId xmlns:a16="http://schemas.microsoft.com/office/drawing/2014/main" id="{F9074689-ADBD-4047-906D-F883079E2652}"/>
              </a:ext>
            </a:extLst>
          </p:cNvPr>
          <p:cNvSpPr>
            <a:spLocks noChangeArrowheads="1"/>
          </p:cNvSpPr>
          <p:nvPr/>
        </p:nvSpPr>
        <p:spPr bwMode="auto">
          <a:xfrm>
            <a:off x="4000500" y="2708672"/>
            <a:ext cx="57150" cy="114300"/>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9724" name="Rectangle 31">
            <a:extLst>
              <a:ext uri="{FF2B5EF4-FFF2-40B4-BE49-F238E27FC236}">
                <a16:creationId xmlns:a16="http://schemas.microsoft.com/office/drawing/2014/main" id="{728822C4-EAA1-5847-A6AF-051E6C0795F8}"/>
              </a:ext>
            </a:extLst>
          </p:cNvPr>
          <p:cNvSpPr>
            <a:spLocks noChangeArrowheads="1"/>
          </p:cNvSpPr>
          <p:nvPr/>
        </p:nvSpPr>
        <p:spPr bwMode="auto">
          <a:xfrm>
            <a:off x="4114800" y="2708672"/>
            <a:ext cx="57150" cy="114300"/>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9725" name="Rectangle 32">
            <a:extLst>
              <a:ext uri="{FF2B5EF4-FFF2-40B4-BE49-F238E27FC236}">
                <a16:creationId xmlns:a16="http://schemas.microsoft.com/office/drawing/2014/main" id="{00756383-456B-5041-9EC3-FF0D7A43A196}"/>
              </a:ext>
            </a:extLst>
          </p:cNvPr>
          <p:cNvSpPr>
            <a:spLocks noChangeArrowheads="1"/>
          </p:cNvSpPr>
          <p:nvPr/>
        </p:nvSpPr>
        <p:spPr bwMode="auto">
          <a:xfrm>
            <a:off x="5429250" y="2708672"/>
            <a:ext cx="57150" cy="114300"/>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9726" name="Rectangle 33">
            <a:extLst>
              <a:ext uri="{FF2B5EF4-FFF2-40B4-BE49-F238E27FC236}">
                <a16:creationId xmlns:a16="http://schemas.microsoft.com/office/drawing/2014/main" id="{DD36FEB6-09BA-F84E-B6FD-191CC9DB13D4}"/>
              </a:ext>
            </a:extLst>
          </p:cNvPr>
          <p:cNvSpPr>
            <a:spLocks noChangeArrowheads="1"/>
          </p:cNvSpPr>
          <p:nvPr/>
        </p:nvSpPr>
        <p:spPr bwMode="auto">
          <a:xfrm>
            <a:off x="5543550" y="2708672"/>
            <a:ext cx="57150" cy="114300"/>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9727" name="Rectangle 34">
            <a:extLst>
              <a:ext uri="{FF2B5EF4-FFF2-40B4-BE49-F238E27FC236}">
                <a16:creationId xmlns:a16="http://schemas.microsoft.com/office/drawing/2014/main" id="{22DB3177-827F-6B49-8CBE-A369C1F986C3}"/>
              </a:ext>
            </a:extLst>
          </p:cNvPr>
          <p:cNvSpPr>
            <a:spLocks noChangeArrowheads="1"/>
          </p:cNvSpPr>
          <p:nvPr/>
        </p:nvSpPr>
        <p:spPr bwMode="auto">
          <a:xfrm>
            <a:off x="6686550" y="2708672"/>
            <a:ext cx="57150" cy="114300"/>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9728" name="Rectangle 35">
            <a:extLst>
              <a:ext uri="{FF2B5EF4-FFF2-40B4-BE49-F238E27FC236}">
                <a16:creationId xmlns:a16="http://schemas.microsoft.com/office/drawing/2014/main" id="{3A102AD5-5600-2F43-8582-FC3107A52622}"/>
              </a:ext>
            </a:extLst>
          </p:cNvPr>
          <p:cNvSpPr>
            <a:spLocks noChangeArrowheads="1"/>
          </p:cNvSpPr>
          <p:nvPr/>
        </p:nvSpPr>
        <p:spPr bwMode="auto">
          <a:xfrm>
            <a:off x="6800850" y="2708672"/>
            <a:ext cx="57150" cy="114300"/>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9729" name="Rectangle 36">
            <a:extLst>
              <a:ext uri="{FF2B5EF4-FFF2-40B4-BE49-F238E27FC236}">
                <a16:creationId xmlns:a16="http://schemas.microsoft.com/office/drawing/2014/main" id="{AB7F8074-9F8A-0B4A-9001-12CF3A797336}"/>
              </a:ext>
            </a:extLst>
          </p:cNvPr>
          <p:cNvSpPr>
            <a:spLocks noChangeArrowheads="1"/>
          </p:cNvSpPr>
          <p:nvPr/>
        </p:nvSpPr>
        <p:spPr bwMode="auto">
          <a:xfrm>
            <a:off x="6915150" y="2708672"/>
            <a:ext cx="57150" cy="114300"/>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9730" name="Rectangle 37">
            <a:extLst>
              <a:ext uri="{FF2B5EF4-FFF2-40B4-BE49-F238E27FC236}">
                <a16:creationId xmlns:a16="http://schemas.microsoft.com/office/drawing/2014/main" id="{E3C68A26-62FB-AD48-9FE7-6B823AFBCCB0}"/>
              </a:ext>
            </a:extLst>
          </p:cNvPr>
          <p:cNvSpPr>
            <a:spLocks noChangeArrowheads="1"/>
          </p:cNvSpPr>
          <p:nvPr/>
        </p:nvSpPr>
        <p:spPr bwMode="auto">
          <a:xfrm>
            <a:off x="7029450" y="2708672"/>
            <a:ext cx="57150" cy="114300"/>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9731" name="Line 38">
            <a:extLst>
              <a:ext uri="{FF2B5EF4-FFF2-40B4-BE49-F238E27FC236}">
                <a16:creationId xmlns:a16="http://schemas.microsoft.com/office/drawing/2014/main" id="{05D5D535-7F3C-D94D-95E2-E52FB816E5ED}"/>
              </a:ext>
            </a:extLst>
          </p:cNvPr>
          <p:cNvSpPr>
            <a:spLocks noChangeShapeType="1"/>
          </p:cNvSpPr>
          <p:nvPr/>
        </p:nvSpPr>
        <p:spPr bwMode="auto">
          <a:xfrm>
            <a:off x="4229100" y="2765822"/>
            <a:ext cx="228600" cy="0"/>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9732" name="Line 39">
            <a:extLst>
              <a:ext uri="{FF2B5EF4-FFF2-40B4-BE49-F238E27FC236}">
                <a16:creationId xmlns:a16="http://schemas.microsoft.com/office/drawing/2014/main" id="{3C00C4F8-F4AF-FF4D-9FA0-3B2D40329684}"/>
              </a:ext>
            </a:extLst>
          </p:cNvPr>
          <p:cNvSpPr>
            <a:spLocks noChangeShapeType="1"/>
          </p:cNvSpPr>
          <p:nvPr/>
        </p:nvSpPr>
        <p:spPr bwMode="auto">
          <a:xfrm rot="5400000">
            <a:off x="2771775" y="2565797"/>
            <a:ext cx="228600" cy="0"/>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9733" name="Line 40">
            <a:extLst>
              <a:ext uri="{FF2B5EF4-FFF2-40B4-BE49-F238E27FC236}">
                <a16:creationId xmlns:a16="http://schemas.microsoft.com/office/drawing/2014/main" id="{8F37283A-EF85-BB4B-B0C8-F8D979734484}"/>
              </a:ext>
            </a:extLst>
          </p:cNvPr>
          <p:cNvSpPr>
            <a:spLocks noChangeShapeType="1"/>
          </p:cNvSpPr>
          <p:nvPr/>
        </p:nvSpPr>
        <p:spPr bwMode="auto">
          <a:xfrm rot="16200000" flipV="1">
            <a:off x="6943725" y="2594372"/>
            <a:ext cx="228600" cy="0"/>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nvGrpSpPr>
          <p:cNvPr id="29734" name="Group 41">
            <a:extLst>
              <a:ext uri="{FF2B5EF4-FFF2-40B4-BE49-F238E27FC236}">
                <a16:creationId xmlns:a16="http://schemas.microsoft.com/office/drawing/2014/main" id="{565C4DEE-3EF9-774E-ABB8-06C3C92AAA96}"/>
              </a:ext>
            </a:extLst>
          </p:cNvPr>
          <p:cNvGrpSpPr>
            <a:grpSpLocks/>
          </p:cNvGrpSpPr>
          <p:nvPr/>
        </p:nvGrpSpPr>
        <p:grpSpPr bwMode="auto">
          <a:xfrm>
            <a:off x="3086100" y="2708672"/>
            <a:ext cx="800100" cy="114300"/>
            <a:chOff x="1344" y="912"/>
            <a:chExt cx="672" cy="96"/>
          </a:xfrm>
        </p:grpSpPr>
        <p:sp>
          <p:nvSpPr>
            <p:cNvPr id="29774" name="Line 42">
              <a:extLst>
                <a:ext uri="{FF2B5EF4-FFF2-40B4-BE49-F238E27FC236}">
                  <a16:creationId xmlns:a16="http://schemas.microsoft.com/office/drawing/2014/main" id="{68968A33-16B0-F342-A16E-058A627BA239}"/>
                </a:ext>
              </a:extLst>
            </p:cNvPr>
            <p:cNvSpPr>
              <a:spLocks noChangeShapeType="1"/>
            </p:cNvSpPr>
            <p:nvPr/>
          </p:nvSpPr>
          <p:spPr bwMode="auto">
            <a:xfrm>
              <a:off x="1344" y="960"/>
              <a:ext cx="672" cy="0"/>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29775" name="Freeform 43">
              <a:extLst>
                <a:ext uri="{FF2B5EF4-FFF2-40B4-BE49-F238E27FC236}">
                  <a16:creationId xmlns:a16="http://schemas.microsoft.com/office/drawing/2014/main" id="{7F0C8B1E-F61A-7443-A0A6-204248C298D8}"/>
                </a:ext>
              </a:extLst>
            </p:cNvPr>
            <p:cNvSpPr>
              <a:spLocks/>
            </p:cNvSpPr>
            <p:nvPr/>
          </p:nvSpPr>
          <p:spPr bwMode="auto">
            <a:xfrm>
              <a:off x="1392" y="912"/>
              <a:ext cx="576" cy="96"/>
            </a:xfrm>
            <a:custGeom>
              <a:avLst/>
              <a:gdLst>
                <a:gd name="T0" fmla="*/ 0 w 576"/>
                <a:gd name="T1" fmla="*/ 6 h 192"/>
                <a:gd name="T2" fmla="*/ 0 w 576"/>
                <a:gd name="T3" fmla="*/ 0 h 192"/>
                <a:gd name="T4" fmla="*/ 192 w 576"/>
                <a:gd name="T5" fmla="*/ 0 h 192"/>
                <a:gd name="T6" fmla="*/ 192 w 576"/>
                <a:gd name="T7" fmla="*/ 12 h 192"/>
                <a:gd name="T8" fmla="*/ 288 w 576"/>
                <a:gd name="T9" fmla="*/ 12 h 192"/>
                <a:gd name="T10" fmla="*/ 288 w 576"/>
                <a:gd name="T11" fmla="*/ 0 h 192"/>
                <a:gd name="T12" fmla="*/ 336 w 576"/>
                <a:gd name="T13" fmla="*/ 0 h 192"/>
                <a:gd name="T14" fmla="*/ 336 w 576"/>
                <a:gd name="T15" fmla="*/ 12 h 192"/>
                <a:gd name="T16" fmla="*/ 480 w 576"/>
                <a:gd name="T17" fmla="*/ 12 h 192"/>
                <a:gd name="T18" fmla="*/ 480 w 576"/>
                <a:gd name="T19" fmla="*/ 0 h 192"/>
                <a:gd name="T20" fmla="*/ 576 w 576"/>
                <a:gd name="T21" fmla="*/ 0 h 192"/>
                <a:gd name="T22" fmla="*/ 576 w 576"/>
                <a:gd name="T23" fmla="*/ 6 h 192"/>
                <a:gd name="T24" fmla="*/ 0 w 576"/>
                <a:gd name="T25" fmla="*/ 6 h 19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solidFill>
              <a:srgbClr val="808080"/>
            </a:solidFill>
            <a:ln w="12700" cap="flat" cmpd="sng">
              <a:solidFill>
                <a:schemeClr val="tx1"/>
              </a:solidFill>
              <a:prstDash val="solid"/>
              <a:round/>
              <a:headEnd type="none" w="sm" len="lg"/>
              <a:tailEnd type="none" w="sm" len="lg"/>
            </a:ln>
          </p:spPr>
          <p:txBody>
            <a:bodyPr/>
            <a:lstStyle/>
            <a:p>
              <a:endParaRPr lang="zh-CN" altLang="en-US"/>
            </a:p>
          </p:txBody>
        </p:sp>
      </p:grpSp>
      <p:grpSp>
        <p:nvGrpSpPr>
          <p:cNvPr id="29735" name="Group 44">
            <a:extLst>
              <a:ext uri="{FF2B5EF4-FFF2-40B4-BE49-F238E27FC236}">
                <a16:creationId xmlns:a16="http://schemas.microsoft.com/office/drawing/2014/main" id="{50A50435-0C00-5343-BB5F-E0A47795BAD7}"/>
              </a:ext>
            </a:extLst>
          </p:cNvPr>
          <p:cNvGrpSpPr>
            <a:grpSpLocks/>
          </p:cNvGrpSpPr>
          <p:nvPr/>
        </p:nvGrpSpPr>
        <p:grpSpPr bwMode="auto">
          <a:xfrm>
            <a:off x="5715000" y="2708672"/>
            <a:ext cx="800100" cy="117872"/>
            <a:chOff x="4080" y="3676"/>
            <a:chExt cx="672" cy="99"/>
          </a:xfrm>
        </p:grpSpPr>
        <p:sp>
          <p:nvSpPr>
            <p:cNvPr id="29772" name="Line 45">
              <a:extLst>
                <a:ext uri="{FF2B5EF4-FFF2-40B4-BE49-F238E27FC236}">
                  <a16:creationId xmlns:a16="http://schemas.microsoft.com/office/drawing/2014/main" id="{7AB8DF05-D980-9E49-8408-572097773C90}"/>
                </a:ext>
              </a:extLst>
            </p:cNvPr>
            <p:cNvSpPr>
              <a:spLocks noChangeShapeType="1"/>
            </p:cNvSpPr>
            <p:nvPr/>
          </p:nvSpPr>
          <p:spPr bwMode="auto">
            <a:xfrm>
              <a:off x="4080" y="3727"/>
              <a:ext cx="672" cy="0"/>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29773" name="Freeform 46">
              <a:extLst>
                <a:ext uri="{FF2B5EF4-FFF2-40B4-BE49-F238E27FC236}">
                  <a16:creationId xmlns:a16="http://schemas.microsoft.com/office/drawing/2014/main" id="{8BE60B3C-747D-3C41-9C22-351A08F478FB}"/>
                </a:ext>
              </a:extLst>
            </p:cNvPr>
            <p:cNvSpPr>
              <a:spLocks/>
            </p:cNvSpPr>
            <p:nvPr/>
          </p:nvSpPr>
          <p:spPr bwMode="auto">
            <a:xfrm>
              <a:off x="4128" y="3676"/>
              <a:ext cx="576" cy="99"/>
            </a:xfrm>
            <a:custGeom>
              <a:avLst/>
              <a:gdLst>
                <a:gd name="T0" fmla="*/ 0 w 576"/>
                <a:gd name="T1" fmla="*/ 51 h 99"/>
                <a:gd name="T2" fmla="*/ 0 w 576"/>
                <a:gd name="T3" fmla="*/ 3 h 99"/>
                <a:gd name="T4" fmla="*/ 135 w 576"/>
                <a:gd name="T5" fmla="*/ 3 h 99"/>
                <a:gd name="T6" fmla="*/ 138 w 576"/>
                <a:gd name="T7" fmla="*/ 99 h 99"/>
                <a:gd name="T8" fmla="*/ 264 w 576"/>
                <a:gd name="T9" fmla="*/ 98 h 99"/>
                <a:gd name="T10" fmla="*/ 264 w 576"/>
                <a:gd name="T11" fmla="*/ 0 h 99"/>
                <a:gd name="T12" fmla="*/ 426 w 576"/>
                <a:gd name="T13" fmla="*/ 0 h 99"/>
                <a:gd name="T14" fmla="*/ 426 w 576"/>
                <a:gd name="T15" fmla="*/ 99 h 99"/>
                <a:gd name="T16" fmla="*/ 480 w 576"/>
                <a:gd name="T17" fmla="*/ 99 h 99"/>
                <a:gd name="T18" fmla="*/ 480 w 576"/>
                <a:gd name="T19" fmla="*/ 3 h 99"/>
                <a:gd name="T20" fmla="*/ 576 w 576"/>
                <a:gd name="T21" fmla="*/ 3 h 99"/>
                <a:gd name="T22" fmla="*/ 576 w 576"/>
                <a:gd name="T23" fmla="*/ 51 h 99"/>
                <a:gd name="T24" fmla="*/ 0 w 576"/>
                <a:gd name="T25" fmla="*/ 51 h 9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6" h="99">
                  <a:moveTo>
                    <a:pt x="0" y="51"/>
                  </a:moveTo>
                  <a:lnTo>
                    <a:pt x="0" y="3"/>
                  </a:lnTo>
                  <a:lnTo>
                    <a:pt x="135" y="3"/>
                  </a:lnTo>
                  <a:lnTo>
                    <a:pt x="138" y="99"/>
                  </a:lnTo>
                  <a:lnTo>
                    <a:pt x="264" y="98"/>
                  </a:lnTo>
                  <a:lnTo>
                    <a:pt x="264" y="0"/>
                  </a:lnTo>
                  <a:lnTo>
                    <a:pt x="426" y="0"/>
                  </a:lnTo>
                  <a:lnTo>
                    <a:pt x="426" y="99"/>
                  </a:lnTo>
                  <a:lnTo>
                    <a:pt x="480" y="99"/>
                  </a:lnTo>
                  <a:lnTo>
                    <a:pt x="480" y="3"/>
                  </a:lnTo>
                  <a:lnTo>
                    <a:pt x="576" y="3"/>
                  </a:lnTo>
                  <a:lnTo>
                    <a:pt x="576" y="51"/>
                  </a:lnTo>
                  <a:lnTo>
                    <a:pt x="0" y="51"/>
                  </a:lnTo>
                  <a:close/>
                </a:path>
              </a:pathLst>
            </a:custGeom>
            <a:solidFill>
              <a:srgbClr val="808080"/>
            </a:solidFill>
            <a:ln w="12700" cap="flat" cmpd="sng">
              <a:solidFill>
                <a:schemeClr val="tx1"/>
              </a:solidFill>
              <a:prstDash val="solid"/>
              <a:round/>
              <a:headEnd type="none" w="sm" len="lg"/>
              <a:tailEnd type="none" w="sm" len="lg"/>
            </a:ln>
          </p:spPr>
          <p:txBody>
            <a:bodyPr/>
            <a:lstStyle/>
            <a:p>
              <a:endParaRPr lang="zh-CN" altLang="en-US"/>
            </a:p>
          </p:txBody>
        </p:sp>
      </p:grpSp>
      <p:sp>
        <p:nvSpPr>
          <p:cNvPr id="29736" name="Rectangle 47">
            <a:extLst>
              <a:ext uri="{FF2B5EF4-FFF2-40B4-BE49-F238E27FC236}">
                <a16:creationId xmlns:a16="http://schemas.microsoft.com/office/drawing/2014/main" id="{7F6F98FD-41AC-5549-BFA9-B9C3F74C06E8}"/>
              </a:ext>
            </a:extLst>
          </p:cNvPr>
          <p:cNvSpPr>
            <a:spLocks noChangeArrowheads="1"/>
          </p:cNvSpPr>
          <p:nvPr/>
        </p:nvSpPr>
        <p:spPr bwMode="auto">
          <a:xfrm>
            <a:off x="1271985" y="3798094"/>
            <a:ext cx="656431" cy="4828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数据</a:t>
            </a:r>
          </a:p>
          <a:p>
            <a:pPr algn="ct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链路层</a:t>
            </a:r>
          </a:p>
        </p:txBody>
      </p:sp>
      <p:sp>
        <p:nvSpPr>
          <p:cNvPr id="284720" name="Rectangle 48">
            <a:extLst>
              <a:ext uri="{FF2B5EF4-FFF2-40B4-BE49-F238E27FC236}">
                <a16:creationId xmlns:a16="http://schemas.microsoft.com/office/drawing/2014/main" id="{E157A4CE-8B0E-BE44-B8D7-9EBB0B7C8F1B}"/>
              </a:ext>
            </a:extLst>
          </p:cNvPr>
          <p:cNvSpPr>
            <a:spLocks noChangeArrowheads="1"/>
          </p:cNvSpPr>
          <p:nvPr/>
        </p:nvSpPr>
        <p:spPr bwMode="auto">
          <a:xfrm>
            <a:off x="2057401" y="3815954"/>
            <a:ext cx="1508522" cy="569119"/>
          </a:xfrm>
          <a:prstGeom prst="rect">
            <a:avLst/>
          </a:prstGeom>
          <a:solidFill>
            <a:srgbClr val="CCFFFF"/>
          </a:solidFill>
          <a:ln w="12700">
            <a:solidFill>
              <a:schemeClr val="tx1"/>
            </a:solidFill>
            <a:miter lim="800000"/>
            <a:headEnd/>
            <a:tailEnd/>
          </a:ln>
          <a:effectLst>
            <a:outerShdw blurRad="63500" dist="53882"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9738" name="Rectangle 49">
            <a:extLst>
              <a:ext uri="{FF2B5EF4-FFF2-40B4-BE49-F238E27FC236}">
                <a16:creationId xmlns:a16="http://schemas.microsoft.com/office/drawing/2014/main" id="{02FD4228-6A39-C249-859C-693FED68F31E}"/>
              </a:ext>
            </a:extLst>
          </p:cNvPr>
          <p:cNvSpPr>
            <a:spLocks noChangeArrowheads="1"/>
          </p:cNvSpPr>
          <p:nvPr/>
        </p:nvSpPr>
        <p:spPr bwMode="auto">
          <a:xfrm>
            <a:off x="2514600" y="3540919"/>
            <a:ext cx="637259"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结点 </a:t>
            </a:r>
            <a:r>
              <a:rPr kumimoji="1" lang="en-US" altLang="zh-CN" sz="1350">
                <a:solidFill>
                  <a:schemeClr val="folHlink"/>
                </a:solidFill>
                <a:latin typeface="Arial" panose="020B0604020202020204" pitchFamily="34" charset="0"/>
                <a:ea typeface="宋体" panose="02010600030101010101" pitchFamily="2" charset="-122"/>
              </a:rPr>
              <a:t>A</a:t>
            </a:r>
          </a:p>
        </p:txBody>
      </p:sp>
      <p:sp>
        <p:nvSpPr>
          <p:cNvPr id="29739" name="Rectangle 50">
            <a:extLst>
              <a:ext uri="{FF2B5EF4-FFF2-40B4-BE49-F238E27FC236}">
                <a16:creationId xmlns:a16="http://schemas.microsoft.com/office/drawing/2014/main" id="{14F1E596-24AF-F244-B1C3-619EF23AA02F}"/>
              </a:ext>
            </a:extLst>
          </p:cNvPr>
          <p:cNvSpPr>
            <a:spLocks noChangeArrowheads="1"/>
          </p:cNvSpPr>
          <p:nvPr/>
        </p:nvSpPr>
        <p:spPr bwMode="auto">
          <a:xfrm>
            <a:off x="6848475" y="3540919"/>
            <a:ext cx="646812"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结点 </a:t>
            </a:r>
            <a:r>
              <a:rPr kumimoji="1" lang="en-US" altLang="zh-CN" sz="1350">
                <a:solidFill>
                  <a:schemeClr val="folHlink"/>
                </a:solidFill>
                <a:latin typeface="Arial" panose="020B0604020202020204" pitchFamily="34" charset="0"/>
                <a:ea typeface="宋体" panose="02010600030101010101" pitchFamily="2" charset="-122"/>
              </a:rPr>
              <a:t>B</a:t>
            </a:r>
          </a:p>
        </p:txBody>
      </p:sp>
      <p:grpSp>
        <p:nvGrpSpPr>
          <p:cNvPr id="29740" name="Group 51">
            <a:extLst>
              <a:ext uri="{FF2B5EF4-FFF2-40B4-BE49-F238E27FC236}">
                <a16:creationId xmlns:a16="http://schemas.microsoft.com/office/drawing/2014/main" id="{39B0A096-0D58-A846-B11E-6A725F651672}"/>
              </a:ext>
            </a:extLst>
          </p:cNvPr>
          <p:cNvGrpSpPr>
            <a:grpSpLocks/>
          </p:cNvGrpSpPr>
          <p:nvPr/>
        </p:nvGrpSpPr>
        <p:grpSpPr bwMode="auto">
          <a:xfrm>
            <a:off x="3168254" y="3961213"/>
            <a:ext cx="733425" cy="300038"/>
            <a:chOff x="1701" y="2666"/>
            <a:chExt cx="616" cy="252"/>
          </a:xfrm>
        </p:grpSpPr>
        <p:grpSp>
          <p:nvGrpSpPr>
            <p:cNvPr id="29768" name="Group 52">
              <a:extLst>
                <a:ext uri="{FF2B5EF4-FFF2-40B4-BE49-F238E27FC236}">
                  <a16:creationId xmlns:a16="http://schemas.microsoft.com/office/drawing/2014/main" id="{43B8E1F1-9B95-4C40-82D8-FA46855347C7}"/>
                </a:ext>
              </a:extLst>
            </p:cNvPr>
            <p:cNvGrpSpPr>
              <a:grpSpLocks/>
            </p:cNvGrpSpPr>
            <p:nvPr/>
          </p:nvGrpSpPr>
          <p:grpSpPr bwMode="auto">
            <a:xfrm>
              <a:off x="1701" y="2694"/>
              <a:ext cx="616" cy="192"/>
              <a:chOff x="1701" y="2694"/>
              <a:chExt cx="616" cy="192"/>
            </a:xfrm>
          </p:grpSpPr>
          <p:sp>
            <p:nvSpPr>
              <p:cNvPr id="29770" name="AutoShape 53">
                <a:extLst>
                  <a:ext uri="{FF2B5EF4-FFF2-40B4-BE49-F238E27FC236}">
                    <a16:creationId xmlns:a16="http://schemas.microsoft.com/office/drawing/2014/main" id="{B9AD6ECA-9C58-314F-852B-AAE2D8E9B687}"/>
                  </a:ext>
                </a:extLst>
              </p:cNvPr>
              <p:cNvSpPr>
                <a:spLocks noChangeArrowheads="1"/>
              </p:cNvSpPr>
              <p:nvPr/>
            </p:nvSpPr>
            <p:spPr bwMode="auto">
              <a:xfrm>
                <a:off x="2045" y="2731"/>
                <a:ext cx="272" cy="136"/>
              </a:xfrm>
              <a:prstGeom prst="rightArrow">
                <a:avLst>
                  <a:gd name="adj1" fmla="val 50000"/>
                  <a:gd name="adj2" fmla="val 50000"/>
                </a:avLst>
              </a:prstGeom>
              <a:solidFill>
                <a:schemeClr val="bg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84726" name="Rectangle 54">
                <a:extLst>
                  <a:ext uri="{FF2B5EF4-FFF2-40B4-BE49-F238E27FC236}">
                    <a16:creationId xmlns:a16="http://schemas.microsoft.com/office/drawing/2014/main" id="{23E33AAB-5813-1A4C-850E-00CA9E542228}"/>
                  </a:ext>
                </a:extLst>
              </p:cNvPr>
              <p:cNvSpPr>
                <a:spLocks noChangeArrowheads="1"/>
              </p:cNvSpPr>
              <p:nvPr/>
            </p:nvSpPr>
            <p:spPr bwMode="auto">
              <a:xfrm>
                <a:off x="1701" y="2694"/>
                <a:ext cx="408" cy="192"/>
              </a:xfrm>
              <a:prstGeom prst="rect">
                <a:avLst/>
              </a:prstGeom>
              <a:solidFill>
                <a:srgbClr val="DDDDDD"/>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endParaRPr kumimoji="1" lang="zh-CN" altLang="zh-CN" sz="1350">
                  <a:solidFill>
                    <a:schemeClr val="folHlink"/>
                  </a:solidFill>
                  <a:latin typeface="Arial" panose="020B0604020202020204" pitchFamily="34" charset="0"/>
                  <a:ea typeface="黑体" panose="02010609060101010101" pitchFamily="49" charset="-122"/>
                  <a:cs typeface="黑体" panose="02010609060101010101" pitchFamily="49" charset="-122"/>
                </a:endParaRPr>
              </a:p>
            </p:txBody>
          </p:sp>
        </p:grpSp>
        <p:sp>
          <p:nvSpPr>
            <p:cNvPr id="29769" name="Text Box 55">
              <a:extLst>
                <a:ext uri="{FF2B5EF4-FFF2-40B4-BE49-F238E27FC236}">
                  <a16:creationId xmlns:a16="http://schemas.microsoft.com/office/drawing/2014/main" id="{856CF45F-DEDC-FF41-879C-67B0AE73667C}"/>
                </a:ext>
              </a:extLst>
            </p:cNvPr>
            <p:cNvSpPr txBox="1">
              <a:spLocks noChangeArrowheads="1"/>
            </p:cNvSpPr>
            <p:nvPr/>
          </p:nvSpPr>
          <p:spPr bwMode="auto">
            <a:xfrm>
              <a:off x="1784" y="2666"/>
              <a:ext cx="30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帧</a:t>
              </a:r>
            </a:p>
          </p:txBody>
        </p:sp>
      </p:grpSp>
      <p:sp>
        <p:nvSpPr>
          <p:cNvPr id="29741" name="Rectangle 56">
            <a:extLst>
              <a:ext uri="{FF2B5EF4-FFF2-40B4-BE49-F238E27FC236}">
                <a16:creationId xmlns:a16="http://schemas.microsoft.com/office/drawing/2014/main" id="{DF9F1A5F-4993-944F-91E5-031DDD1B58F0}"/>
              </a:ext>
            </a:extLst>
          </p:cNvPr>
          <p:cNvSpPr>
            <a:spLocks noChangeArrowheads="1"/>
          </p:cNvSpPr>
          <p:nvPr/>
        </p:nvSpPr>
        <p:spPr bwMode="auto">
          <a:xfrm>
            <a:off x="4780360" y="3187304"/>
            <a:ext cx="348654"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(a)</a:t>
            </a:r>
          </a:p>
        </p:txBody>
      </p:sp>
      <p:sp>
        <p:nvSpPr>
          <p:cNvPr id="29742" name="Rectangle 57">
            <a:extLst>
              <a:ext uri="{FF2B5EF4-FFF2-40B4-BE49-F238E27FC236}">
                <a16:creationId xmlns:a16="http://schemas.microsoft.com/office/drawing/2014/main" id="{23DBE71F-DFED-5342-A1D2-917B2E1964ED}"/>
              </a:ext>
            </a:extLst>
          </p:cNvPr>
          <p:cNvSpPr>
            <a:spLocks noChangeArrowheads="1"/>
          </p:cNvSpPr>
          <p:nvPr/>
        </p:nvSpPr>
        <p:spPr bwMode="auto">
          <a:xfrm>
            <a:off x="4780360" y="4620816"/>
            <a:ext cx="348654"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(b)</a:t>
            </a:r>
          </a:p>
        </p:txBody>
      </p:sp>
      <p:sp>
        <p:nvSpPr>
          <p:cNvPr id="29743" name="Rectangle 58">
            <a:extLst>
              <a:ext uri="{FF2B5EF4-FFF2-40B4-BE49-F238E27FC236}">
                <a16:creationId xmlns:a16="http://schemas.microsoft.com/office/drawing/2014/main" id="{9230030D-56E0-ED41-B400-3FC894EE97B8}"/>
              </a:ext>
            </a:extLst>
          </p:cNvPr>
          <p:cNvSpPr>
            <a:spLocks noChangeArrowheads="1"/>
          </p:cNvSpPr>
          <p:nvPr/>
        </p:nvSpPr>
        <p:spPr bwMode="auto">
          <a:xfrm>
            <a:off x="3600450" y="3737373"/>
            <a:ext cx="48330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发送</a:t>
            </a:r>
          </a:p>
        </p:txBody>
      </p:sp>
      <p:grpSp>
        <p:nvGrpSpPr>
          <p:cNvPr id="29744" name="Group 59">
            <a:extLst>
              <a:ext uri="{FF2B5EF4-FFF2-40B4-BE49-F238E27FC236}">
                <a16:creationId xmlns:a16="http://schemas.microsoft.com/office/drawing/2014/main" id="{9D03130D-52A5-7244-BD4C-341BCFFC3A99}"/>
              </a:ext>
            </a:extLst>
          </p:cNvPr>
          <p:cNvGrpSpPr>
            <a:grpSpLocks/>
          </p:cNvGrpSpPr>
          <p:nvPr/>
        </p:nvGrpSpPr>
        <p:grpSpPr bwMode="auto">
          <a:xfrm>
            <a:off x="6053138" y="3961213"/>
            <a:ext cx="733425" cy="300038"/>
            <a:chOff x="1701" y="2666"/>
            <a:chExt cx="616" cy="252"/>
          </a:xfrm>
        </p:grpSpPr>
        <p:grpSp>
          <p:nvGrpSpPr>
            <p:cNvPr id="29764" name="Group 60">
              <a:extLst>
                <a:ext uri="{FF2B5EF4-FFF2-40B4-BE49-F238E27FC236}">
                  <a16:creationId xmlns:a16="http://schemas.microsoft.com/office/drawing/2014/main" id="{B86AE36F-1107-A04C-AE8D-7A64D76F26EF}"/>
                </a:ext>
              </a:extLst>
            </p:cNvPr>
            <p:cNvGrpSpPr>
              <a:grpSpLocks/>
            </p:cNvGrpSpPr>
            <p:nvPr/>
          </p:nvGrpSpPr>
          <p:grpSpPr bwMode="auto">
            <a:xfrm>
              <a:off x="1701" y="2694"/>
              <a:ext cx="616" cy="192"/>
              <a:chOff x="1701" y="2694"/>
              <a:chExt cx="616" cy="192"/>
            </a:xfrm>
          </p:grpSpPr>
          <p:sp>
            <p:nvSpPr>
              <p:cNvPr id="29766" name="AutoShape 61">
                <a:extLst>
                  <a:ext uri="{FF2B5EF4-FFF2-40B4-BE49-F238E27FC236}">
                    <a16:creationId xmlns:a16="http://schemas.microsoft.com/office/drawing/2014/main" id="{220B7534-B064-B440-ADFC-A875C261EA4E}"/>
                  </a:ext>
                </a:extLst>
              </p:cNvPr>
              <p:cNvSpPr>
                <a:spLocks noChangeArrowheads="1"/>
              </p:cNvSpPr>
              <p:nvPr/>
            </p:nvSpPr>
            <p:spPr bwMode="auto">
              <a:xfrm>
                <a:off x="2045" y="2731"/>
                <a:ext cx="272" cy="136"/>
              </a:xfrm>
              <a:prstGeom prst="rightArrow">
                <a:avLst>
                  <a:gd name="adj1" fmla="val 50000"/>
                  <a:gd name="adj2" fmla="val 50000"/>
                </a:avLst>
              </a:prstGeom>
              <a:solidFill>
                <a:schemeClr val="bg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84734" name="Rectangle 62">
                <a:extLst>
                  <a:ext uri="{FF2B5EF4-FFF2-40B4-BE49-F238E27FC236}">
                    <a16:creationId xmlns:a16="http://schemas.microsoft.com/office/drawing/2014/main" id="{01A31298-6AB1-EB4C-AC45-FFD8AA2F5B4B}"/>
                  </a:ext>
                </a:extLst>
              </p:cNvPr>
              <p:cNvSpPr>
                <a:spLocks noChangeArrowheads="1"/>
              </p:cNvSpPr>
              <p:nvPr/>
            </p:nvSpPr>
            <p:spPr bwMode="auto">
              <a:xfrm>
                <a:off x="1701" y="2694"/>
                <a:ext cx="408" cy="192"/>
              </a:xfrm>
              <a:prstGeom prst="rect">
                <a:avLst/>
              </a:prstGeom>
              <a:solidFill>
                <a:srgbClr val="DDDDDD"/>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endParaRPr kumimoji="1" lang="zh-CN" altLang="zh-CN" sz="1350">
                  <a:solidFill>
                    <a:schemeClr val="folHlink"/>
                  </a:solidFill>
                  <a:latin typeface="Arial" panose="020B0604020202020204" pitchFamily="34" charset="0"/>
                  <a:ea typeface="黑体" panose="02010609060101010101" pitchFamily="49" charset="-122"/>
                  <a:cs typeface="黑体" panose="02010609060101010101" pitchFamily="49" charset="-122"/>
                </a:endParaRPr>
              </a:p>
            </p:txBody>
          </p:sp>
        </p:grpSp>
        <p:sp>
          <p:nvSpPr>
            <p:cNvPr id="29765" name="Text Box 63">
              <a:extLst>
                <a:ext uri="{FF2B5EF4-FFF2-40B4-BE49-F238E27FC236}">
                  <a16:creationId xmlns:a16="http://schemas.microsoft.com/office/drawing/2014/main" id="{16A74865-3046-B740-8551-92E82F800D89}"/>
                </a:ext>
              </a:extLst>
            </p:cNvPr>
            <p:cNvSpPr txBox="1">
              <a:spLocks noChangeArrowheads="1"/>
            </p:cNvSpPr>
            <p:nvPr/>
          </p:nvSpPr>
          <p:spPr bwMode="auto">
            <a:xfrm>
              <a:off x="1784" y="2666"/>
              <a:ext cx="30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帧</a:t>
              </a:r>
            </a:p>
          </p:txBody>
        </p:sp>
      </p:grpSp>
      <p:sp>
        <p:nvSpPr>
          <p:cNvPr id="29745" name="Rectangle 64">
            <a:extLst>
              <a:ext uri="{FF2B5EF4-FFF2-40B4-BE49-F238E27FC236}">
                <a16:creationId xmlns:a16="http://schemas.microsoft.com/office/drawing/2014/main" id="{588CB92D-E662-384A-B4C5-818E361D78DC}"/>
              </a:ext>
            </a:extLst>
          </p:cNvPr>
          <p:cNvSpPr>
            <a:spLocks noChangeArrowheads="1"/>
          </p:cNvSpPr>
          <p:nvPr/>
        </p:nvSpPr>
        <p:spPr bwMode="auto">
          <a:xfrm>
            <a:off x="5860256" y="3737373"/>
            <a:ext cx="48330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接收</a:t>
            </a:r>
          </a:p>
        </p:txBody>
      </p:sp>
      <p:sp>
        <p:nvSpPr>
          <p:cNvPr id="29746" name="Rectangle 65">
            <a:extLst>
              <a:ext uri="{FF2B5EF4-FFF2-40B4-BE49-F238E27FC236}">
                <a16:creationId xmlns:a16="http://schemas.microsoft.com/office/drawing/2014/main" id="{A83B96B7-43E3-904E-9436-5B26108DA1DD}"/>
              </a:ext>
            </a:extLst>
          </p:cNvPr>
          <p:cNvSpPr>
            <a:spLocks noChangeArrowheads="1"/>
          </p:cNvSpPr>
          <p:nvPr/>
        </p:nvSpPr>
        <p:spPr bwMode="auto">
          <a:xfrm>
            <a:off x="4733925" y="4276725"/>
            <a:ext cx="48330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链路</a:t>
            </a:r>
          </a:p>
        </p:txBody>
      </p:sp>
      <p:sp>
        <p:nvSpPr>
          <p:cNvPr id="284739" name="Rectangle 67">
            <a:extLst>
              <a:ext uri="{FF2B5EF4-FFF2-40B4-BE49-F238E27FC236}">
                <a16:creationId xmlns:a16="http://schemas.microsoft.com/office/drawing/2014/main" id="{CD6A1A8C-3B81-6F46-8956-0C987B32CEFE}"/>
              </a:ext>
            </a:extLst>
          </p:cNvPr>
          <p:cNvSpPr>
            <a:spLocks noChangeArrowheads="1"/>
          </p:cNvSpPr>
          <p:nvPr/>
        </p:nvSpPr>
        <p:spPr bwMode="auto">
          <a:xfrm>
            <a:off x="2057401" y="1165622"/>
            <a:ext cx="1508522" cy="1371600"/>
          </a:xfrm>
          <a:prstGeom prst="rect">
            <a:avLst/>
          </a:prstGeom>
          <a:solidFill>
            <a:srgbClr val="CCFFFF"/>
          </a:solidFill>
          <a:ln w="12700">
            <a:solidFill>
              <a:schemeClr val="tx1"/>
            </a:solidFill>
            <a:miter lim="800000"/>
            <a:headEnd/>
            <a:tailEnd/>
          </a:ln>
          <a:effectLst>
            <a:outerShdw blurRad="63500" dist="53882"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9748" name="Rectangle 68">
            <a:extLst>
              <a:ext uri="{FF2B5EF4-FFF2-40B4-BE49-F238E27FC236}">
                <a16:creationId xmlns:a16="http://schemas.microsoft.com/office/drawing/2014/main" id="{06437C2D-53DD-A946-9073-168F52F9F9C8}"/>
              </a:ext>
            </a:extLst>
          </p:cNvPr>
          <p:cNvSpPr>
            <a:spLocks noChangeArrowheads="1"/>
          </p:cNvSpPr>
          <p:nvPr/>
        </p:nvSpPr>
        <p:spPr bwMode="auto">
          <a:xfrm>
            <a:off x="2071688" y="1622822"/>
            <a:ext cx="1485900" cy="4572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9749" name="Line 69">
            <a:extLst>
              <a:ext uri="{FF2B5EF4-FFF2-40B4-BE49-F238E27FC236}">
                <a16:creationId xmlns:a16="http://schemas.microsoft.com/office/drawing/2014/main" id="{AD675342-232A-CD45-8F94-B86F73452513}"/>
              </a:ext>
            </a:extLst>
          </p:cNvPr>
          <p:cNvSpPr>
            <a:spLocks noChangeShapeType="1"/>
          </p:cNvSpPr>
          <p:nvPr/>
        </p:nvSpPr>
        <p:spPr bwMode="auto">
          <a:xfrm>
            <a:off x="2057400" y="1621631"/>
            <a:ext cx="1506141" cy="119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4742" name="Rectangle 70">
            <a:extLst>
              <a:ext uri="{FF2B5EF4-FFF2-40B4-BE49-F238E27FC236}">
                <a16:creationId xmlns:a16="http://schemas.microsoft.com/office/drawing/2014/main" id="{CF368DF3-C3C2-F94C-B5D4-BDAA1801DD61}"/>
              </a:ext>
            </a:extLst>
          </p:cNvPr>
          <p:cNvSpPr>
            <a:spLocks noChangeArrowheads="1"/>
          </p:cNvSpPr>
          <p:nvPr/>
        </p:nvSpPr>
        <p:spPr bwMode="auto">
          <a:xfrm>
            <a:off x="2287191" y="1737122"/>
            <a:ext cx="1042988" cy="228600"/>
          </a:xfrm>
          <a:prstGeom prst="rect">
            <a:avLst/>
          </a:prstGeom>
          <a:solidFill>
            <a:schemeClr val="bg1"/>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endParaRPr kumimoji="1" lang="zh-CN" altLang="zh-CN" sz="1350">
              <a:solidFill>
                <a:schemeClr val="folHlink"/>
              </a:solidFill>
              <a:latin typeface="Arial" panose="020B0604020202020204" pitchFamily="34" charset="0"/>
              <a:ea typeface="黑体" panose="02010609060101010101" pitchFamily="49" charset="-122"/>
              <a:cs typeface="黑体" panose="02010609060101010101" pitchFamily="49" charset="-122"/>
            </a:endParaRPr>
          </a:p>
        </p:txBody>
      </p:sp>
      <p:sp>
        <p:nvSpPr>
          <p:cNvPr id="29751" name="Line 71">
            <a:extLst>
              <a:ext uri="{FF2B5EF4-FFF2-40B4-BE49-F238E27FC236}">
                <a16:creationId xmlns:a16="http://schemas.microsoft.com/office/drawing/2014/main" id="{2C467EC6-B9C5-FD44-BB2D-0D6A6B723DC5}"/>
              </a:ext>
            </a:extLst>
          </p:cNvPr>
          <p:cNvSpPr>
            <a:spLocks noChangeShapeType="1"/>
          </p:cNvSpPr>
          <p:nvPr/>
        </p:nvSpPr>
        <p:spPr bwMode="auto">
          <a:xfrm>
            <a:off x="2057400" y="2078831"/>
            <a:ext cx="1506141" cy="119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4744" name="Rectangle 72">
            <a:extLst>
              <a:ext uri="{FF2B5EF4-FFF2-40B4-BE49-F238E27FC236}">
                <a16:creationId xmlns:a16="http://schemas.microsoft.com/office/drawing/2014/main" id="{1F6C1338-1429-FB4D-8152-F04AEAF5A8B0}"/>
              </a:ext>
            </a:extLst>
          </p:cNvPr>
          <p:cNvSpPr>
            <a:spLocks noChangeArrowheads="1"/>
          </p:cNvSpPr>
          <p:nvPr/>
        </p:nvSpPr>
        <p:spPr bwMode="auto">
          <a:xfrm>
            <a:off x="2440781" y="1279922"/>
            <a:ext cx="742950" cy="228600"/>
          </a:xfrm>
          <a:prstGeom prst="rect">
            <a:avLst/>
          </a:prstGeom>
          <a:solidFill>
            <a:srgbClr val="DDDDDD"/>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Arial" panose="020B0604020202020204" pitchFamily="34" charset="0"/>
              </a:rPr>
              <a:t>IP </a:t>
            </a:r>
            <a:r>
              <a:rPr kumimoji="1" lang="zh-CN" altLang="en-US" sz="1350">
                <a:solidFill>
                  <a:schemeClr val="folHlink"/>
                </a:solidFill>
                <a:latin typeface="Arial" panose="020B0604020202020204" pitchFamily="34" charset="0"/>
              </a:rPr>
              <a:t>数据报</a:t>
            </a:r>
          </a:p>
        </p:txBody>
      </p:sp>
      <p:sp>
        <p:nvSpPr>
          <p:cNvPr id="284745" name="Rectangle 73">
            <a:extLst>
              <a:ext uri="{FF2B5EF4-FFF2-40B4-BE49-F238E27FC236}">
                <a16:creationId xmlns:a16="http://schemas.microsoft.com/office/drawing/2014/main" id="{E90A1017-7E36-854B-B010-5C2254BF6004}"/>
              </a:ext>
            </a:extLst>
          </p:cNvPr>
          <p:cNvSpPr>
            <a:spLocks noChangeArrowheads="1"/>
          </p:cNvSpPr>
          <p:nvPr/>
        </p:nvSpPr>
        <p:spPr bwMode="auto">
          <a:xfrm>
            <a:off x="2282428" y="2194322"/>
            <a:ext cx="1052513" cy="228600"/>
          </a:xfrm>
          <a:prstGeom prst="rect">
            <a:avLst/>
          </a:prstGeom>
          <a:solidFill>
            <a:schemeClr val="bg1"/>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endParaRPr kumimoji="1" lang="zh-CN" altLang="zh-CN" sz="1350">
              <a:solidFill>
                <a:schemeClr val="folHlink"/>
              </a:solidFill>
              <a:latin typeface="Arial" panose="020B0604020202020204" pitchFamily="34" charset="0"/>
              <a:ea typeface="黑体" panose="02010609060101010101" pitchFamily="49" charset="-122"/>
              <a:cs typeface="黑体" panose="02010609060101010101" pitchFamily="49" charset="-122"/>
            </a:endParaRPr>
          </a:p>
        </p:txBody>
      </p:sp>
      <p:sp>
        <p:nvSpPr>
          <p:cNvPr id="29754" name="Rectangle 74">
            <a:extLst>
              <a:ext uri="{FF2B5EF4-FFF2-40B4-BE49-F238E27FC236}">
                <a16:creationId xmlns:a16="http://schemas.microsoft.com/office/drawing/2014/main" id="{0C5E2752-5D93-D14B-A90C-F5F3CF88EED2}"/>
              </a:ext>
            </a:extLst>
          </p:cNvPr>
          <p:cNvSpPr>
            <a:spLocks noChangeArrowheads="1"/>
          </p:cNvSpPr>
          <p:nvPr/>
        </p:nvSpPr>
        <p:spPr bwMode="auto">
          <a:xfrm>
            <a:off x="2234803" y="2203847"/>
            <a:ext cx="1199656" cy="224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85000"/>
              </a:lnSpc>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1010…  …0110</a:t>
            </a:r>
          </a:p>
        </p:txBody>
      </p:sp>
      <p:sp>
        <p:nvSpPr>
          <p:cNvPr id="29755" name="AutoShape 75">
            <a:extLst>
              <a:ext uri="{FF2B5EF4-FFF2-40B4-BE49-F238E27FC236}">
                <a16:creationId xmlns:a16="http://schemas.microsoft.com/office/drawing/2014/main" id="{14CC175B-8F14-6746-BDD6-62123F79F11A}"/>
              </a:ext>
            </a:extLst>
          </p:cNvPr>
          <p:cNvSpPr>
            <a:spLocks noChangeArrowheads="1"/>
          </p:cNvSpPr>
          <p:nvPr/>
        </p:nvSpPr>
        <p:spPr bwMode="auto">
          <a:xfrm>
            <a:off x="2696766" y="2080022"/>
            <a:ext cx="228600" cy="251222"/>
          </a:xfrm>
          <a:prstGeom prst="downArrow">
            <a:avLst>
              <a:gd name="adj1" fmla="val 50000"/>
              <a:gd name="adj2" fmla="val 43231"/>
            </a:avLst>
          </a:prstGeom>
          <a:solidFill>
            <a:schemeClr val="bg1"/>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9756" name="Rectangle 76">
            <a:extLst>
              <a:ext uri="{FF2B5EF4-FFF2-40B4-BE49-F238E27FC236}">
                <a16:creationId xmlns:a16="http://schemas.microsoft.com/office/drawing/2014/main" id="{D472C2F1-A5C1-3042-BE79-5FB66C878591}"/>
              </a:ext>
            </a:extLst>
          </p:cNvPr>
          <p:cNvSpPr>
            <a:spLocks noChangeArrowheads="1"/>
          </p:cNvSpPr>
          <p:nvPr/>
        </p:nvSpPr>
        <p:spPr bwMode="auto">
          <a:xfrm>
            <a:off x="2436019" y="1744267"/>
            <a:ext cx="742950" cy="21074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84749" name="AutoShape 77">
            <a:extLst>
              <a:ext uri="{FF2B5EF4-FFF2-40B4-BE49-F238E27FC236}">
                <a16:creationId xmlns:a16="http://schemas.microsoft.com/office/drawing/2014/main" id="{1FD638AC-D36B-154A-BF96-643A6B14C541}"/>
              </a:ext>
            </a:extLst>
          </p:cNvPr>
          <p:cNvSpPr>
            <a:spLocks noChangeArrowheads="1"/>
          </p:cNvSpPr>
          <p:nvPr/>
        </p:nvSpPr>
        <p:spPr bwMode="auto">
          <a:xfrm>
            <a:off x="2440781" y="1515667"/>
            <a:ext cx="742950" cy="277415"/>
          </a:xfrm>
          <a:prstGeom prst="downArrow">
            <a:avLst>
              <a:gd name="adj1" fmla="val 65389"/>
              <a:gd name="adj2" fmla="val 39394"/>
            </a:avLst>
          </a:prstGeom>
          <a:solidFill>
            <a:schemeClr val="accent2"/>
          </a:solidFill>
          <a:ln w="12700">
            <a:solidFill>
              <a:schemeClr val="tx1"/>
            </a:solidFill>
            <a:miter lim="800000"/>
            <a:headEnd/>
            <a:tailEnd/>
          </a:ln>
          <a:effectLst>
            <a:outerShdw blurRad="63500" dist="38099" dir="2700000" algn="ctr" rotWithShape="0">
              <a:schemeClr val="bg2">
                <a:alpha val="74997"/>
              </a:schemeClr>
            </a:outerShdw>
          </a:effectLst>
        </p:spPr>
        <p:txBody>
          <a:bodyPr vert="eaVert" wrap="none" anchor="ctr"/>
          <a:lstStyle/>
          <a:p>
            <a:pPr eaLnBrk="1" hangingPunct="1">
              <a:defRPr/>
            </a:pPr>
            <a:endParaRPr lang="zh-CN" altLang="en-US">
              <a:latin typeface="Tahoma" charset="0"/>
              <a:ea typeface="宋体" charset="-122"/>
              <a:cs typeface="+mn-cs"/>
            </a:endParaRPr>
          </a:p>
        </p:txBody>
      </p:sp>
      <p:sp>
        <p:nvSpPr>
          <p:cNvPr id="29758" name="Text Box 78">
            <a:extLst>
              <a:ext uri="{FF2B5EF4-FFF2-40B4-BE49-F238E27FC236}">
                <a16:creationId xmlns:a16="http://schemas.microsoft.com/office/drawing/2014/main" id="{11198E57-6093-904B-BC7F-5A936338CEE8}"/>
              </a:ext>
            </a:extLst>
          </p:cNvPr>
          <p:cNvSpPr txBox="1">
            <a:spLocks noChangeArrowheads="1"/>
          </p:cNvSpPr>
          <p:nvPr/>
        </p:nvSpPr>
        <p:spPr bwMode="auto">
          <a:xfrm>
            <a:off x="2033587" y="1702594"/>
            <a:ext cx="35779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帧</a:t>
            </a:r>
          </a:p>
        </p:txBody>
      </p:sp>
      <p:sp>
        <p:nvSpPr>
          <p:cNvPr id="29759" name="Rectangle 79">
            <a:extLst>
              <a:ext uri="{FF2B5EF4-FFF2-40B4-BE49-F238E27FC236}">
                <a16:creationId xmlns:a16="http://schemas.microsoft.com/office/drawing/2014/main" id="{D90A3533-B4EB-3543-99EC-A003303922F8}"/>
              </a:ext>
            </a:extLst>
          </p:cNvPr>
          <p:cNvSpPr>
            <a:spLocks noChangeArrowheads="1"/>
          </p:cNvSpPr>
          <p:nvPr/>
        </p:nvSpPr>
        <p:spPr bwMode="auto">
          <a:xfrm>
            <a:off x="2590800" y="1488282"/>
            <a:ext cx="48330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装入</a:t>
            </a:r>
          </a:p>
        </p:txBody>
      </p:sp>
      <p:sp>
        <p:nvSpPr>
          <p:cNvPr id="29760" name="Line 80">
            <a:extLst>
              <a:ext uri="{FF2B5EF4-FFF2-40B4-BE49-F238E27FC236}">
                <a16:creationId xmlns:a16="http://schemas.microsoft.com/office/drawing/2014/main" id="{E8D284C4-FC08-154E-84B5-8FD496296667}"/>
              </a:ext>
            </a:extLst>
          </p:cNvPr>
          <p:cNvSpPr>
            <a:spLocks noChangeShapeType="1"/>
          </p:cNvSpPr>
          <p:nvPr/>
        </p:nvSpPr>
        <p:spPr bwMode="auto">
          <a:xfrm>
            <a:off x="2432447" y="1740694"/>
            <a:ext cx="0" cy="21431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61" name="Line 81">
            <a:extLst>
              <a:ext uri="{FF2B5EF4-FFF2-40B4-BE49-F238E27FC236}">
                <a16:creationId xmlns:a16="http://schemas.microsoft.com/office/drawing/2014/main" id="{A220DA7B-C7A4-6F41-B524-8A7C6B9EABAD}"/>
              </a:ext>
            </a:extLst>
          </p:cNvPr>
          <p:cNvSpPr>
            <a:spLocks noChangeShapeType="1"/>
          </p:cNvSpPr>
          <p:nvPr/>
        </p:nvSpPr>
        <p:spPr bwMode="auto">
          <a:xfrm>
            <a:off x="3175397" y="1741885"/>
            <a:ext cx="0" cy="21431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4754" name="Text Box 82">
            <a:extLst>
              <a:ext uri="{FF2B5EF4-FFF2-40B4-BE49-F238E27FC236}">
                <a16:creationId xmlns:a16="http://schemas.microsoft.com/office/drawing/2014/main" id="{478A3DC2-178B-3846-B797-F092C257D662}"/>
              </a:ext>
            </a:extLst>
          </p:cNvPr>
          <p:cNvSpPr txBox="1">
            <a:spLocks noChangeArrowheads="1"/>
          </p:cNvSpPr>
          <p:nvPr/>
        </p:nvSpPr>
        <p:spPr bwMode="auto">
          <a:xfrm>
            <a:off x="2621757" y="154781"/>
            <a:ext cx="4031873" cy="553998"/>
          </a:xfrm>
          <a:prstGeom prst="rect">
            <a:avLst/>
          </a:prstGeom>
          <a:solidFill>
            <a:schemeClr val="accent2"/>
          </a:solidFill>
          <a:ln w="9525">
            <a:solidFill>
              <a:schemeClr val="tx2"/>
            </a:solidFill>
            <a:miter lim="800000"/>
            <a:headEnd/>
            <a:tailEnd/>
          </a:ln>
          <a:effectLst>
            <a:outerShdw blurRad="63500" dist="38099" dir="2700000" algn="ctr" rotWithShape="0">
              <a:schemeClr val="bg2">
                <a:alpha val="74997"/>
              </a:schemeClr>
            </a:outerShdw>
          </a:effectLst>
        </p:spPr>
        <p:txBody>
          <a:bodyPr wrap="none">
            <a:spAutoFit/>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3000" dirty="0">
                <a:solidFill>
                  <a:schemeClr val="folHlink"/>
                </a:solidFill>
              </a:rPr>
              <a:t>数据链路层传送的是</a:t>
            </a:r>
            <a:r>
              <a:rPr lang="zh-CN" altLang="en-US" sz="3000" dirty="0">
                <a:solidFill>
                  <a:srgbClr val="FFFF00"/>
                </a:solidFill>
              </a:rPr>
              <a:t>帧</a:t>
            </a:r>
          </a:p>
        </p:txBody>
      </p:sp>
      <p:sp>
        <p:nvSpPr>
          <p:cNvPr id="29763" name="幻灯片编号占位符 1">
            <a:extLst>
              <a:ext uri="{FF2B5EF4-FFF2-40B4-BE49-F238E27FC236}">
                <a16:creationId xmlns:a16="http://schemas.microsoft.com/office/drawing/2014/main" id="{76E23C25-6E60-2848-9C8C-25BC04360C3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D7EBA04-C7F2-5F4E-988E-103ECA1F03A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137925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5FC4CFB3-D478-4548-BDD9-2AA9384E04B9}"/>
              </a:ext>
            </a:extLst>
          </p:cNvPr>
          <p:cNvSpPr>
            <a:spLocks noGrp="1" noChangeArrowheads="1"/>
          </p:cNvSpPr>
          <p:nvPr>
            <p:ph type="title"/>
          </p:nvPr>
        </p:nvSpPr>
        <p:spPr>
          <a:xfrm>
            <a:off x="182880" y="348853"/>
            <a:ext cx="6989445" cy="576263"/>
          </a:xfrm>
        </p:spPr>
        <p:txBody>
          <a:bodyPr/>
          <a:lstStyle/>
          <a:p>
            <a:pPr eaLnBrk="1" hangingPunct="1"/>
            <a:r>
              <a:rPr lang="zh-CN" altLang="en-US" dirty="0">
                <a:latin typeface="Times New Roman" panose="02020603050405020304" pitchFamily="18" charset="0"/>
                <a:ea typeface="宋体" panose="02010600030101010101" pitchFamily="2" charset="-122"/>
              </a:rPr>
              <a:t>数据链路层像个数字管道 </a:t>
            </a:r>
          </a:p>
        </p:txBody>
      </p:sp>
      <p:sp>
        <p:nvSpPr>
          <p:cNvPr id="126979" name="Rectangle 3">
            <a:extLst>
              <a:ext uri="{FF2B5EF4-FFF2-40B4-BE49-F238E27FC236}">
                <a16:creationId xmlns:a16="http://schemas.microsoft.com/office/drawing/2014/main" id="{C0DA3B64-B08C-8C48-B96F-5DE54D62515D}"/>
              </a:ext>
            </a:extLst>
          </p:cNvPr>
          <p:cNvSpPr>
            <a:spLocks noGrp="1" noChangeArrowheads="1"/>
          </p:cNvSpPr>
          <p:nvPr>
            <p:ph type="body" idx="1"/>
          </p:nvPr>
        </p:nvSpPr>
        <p:spPr>
          <a:xfrm>
            <a:off x="182880" y="1168004"/>
            <a:ext cx="8823959" cy="3845719"/>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常常在两个对等的数据链路层之间画出一个数字管道，而在这条数字管道上传输的数据单位是</a:t>
            </a:r>
            <a:r>
              <a:rPr lang="zh-CN" altLang="en-US" dirty="0">
                <a:solidFill>
                  <a:schemeClr val="hlink"/>
                </a:solidFill>
                <a:latin typeface="Times New Roman" panose="02020603050405020304" pitchFamily="18" charset="0"/>
                <a:ea typeface="宋体" panose="02010600030101010101" pitchFamily="2" charset="-122"/>
              </a:rPr>
              <a:t>帧</a:t>
            </a:r>
            <a:r>
              <a:rPr lang="zh-CN" altLang="en-US" dirty="0">
                <a:latin typeface="Times New Roman" panose="02020603050405020304" pitchFamily="18" charset="0"/>
                <a:ea typeface="宋体" panose="02010600030101010101" pitchFamily="2" charset="-122"/>
              </a:rPr>
              <a:t>。</a:t>
            </a:r>
          </a:p>
          <a:p>
            <a:pPr eaLnBrk="1" hangingPunct="1">
              <a:lnSpc>
                <a:spcPct val="90000"/>
              </a:lnSpc>
            </a:pPr>
            <a:endParaRPr lang="zh-CN" altLang="en-US" dirty="0">
              <a:latin typeface="Times New Roman" panose="02020603050405020304" pitchFamily="18" charset="0"/>
              <a:ea typeface="宋体" panose="02010600030101010101" pitchFamily="2" charset="-122"/>
            </a:endParaRPr>
          </a:p>
          <a:p>
            <a:pPr eaLnBrk="1" hangingPunct="1">
              <a:lnSpc>
                <a:spcPct val="90000"/>
              </a:lnSpc>
            </a:pPr>
            <a:endParaRPr lang="zh-CN" altLang="en-US" dirty="0">
              <a:latin typeface="Times New Roman" panose="02020603050405020304" pitchFamily="18" charset="0"/>
              <a:ea typeface="宋体" panose="02010600030101010101" pitchFamily="2" charset="-122"/>
            </a:endParaRPr>
          </a:p>
          <a:p>
            <a:pPr eaLnBrk="1" hangingPunct="1">
              <a:lnSpc>
                <a:spcPct val="90000"/>
              </a:lnSpc>
            </a:pPr>
            <a:endParaRPr lang="zh-CN" altLang="en-US" dirty="0">
              <a:latin typeface="Times New Roman" panose="02020603050405020304" pitchFamily="18" charset="0"/>
              <a:ea typeface="宋体" panose="02010600030101010101" pitchFamily="2" charset="-122"/>
            </a:endParaRPr>
          </a:p>
          <a:p>
            <a:pPr eaLnBrk="1" hangingPunct="1">
              <a:lnSpc>
                <a:spcPct val="90000"/>
              </a:lnSpc>
            </a:pPr>
            <a:r>
              <a:rPr lang="zh-CN" altLang="en-US" dirty="0">
                <a:latin typeface="Times New Roman" panose="02020603050405020304" pitchFamily="18" charset="0"/>
                <a:ea typeface="宋体" panose="02010600030101010101" pitchFamily="2" charset="-122"/>
              </a:rPr>
              <a:t>早期的数据通信协议曾叫作</a:t>
            </a:r>
            <a:r>
              <a:rPr lang="zh-CN" altLang="en-US" dirty="0">
                <a:solidFill>
                  <a:schemeClr val="hlink"/>
                </a:solidFill>
                <a:latin typeface="Times New Roman" panose="02020603050405020304" pitchFamily="18" charset="0"/>
                <a:ea typeface="宋体" panose="02010600030101010101" pitchFamily="2" charset="-122"/>
              </a:rPr>
              <a:t>通信规程</a:t>
            </a:r>
            <a:r>
              <a:rPr lang="en-US" altLang="zh-CN" dirty="0">
                <a:latin typeface="Times New Roman" panose="02020603050405020304" pitchFamily="18" charset="0"/>
                <a:ea typeface="宋体" panose="02010600030101010101" pitchFamily="2" charset="-122"/>
              </a:rPr>
              <a:t>(procedure)</a:t>
            </a:r>
            <a:r>
              <a:rPr lang="zh-CN" altLang="en-US" dirty="0">
                <a:latin typeface="Times New Roman" panose="02020603050405020304" pitchFamily="18" charset="0"/>
                <a:ea typeface="宋体" panose="02010600030101010101" pitchFamily="2" charset="-122"/>
              </a:rPr>
              <a:t>。因此在数据链路层，规程和协议是同义语。   </a:t>
            </a:r>
          </a:p>
        </p:txBody>
      </p:sp>
      <p:grpSp>
        <p:nvGrpSpPr>
          <p:cNvPr id="126991" name="Group 15">
            <a:extLst>
              <a:ext uri="{FF2B5EF4-FFF2-40B4-BE49-F238E27FC236}">
                <a16:creationId xmlns:a16="http://schemas.microsoft.com/office/drawing/2014/main" id="{A1F4BBB3-6E79-DB44-9DC8-2F3CCB258EC8}"/>
              </a:ext>
            </a:extLst>
          </p:cNvPr>
          <p:cNvGrpSpPr>
            <a:grpSpLocks/>
          </p:cNvGrpSpPr>
          <p:nvPr/>
        </p:nvGrpSpPr>
        <p:grpSpPr bwMode="auto">
          <a:xfrm>
            <a:off x="1732596" y="2247900"/>
            <a:ext cx="5724525" cy="647700"/>
            <a:chOff x="567" y="2251"/>
            <a:chExt cx="4808" cy="544"/>
          </a:xfrm>
        </p:grpSpPr>
        <p:sp>
          <p:nvSpPr>
            <p:cNvPr id="31749" name="Oval 4">
              <a:extLst>
                <a:ext uri="{FF2B5EF4-FFF2-40B4-BE49-F238E27FC236}">
                  <a16:creationId xmlns:a16="http://schemas.microsoft.com/office/drawing/2014/main" id="{7A961CD7-1C09-6647-91F5-58E998A0C4A3}"/>
                </a:ext>
              </a:extLst>
            </p:cNvPr>
            <p:cNvSpPr>
              <a:spLocks noChangeArrowheads="1"/>
            </p:cNvSpPr>
            <p:nvPr/>
          </p:nvSpPr>
          <p:spPr bwMode="auto">
            <a:xfrm>
              <a:off x="567" y="2251"/>
              <a:ext cx="499" cy="499"/>
            </a:xfrm>
            <a:prstGeom prst="ellipse">
              <a:avLst/>
            </a:prstGeom>
            <a:solidFill>
              <a:srgbClr val="FFFF99"/>
            </a:solidFill>
            <a:ln w="9525">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结点</a:t>
              </a:r>
            </a:p>
          </p:txBody>
        </p:sp>
        <p:sp>
          <p:nvSpPr>
            <p:cNvPr id="31750" name="Oval 6">
              <a:extLst>
                <a:ext uri="{FF2B5EF4-FFF2-40B4-BE49-F238E27FC236}">
                  <a16:creationId xmlns:a16="http://schemas.microsoft.com/office/drawing/2014/main" id="{BA04FB04-1361-0B43-A440-211B43E99EB3}"/>
                </a:ext>
              </a:extLst>
            </p:cNvPr>
            <p:cNvSpPr>
              <a:spLocks noChangeArrowheads="1"/>
            </p:cNvSpPr>
            <p:nvPr/>
          </p:nvSpPr>
          <p:spPr bwMode="auto">
            <a:xfrm>
              <a:off x="4876" y="2251"/>
              <a:ext cx="499" cy="499"/>
            </a:xfrm>
            <a:prstGeom prst="ellipse">
              <a:avLst/>
            </a:prstGeom>
            <a:solidFill>
              <a:srgbClr val="FFFF99"/>
            </a:solidFill>
            <a:ln w="9525">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结点</a:t>
              </a:r>
            </a:p>
          </p:txBody>
        </p:sp>
        <p:sp>
          <p:nvSpPr>
            <p:cNvPr id="31751" name="Line 8">
              <a:extLst>
                <a:ext uri="{FF2B5EF4-FFF2-40B4-BE49-F238E27FC236}">
                  <a16:creationId xmlns:a16="http://schemas.microsoft.com/office/drawing/2014/main" id="{108EE172-AF81-5041-B009-DF5D1B2EDA51}"/>
                </a:ext>
              </a:extLst>
            </p:cNvPr>
            <p:cNvSpPr>
              <a:spLocks noChangeShapeType="1"/>
            </p:cNvSpPr>
            <p:nvPr/>
          </p:nvSpPr>
          <p:spPr bwMode="auto">
            <a:xfrm>
              <a:off x="1066" y="2523"/>
              <a:ext cx="381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52" name="AutoShape 7">
              <a:extLst>
                <a:ext uri="{FF2B5EF4-FFF2-40B4-BE49-F238E27FC236}">
                  <a16:creationId xmlns:a16="http://schemas.microsoft.com/office/drawing/2014/main" id="{DBA180A5-6953-E647-8385-779C29717D7D}"/>
                </a:ext>
              </a:extLst>
            </p:cNvPr>
            <p:cNvSpPr>
              <a:spLocks noChangeArrowheads="1"/>
            </p:cNvSpPr>
            <p:nvPr/>
          </p:nvSpPr>
          <p:spPr bwMode="auto">
            <a:xfrm rot="-5400000">
              <a:off x="2676" y="686"/>
              <a:ext cx="544" cy="3674"/>
            </a:xfrm>
            <a:prstGeom prst="can">
              <a:avLst>
                <a:gd name="adj" fmla="val 22418"/>
              </a:avLst>
            </a:prstGeom>
            <a:gradFill rotWithShape="1">
              <a:gsLst>
                <a:gs pos="0">
                  <a:srgbClr val="5E6D76"/>
                </a:gs>
                <a:gs pos="50000">
                  <a:srgbClr val="CCECFF"/>
                </a:gs>
                <a:gs pos="100000">
                  <a:srgbClr val="5E6D76"/>
                </a:gs>
              </a:gsLst>
              <a:lin ang="0" scaled="1"/>
            </a:gra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31753" name="Rectangle 9">
              <a:extLst>
                <a:ext uri="{FF2B5EF4-FFF2-40B4-BE49-F238E27FC236}">
                  <a16:creationId xmlns:a16="http://schemas.microsoft.com/office/drawing/2014/main" id="{145F7BE2-A3D0-8842-AD73-9F68565E6BDA}"/>
                </a:ext>
              </a:extLst>
            </p:cNvPr>
            <p:cNvSpPr>
              <a:spLocks noChangeArrowheads="1"/>
            </p:cNvSpPr>
            <p:nvPr/>
          </p:nvSpPr>
          <p:spPr bwMode="auto">
            <a:xfrm>
              <a:off x="1383" y="2387"/>
              <a:ext cx="1043" cy="272"/>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帧</a:t>
              </a:r>
            </a:p>
          </p:txBody>
        </p:sp>
        <p:sp>
          <p:nvSpPr>
            <p:cNvPr id="31754" name="Line 10">
              <a:extLst>
                <a:ext uri="{FF2B5EF4-FFF2-40B4-BE49-F238E27FC236}">
                  <a16:creationId xmlns:a16="http://schemas.microsoft.com/office/drawing/2014/main" id="{33E09469-C2E4-A049-9E19-C9F2BDC4CFBC}"/>
                </a:ext>
              </a:extLst>
            </p:cNvPr>
            <p:cNvSpPr>
              <a:spLocks noChangeShapeType="1"/>
            </p:cNvSpPr>
            <p:nvPr/>
          </p:nvSpPr>
          <p:spPr bwMode="auto">
            <a:xfrm>
              <a:off x="1066" y="2523"/>
              <a:ext cx="117"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55" name="Rectangle 12">
              <a:extLst>
                <a:ext uri="{FF2B5EF4-FFF2-40B4-BE49-F238E27FC236}">
                  <a16:creationId xmlns:a16="http://schemas.microsoft.com/office/drawing/2014/main" id="{473FAF74-F9D6-A944-8A30-A38456BFBA11}"/>
                </a:ext>
              </a:extLst>
            </p:cNvPr>
            <p:cNvSpPr>
              <a:spLocks noChangeArrowheads="1"/>
            </p:cNvSpPr>
            <p:nvPr/>
          </p:nvSpPr>
          <p:spPr bwMode="auto">
            <a:xfrm>
              <a:off x="3243" y="2387"/>
              <a:ext cx="1043" cy="272"/>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帧</a:t>
              </a:r>
            </a:p>
          </p:txBody>
        </p:sp>
        <p:sp>
          <p:nvSpPr>
            <p:cNvPr id="31756" name="Line 13">
              <a:extLst>
                <a:ext uri="{FF2B5EF4-FFF2-40B4-BE49-F238E27FC236}">
                  <a16:creationId xmlns:a16="http://schemas.microsoft.com/office/drawing/2014/main" id="{106A217B-3AAB-B940-A8A0-19F429F68B99}"/>
                </a:ext>
              </a:extLst>
            </p:cNvPr>
            <p:cNvSpPr>
              <a:spLocks noChangeShapeType="1"/>
            </p:cNvSpPr>
            <p:nvPr/>
          </p:nvSpPr>
          <p:spPr bwMode="auto">
            <a:xfrm>
              <a:off x="2426" y="2523"/>
              <a:ext cx="273" cy="0"/>
            </a:xfrm>
            <a:prstGeom prst="line">
              <a:avLst/>
            </a:prstGeom>
            <a:noFill/>
            <a:ln w="76200">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57" name="Line 14">
              <a:extLst>
                <a:ext uri="{FF2B5EF4-FFF2-40B4-BE49-F238E27FC236}">
                  <a16:creationId xmlns:a16="http://schemas.microsoft.com/office/drawing/2014/main" id="{3A8E1A3B-0275-5D4B-BB86-6D4B551833A8}"/>
                </a:ext>
              </a:extLst>
            </p:cNvPr>
            <p:cNvSpPr>
              <a:spLocks noChangeShapeType="1"/>
            </p:cNvSpPr>
            <p:nvPr/>
          </p:nvSpPr>
          <p:spPr bwMode="auto">
            <a:xfrm>
              <a:off x="4285" y="2523"/>
              <a:ext cx="273" cy="0"/>
            </a:xfrm>
            <a:prstGeom prst="line">
              <a:avLst/>
            </a:prstGeom>
            <a:noFill/>
            <a:ln w="76200">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1748" name="幻灯片编号占位符 1">
            <a:extLst>
              <a:ext uri="{FF2B5EF4-FFF2-40B4-BE49-F238E27FC236}">
                <a16:creationId xmlns:a16="http://schemas.microsoft.com/office/drawing/2014/main" id="{A4377FD1-49B9-CE40-9D06-7B3E226B2E9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EE0FFC6-1F85-634F-B363-07FDA989ED8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0180964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699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697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9"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BFBF1579-5E3F-8E4C-B012-08463162B1DB}"/>
              </a:ext>
            </a:extLst>
          </p:cNvPr>
          <p:cNvSpPr>
            <a:spLocks noGrp="1" noChangeArrowheads="1"/>
          </p:cNvSpPr>
          <p:nvPr>
            <p:ph type="title"/>
          </p:nvPr>
        </p:nvSpPr>
        <p:spPr>
          <a:xfrm>
            <a:off x="160020" y="303610"/>
            <a:ext cx="6692028" cy="576263"/>
          </a:xfrm>
        </p:spPr>
        <p:txBody>
          <a:bodyPr/>
          <a:lstStyle/>
          <a:p>
            <a:pPr eaLnBrk="1" hangingPunct="1"/>
            <a:r>
              <a:rPr lang="en-US" altLang="zh-CN" dirty="0">
                <a:latin typeface="Times New Roman" panose="02020603050405020304" pitchFamily="18" charset="0"/>
                <a:ea typeface="宋体" panose="02010600030101010101" pitchFamily="2" charset="-122"/>
              </a:rPr>
              <a:t>3.1.2  </a:t>
            </a:r>
            <a:r>
              <a:rPr lang="zh-CN" altLang="en-US" dirty="0">
                <a:latin typeface="Times New Roman" panose="02020603050405020304" pitchFamily="18" charset="0"/>
                <a:ea typeface="宋体" panose="02010600030101010101" pitchFamily="2" charset="-122"/>
              </a:rPr>
              <a:t>三个基本问题 </a:t>
            </a:r>
          </a:p>
        </p:txBody>
      </p:sp>
      <p:sp>
        <p:nvSpPr>
          <p:cNvPr id="130051" name="Rectangle 3">
            <a:extLst>
              <a:ext uri="{FF2B5EF4-FFF2-40B4-BE49-F238E27FC236}">
                <a16:creationId xmlns:a16="http://schemas.microsoft.com/office/drawing/2014/main" id="{A02D3A14-79F5-8C4C-8647-4FE544FC708D}"/>
              </a:ext>
            </a:extLst>
          </p:cNvPr>
          <p:cNvSpPr>
            <a:spLocks noGrp="1" noChangeArrowheads="1"/>
          </p:cNvSpPr>
          <p:nvPr>
            <p:ph type="body" idx="1"/>
          </p:nvPr>
        </p:nvSpPr>
        <p:spPr>
          <a:xfrm>
            <a:off x="262890" y="1040130"/>
            <a:ext cx="8641080" cy="3529489"/>
          </a:xfrm>
        </p:spPr>
        <p:txBody>
          <a:bodyPr/>
          <a:lstStyle/>
          <a:p>
            <a:pPr eaLnBrk="1" hangingPunct="1">
              <a:buFont typeface="Wingdings" pitchFamily="2" charset="2"/>
              <a:buNone/>
            </a:pP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封装成帧</a:t>
            </a:r>
          </a:p>
          <a:p>
            <a:pPr eaLnBrk="1" hangingPunct="1">
              <a:buFont typeface="Wingdings" pitchFamily="2" charset="2"/>
              <a:buNone/>
            </a:pP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透明传输</a:t>
            </a:r>
          </a:p>
          <a:p>
            <a:pPr eaLnBrk="1" hangingPunct="1">
              <a:buFont typeface="Wingdings" pitchFamily="2" charset="2"/>
              <a:buNone/>
            </a:pPr>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差错控制 </a:t>
            </a:r>
          </a:p>
          <a:p>
            <a:pPr eaLnBrk="1" hangingPunct="1">
              <a:buFont typeface="Wingdings" pitchFamily="2" charset="2"/>
              <a:buNone/>
            </a:pPr>
            <a:endParaRPr lang="zh-CN" altLang="en-US" dirty="0">
              <a:latin typeface="Times New Roman" panose="02020603050405020304" pitchFamily="18" charset="0"/>
              <a:ea typeface="宋体" panose="02010600030101010101" pitchFamily="2" charset="-122"/>
            </a:endParaRPr>
          </a:p>
        </p:txBody>
      </p:sp>
      <p:sp>
        <p:nvSpPr>
          <p:cNvPr id="33795" name="幻灯片编号占位符 1">
            <a:extLst>
              <a:ext uri="{FF2B5EF4-FFF2-40B4-BE49-F238E27FC236}">
                <a16:creationId xmlns:a16="http://schemas.microsoft.com/office/drawing/2014/main" id="{7E3EA7D3-723D-5145-89EB-2634DE31882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1D20830-21B0-0745-943B-DE43CF5E7D3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3363423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005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005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1"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0A94D470-CBB8-F64C-98FE-AD0199506C89}"/>
              </a:ext>
            </a:extLst>
          </p:cNvPr>
          <p:cNvSpPr>
            <a:spLocks noGrp="1" noChangeArrowheads="1"/>
          </p:cNvSpPr>
          <p:nvPr>
            <p:ph type="title"/>
          </p:nvPr>
        </p:nvSpPr>
        <p:spPr>
          <a:xfrm>
            <a:off x="133563" y="154300"/>
            <a:ext cx="5212556" cy="789384"/>
          </a:xfrm>
        </p:spPr>
        <p:txBody>
          <a:bodyPr/>
          <a:lstStyle/>
          <a:p>
            <a:pPr eaLnBrk="1" hangingPunct="1"/>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封装成帧</a:t>
            </a:r>
          </a:p>
        </p:txBody>
      </p:sp>
      <p:sp>
        <p:nvSpPr>
          <p:cNvPr id="35842" name="Rectangle 3">
            <a:extLst>
              <a:ext uri="{FF2B5EF4-FFF2-40B4-BE49-F238E27FC236}">
                <a16:creationId xmlns:a16="http://schemas.microsoft.com/office/drawing/2014/main" id="{75B429D0-07B6-AD47-8C1A-3AAEF0926641}"/>
              </a:ext>
            </a:extLst>
          </p:cNvPr>
          <p:cNvSpPr>
            <a:spLocks noGrp="1" noChangeArrowheads="1"/>
          </p:cNvSpPr>
          <p:nvPr>
            <p:ph type="body" idx="1"/>
          </p:nvPr>
        </p:nvSpPr>
        <p:spPr/>
        <p:txBody>
          <a:bodyPr/>
          <a:lstStyle/>
          <a:p>
            <a:pPr eaLnBrk="1" hangingPunct="1"/>
            <a:r>
              <a:rPr lang="zh-CN" altLang="en-US" dirty="0">
                <a:ea typeface="宋体" panose="02010600030101010101" pitchFamily="2" charset="-122"/>
              </a:rPr>
              <a:t>封装成帧</a:t>
            </a:r>
            <a:r>
              <a:rPr lang="en-US" altLang="zh-CN" dirty="0">
                <a:ea typeface="宋体" panose="02010600030101010101" pitchFamily="2" charset="-122"/>
              </a:rPr>
              <a:t>(framing)</a:t>
            </a:r>
            <a:r>
              <a:rPr lang="zh-CN" altLang="en-US" dirty="0">
                <a:ea typeface="宋体" panose="02010600030101010101" pitchFamily="2" charset="-122"/>
              </a:rPr>
              <a:t>就是在一段数据的前后分别添加首部和尾部，然后就构成了一个帧。确定帧的界限。</a:t>
            </a:r>
          </a:p>
          <a:p>
            <a:pPr eaLnBrk="1" hangingPunct="1"/>
            <a:r>
              <a:rPr lang="zh-CN" altLang="en-US" dirty="0">
                <a:ea typeface="宋体" panose="02010600030101010101" pitchFamily="2" charset="-122"/>
              </a:rPr>
              <a:t>首部和尾部的一个重要作用就是进行</a:t>
            </a:r>
            <a:r>
              <a:rPr lang="zh-CN" altLang="en-US" dirty="0">
                <a:solidFill>
                  <a:schemeClr val="hlink"/>
                </a:solidFill>
                <a:ea typeface="宋体" panose="02010600030101010101" pitchFamily="2" charset="-122"/>
              </a:rPr>
              <a:t>帧定界</a:t>
            </a:r>
            <a:r>
              <a:rPr lang="zh-CN" altLang="en-US" dirty="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a:t>
            </a:r>
          </a:p>
        </p:txBody>
      </p:sp>
      <p:sp>
        <p:nvSpPr>
          <p:cNvPr id="35843" name="Text Box 4">
            <a:extLst>
              <a:ext uri="{FF2B5EF4-FFF2-40B4-BE49-F238E27FC236}">
                <a16:creationId xmlns:a16="http://schemas.microsoft.com/office/drawing/2014/main" id="{D73546F6-82D8-AB4A-AF40-5D55AC678396}"/>
              </a:ext>
            </a:extLst>
          </p:cNvPr>
          <p:cNvSpPr txBox="1">
            <a:spLocks noChangeArrowheads="1"/>
          </p:cNvSpPr>
          <p:nvPr/>
        </p:nvSpPr>
        <p:spPr bwMode="auto">
          <a:xfrm>
            <a:off x="6778229" y="2664619"/>
            <a:ext cx="877163"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帧结束</a:t>
            </a:r>
          </a:p>
        </p:txBody>
      </p:sp>
      <p:sp>
        <p:nvSpPr>
          <p:cNvPr id="352261" name="Rectangle 5">
            <a:extLst>
              <a:ext uri="{FF2B5EF4-FFF2-40B4-BE49-F238E27FC236}">
                <a16:creationId xmlns:a16="http://schemas.microsoft.com/office/drawing/2014/main" id="{741D4200-BD26-F849-BE37-43BB7F1468A1}"/>
              </a:ext>
            </a:extLst>
          </p:cNvPr>
          <p:cNvSpPr>
            <a:spLocks noChangeArrowheads="1"/>
          </p:cNvSpPr>
          <p:nvPr/>
        </p:nvSpPr>
        <p:spPr bwMode="auto">
          <a:xfrm>
            <a:off x="2217314" y="3376613"/>
            <a:ext cx="895350" cy="447675"/>
          </a:xfrm>
          <a:prstGeom prst="rect">
            <a:avLst/>
          </a:prstGeom>
          <a:solidFill>
            <a:srgbClr val="FFFF99"/>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800" dirty="0">
                <a:solidFill>
                  <a:schemeClr val="folHlink"/>
                </a:solidFill>
                <a:latin typeface="Arial" panose="020B0604020202020204" pitchFamily="34" charset="0"/>
              </a:rPr>
              <a:t>帧首部</a:t>
            </a:r>
          </a:p>
        </p:txBody>
      </p:sp>
      <p:sp>
        <p:nvSpPr>
          <p:cNvPr id="352262" name="Rectangle 6">
            <a:extLst>
              <a:ext uri="{FF2B5EF4-FFF2-40B4-BE49-F238E27FC236}">
                <a16:creationId xmlns:a16="http://schemas.microsoft.com/office/drawing/2014/main" id="{B89CB880-643A-1D42-B0C1-45F6B885B0DD}"/>
              </a:ext>
            </a:extLst>
          </p:cNvPr>
          <p:cNvSpPr>
            <a:spLocks noChangeArrowheads="1"/>
          </p:cNvSpPr>
          <p:nvPr/>
        </p:nvSpPr>
        <p:spPr bwMode="auto">
          <a:xfrm>
            <a:off x="3082529" y="2571750"/>
            <a:ext cx="3208734" cy="447675"/>
          </a:xfrm>
          <a:prstGeom prst="rect">
            <a:avLst/>
          </a:prstGeom>
          <a:solidFill>
            <a:srgbClr val="CCFF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800">
                <a:solidFill>
                  <a:schemeClr val="folHlink"/>
                </a:solidFill>
                <a:latin typeface="Arial" panose="020B0604020202020204" pitchFamily="34" charset="0"/>
              </a:rPr>
              <a:t>IP </a:t>
            </a:r>
            <a:r>
              <a:rPr kumimoji="1" lang="zh-CN" altLang="en-US" sz="1800">
                <a:solidFill>
                  <a:schemeClr val="folHlink"/>
                </a:solidFill>
                <a:latin typeface="Arial" panose="020B0604020202020204" pitchFamily="34" charset="0"/>
              </a:rPr>
              <a:t>数据报</a:t>
            </a:r>
          </a:p>
        </p:txBody>
      </p:sp>
      <p:sp>
        <p:nvSpPr>
          <p:cNvPr id="352263" name="Rectangle 7">
            <a:extLst>
              <a:ext uri="{FF2B5EF4-FFF2-40B4-BE49-F238E27FC236}">
                <a16:creationId xmlns:a16="http://schemas.microsoft.com/office/drawing/2014/main" id="{9EE60B38-6ABB-F04F-9B64-CE769F6261E9}"/>
              </a:ext>
            </a:extLst>
          </p:cNvPr>
          <p:cNvSpPr>
            <a:spLocks noChangeArrowheads="1"/>
          </p:cNvSpPr>
          <p:nvPr/>
        </p:nvSpPr>
        <p:spPr bwMode="auto">
          <a:xfrm>
            <a:off x="3082529" y="3376613"/>
            <a:ext cx="3208734" cy="447675"/>
          </a:xfrm>
          <a:prstGeom prst="rect">
            <a:avLst/>
          </a:prstGeom>
          <a:solidFill>
            <a:srgbClr val="CCFF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800">
                <a:solidFill>
                  <a:schemeClr val="folHlink"/>
                </a:solidFill>
                <a:latin typeface="Arial" panose="020B0604020202020204" pitchFamily="34" charset="0"/>
              </a:rPr>
              <a:t>帧的数据部分</a:t>
            </a:r>
          </a:p>
        </p:txBody>
      </p:sp>
      <p:sp>
        <p:nvSpPr>
          <p:cNvPr id="352264" name="Rectangle 8">
            <a:extLst>
              <a:ext uri="{FF2B5EF4-FFF2-40B4-BE49-F238E27FC236}">
                <a16:creationId xmlns:a16="http://schemas.microsoft.com/office/drawing/2014/main" id="{FCFBC1EF-40B6-7A4F-B6CD-12FCB9F1DFDE}"/>
              </a:ext>
            </a:extLst>
          </p:cNvPr>
          <p:cNvSpPr>
            <a:spLocks noChangeArrowheads="1"/>
          </p:cNvSpPr>
          <p:nvPr/>
        </p:nvSpPr>
        <p:spPr bwMode="auto">
          <a:xfrm>
            <a:off x="6291263" y="3376613"/>
            <a:ext cx="895350" cy="447675"/>
          </a:xfrm>
          <a:prstGeom prst="rect">
            <a:avLst/>
          </a:prstGeom>
          <a:solidFill>
            <a:srgbClr val="FFFF99"/>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800">
                <a:solidFill>
                  <a:schemeClr val="folHlink"/>
                </a:solidFill>
                <a:latin typeface="Arial" panose="020B0604020202020204" pitchFamily="34" charset="0"/>
              </a:rPr>
              <a:t>帧尾部</a:t>
            </a:r>
          </a:p>
        </p:txBody>
      </p:sp>
      <p:sp>
        <p:nvSpPr>
          <p:cNvPr id="35848" name="Line 9">
            <a:extLst>
              <a:ext uri="{FF2B5EF4-FFF2-40B4-BE49-F238E27FC236}">
                <a16:creationId xmlns:a16="http://schemas.microsoft.com/office/drawing/2014/main" id="{0BEEF451-49A9-DB46-9FB2-E5391C80E8CF}"/>
              </a:ext>
            </a:extLst>
          </p:cNvPr>
          <p:cNvSpPr>
            <a:spLocks noChangeShapeType="1"/>
          </p:cNvSpPr>
          <p:nvPr/>
        </p:nvSpPr>
        <p:spPr bwMode="auto">
          <a:xfrm>
            <a:off x="3082529" y="4092179"/>
            <a:ext cx="3208734"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5849" name="Line 10">
            <a:extLst>
              <a:ext uri="{FF2B5EF4-FFF2-40B4-BE49-F238E27FC236}">
                <a16:creationId xmlns:a16="http://schemas.microsoft.com/office/drawing/2014/main" id="{509C63F4-2A90-6046-AB0B-165DDAB2E4CE}"/>
              </a:ext>
            </a:extLst>
          </p:cNvPr>
          <p:cNvSpPr>
            <a:spLocks noChangeShapeType="1"/>
          </p:cNvSpPr>
          <p:nvPr/>
        </p:nvSpPr>
        <p:spPr bwMode="auto">
          <a:xfrm>
            <a:off x="2242599" y="4450556"/>
            <a:ext cx="4939251"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5850" name="Line 11">
            <a:extLst>
              <a:ext uri="{FF2B5EF4-FFF2-40B4-BE49-F238E27FC236}">
                <a16:creationId xmlns:a16="http://schemas.microsoft.com/office/drawing/2014/main" id="{97622EB9-32D2-CE45-B48A-DB4704FBE85E}"/>
              </a:ext>
            </a:extLst>
          </p:cNvPr>
          <p:cNvSpPr>
            <a:spLocks noChangeShapeType="1"/>
          </p:cNvSpPr>
          <p:nvPr/>
        </p:nvSpPr>
        <p:spPr bwMode="auto">
          <a:xfrm>
            <a:off x="2228744" y="3913585"/>
            <a:ext cx="0" cy="804863"/>
          </a:xfrm>
          <a:prstGeom prst="line">
            <a:avLst/>
          </a:prstGeom>
          <a:noFill/>
          <a:ln w="57150">
            <a:solidFill>
              <a:schemeClr val="folHlink"/>
            </a:solidFill>
            <a:round/>
            <a:headEnd type="triangle" w="sm" len="med"/>
            <a:tailEnd/>
          </a:ln>
          <a:extLst>
            <a:ext uri="{909E8E84-426E-40DD-AFC4-6F175D3DCCD1}">
              <a14:hiddenFill xmlns:a14="http://schemas.microsoft.com/office/drawing/2010/main">
                <a:noFill/>
              </a14:hiddenFill>
            </a:ext>
          </a:extLst>
        </p:spPr>
        <p:txBody>
          <a:bodyPr/>
          <a:lstStyle/>
          <a:p>
            <a:endParaRPr lang="zh-CN" altLang="en-US"/>
          </a:p>
        </p:txBody>
      </p:sp>
      <p:sp>
        <p:nvSpPr>
          <p:cNvPr id="35851" name="Line 12">
            <a:extLst>
              <a:ext uri="{FF2B5EF4-FFF2-40B4-BE49-F238E27FC236}">
                <a16:creationId xmlns:a16="http://schemas.microsoft.com/office/drawing/2014/main" id="{5D274C17-45DF-0846-BE36-CF1FC80DF894}"/>
              </a:ext>
            </a:extLst>
          </p:cNvPr>
          <p:cNvSpPr>
            <a:spLocks noChangeShapeType="1"/>
          </p:cNvSpPr>
          <p:nvPr/>
        </p:nvSpPr>
        <p:spPr bwMode="auto">
          <a:xfrm>
            <a:off x="7186613" y="3913585"/>
            <a:ext cx="0" cy="8048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2" name="Line 13">
            <a:extLst>
              <a:ext uri="{FF2B5EF4-FFF2-40B4-BE49-F238E27FC236}">
                <a16:creationId xmlns:a16="http://schemas.microsoft.com/office/drawing/2014/main" id="{4F78EFF6-DEFE-064F-BBBD-0247D6C7E124}"/>
              </a:ext>
            </a:extLst>
          </p:cNvPr>
          <p:cNvSpPr>
            <a:spLocks noChangeShapeType="1"/>
          </p:cNvSpPr>
          <p:nvPr/>
        </p:nvSpPr>
        <p:spPr bwMode="auto">
          <a:xfrm>
            <a:off x="3082529" y="3913585"/>
            <a:ext cx="0" cy="3583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3" name="Line 14">
            <a:extLst>
              <a:ext uri="{FF2B5EF4-FFF2-40B4-BE49-F238E27FC236}">
                <a16:creationId xmlns:a16="http://schemas.microsoft.com/office/drawing/2014/main" id="{2FB1455A-54E7-F847-BF0C-1BC540D5CC55}"/>
              </a:ext>
            </a:extLst>
          </p:cNvPr>
          <p:cNvSpPr>
            <a:spLocks noChangeShapeType="1"/>
          </p:cNvSpPr>
          <p:nvPr/>
        </p:nvSpPr>
        <p:spPr bwMode="auto">
          <a:xfrm>
            <a:off x="6291263" y="3913585"/>
            <a:ext cx="0" cy="3583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4" name="Text Box 15">
            <a:extLst>
              <a:ext uri="{FF2B5EF4-FFF2-40B4-BE49-F238E27FC236}">
                <a16:creationId xmlns:a16="http://schemas.microsoft.com/office/drawing/2014/main" id="{25D434F5-4E63-D243-918A-29C48D4E018C}"/>
              </a:ext>
            </a:extLst>
          </p:cNvPr>
          <p:cNvSpPr txBox="1">
            <a:spLocks noChangeArrowheads="1"/>
          </p:cNvSpPr>
          <p:nvPr/>
        </p:nvSpPr>
        <p:spPr bwMode="auto">
          <a:xfrm>
            <a:off x="4276725" y="3907631"/>
            <a:ext cx="875561"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Symbol" pitchFamily="2" charset="2"/>
              </a:rPr>
              <a:t> </a:t>
            </a:r>
            <a:r>
              <a:rPr kumimoji="1" lang="en-US" altLang="zh-CN" sz="1800">
                <a:solidFill>
                  <a:schemeClr val="folHlink"/>
                </a:solidFill>
                <a:latin typeface="Arial" panose="020B0604020202020204" pitchFamily="34" charset="0"/>
                <a:ea typeface="宋体" panose="02010600030101010101" pitchFamily="2" charset="-122"/>
              </a:rPr>
              <a:t>MTU</a:t>
            </a:r>
          </a:p>
        </p:txBody>
      </p:sp>
      <p:sp>
        <p:nvSpPr>
          <p:cNvPr id="35855" name="Text Box 16">
            <a:extLst>
              <a:ext uri="{FF2B5EF4-FFF2-40B4-BE49-F238E27FC236}">
                <a16:creationId xmlns:a16="http://schemas.microsoft.com/office/drawing/2014/main" id="{DE0A98DF-5355-0C43-A7AA-5EDBC7C96B40}"/>
              </a:ext>
            </a:extLst>
          </p:cNvPr>
          <p:cNvSpPr txBox="1">
            <a:spLocks noChangeArrowheads="1"/>
          </p:cNvSpPr>
          <p:nvPr/>
        </p:nvSpPr>
        <p:spPr bwMode="auto">
          <a:xfrm>
            <a:off x="3800475" y="4285060"/>
            <a:ext cx="2031325"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数据链路层的帧长</a:t>
            </a:r>
          </a:p>
        </p:txBody>
      </p:sp>
      <p:sp>
        <p:nvSpPr>
          <p:cNvPr id="352273" name="AutoShape 17">
            <a:extLst>
              <a:ext uri="{FF2B5EF4-FFF2-40B4-BE49-F238E27FC236}">
                <a16:creationId xmlns:a16="http://schemas.microsoft.com/office/drawing/2014/main" id="{3E13FC53-44AA-9245-9F77-E31675C9A21F}"/>
              </a:ext>
            </a:extLst>
          </p:cNvPr>
          <p:cNvSpPr>
            <a:spLocks noChangeArrowheads="1"/>
          </p:cNvSpPr>
          <p:nvPr/>
        </p:nvSpPr>
        <p:spPr bwMode="auto">
          <a:xfrm>
            <a:off x="4425554" y="3019425"/>
            <a:ext cx="522684" cy="446485"/>
          </a:xfrm>
          <a:prstGeom prst="downArrow">
            <a:avLst>
              <a:gd name="adj1" fmla="val 50000"/>
              <a:gd name="adj2" fmla="val 25000"/>
            </a:avLst>
          </a:prstGeom>
          <a:solidFill>
            <a:srgbClr val="66FF33"/>
          </a:solidFill>
          <a:ln w="9525">
            <a:solidFill>
              <a:schemeClr val="tx1"/>
            </a:solidFill>
            <a:miter lim="800000"/>
            <a:headEnd/>
            <a:tailEnd/>
          </a:ln>
          <a:effectLst>
            <a:outerShdw blurRad="63500" dist="38099" dir="2700000" algn="ctr" rotWithShape="0">
              <a:schemeClr val="bg2">
                <a:alpha val="74997"/>
              </a:schemeClr>
            </a:outerShdw>
          </a:effectLst>
        </p:spPr>
        <p:txBody>
          <a:bodyPr vert="eaVert" wrap="none" anchor="ctr"/>
          <a:lstStyle/>
          <a:p>
            <a:pPr eaLnBrk="1" hangingPunct="1">
              <a:defRPr/>
            </a:pPr>
            <a:endParaRPr lang="zh-CN" altLang="en-US">
              <a:latin typeface="Tahoma" charset="0"/>
              <a:ea typeface="宋体" charset="-122"/>
              <a:cs typeface="+mn-cs"/>
            </a:endParaRPr>
          </a:p>
        </p:txBody>
      </p:sp>
      <p:sp>
        <p:nvSpPr>
          <p:cNvPr id="35857" name="Text Box 18">
            <a:extLst>
              <a:ext uri="{FF2B5EF4-FFF2-40B4-BE49-F238E27FC236}">
                <a16:creationId xmlns:a16="http://schemas.microsoft.com/office/drawing/2014/main" id="{585AE7FE-0E2B-3E4E-90CF-C79F6D71E13A}"/>
              </a:ext>
            </a:extLst>
          </p:cNvPr>
          <p:cNvSpPr txBox="1">
            <a:spLocks noChangeArrowheads="1"/>
          </p:cNvSpPr>
          <p:nvPr/>
        </p:nvSpPr>
        <p:spPr bwMode="auto">
          <a:xfrm>
            <a:off x="1547813" y="3253979"/>
            <a:ext cx="646331" cy="64633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开始</a:t>
            </a:r>
          </a:p>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发送</a:t>
            </a:r>
          </a:p>
        </p:txBody>
      </p:sp>
      <p:sp>
        <p:nvSpPr>
          <p:cNvPr id="35858" name="Line 19">
            <a:extLst>
              <a:ext uri="{FF2B5EF4-FFF2-40B4-BE49-F238E27FC236}">
                <a16:creationId xmlns:a16="http://schemas.microsoft.com/office/drawing/2014/main" id="{E3F1997D-361E-654D-A556-24D6AA1C1B4B}"/>
              </a:ext>
            </a:extLst>
          </p:cNvPr>
          <p:cNvSpPr>
            <a:spLocks noChangeShapeType="1"/>
          </p:cNvSpPr>
          <p:nvPr/>
        </p:nvSpPr>
        <p:spPr bwMode="auto">
          <a:xfrm flipV="1">
            <a:off x="2234696" y="3033713"/>
            <a:ext cx="0" cy="297656"/>
          </a:xfrm>
          <a:prstGeom prst="line">
            <a:avLst/>
          </a:prstGeom>
          <a:noFill/>
          <a:ln w="38100">
            <a:solidFill>
              <a:schemeClr val="hlink"/>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35859" name="Line 20">
            <a:extLst>
              <a:ext uri="{FF2B5EF4-FFF2-40B4-BE49-F238E27FC236}">
                <a16:creationId xmlns:a16="http://schemas.microsoft.com/office/drawing/2014/main" id="{C66F2411-D74D-B143-AEAF-A3B5446BFAEF}"/>
              </a:ext>
            </a:extLst>
          </p:cNvPr>
          <p:cNvSpPr>
            <a:spLocks noChangeShapeType="1"/>
          </p:cNvSpPr>
          <p:nvPr/>
        </p:nvSpPr>
        <p:spPr bwMode="auto">
          <a:xfrm flipV="1">
            <a:off x="7181850" y="3033713"/>
            <a:ext cx="0" cy="297656"/>
          </a:xfrm>
          <a:prstGeom prst="line">
            <a:avLst/>
          </a:prstGeom>
          <a:noFill/>
          <a:ln w="38100">
            <a:solidFill>
              <a:schemeClr val="hlink"/>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35860" name="Text Box 21">
            <a:extLst>
              <a:ext uri="{FF2B5EF4-FFF2-40B4-BE49-F238E27FC236}">
                <a16:creationId xmlns:a16="http://schemas.microsoft.com/office/drawing/2014/main" id="{1E929F08-4CFA-B648-AC5C-B0ED7F3401A4}"/>
              </a:ext>
            </a:extLst>
          </p:cNvPr>
          <p:cNvSpPr txBox="1">
            <a:spLocks noChangeArrowheads="1"/>
          </p:cNvSpPr>
          <p:nvPr/>
        </p:nvSpPr>
        <p:spPr bwMode="auto">
          <a:xfrm>
            <a:off x="1828801" y="2664619"/>
            <a:ext cx="877163"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帧开始</a:t>
            </a:r>
          </a:p>
        </p:txBody>
      </p:sp>
      <p:sp>
        <p:nvSpPr>
          <p:cNvPr id="35861" name="幻灯片编号占位符 1">
            <a:extLst>
              <a:ext uri="{FF2B5EF4-FFF2-40B4-BE49-F238E27FC236}">
                <a16:creationId xmlns:a16="http://schemas.microsoft.com/office/drawing/2014/main" id="{E4965CDB-27BB-5C4E-ABA1-24AE7F4E0408}"/>
              </a:ext>
            </a:extLst>
          </p:cNvPr>
          <p:cNvSpPr>
            <a:spLocks noGrp="1" noChangeArrowheads="1"/>
          </p:cNvSpPr>
          <p:nvPr>
            <p:ph type="sldNum" sz="quarter" idx="10"/>
          </p:nvPr>
        </p:nvSpPr>
        <p:spPr>
          <a:xfrm>
            <a:off x="8244113" y="4813226"/>
            <a:ext cx="877163" cy="3429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26AD858-F615-1942-96C3-7FD0D34D198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6557639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62760D8A-E55F-C54E-AD9D-2A03D738B4A2}"/>
              </a:ext>
            </a:extLst>
          </p:cNvPr>
          <p:cNvSpPr>
            <a:spLocks noGrp="1" noChangeArrowheads="1"/>
          </p:cNvSpPr>
          <p:nvPr>
            <p:ph type="title"/>
          </p:nvPr>
        </p:nvSpPr>
        <p:spPr/>
        <p:txBody>
          <a:bodyPr/>
          <a:lstStyle/>
          <a:p>
            <a:pPr eaLnBrk="1" hangingPunct="1"/>
            <a:r>
              <a:rPr lang="zh-CN" altLang="en-US">
                <a:ea typeface="宋体" panose="02010600030101010101" pitchFamily="2" charset="-122"/>
              </a:rPr>
              <a:t>用控制字符进行帧定界的方法举例 </a:t>
            </a:r>
          </a:p>
        </p:txBody>
      </p:sp>
      <p:sp>
        <p:nvSpPr>
          <p:cNvPr id="353284" name="Rectangle 4">
            <a:extLst>
              <a:ext uri="{FF2B5EF4-FFF2-40B4-BE49-F238E27FC236}">
                <a16:creationId xmlns:a16="http://schemas.microsoft.com/office/drawing/2014/main" id="{23A6F051-F00B-5E43-9063-63E3655E4F76}"/>
              </a:ext>
            </a:extLst>
          </p:cNvPr>
          <p:cNvSpPr>
            <a:spLocks noChangeArrowheads="1"/>
          </p:cNvSpPr>
          <p:nvPr/>
        </p:nvSpPr>
        <p:spPr bwMode="auto">
          <a:xfrm>
            <a:off x="1859756" y="2150269"/>
            <a:ext cx="371475" cy="411956"/>
          </a:xfrm>
          <a:prstGeom prst="rect">
            <a:avLst/>
          </a:prstGeom>
          <a:solidFill>
            <a:srgbClr val="FF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200">
                <a:solidFill>
                  <a:schemeClr val="folHlink"/>
                </a:solidFill>
                <a:latin typeface="Arial" charset="0"/>
                <a:ea typeface="黑体" charset="-122"/>
              </a:rPr>
              <a:t>SOH</a:t>
            </a:r>
          </a:p>
        </p:txBody>
      </p:sp>
      <p:sp>
        <p:nvSpPr>
          <p:cNvPr id="353285" name="Rectangle 5">
            <a:extLst>
              <a:ext uri="{FF2B5EF4-FFF2-40B4-BE49-F238E27FC236}">
                <a16:creationId xmlns:a16="http://schemas.microsoft.com/office/drawing/2014/main" id="{0E993032-6065-C647-80FC-461C825D01FB}"/>
              </a:ext>
            </a:extLst>
          </p:cNvPr>
          <p:cNvSpPr>
            <a:spLocks noChangeArrowheads="1"/>
          </p:cNvSpPr>
          <p:nvPr/>
        </p:nvSpPr>
        <p:spPr bwMode="auto">
          <a:xfrm>
            <a:off x="2231231" y="2150269"/>
            <a:ext cx="4895850" cy="411956"/>
          </a:xfrm>
          <a:prstGeom prst="rect">
            <a:avLst/>
          </a:prstGeom>
          <a:solidFill>
            <a:schemeClr val="bg1"/>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800">
                <a:solidFill>
                  <a:schemeClr val="folHlink"/>
                </a:solidFill>
                <a:latin typeface="Arial" panose="020B0604020202020204" pitchFamily="34" charset="0"/>
              </a:rPr>
              <a:t>装在帧中的数据部分</a:t>
            </a:r>
          </a:p>
        </p:txBody>
      </p:sp>
      <p:sp>
        <p:nvSpPr>
          <p:cNvPr id="37892" name="Line 6">
            <a:extLst>
              <a:ext uri="{FF2B5EF4-FFF2-40B4-BE49-F238E27FC236}">
                <a16:creationId xmlns:a16="http://schemas.microsoft.com/office/drawing/2014/main" id="{51780236-66D2-B443-A0A6-66F80DB0B5FE}"/>
              </a:ext>
            </a:extLst>
          </p:cNvPr>
          <p:cNvSpPr>
            <a:spLocks noChangeShapeType="1"/>
          </p:cNvSpPr>
          <p:nvPr/>
        </p:nvSpPr>
        <p:spPr bwMode="auto">
          <a:xfrm>
            <a:off x="1859756" y="2837260"/>
            <a:ext cx="5639991"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7893" name="Text Box 7">
            <a:extLst>
              <a:ext uri="{FF2B5EF4-FFF2-40B4-BE49-F238E27FC236}">
                <a16:creationId xmlns:a16="http://schemas.microsoft.com/office/drawing/2014/main" id="{F93D4A4C-4967-254A-A1EF-2E9B32AD301F}"/>
              </a:ext>
            </a:extLst>
          </p:cNvPr>
          <p:cNvSpPr txBox="1">
            <a:spLocks noChangeArrowheads="1"/>
          </p:cNvSpPr>
          <p:nvPr/>
        </p:nvSpPr>
        <p:spPr bwMode="auto">
          <a:xfrm>
            <a:off x="4524375" y="2661047"/>
            <a:ext cx="415498"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帧</a:t>
            </a:r>
          </a:p>
        </p:txBody>
      </p:sp>
      <p:sp>
        <p:nvSpPr>
          <p:cNvPr id="37894" name="Line 8">
            <a:extLst>
              <a:ext uri="{FF2B5EF4-FFF2-40B4-BE49-F238E27FC236}">
                <a16:creationId xmlns:a16="http://schemas.microsoft.com/office/drawing/2014/main" id="{3F4277CB-7213-034E-9415-04DEB8260AF8}"/>
              </a:ext>
            </a:extLst>
          </p:cNvPr>
          <p:cNvSpPr>
            <a:spLocks noChangeShapeType="1"/>
          </p:cNvSpPr>
          <p:nvPr/>
        </p:nvSpPr>
        <p:spPr bwMode="auto">
          <a:xfrm>
            <a:off x="2045494" y="1876425"/>
            <a:ext cx="0" cy="273844"/>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7895" name="Text Box 9">
            <a:extLst>
              <a:ext uri="{FF2B5EF4-FFF2-40B4-BE49-F238E27FC236}">
                <a16:creationId xmlns:a16="http://schemas.microsoft.com/office/drawing/2014/main" id="{125967DD-8FC5-F549-B161-9D37BF784EC6}"/>
              </a:ext>
            </a:extLst>
          </p:cNvPr>
          <p:cNvSpPr txBox="1">
            <a:spLocks noChangeArrowheads="1"/>
          </p:cNvSpPr>
          <p:nvPr/>
        </p:nvSpPr>
        <p:spPr bwMode="auto">
          <a:xfrm>
            <a:off x="1671638" y="1522810"/>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帧开始符</a:t>
            </a:r>
          </a:p>
        </p:txBody>
      </p:sp>
      <p:sp>
        <p:nvSpPr>
          <p:cNvPr id="37896" name="Text Box 10">
            <a:extLst>
              <a:ext uri="{FF2B5EF4-FFF2-40B4-BE49-F238E27FC236}">
                <a16:creationId xmlns:a16="http://schemas.microsoft.com/office/drawing/2014/main" id="{CB0DC2FF-D3BE-4243-A04E-8C2753E4284A}"/>
              </a:ext>
            </a:extLst>
          </p:cNvPr>
          <p:cNvSpPr txBox="1">
            <a:spLocks noChangeArrowheads="1"/>
          </p:cNvSpPr>
          <p:nvPr/>
        </p:nvSpPr>
        <p:spPr bwMode="auto">
          <a:xfrm>
            <a:off x="6893719" y="1522810"/>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帧结束符</a:t>
            </a:r>
          </a:p>
        </p:txBody>
      </p:sp>
      <p:sp>
        <p:nvSpPr>
          <p:cNvPr id="37897" name="Line 11">
            <a:extLst>
              <a:ext uri="{FF2B5EF4-FFF2-40B4-BE49-F238E27FC236}">
                <a16:creationId xmlns:a16="http://schemas.microsoft.com/office/drawing/2014/main" id="{C6777707-B869-6442-9841-0A88DE4C7822}"/>
              </a:ext>
            </a:extLst>
          </p:cNvPr>
          <p:cNvSpPr>
            <a:spLocks noChangeShapeType="1"/>
          </p:cNvSpPr>
          <p:nvPr/>
        </p:nvSpPr>
        <p:spPr bwMode="auto">
          <a:xfrm>
            <a:off x="7314010" y="1876425"/>
            <a:ext cx="0" cy="273844"/>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7898" name="Line 12">
            <a:extLst>
              <a:ext uri="{FF2B5EF4-FFF2-40B4-BE49-F238E27FC236}">
                <a16:creationId xmlns:a16="http://schemas.microsoft.com/office/drawing/2014/main" id="{0A74B1D4-1FAB-834F-8802-C57744DA6508}"/>
              </a:ext>
            </a:extLst>
          </p:cNvPr>
          <p:cNvSpPr>
            <a:spLocks noChangeShapeType="1"/>
          </p:cNvSpPr>
          <p:nvPr/>
        </p:nvSpPr>
        <p:spPr bwMode="auto">
          <a:xfrm flipV="1">
            <a:off x="1859756" y="2562226"/>
            <a:ext cx="0" cy="411956"/>
          </a:xfrm>
          <a:prstGeom prst="line">
            <a:avLst/>
          </a:prstGeom>
          <a:noFill/>
          <a:ln w="38100">
            <a:solidFill>
              <a:srgbClr val="80808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7899" name="Text Box 13">
            <a:extLst>
              <a:ext uri="{FF2B5EF4-FFF2-40B4-BE49-F238E27FC236}">
                <a16:creationId xmlns:a16="http://schemas.microsoft.com/office/drawing/2014/main" id="{559D9CAA-804B-3140-B599-4CF6B68A322E}"/>
              </a:ext>
            </a:extLst>
          </p:cNvPr>
          <p:cNvSpPr txBox="1">
            <a:spLocks noChangeArrowheads="1"/>
          </p:cNvSpPr>
          <p:nvPr/>
        </p:nvSpPr>
        <p:spPr bwMode="auto">
          <a:xfrm>
            <a:off x="1331119" y="2931319"/>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发送在前</a:t>
            </a:r>
          </a:p>
        </p:txBody>
      </p:sp>
      <p:sp>
        <p:nvSpPr>
          <p:cNvPr id="353294" name="Rectangle 14">
            <a:extLst>
              <a:ext uri="{FF2B5EF4-FFF2-40B4-BE49-F238E27FC236}">
                <a16:creationId xmlns:a16="http://schemas.microsoft.com/office/drawing/2014/main" id="{3549EA6D-F5C7-2149-8E91-62A03A4ADA6D}"/>
              </a:ext>
            </a:extLst>
          </p:cNvPr>
          <p:cNvSpPr>
            <a:spLocks noChangeArrowheads="1"/>
          </p:cNvSpPr>
          <p:nvPr/>
        </p:nvSpPr>
        <p:spPr bwMode="auto">
          <a:xfrm>
            <a:off x="7110413" y="2150269"/>
            <a:ext cx="372666" cy="411956"/>
          </a:xfrm>
          <a:prstGeom prst="rect">
            <a:avLst/>
          </a:prstGeom>
          <a:solidFill>
            <a:srgbClr val="FF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200">
                <a:solidFill>
                  <a:schemeClr val="folHlink"/>
                </a:solidFill>
                <a:latin typeface="Arial" charset="0"/>
                <a:ea typeface="黑体" charset="-122"/>
              </a:rPr>
              <a:t>EOT</a:t>
            </a:r>
          </a:p>
        </p:txBody>
      </p:sp>
      <p:sp>
        <p:nvSpPr>
          <p:cNvPr id="37901" name="幻灯片编号占位符 1">
            <a:extLst>
              <a:ext uri="{FF2B5EF4-FFF2-40B4-BE49-F238E27FC236}">
                <a16:creationId xmlns:a16="http://schemas.microsoft.com/office/drawing/2014/main" id="{625DE3BC-97C1-EC44-B153-4C5D2496FC3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975D882-4A97-1A43-A63C-319B22F4767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0588599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Line 22">
            <a:extLst>
              <a:ext uri="{FF2B5EF4-FFF2-40B4-BE49-F238E27FC236}">
                <a16:creationId xmlns:a16="http://schemas.microsoft.com/office/drawing/2014/main" id="{DA90C7D2-8D4C-4C45-97E5-DE1DEC8F5241}"/>
              </a:ext>
            </a:extLst>
          </p:cNvPr>
          <p:cNvSpPr>
            <a:spLocks noChangeShapeType="1"/>
          </p:cNvSpPr>
          <p:nvPr/>
        </p:nvSpPr>
        <p:spPr bwMode="auto">
          <a:xfrm rot="16200000" flipV="1">
            <a:off x="1682354" y="2625328"/>
            <a:ext cx="10716" cy="798910"/>
          </a:xfrm>
          <a:prstGeom prst="line">
            <a:avLst/>
          </a:prstGeom>
          <a:noFill/>
          <a:ln w="3810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9938" name="Rectangle 2">
            <a:extLst>
              <a:ext uri="{FF2B5EF4-FFF2-40B4-BE49-F238E27FC236}">
                <a16:creationId xmlns:a16="http://schemas.microsoft.com/office/drawing/2014/main" id="{09C5EB4B-E53F-BA45-B898-36B39399FFB4}"/>
              </a:ext>
            </a:extLst>
          </p:cNvPr>
          <p:cNvSpPr>
            <a:spLocks noGrp="1" noChangeArrowheads="1"/>
          </p:cNvSpPr>
          <p:nvPr>
            <p:ph type="title"/>
          </p:nvPr>
        </p:nvSpPr>
        <p:spPr>
          <a:xfrm>
            <a:off x="138568" y="303610"/>
            <a:ext cx="6793252" cy="577449"/>
          </a:xfrm>
        </p:spPr>
        <p:txBody>
          <a:bodyPr/>
          <a:lstStyle/>
          <a:p>
            <a:pPr eaLnBrk="1" hangingPunct="1"/>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透明传输</a:t>
            </a:r>
          </a:p>
        </p:txBody>
      </p:sp>
      <p:sp>
        <p:nvSpPr>
          <p:cNvPr id="356356" name="Rectangle 4">
            <a:extLst>
              <a:ext uri="{FF2B5EF4-FFF2-40B4-BE49-F238E27FC236}">
                <a16:creationId xmlns:a16="http://schemas.microsoft.com/office/drawing/2014/main" id="{18BF0D8E-33FF-6C45-ABDA-EA0BCD55E336}"/>
              </a:ext>
            </a:extLst>
          </p:cNvPr>
          <p:cNvSpPr>
            <a:spLocks noChangeArrowheads="1"/>
          </p:cNvSpPr>
          <p:nvPr/>
        </p:nvSpPr>
        <p:spPr bwMode="auto">
          <a:xfrm>
            <a:off x="1869281" y="2778919"/>
            <a:ext cx="433388" cy="458391"/>
          </a:xfrm>
          <a:prstGeom prst="rect">
            <a:avLst/>
          </a:prstGeom>
          <a:solidFill>
            <a:srgbClr val="FF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600" dirty="0">
                <a:solidFill>
                  <a:schemeClr val="folHlink"/>
                </a:solidFill>
                <a:latin typeface="Arial" charset="0"/>
                <a:ea typeface="黑体" charset="-122"/>
                <a:cs typeface="+mn-cs"/>
              </a:rPr>
              <a:t>SOH</a:t>
            </a:r>
          </a:p>
        </p:txBody>
      </p:sp>
      <p:sp>
        <p:nvSpPr>
          <p:cNvPr id="356357" name="Rectangle 5">
            <a:extLst>
              <a:ext uri="{FF2B5EF4-FFF2-40B4-BE49-F238E27FC236}">
                <a16:creationId xmlns:a16="http://schemas.microsoft.com/office/drawing/2014/main" id="{D91812AF-5A71-3840-BCB0-EB87A54E689A}"/>
              </a:ext>
            </a:extLst>
          </p:cNvPr>
          <p:cNvSpPr>
            <a:spLocks noChangeArrowheads="1"/>
          </p:cNvSpPr>
          <p:nvPr/>
        </p:nvSpPr>
        <p:spPr bwMode="auto">
          <a:xfrm>
            <a:off x="2291954" y="2778919"/>
            <a:ext cx="5211365" cy="458391"/>
          </a:xfrm>
          <a:prstGeom prst="rect">
            <a:avLst/>
          </a:prstGeom>
          <a:solidFill>
            <a:srgbClr val="CCFF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39941" name="Rectangle 6">
            <a:extLst>
              <a:ext uri="{FF2B5EF4-FFF2-40B4-BE49-F238E27FC236}">
                <a16:creationId xmlns:a16="http://schemas.microsoft.com/office/drawing/2014/main" id="{80A02F52-606A-4C46-9E37-3AE144F51F99}"/>
              </a:ext>
            </a:extLst>
          </p:cNvPr>
          <p:cNvSpPr>
            <a:spLocks noChangeArrowheads="1"/>
          </p:cNvSpPr>
          <p:nvPr/>
        </p:nvSpPr>
        <p:spPr bwMode="auto">
          <a:xfrm>
            <a:off x="3519488" y="2778919"/>
            <a:ext cx="392906" cy="458391"/>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400" dirty="0">
                <a:solidFill>
                  <a:schemeClr val="folHlink"/>
                </a:solidFill>
                <a:latin typeface="Arial" panose="020B0604020202020204" pitchFamily="34" charset="0"/>
                <a:ea typeface="宋体" panose="02010600030101010101" pitchFamily="2" charset="-122"/>
              </a:rPr>
              <a:t>EOT</a:t>
            </a:r>
            <a:endParaRPr kumimoji="1" lang="en-US" altLang="zh-CN" sz="1500" dirty="0">
              <a:solidFill>
                <a:schemeClr val="folHlink"/>
              </a:solidFill>
              <a:latin typeface="Arial" panose="020B0604020202020204" pitchFamily="34" charset="0"/>
              <a:ea typeface="宋体" panose="02010600030101010101" pitchFamily="2" charset="-122"/>
            </a:endParaRPr>
          </a:p>
        </p:txBody>
      </p:sp>
      <p:sp>
        <p:nvSpPr>
          <p:cNvPr id="39942" name="Line 7">
            <a:extLst>
              <a:ext uri="{FF2B5EF4-FFF2-40B4-BE49-F238E27FC236}">
                <a16:creationId xmlns:a16="http://schemas.microsoft.com/office/drawing/2014/main" id="{F8AA0E58-C3EA-5946-86F3-6614C4D6524E}"/>
              </a:ext>
            </a:extLst>
          </p:cNvPr>
          <p:cNvSpPr>
            <a:spLocks noChangeShapeType="1"/>
          </p:cNvSpPr>
          <p:nvPr/>
        </p:nvSpPr>
        <p:spPr bwMode="auto">
          <a:xfrm>
            <a:off x="3539728" y="2005013"/>
            <a:ext cx="176213" cy="773906"/>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9943" name="Text Box 8">
            <a:extLst>
              <a:ext uri="{FF2B5EF4-FFF2-40B4-BE49-F238E27FC236}">
                <a16:creationId xmlns:a16="http://schemas.microsoft.com/office/drawing/2014/main" id="{8AF61FEE-B01C-A04B-B92E-AEA073D13C59}"/>
              </a:ext>
            </a:extLst>
          </p:cNvPr>
          <p:cNvSpPr txBox="1">
            <a:spLocks noChangeArrowheads="1"/>
          </p:cNvSpPr>
          <p:nvPr/>
        </p:nvSpPr>
        <p:spPr bwMode="auto">
          <a:xfrm>
            <a:off x="2690965" y="1687116"/>
            <a:ext cx="16594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出现了“</a:t>
            </a:r>
            <a:r>
              <a:rPr kumimoji="1" lang="en-US" altLang="zh-CN" sz="1800">
                <a:solidFill>
                  <a:schemeClr val="folHlink"/>
                </a:solidFill>
                <a:latin typeface="Arial" panose="020B0604020202020204" pitchFamily="34" charset="0"/>
                <a:ea typeface="宋体" panose="02010600030101010101" pitchFamily="2" charset="-122"/>
              </a:rPr>
              <a:t>EOT”</a:t>
            </a:r>
          </a:p>
        </p:txBody>
      </p:sp>
      <p:sp>
        <p:nvSpPr>
          <p:cNvPr id="39944" name="AutoShape 9">
            <a:extLst>
              <a:ext uri="{FF2B5EF4-FFF2-40B4-BE49-F238E27FC236}">
                <a16:creationId xmlns:a16="http://schemas.microsoft.com/office/drawing/2014/main" id="{9873CF85-0D9A-8C45-924E-8BF413A8D7EE}"/>
              </a:ext>
            </a:extLst>
          </p:cNvPr>
          <p:cNvSpPr>
            <a:spLocks/>
          </p:cNvSpPr>
          <p:nvPr/>
        </p:nvSpPr>
        <p:spPr bwMode="auto">
          <a:xfrm rot="16200000">
            <a:off x="5749528" y="1481138"/>
            <a:ext cx="245269" cy="3881438"/>
          </a:xfrm>
          <a:prstGeom prst="leftBrace">
            <a:avLst>
              <a:gd name="adj1" fmla="val 13187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39945" name="Text Box 10">
            <a:extLst>
              <a:ext uri="{FF2B5EF4-FFF2-40B4-BE49-F238E27FC236}">
                <a16:creationId xmlns:a16="http://schemas.microsoft.com/office/drawing/2014/main" id="{8C8899E5-C29D-7349-BEFB-8A89CFF9807B}"/>
              </a:ext>
            </a:extLst>
          </p:cNvPr>
          <p:cNvSpPr txBox="1">
            <a:spLocks noChangeArrowheads="1"/>
          </p:cNvSpPr>
          <p:nvPr/>
        </p:nvSpPr>
        <p:spPr bwMode="auto">
          <a:xfrm>
            <a:off x="4643676" y="3471863"/>
            <a:ext cx="29546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just"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被接收端当作无效帧而丢弃</a:t>
            </a:r>
          </a:p>
        </p:txBody>
      </p:sp>
      <p:sp>
        <p:nvSpPr>
          <p:cNvPr id="39946" name="AutoShape 11">
            <a:extLst>
              <a:ext uri="{FF2B5EF4-FFF2-40B4-BE49-F238E27FC236}">
                <a16:creationId xmlns:a16="http://schemas.microsoft.com/office/drawing/2014/main" id="{2BFF0D1C-A76A-964B-A491-05372FB09B45}"/>
              </a:ext>
            </a:extLst>
          </p:cNvPr>
          <p:cNvSpPr>
            <a:spLocks/>
          </p:cNvSpPr>
          <p:nvPr/>
        </p:nvSpPr>
        <p:spPr bwMode="auto">
          <a:xfrm rot="16200000">
            <a:off x="2774752" y="2391370"/>
            <a:ext cx="228600" cy="2015729"/>
          </a:xfrm>
          <a:prstGeom prst="leftBrace">
            <a:avLst>
              <a:gd name="adj1" fmla="val 73481"/>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39947" name="Text Box 12">
            <a:extLst>
              <a:ext uri="{FF2B5EF4-FFF2-40B4-BE49-F238E27FC236}">
                <a16:creationId xmlns:a16="http://schemas.microsoft.com/office/drawing/2014/main" id="{09C6E3B2-81EE-F24F-A237-9FE8C21A89EC}"/>
              </a:ext>
            </a:extLst>
          </p:cNvPr>
          <p:cNvSpPr txBox="1">
            <a:spLocks noChangeArrowheads="1"/>
          </p:cNvSpPr>
          <p:nvPr/>
        </p:nvSpPr>
        <p:spPr bwMode="auto">
          <a:xfrm>
            <a:off x="2002498" y="3467101"/>
            <a:ext cx="180049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800">
                <a:solidFill>
                  <a:schemeClr val="hlink"/>
                </a:solidFill>
                <a:latin typeface="Arial" panose="020B0604020202020204" pitchFamily="34" charset="0"/>
                <a:ea typeface="宋体" panose="02010600030101010101" pitchFamily="2" charset="-122"/>
              </a:rPr>
              <a:t>被接收端</a:t>
            </a:r>
          </a:p>
          <a:p>
            <a:pPr algn="ctr" eaLnBrk="1" hangingPunct="1">
              <a:spcBef>
                <a:spcPct val="0"/>
              </a:spcBef>
              <a:buClrTx/>
              <a:buSzTx/>
              <a:buFontTx/>
              <a:buNone/>
            </a:pPr>
            <a:r>
              <a:rPr kumimoji="1" lang="zh-CN" altLang="en-US" sz="1800">
                <a:solidFill>
                  <a:schemeClr val="hlink"/>
                </a:solidFill>
                <a:latin typeface="Arial" panose="020B0604020202020204" pitchFamily="34" charset="0"/>
                <a:ea typeface="宋体" panose="02010600030101010101" pitchFamily="2" charset="-122"/>
              </a:rPr>
              <a:t>误认为是一个帧</a:t>
            </a:r>
          </a:p>
        </p:txBody>
      </p:sp>
      <p:sp>
        <p:nvSpPr>
          <p:cNvPr id="39948" name="Line 13">
            <a:extLst>
              <a:ext uri="{FF2B5EF4-FFF2-40B4-BE49-F238E27FC236}">
                <a16:creationId xmlns:a16="http://schemas.microsoft.com/office/drawing/2014/main" id="{5CDE7AF8-E373-AB45-AF8C-31FD87D2F82F}"/>
              </a:ext>
            </a:extLst>
          </p:cNvPr>
          <p:cNvSpPr>
            <a:spLocks noChangeShapeType="1"/>
          </p:cNvSpPr>
          <p:nvPr/>
        </p:nvSpPr>
        <p:spPr bwMode="auto">
          <a:xfrm>
            <a:off x="2302669" y="2582466"/>
            <a:ext cx="5078016"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9949" name="Text Box 14">
            <a:extLst>
              <a:ext uri="{FF2B5EF4-FFF2-40B4-BE49-F238E27FC236}">
                <a16:creationId xmlns:a16="http://schemas.microsoft.com/office/drawing/2014/main" id="{6CFCAA7B-8C30-2E4A-AC4C-9805B82F458A}"/>
              </a:ext>
            </a:extLst>
          </p:cNvPr>
          <p:cNvSpPr txBox="1">
            <a:spLocks noChangeArrowheads="1"/>
          </p:cNvSpPr>
          <p:nvPr/>
        </p:nvSpPr>
        <p:spPr bwMode="auto">
          <a:xfrm>
            <a:off x="4312087" y="2389585"/>
            <a:ext cx="1107996"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数据部分</a:t>
            </a:r>
          </a:p>
        </p:txBody>
      </p:sp>
      <p:sp>
        <p:nvSpPr>
          <p:cNvPr id="356367" name="Rectangle 15">
            <a:extLst>
              <a:ext uri="{FF2B5EF4-FFF2-40B4-BE49-F238E27FC236}">
                <a16:creationId xmlns:a16="http://schemas.microsoft.com/office/drawing/2014/main" id="{9E7078DF-4900-8345-81C2-05EB6AE3BCC6}"/>
              </a:ext>
            </a:extLst>
          </p:cNvPr>
          <p:cNvSpPr>
            <a:spLocks noChangeArrowheads="1"/>
          </p:cNvSpPr>
          <p:nvPr/>
        </p:nvSpPr>
        <p:spPr bwMode="auto">
          <a:xfrm>
            <a:off x="7380685" y="2778919"/>
            <a:ext cx="432197" cy="458391"/>
          </a:xfrm>
          <a:prstGeom prst="rect">
            <a:avLst/>
          </a:prstGeom>
          <a:solidFill>
            <a:srgbClr val="FF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600" dirty="0">
                <a:solidFill>
                  <a:schemeClr val="folHlink"/>
                </a:solidFill>
                <a:latin typeface="Arial" charset="0"/>
                <a:ea typeface="黑体" charset="-122"/>
                <a:cs typeface="+mn-cs"/>
              </a:rPr>
              <a:t>EOT</a:t>
            </a:r>
          </a:p>
        </p:txBody>
      </p:sp>
      <p:sp>
        <p:nvSpPr>
          <p:cNvPr id="39951" name="Line 16">
            <a:extLst>
              <a:ext uri="{FF2B5EF4-FFF2-40B4-BE49-F238E27FC236}">
                <a16:creationId xmlns:a16="http://schemas.microsoft.com/office/drawing/2014/main" id="{FC6470F1-20B3-BC4F-970C-5A66F6207595}"/>
              </a:ext>
            </a:extLst>
          </p:cNvPr>
          <p:cNvSpPr>
            <a:spLocks noChangeShapeType="1"/>
          </p:cNvSpPr>
          <p:nvPr/>
        </p:nvSpPr>
        <p:spPr bwMode="auto">
          <a:xfrm>
            <a:off x="1869281" y="2220516"/>
            <a:ext cx="5943600"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9952" name="Text Box 17">
            <a:extLst>
              <a:ext uri="{FF2B5EF4-FFF2-40B4-BE49-F238E27FC236}">
                <a16:creationId xmlns:a16="http://schemas.microsoft.com/office/drawing/2014/main" id="{3240A81A-CA64-8342-A3F3-C367A0AEE8F1}"/>
              </a:ext>
            </a:extLst>
          </p:cNvPr>
          <p:cNvSpPr txBox="1">
            <a:spLocks noChangeArrowheads="1"/>
          </p:cNvSpPr>
          <p:nvPr/>
        </p:nvSpPr>
        <p:spPr bwMode="auto">
          <a:xfrm>
            <a:off x="4035267" y="2012156"/>
            <a:ext cx="1107996"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完整的帧</a:t>
            </a:r>
          </a:p>
        </p:txBody>
      </p:sp>
      <p:sp>
        <p:nvSpPr>
          <p:cNvPr id="39953" name="Line 18">
            <a:extLst>
              <a:ext uri="{FF2B5EF4-FFF2-40B4-BE49-F238E27FC236}">
                <a16:creationId xmlns:a16="http://schemas.microsoft.com/office/drawing/2014/main" id="{729772EC-1915-3E4B-9003-5830A3A56DAE}"/>
              </a:ext>
            </a:extLst>
          </p:cNvPr>
          <p:cNvSpPr>
            <a:spLocks noChangeShapeType="1"/>
          </p:cNvSpPr>
          <p:nvPr/>
        </p:nvSpPr>
        <p:spPr bwMode="auto">
          <a:xfrm>
            <a:off x="1869281" y="2147887"/>
            <a:ext cx="0" cy="5774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54" name="Line 19">
            <a:extLst>
              <a:ext uri="{FF2B5EF4-FFF2-40B4-BE49-F238E27FC236}">
                <a16:creationId xmlns:a16="http://schemas.microsoft.com/office/drawing/2014/main" id="{2EAB6757-9316-2745-8C57-85001EF10071}"/>
              </a:ext>
            </a:extLst>
          </p:cNvPr>
          <p:cNvSpPr>
            <a:spLocks noChangeShapeType="1"/>
          </p:cNvSpPr>
          <p:nvPr/>
        </p:nvSpPr>
        <p:spPr bwMode="auto">
          <a:xfrm>
            <a:off x="7812881" y="2147887"/>
            <a:ext cx="0" cy="5774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55" name="Line 20">
            <a:extLst>
              <a:ext uri="{FF2B5EF4-FFF2-40B4-BE49-F238E27FC236}">
                <a16:creationId xmlns:a16="http://schemas.microsoft.com/office/drawing/2014/main" id="{FE92D2C1-CA69-E84F-AB27-A25AE75AB1EA}"/>
              </a:ext>
            </a:extLst>
          </p:cNvPr>
          <p:cNvSpPr>
            <a:spLocks noChangeShapeType="1"/>
          </p:cNvSpPr>
          <p:nvPr/>
        </p:nvSpPr>
        <p:spPr bwMode="auto">
          <a:xfrm>
            <a:off x="2302669" y="2437210"/>
            <a:ext cx="0" cy="2881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56" name="Line 21">
            <a:extLst>
              <a:ext uri="{FF2B5EF4-FFF2-40B4-BE49-F238E27FC236}">
                <a16:creationId xmlns:a16="http://schemas.microsoft.com/office/drawing/2014/main" id="{1C27D73B-908C-B542-8851-DC5C9C1B6A87}"/>
              </a:ext>
            </a:extLst>
          </p:cNvPr>
          <p:cNvSpPr>
            <a:spLocks noChangeShapeType="1"/>
          </p:cNvSpPr>
          <p:nvPr/>
        </p:nvSpPr>
        <p:spPr bwMode="auto">
          <a:xfrm>
            <a:off x="7380685" y="2437210"/>
            <a:ext cx="0" cy="2881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57" name="Text Box 23">
            <a:extLst>
              <a:ext uri="{FF2B5EF4-FFF2-40B4-BE49-F238E27FC236}">
                <a16:creationId xmlns:a16="http://schemas.microsoft.com/office/drawing/2014/main" id="{71C873F7-6008-5D4C-A7F7-ED874EF2BCDC}"/>
              </a:ext>
            </a:extLst>
          </p:cNvPr>
          <p:cNvSpPr txBox="1">
            <a:spLocks noChangeArrowheads="1"/>
          </p:cNvSpPr>
          <p:nvPr/>
        </p:nvSpPr>
        <p:spPr bwMode="auto">
          <a:xfrm>
            <a:off x="1251348" y="2403873"/>
            <a:ext cx="6463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发送</a:t>
            </a:r>
          </a:p>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在前</a:t>
            </a:r>
          </a:p>
        </p:txBody>
      </p:sp>
      <p:sp>
        <p:nvSpPr>
          <p:cNvPr id="39958" name="幻灯片编号占位符 1">
            <a:extLst>
              <a:ext uri="{FF2B5EF4-FFF2-40B4-BE49-F238E27FC236}">
                <a16:creationId xmlns:a16="http://schemas.microsoft.com/office/drawing/2014/main" id="{1730EB1E-F364-7E47-BF5F-AA1B3FD59E9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916D907-DF50-A844-B7E1-1BEB1C0C994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2578464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81FB58CB-67F3-234B-B70F-4CB5B4B67EE4}"/>
              </a:ext>
            </a:extLst>
          </p:cNvPr>
          <p:cNvSpPr>
            <a:spLocks noGrp="1" noChangeArrowheads="1"/>
          </p:cNvSpPr>
          <p:nvPr>
            <p:ph type="title"/>
          </p:nvPr>
        </p:nvSpPr>
        <p:spPr>
          <a:xfrm>
            <a:off x="160020" y="160735"/>
            <a:ext cx="7058740" cy="790575"/>
          </a:xfrm>
        </p:spPr>
        <p:txBody>
          <a:bodyPr/>
          <a:lstStyle/>
          <a:p>
            <a:pPr eaLnBrk="1" hangingPunct="1"/>
            <a:r>
              <a:rPr lang="zh-CN" altLang="en-US" sz="3000" dirty="0">
                <a:ea typeface="宋体" panose="02010600030101010101" pitchFamily="2" charset="-122"/>
              </a:rPr>
              <a:t>解决透明传输问题</a:t>
            </a:r>
          </a:p>
        </p:txBody>
      </p:sp>
      <p:sp>
        <p:nvSpPr>
          <p:cNvPr id="41986" name="Rectangle 3">
            <a:extLst>
              <a:ext uri="{FF2B5EF4-FFF2-40B4-BE49-F238E27FC236}">
                <a16:creationId xmlns:a16="http://schemas.microsoft.com/office/drawing/2014/main" id="{6B736E21-08B7-114D-9E12-BA0DA6C7F2D8}"/>
              </a:ext>
            </a:extLst>
          </p:cNvPr>
          <p:cNvSpPr>
            <a:spLocks noGrp="1" noChangeArrowheads="1"/>
          </p:cNvSpPr>
          <p:nvPr>
            <p:ph type="body" idx="1"/>
          </p:nvPr>
        </p:nvSpPr>
        <p:spPr>
          <a:xfrm>
            <a:off x="160020" y="1113235"/>
            <a:ext cx="8732519" cy="3888581"/>
          </a:xfrm>
        </p:spPr>
        <p:txBody>
          <a:bodyPr/>
          <a:lstStyle/>
          <a:p>
            <a:pPr eaLnBrk="1" hangingPunct="1"/>
            <a:r>
              <a:rPr lang="zh-CN" altLang="en-US" sz="2100" dirty="0">
                <a:ea typeface="宋体" panose="02010600030101010101" pitchFamily="2" charset="-122"/>
              </a:rPr>
              <a:t>发送端的数据链路层在数据中出现控制字符“</a:t>
            </a:r>
            <a:r>
              <a:rPr lang="en-US" altLang="zh-CN" sz="2100" dirty="0">
                <a:ea typeface="宋体" panose="02010600030101010101" pitchFamily="2" charset="-122"/>
              </a:rPr>
              <a:t>SOH”</a:t>
            </a:r>
            <a:r>
              <a:rPr lang="zh-CN" altLang="en-US" sz="2100" dirty="0">
                <a:ea typeface="宋体" panose="02010600030101010101" pitchFamily="2" charset="-122"/>
              </a:rPr>
              <a:t>或“</a:t>
            </a:r>
            <a:r>
              <a:rPr lang="en-US" altLang="zh-CN" sz="2100" dirty="0">
                <a:ea typeface="宋体" panose="02010600030101010101" pitchFamily="2" charset="-122"/>
              </a:rPr>
              <a:t>EOT”</a:t>
            </a:r>
            <a:r>
              <a:rPr lang="zh-CN" altLang="en-US" sz="2100" dirty="0">
                <a:ea typeface="宋体" panose="02010600030101010101" pitchFamily="2" charset="-122"/>
              </a:rPr>
              <a:t>的前面插入一个转义字符“</a:t>
            </a:r>
            <a:r>
              <a:rPr lang="en-US" altLang="zh-CN" sz="2100" dirty="0">
                <a:ea typeface="宋体" panose="02010600030101010101" pitchFamily="2" charset="-122"/>
              </a:rPr>
              <a:t>ESC”(</a:t>
            </a:r>
            <a:r>
              <a:rPr lang="zh-CN" altLang="en-US" sz="2100" dirty="0">
                <a:ea typeface="宋体" panose="02010600030101010101" pitchFamily="2" charset="-122"/>
              </a:rPr>
              <a:t>其十六进制编码是 </a:t>
            </a:r>
            <a:r>
              <a:rPr lang="en-US" altLang="zh-CN" sz="2100" dirty="0">
                <a:ea typeface="宋体" panose="02010600030101010101" pitchFamily="2" charset="-122"/>
              </a:rPr>
              <a:t>1B)</a:t>
            </a:r>
            <a:r>
              <a:rPr lang="zh-CN" altLang="en-US" sz="2100" dirty="0">
                <a:ea typeface="宋体" panose="02010600030101010101" pitchFamily="2" charset="-122"/>
              </a:rPr>
              <a:t>。</a:t>
            </a:r>
          </a:p>
          <a:p>
            <a:pPr eaLnBrk="1" hangingPunct="1"/>
            <a:r>
              <a:rPr lang="zh-CN" altLang="en-US" sz="2100" dirty="0">
                <a:solidFill>
                  <a:schemeClr val="hlink"/>
                </a:solidFill>
                <a:ea typeface="宋体" panose="02010600030101010101" pitchFamily="2" charset="-122"/>
              </a:rPr>
              <a:t>字节填充</a:t>
            </a:r>
            <a:r>
              <a:rPr lang="en-US" altLang="zh-CN" sz="2100" dirty="0">
                <a:ea typeface="宋体" panose="02010600030101010101" pitchFamily="2" charset="-122"/>
              </a:rPr>
              <a:t>(byte stuffing)</a:t>
            </a:r>
            <a:r>
              <a:rPr lang="zh-CN" altLang="en-US" sz="2100" dirty="0">
                <a:ea typeface="宋体" panose="02010600030101010101" pitchFamily="2" charset="-122"/>
              </a:rPr>
              <a:t>或</a:t>
            </a:r>
            <a:r>
              <a:rPr lang="zh-CN" altLang="en-US" sz="2100" dirty="0">
                <a:solidFill>
                  <a:schemeClr val="hlink"/>
                </a:solidFill>
                <a:ea typeface="宋体" panose="02010600030101010101" pitchFamily="2" charset="-122"/>
              </a:rPr>
              <a:t>字符填充</a:t>
            </a:r>
            <a:r>
              <a:rPr lang="en-US" altLang="zh-CN" sz="2100" dirty="0">
                <a:ea typeface="宋体" panose="02010600030101010101" pitchFamily="2" charset="-122"/>
              </a:rPr>
              <a:t>(character stuffing)——</a:t>
            </a:r>
            <a:r>
              <a:rPr lang="zh-CN" altLang="en-US" sz="2100" dirty="0">
                <a:ea typeface="宋体" panose="02010600030101010101" pitchFamily="2" charset="-122"/>
              </a:rPr>
              <a:t>接收端的数据链路层在将数据送往网络层之前删除插入的转义字符。</a:t>
            </a:r>
          </a:p>
          <a:p>
            <a:pPr eaLnBrk="1" hangingPunct="1"/>
            <a:r>
              <a:rPr lang="zh-CN" altLang="en-US" sz="2100" dirty="0">
                <a:ea typeface="宋体" panose="02010600030101010101" pitchFamily="2" charset="-122"/>
              </a:rPr>
              <a:t>如果转义字符也出现数据当中，那么应在转义字符前面插入一个转义字符。当接收端收到连续的两个转义字符时，就删除其中前面的一个。 </a:t>
            </a:r>
          </a:p>
        </p:txBody>
      </p:sp>
      <p:sp>
        <p:nvSpPr>
          <p:cNvPr id="41987" name="幻灯片编号占位符 1">
            <a:extLst>
              <a:ext uri="{FF2B5EF4-FFF2-40B4-BE49-F238E27FC236}">
                <a16:creationId xmlns:a16="http://schemas.microsoft.com/office/drawing/2014/main" id="{B543DBA9-8512-A340-9F30-6AE660604DD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A0257B9-6061-6C47-B5A8-36C5C854D46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9945020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2" name="Rectangle 4">
            <a:extLst>
              <a:ext uri="{FF2B5EF4-FFF2-40B4-BE49-F238E27FC236}">
                <a16:creationId xmlns:a16="http://schemas.microsoft.com/office/drawing/2014/main" id="{49A0B2EC-FDA9-FF4C-B687-2EED6C3F8E04}"/>
              </a:ext>
            </a:extLst>
          </p:cNvPr>
          <p:cNvSpPr>
            <a:spLocks noChangeArrowheads="1"/>
          </p:cNvSpPr>
          <p:nvPr/>
        </p:nvSpPr>
        <p:spPr bwMode="auto">
          <a:xfrm>
            <a:off x="1347788" y="3137297"/>
            <a:ext cx="342900" cy="342900"/>
          </a:xfrm>
          <a:prstGeom prst="rect">
            <a:avLst/>
          </a:prstGeom>
          <a:solidFill>
            <a:srgbClr val="FF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200">
                <a:solidFill>
                  <a:schemeClr val="folHlink"/>
                </a:solidFill>
                <a:latin typeface="Arial" charset="0"/>
                <a:ea typeface="黑体" charset="-122"/>
              </a:rPr>
              <a:t>SOH</a:t>
            </a:r>
          </a:p>
        </p:txBody>
      </p:sp>
      <p:sp>
        <p:nvSpPr>
          <p:cNvPr id="44034" name="Freeform 5">
            <a:extLst>
              <a:ext uri="{FF2B5EF4-FFF2-40B4-BE49-F238E27FC236}">
                <a16:creationId xmlns:a16="http://schemas.microsoft.com/office/drawing/2014/main" id="{CDAD873D-C3D0-0240-9768-5FA6F6CB999A}"/>
              </a:ext>
            </a:extLst>
          </p:cNvPr>
          <p:cNvSpPr>
            <a:spLocks/>
          </p:cNvSpPr>
          <p:nvPr/>
        </p:nvSpPr>
        <p:spPr bwMode="auto">
          <a:xfrm>
            <a:off x="5919788" y="2394347"/>
            <a:ext cx="1143000" cy="742950"/>
          </a:xfrm>
          <a:custGeom>
            <a:avLst/>
            <a:gdLst>
              <a:gd name="T0" fmla="*/ 2147483646 w 960"/>
              <a:gd name="T1" fmla="*/ 2147483646 h 624"/>
              <a:gd name="T2" fmla="*/ 2147483646 w 960"/>
              <a:gd name="T3" fmla="*/ 2147483646 h 624"/>
              <a:gd name="T4" fmla="*/ 2147483646 w 960"/>
              <a:gd name="T5" fmla="*/ 0 h 624"/>
              <a:gd name="T6" fmla="*/ 0 w 960"/>
              <a:gd name="T7" fmla="*/ 0 h 6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0" h="624">
                <a:moveTo>
                  <a:pt x="671" y="624"/>
                </a:moveTo>
                <a:lnTo>
                  <a:pt x="960" y="624"/>
                </a:lnTo>
                <a:lnTo>
                  <a:pt x="288" y="0"/>
                </a:lnTo>
                <a:lnTo>
                  <a:pt x="0" y="0"/>
                </a:lnTo>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035" name="Freeform 6">
            <a:extLst>
              <a:ext uri="{FF2B5EF4-FFF2-40B4-BE49-F238E27FC236}">
                <a16:creationId xmlns:a16="http://schemas.microsoft.com/office/drawing/2014/main" id="{A233FFAF-4165-604F-9840-076C8DBDC3F6}"/>
              </a:ext>
            </a:extLst>
          </p:cNvPr>
          <p:cNvSpPr>
            <a:spLocks/>
          </p:cNvSpPr>
          <p:nvPr/>
        </p:nvSpPr>
        <p:spPr bwMode="auto">
          <a:xfrm>
            <a:off x="4941094" y="2394348"/>
            <a:ext cx="807244" cy="750094"/>
          </a:xfrm>
          <a:custGeom>
            <a:avLst/>
            <a:gdLst>
              <a:gd name="T0" fmla="*/ 2147483646 w 678"/>
              <a:gd name="T1" fmla="*/ 2147483646 h 630"/>
              <a:gd name="T2" fmla="*/ 2147483646 w 678"/>
              <a:gd name="T3" fmla="*/ 2147483646 h 630"/>
              <a:gd name="T4" fmla="*/ 2147483646 w 678"/>
              <a:gd name="T5" fmla="*/ 0 h 630"/>
              <a:gd name="T6" fmla="*/ 0 w 678"/>
              <a:gd name="T7" fmla="*/ 0 h 6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8" h="630">
                <a:moveTo>
                  <a:pt x="386" y="621"/>
                </a:moveTo>
                <a:lnTo>
                  <a:pt x="678" y="630"/>
                </a:lnTo>
                <a:lnTo>
                  <a:pt x="288" y="0"/>
                </a:lnTo>
                <a:lnTo>
                  <a:pt x="0" y="0"/>
                </a:lnTo>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036" name="Freeform 7">
            <a:extLst>
              <a:ext uri="{FF2B5EF4-FFF2-40B4-BE49-F238E27FC236}">
                <a16:creationId xmlns:a16="http://schemas.microsoft.com/office/drawing/2014/main" id="{70034A6E-08FB-264B-ACD8-9FF02DBE9233}"/>
              </a:ext>
            </a:extLst>
          </p:cNvPr>
          <p:cNvSpPr>
            <a:spLocks/>
          </p:cNvSpPr>
          <p:nvPr/>
        </p:nvSpPr>
        <p:spPr bwMode="auto">
          <a:xfrm>
            <a:off x="3805238" y="2394347"/>
            <a:ext cx="450056" cy="742950"/>
          </a:xfrm>
          <a:custGeom>
            <a:avLst/>
            <a:gdLst>
              <a:gd name="T0" fmla="*/ 2147483646 w 378"/>
              <a:gd name="T1" fmla="*/ 2147483646 h 624"/>
              <a:gd name="T2" fmla="*/ 2147483646 w 378"/>
              <a:gd name="T3" fmla="*/ 2147483646 h 624"/>
              <a:gd name="T4" fmla="*/ 2147483646 w 378"/>
              <a:gd name="T5" fmla="*/ 0 h 624"/>
              <a:gd name="T6" fmla="*/ 0 w 378"/>
              <a:gd name="T7" fmla="*/ 0 h 6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8" h="624">
                <a:moveTo>
                  <a:pt x="92" y="624"/>
                </a:moveTo>
                <a:lnTo>
                  <a:pt x="378" y="624"/>
                </a:lnTo>
                <a:lnTo>
                  <a:pt x="288" y="0"/>
                </a:lnTo>
                <a:lnTo>
                  <a:pt x="0" y="0"/>
                </a:lnTo>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037" name="Freeform 8">
            <a:extLst>
              <a:ext uri="{FF2B5EF4-FFF2-40B4-BE49-F238E27FC236}">
                <a16:creationId xmlns:a16="http://schemas.microsoft.com/office/drawing/2014/main" id="{A18EE2EC-CA2C-8C4B-9553-3CB4C1AFA228}"/>
              </a:ext>
            </a:extLst>
          </p:cNvPr>
          <p:cNvSpPr>
            <a:spLocks/>
          </p:cNvSpPr>
          <p:nvPr/>
        </p:nvSpPr>
        <p:spPr bwMode="auto">
          <a:xfrm>
            <a:off x="2546748" y="2394347"/>
            <a:ext cx="572690" cy="742950"/>
          </a:xfrm>
          <a:custGeom>
            <a:avLst/>
            <a:gdLst>
              <a:gd name="T0" fmla="*/ 0 w 481"/>
              <a:gd name="T1" fmla="*/ 2147483646 h 624"/>
              <a:gd name="T2" fmla="*/ 2147483646 w 481"/>
              <a:gd name="T3" fmla="*/ 2147483646 h 624"/>
              <a:gd name="T4" fmla="*/ 2147483646 w 481"/>
              <a:gd name="T5" fmla="*/ 0 h 624"/>
              <a:gd name="T6" fmla="*/ 2147483646 w 481"/>
              <a:gd name="T7" fmla="*/ 0 h 6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1" h="624">
                <a:moveTo>
                  <a:pt x="0" y="621"/>
                </a:moveTo>
                <a:lnTo>
                  <a:pt x="289" y="624"/>
                </a:lnTo>
                <a:lnTo>
                  <a:pt x="481" y="0"/>
                </a:lnTo>
                <a:lnTo>
                  <a:pt x="193" y="0"/>
                </a:lnTo>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0457" name="Rectangle 9">
            <a:extLst>
              <a:ext uri="{FF2B5EF4-FFF2-40B4-BE49-F238E27FC236}">
                <a16:creationId xmlns:a16="http://schemas.microsoft.com/office/drawing/2014/main" id="{18CF2C3B-76DE-864B-9973-F9722E67EB01}"/>
              </a:ext>
            </a:extLst>
          </p:cNvPr>
          <p:cNvSpPr>
            <a:spLocks noChangeArrowheads="1"/>
          </p:cNvSpPr>
          <p:nvPr/>
        </p:nvSpPr>
        <p:spPr bwMode="auto">
          <a:xfrm>
            <a:off x="1919288" y="2051447"/>
            <a:ext cx="342900" cy="342900"/>
          </a:xfrm>
          <a:prstGeom prst="rect">
            <a:avLst/>
          </a:prstGeom>
          <a:solidFill>
            <a:srgbClr val="FF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200">
                <a:solidFill>
                  <a:schemeClr val="folHlink"/>
                </a:solidFill>
                <a:latin typeface="Arial" charset="0"/>
                <a:ea typeface="黑体" charset="-122"/>
              </a:rPr>
              <a:t>SOH</a:t>
            </a:r>
          </a:p>
        </p:txBody>
      </p:sp>
      <p:sp>
        <p:nvSpPr>
          <p:cNvPr id="360458" name="Rectangle 10">
            <a:extLst>
              <a:ext uri="{FF2B5EF4-FFF2-40B4-BE49-F238E27FC236}">
                <a16:creationId xmlns:a16="http://schemas.microsoft.com/office/drawing/2014/main" id="{B376808E-47CD-D544-995C-AFD88DE3CDA8}"/>
              </a:ext>
            </a:extLst>
          </p:cNvPr>
          <p:cNvSpPr>
            <a:spLocks noChangeArrowheads="1"/>
          </p:cNvSpPr>
          <p:nvPr/>
        </p:nvSpPr>
        <p:spPr bwMode="auto">
          <a:xfrm>
            <a:off x="2262188" y="2051447"/>
            <a:ext cx="4514850" cy="342900"/>
          </a:xfrm>
          <a:prstGeom prst="rect">
            <a:avLst/>
          </a:prstGeom>
          <a:solidFill>
            <a:srgbClr val="FFFF99"/>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44040" name="Rectangle 11">
            <a:extLst>
              <a:ext uri="{FF2B5EF4-FFF2-40B4-BE49-F238E27FC236}">
                <a16:creationId xmlns:a16="http://schemas.microsoft.com/office/drawing/2014/main" id="{4952502A-BD4D-2D40-A383-3FAD321CEE56}"/>
              </a:ext>
            </a:extLst>
          </p:cNvPr>
          <p:cNvSpPr>
            <a:spLocks noChangeArrowheads="1"/>
          </p:cNvSpPr>
          <p:nvPr/>
        </p:nvSpPr>
        <p:spPr bwMode="auto">
          <a:xfrm>
            <a:off x="2776538" y="2051447"/>
            <a:ext cx="342900" cy="342900"/>
          </a:xfrm>
          <a:prstGeom prst="rect">
            <a:avLst/>
          </a:prstGeom>
          <a:solidFill>
            <a:srgbClr val="99FF66"/>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EOT</a:t>
            </a:r>
          </a:p>
        </p:txBody>
      </p:sp>
      <p:sp>
        <p:nvSpPr>
          <p:cNvPr id="360460" name="Rectangle 12">
            <a:extLst>
              <a:ext uri="{FF2B5EF4-FFF2-40B4-BE49-F238E27FC236}">
                <a16:creationId xmlns:a16="http://schemas.microsoft.com/office/drawing/2014/main" id="{DA7AC422-D600-B94F-B87E-011C34FFD10D}"/>
              </a:ext>
            </a:extLst>
          </p:cNvPr>
          <p:cNvSpPr>
            <a:spLocks noChangeArrowheads="1"/>
          </p:cNvSpPr>
          <p:nvPr/>
        </p:nvSpPr>
        <p:spPr bwMode="auto">
          <a:xfrm>
            <a:off x="5919788" y="2051447"/>
            <a:ext cx="342900" cy="342900"/>
          </a:xfrm>
          <a:prstGeom prst="rect">
            <a:avLst/>
          </a:prstGeom>
          <a:solidFill>
            <a:srgbClr val="FF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200">
                <a:solidFill>
                  <a:schemeClr val="folHlink"/>
                </a:solidFill>
                <a:latin typeface="Arial" charset="0"/>
                <a:ea typeface="黑体" charset="-122"/>
              </a:rPr>
              <a:t>SOH</a:t>
            </a:r>
          </a:p>
        </p:txBody>
      </p:sp>
      <p:sp>
        <p:nvSpPr>
          <p:cNvPr id="44042" name="Rectangle 14">
            <a:extLst>
              <a:ext uri="{FF2B5EF4-FFF2-40B4-BE49-F238E27FC236}">
                <a16:creationId xmlns:a16="http://schemas.microsoft.com/office/drawing/2014/main" id="{EE0C482C-BEF2-7F4D-ACFD-466360BEDDAB}"/>
              </a:ext>
            </a:extLst>
          </p:cNvPr>
          <p:cNvSpPr>
            <a:spLocks noChangeArrowheads="1"/>
          </p:cNvSpPr>
          <p:nvPr/>
        </p:nvSpPr>
        <p:spPr bwMode="auto">
          <a:xfrm>
            <a:off x="4948238" y="2051447"/>
            <a:ext cx="342900" cy="342900"/>
          </a:xfrm>
          <a:prstGeom prst="rect">
            <a:avLst/>
          </a:prstGeom>
          <a:solidFill>
            <a:srgbClr val="33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ESC</a:t>
            </a:r>
          </a:p>
        </p:txBody>
      </p:sp>
      <p:sp>
        <p:nvSpPr>
          <p:cNvPr id="360463" name="Rectangle 15">
            <a:extLst>
              <a:ext uri="{FF2B5EF4-FFF2-40B4-BE49-F238E27FC236}">
                <a16:creationId xmlns:a16="http://schemas.microsoft.com/office/drawing/2014/main" id="{996CBE27-53C6-934A-95AE-46F08B7B9108}"/>
              </a:ext>
            </a:extLst>
          </p:cNvPr>
          <p:cNvSpPr>
            <a:spLocks noChangeArrowheads="1"/>
          </p:cNvSpPr>
          <p:nvPr/>
        </p:nvSpPr>
        <p:spPr bwMode="auto">
          <a:xfrm>
            <a:off x="1690688" y="3137297"/>
            <a:ext cx="5886450" cy="342900"/>
          </a:xfrm>
          <a:prstGeom prst="rect">
            <a:avLst/>
          </a:prstGeom>
          <a:solidFill>
            <a:srgbClr val="FFFF99"/>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44044" name="Rectangle 16">
            <a:extLst>
              <a:ext uri="{FF2B5EF4-FFF2-40B4-BE49-F238E27FC236}">
                <a16:creationId xmlns:a16="http://schemas.microsoft.com/office/drawing/2014/main" id="{985D3615-5BA3-FC43-91CA-CF88ED2A284B}"/>
              </a:ext>
            </a:extLst>
          </p:cNvPr>
          <p:cNvSpPr>
            <a:spLocks noChangeArrowheads="1"/>
          </p:cNvSpPr>
          <p:nvPr/>
        </p:nvSpPr>
        <p:spPr bwMode="auto">
          <a:xfrm>
            <a:off x="2205038" y="3137297"/>
            <a:ext cx="342900" cy="342900"/>
          </a:xfrm>
          <a:prstGeom prst="rect">
            <a:avLst/>
          </a:prstGeom>
          <a:solidFill>
            <a:srgbClr val="33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ESC</a:t>
            </a:r>
          </a:p>
        </p:txBody>
      </p:sp>
      <p:sp>
        <p:nvSpPr>
          <p:cNvPr id="44045" name="Rectangle 17">
            <a:extLst>
              <a:ext uri="{FF2B5EF4-FFF2-40B4-BE49-F238E27FC236}">
                <a16:creationId xmlns:a16="http://schemas.microsoft.com/office/drawing/2014/main" id="{0FCB81F8-2DD6-A84B-BDB8-863DDEB7A9A7}"/>
              </a:ext>
            </a:extLst>
          </p:cNvPr>
          <p:cNvSpPr>
            <a:spLocks noChangeArrowheads="1"/>
          </p:cNvSpPr>
          <p:nvPr/>
        </p:nvSpPr>
        <p:spPr bwMode="auto">
          <a:xfrm>
            <a:off x="2547938" y="3137297"/>
            <a:ext cx="342900" cy="342900"/>
          </a:xfrm>
          <a:prstGeom prst="rect">
            <a:avLst/>
          </a:prstGeom>
          <a:solidFill>
            <a:srgbClr val="99FF66"/>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EOT</a:t>
            </a:r>
          </a:p>
        </p:txBody>
      </p:sp>
      <p:sp>
        <p:nvSpPr>
          <p:cNvPr id="44046" name="Rectangle 18">
            <a:extLst>
              <a:ext uri="{FF2B5EF4-FFF2-40B4-BE49-F238E27FC236}">
                <a16:creationId xmlns:a16="http://schemas.microsoft.com/office/drawing/2014/main" id="{5012B262-3795-2B4E-954E-53BE9CA8639D}"/>
              </a:ext>
            </a:extLst>
          </p:cNvPr>
          <p:cNvSpPr>
            <a:spLocks noChangeArrowheads="1"/>
          </p:cNvSpPr>
          <p:nvPr/>
        </p:nvSpPr>
        <p:spPr bwMode="auto">
          <a:xfrm>
            <a:off x="3576638" y="3137297"/>
            <a:ext cx="342900" cy="342900"/>
          </a:xfrm>
          <a:prstGeom prst="rect">
            <a:avLst/>
          </a:prstGeom>
          <a:solidFill>
            <a:srgbClr val="33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ESC</a:t>
            </a:r>
          </a:p>
        </p:txBody>
      </p:sp>
      <p:sp>
        <p:nvSpPr>
          <p:cNvPr id="44047" name="Rectangle 19">
            <a:extLst>
              <a:ext uri="{FF2B5EF4-FFF2-40B4-BE49-F238E27FC236}">
                <a16:creationId xmlns:a16="http://schemas.microsoft.com/office/drawing/2014/main" id="{B206496F-690A-7C40-A9F9-F21A40F268A0}"/>
              </a:ext>
            </a:extLst>
          </p:cNvPr>
          <p:cNvSpPr>
            <a:spLocks noChangeArrowheads="1"/>
          </p:cNvSpPr>
          <p:nvPr/>
        </p:nvSpPr>
        <p:spPr bwMode="auto">
          <a:xfrm>
            <a:off x="3919538" y="3137297"/>
            <a:ext cx="342900" cy="342900"/>
          </a:xfrm>
          <a:prstGeom prst="rect">
            <a:avLst/>
          </a:prstGeom>
          <a:solidFill>
            <a:srgbClr val="CCFF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SOH</a:t>
            </a:r>
          </a:p>
        </p:txBody>
      </p:sp>
      <p:sp>
        <p:nvSpPr>
          <p:cNvPr id="44048" name="Rectangle 20">
            <a:extLst>
              <a:ext uri="{FF2B5EF4-FFF2-40B4-BE49-F238E27FC236}">
                <a16:creationId xmlns:a16="http://schemas.microsoft.com/office/drawing/2014/main" id="{8F08B37C-8732-0946-9D4D-4248A21DA693}"/>
              </a:ext>
            </a:extLst>
          </p:cNvPr>
          <p:cNvSpPr>
            <a:spLocks noChangeArrowheads="1"/>
          </p:cNvSpPr>
          <p:nvPr/>
        </p:nvSpPr>
        <p:spPr bwMode="auto">
          <a:xfrm>
            <a:off x="5062538" y="3137297"/>
            <a:ext cx="342900" cy="342900"/>
          </a:xfrm>
          <a:prstGeom prst="rect">
            <a:avLst/>
          </a:prstGeom>
          <a:solidFill>
            <a:srgbClr val="33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ESC</a:t>
            </a:r>
          </a:p>
        </p:txBody>
      </p:sp>
      <p:sp>
        <p:nvSpPr>
          <p:cNvPr id="44049" name="Rectangle 21">
            <a:extLst>
              <a:ext uri="{FF2B5EF4-FFF2-40B4-BE49-F238E27FC236}">
                <a16:creationId xmlns:a16="http://schemas.microsoft.com/office/drawing/2014/main" id="{94D882E7-71D7-B342-85EA-347A7C7869CC}"/>
              </a:ext>
            </a:extLst>
          </p:cNvPr>
          <p:cNvSpPr>
            <a:spLocks noChangeArrowheads="1"/>
          </p:cNvSpPr>
          <p:nvPr/>
        </p:nvSpPr>
        <p:spPr bwMode="auto">
          <a:xfrm>
            <a:off x="5405438" y="3137297"/>
            <a:ext cx="342900" cy="342900"/>
          </a:xfrm>
          <a:prstGeom prst="rect">
            <a:avLst/>
          </a:prstGeom>
          <a:solidFill>
            <a:srgbClr val="33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ESC</a:t>
            </a:r>
          </a:p>
        </p:txBody>
      </p:sp>
      <p:sp>
        <p:nvSpPr>
          <p:cNvPr id="44050" name="Rectangle 22">
            <a:extLst>
              <a:ext uri="{FF2B5EF4-FFF2-40B4-BE49-F238E27FC236}">
                <a16:creationId xmlns:a16="http://schemas.microsoft.com/office/drawing/2014/main" id="{0EB3D34C-F6BB-ED42-96EE-87C0D8ED8B91}"/>
              </a:ext>
            </a:extLst>
          </p:cNvPr>
          <p:cNvSpPr>
            <a:spLocks noChangeArrowheads="1"/>
          </p:cNvSpPr>
          <p:nvPr/>
        </p:nvSpPr>
        <p:spPr bwMode="auto">
          <a:xfrm>
            <a:off x="6376988" y="3137297"/>
            <a:ext cx="342900" cy="342900"/>
          </a:xfrm>
          <a:prstGeom prst="rect">
            <a:avLst/>
          </a:prstGeom>
          <a:solidFill>
            <a:srgbClr val="33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ESC</a:t>
            </a:r>
          </a:p>
        </p:txBody>
      </p:sp>
      <p:sp>
        <p:nvSpPr>
          <p:cNvPr id="360471" name="Rectangle 23">
            <a:extLst>
              <a:ext uri="{FF2B5EF4-FFF2-40B4-BE49-F238E27FC236}">
                <a16:creationId xmlns:a16="http://schemas.microsoft.com/office/drawing/2014/main" id="{0896895D-E527-4444-8F5A-075B09B17D76}"/>
              </a:ext>
            </a:extLst>
          </p:cNvPr>
          <p:cNvSpPr>
            <a:spLocks noChangeArrowheads="1"/>
          </p:cNvSpPr>
          <p:nvPr/>
        </p:nvSpPr>
        <p:spPr bwMode="auto">
          <a:xfrm>
            <a:off x="6719888" y="3137297"/>
            <a:ext cx="342900" cy="342900"/>
          </a:xfrm>
          <a:prstGeom prst="rect">
            <a:avLst/>
          </a:prstGeom>
          <a:solidFill>
            <a:srgbClr val="FF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200">
                <a:solidFill>
                  <a:schemeClr val="folHlink"/>
                </a:solidFill>
                <a:latin typeface="Arial" charset="0"/>
                <a:ea typeface="黑体" charset="-122"/>
              </a:rPr>
              <a:t>SOH</a:t>
            </a:r>
          </a:p>
        </p:txBody>
      </p:sp>
      <p:sp>
        <p:nvSpPr>
          <p:cNvPr id="44052" name="Freeform 24">
            <a:extLst>
              <a:ext uri="{FF2B5EF4-FFF2-40B4-BE49-F238E27FC236}">
                <a16:creationId xmlns:a16="http://schemas.microsoft.com/office/drawing/2014/main" id="{CD350E8F-F013-5E4F-83A8-4059408DFAE3}"/>
              </a:ext>
            </a:extLst>
          </p:cNvPr>
          <p:cNvSpPr>
            <a:spLocks/>
          </p:cNvSpPr>
          <p:nvPr/>
        </p:nvSpPr>
        <p:spPr bwMode="auto">
          <a:xfrm>
            <a:off x="2546748" y="2394347"/>
            <a:ext cx="229790" cy="746522"/>
          </a:xfrm>
          <a:custGeom>
            <a:avLst/>
            <a:gdLst>
              <a:gd name="T0" fmla="*/ 2147483646 w 193"/>
              <a:gd name="T1" fmla="*/ 0 h 627"/>
              <a:gd name="T2" fmla="*/ 0 w 193"/>
              <a:gd name="T3" fmla="*/ 2147483646 h 627"/>
              <a:gd name="T4" fmla="*/ 0 60000 65536"/>
              <a:gd name="T5" fmla="*/ 0 60000 65536"/>
            </a:gdLst>
            <a:ahLst/>
            <a:cxnLst>
              <a:cxn ang="T4">
                <a:pos x="T0" y="T1"/>
              </a:cxn>
              <a:cxn ang="T5">
                <a:pos x="T2" y="T3"/>
              </a:cxn>
            </a:cxnLst>
            <a:rect l="0" t="0" r="r" b="b"/>
            <a:pathLst>
              <a:path w="193" h="627">
                <a:moveTo>
                  <a:pt x="193" y="0"/>
                </a:moveTo>
                <a:lnTo>
                  <a:pt x="0" y="627"/>
                </a:lnTo>
              </a:path>
            </a:pathLst>
          </a:cu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4053" name="Line 25">
            <a:extLst>
              <a:ext uri="{FF2B5EF4-FFF2-40B4-BE49-F238E27FC236}">
                <a16:creationId xmlns:a16="http://schemas.microsoft.com/office/drawing/2014/main" id="{A9DC2FD1-E436-F246-AE83-7C5A1E11C7F4}"/>
              </a:ext>
            </a:extLst>
          </p:cNvPr>
          <p:cNvSpPr>
            <a:spLocks noChangeShapeType="1"/>
          </p:cNvSpPr>
          <p:nvPr/>
        </p:nvSpPr>
        <p:spPr bwMode="auto">
          <a:xfrm flipH="1">
            <a:off x="2890838" y="2394347"/>
            <a:ext cx="228600" cy="74295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4" name="Line 26">
            <a:extLst>
              <a:ext uri="{FF2B5EF4-FFF2-40B4-BE49-F238E27FC236}">
                <a16:creationId xmlns:a16="http://schemas.microsoft.com/office/drawing/2014/main" id="{FFCF320E-3FD3-C34E-A9E0-B0986494844E}"/>
              </a:ext>
            </a:extLst>
          </p:cNvPr>
          <p:cNvSpPr>
            <a:spLocks noChangeShapeType="1"/>
          </p:cNvSpPr>
          <p:nvPr/>
        </p:nvSpPr>
        <p:spPr bwMode="auto">
          <a:xfrm>
            <a:off x="3805238" y="2394347"/>
            <a:ext cx="107156" cy="74295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5" name="Line 27">
            <a:extLst>
              <a:ext uri="{FF2B5EF4-FFF2-40B4-BE49-F238E27FC236}">
                <a16:creationId xmlns:a16="http://schemas.microsoft.com/office/drawing/2014/main" id="{E87FEB18-D7D3-A441-9EA0-CA9CFF00896E}"/>
              </a:ext>
            </a:extLst>
          </p:cNvPr>
          <p:cNvSpPr>
            <a:spLocks noChangeShapeType="1"/>
          </p:cNvSpPr>
          <p:nvPr/>
        </p:nvSpPr>
        <p:spPr bwMode="auto">
          <a:xfrm>
            <a:off x="4148138" y="2394347"/>
            <a:ext cx="114300" cy="74295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6" name="Freeform 28">
            <a:extLst>
              <a:ext uri="{FF2B5EF4-FFF2-40B4-BE49-F238E27FC236}">
                <a16:creationId xmlns:a16="http://schemas.microsoft.com/office/drawing/2014/main" id="{5DC19BF3-9214-0A46-B4DE-ED18FA56CD59}"/>
              </a:ext>
            </a:extLst>
          </p:cNvPr>
          <p:cNvSpPr>
            <a:spLocks/>
          </p:cNvSpPr>
          <p:nvPr/>
        </p:nvSpPr>
        <p:spPr bwMode="auto">
          <a:xfrm>
            <a:off x="4948237" y="2394347"/>
            <a:ext cx="452438" cy="746522"/>
          </a:xfrm>
          <a:custGeom>
            <a:avLst/>
            <a:gdLst>
              <a:gd name="T0" fmla="*/ 0 w 380"/>
              <a:gd name="T1" fmla="*/ 0 h 627"/>
              <a:gd name="T2" fmla="*/ 2147483646 w 380"/>
              <a:gd name="T3" fmla="*/ 2147483646 h 627"/>
              <a:gd name="T4" fmla="*/ 0 60000 65536"/>
              <a:gd name="T5" fmla="*/ 0 60000 65536"/>
            </a:gdLst>
            <a:ahLst/>
            <a:cxnLst>
              <a:cxn ang="T4">
                <a:pos x="T0" y="T1"/>
              </a:cxn>
              <a:cxn ang="T5">
                <a:pos x="T2" y="T3"/>
              </a:cxn>
            </a:cxnLst>
            <a:rect l="0" t="0" r="r" b="b"/>
            <a:pathLst>
              <a:path w="380" h="627">
                <a:moveTo>
                  <a:pt x="0" y="0"/>
                </a:moveTo>
                <a:lnTo>
                  <a:pt x="380" y="627"/>
                </a:lnTo>
              </a:path>
            </a:pathLst>
          </a:cu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4057" name="Line 29">
            <a:extLst>
              <a:ext uri="{FF2B5EF4-FFF2-40B4-BE49-F238E27FC236}">
                <a16:creationId xmlns:a16="http://schemas.microsoft.com/office/drawing/2014/main" id="{822746C3-FCE9-344B-B12B-4D1C1D444A8E}"/>
              </a:ext>
            </a:extLst>
          </p:cNvPr>
          <p:cNvSpPr>
            <a:spLocks noChangeShapeType="1"/>
          </p:cNvSpPr>
          <p:nvPr/>
        </p:nvSpPr>
        <p:spPr bwMode="auto">
          <a:xfrm>
            <a:off x="5291138" y="2394347"/>
            <a:ext cx="457200" cy="74295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8" name="Freeform 30">
            <a:extLst>
              <a:ext uri="{FF2B5EF4-FFF2-40B4-BE49-F238E27FC236}">
                <a16:creationId xmlns:a16="http://schemas.microsoft.com/office/drawing/2014/main" id="{7CC0EB9D-A83A-1846-8813-2DD2F40096DD}"/>
              </a:ext>
            </a:extLst>
          </p:cNvPr>
          <p:cNvSpPr>
            <a:spLocks/>
          </p:cNvSpPr>
          <p:nvPr/>
        </p:nvSpPr>
        <p:spPr bwMode="auto">
          <a:xfrm>
            <a:off x="5919787" y="2394348"/>
            <a:ext cx="795338" cy="739378"/>
          </a:xfrm>
          <a:custGeom>
            <a:avLst/>
            <a:gdLst>
              <a:gd name="T0" fmla="*/ 0 w 668"/>
              <a:gd name="T1" fmla="*/ 0 h 621"/>
              <a:gd name="T2" fmla="*/ 2147483646 w 668"/>
              <a:gd name="T3" fmla="*/ 2147483646 h 621"/>
              <a:gd name="T4" fmla="*/ 0 60000 65536"/>
              <a:gd name="T5" fmla="*/ 0 60000 65536"/>
            </a:gdLst>
            <a:ahLst/>
            <a:cxnLst>
              <a:cxn ang="T4">
                <a:pos x="T0" y="T1"/>
              </a:cxn>
              <a:cxn ang="T5">
                <a:pos x="T2" y="T3"/>
              </a:cxn>
            </a:cxnLst>
            <a:rect l="0" t="0" r="r" b="b"/>
            <a:pathLst>
              <a:path w="668" h="621">
                <a:moveTo>
                  <a:pt x="0" y="0"/>
                </a:moveTo>
                <a:lnTo>
                  <a:pt x="668" y="621"/>
                </a:lnTo>
              </a:path>
            </a:pathLst>
          </a:cu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4059" name="Line 31">
            <a:extLst>
              <a:ext uri="{FF2B5EF4-FFF2-40B4-BE49-F238E27FC236}">
                <a16:creationId xmlns:a16="http://schemas.microsoft.com/office/drawing/2014/main" id="{A499F435-276B-A74A-BD91-A069F03CE838}"/>
              </a:ext>
            </a:extLst>
          </p:cNvPr>
          <p:cNvSpPr>
            <a:spLocks noChangeShapeType="1"/>
          </p:cNvSpPr>
          <p:nvPr/>
        </p:nvSpPr>
        <p:spPr bwMode="auto">
          <a:xfrm>
            <a:off x="6262688" y="2394347"/>
            <a:ext cx="800100" cy="74295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0" name="Line 32">
            <a:extLst>
              <a:ext uri="{FF2B5EF4-FFF2-40B4-BE49-F238E27FC236}">
                <a16:creationId xmlns:a16="http://schemas.microsoft.com/office/drawing/2014/main" id="{D31682F6-050D-6F49-80F2-CBAF94BD0BD9}"/>
              </a:ext>
            </a:extLst>
          </p:cNvPr>
          <p:cNvSpPr>
            <a:spLocks noChangeShapeType="1"/>
          </p:cNvSpPr>
          <p:nvPr/>
        </p:nvSpPr>
        <p:spPr bwMode="auto">
          <a:xfrm>
            <a:off x="2262188" y="1879997"/>
            <a:ext cx="4514850"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4061" name="Text Box 33">
            <a:extLst>
              <a:ext uri="{FF2B5EF4-FFF2-40B4-BE49-F238E27FC236}">
                <a16:creationId xmlns:a16="http://schemas.microsoft.com/office/drawing/2014/main" id="{25CB29B8-6F11-8840-903C-E82792CCFC48}"/>
              </a:ext>
            </a:extLst>
          </p:cNvPr>
          <p:cNvSpPr txBox="1">
            <a:spLocks noChangeArrowheads="1"/>
          </p:cNvSpPr>
          <p:nvPr/>
        </p:nvSpPr>
        <p:spPr bwMode="auto">
          <a:xfrm>
            <a:off x="4033838" y="1704975"/>
            <a:ext cx="954107" cy="3231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原始数据</a:t>
            </a:r>
          </a:p>
        </p:txBody>
      </p:sp>
      <p:sp>
        <p:nvSpPr>
          <p:cNvPr id="44062" name="Line 34">
            <a:extLst>
              <a:ext uri="{FF2B5EF4-FFF2-40B4-BE49-F238E27FC236}">
                <a16:creationId xmlns:a16="http://schemas.microsoft.com/office/drawing/2014/main" id="{0892977F-7AC9-5348-AF90-5A8440BF29E6}"/>
              </a:ext>
            </a:extLst>
          </p:cNvPr>
          <p:cNvSpPr>
            <a:spLocks noChangeShapeType="1"/>
          </p:cNvSpPr>
          <p:nvPr/>
        </p:nvSpPr>
        <p:spPr bwMode="auto">
          <a:xfrm>
            <a:off x="1690688" y="3708797"/>
            <a:ext cx="5886450"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60483" name="Rectangle 35">
            <a:extLst>
              <a:ext uri="{FF2B5EF4-FFF2-40B4-BE49-F238E27FC236}">
                <a16:creationId xmlns:a16="http://schemas.microsoft.com/office/drawing/2014/main" id="{9680CD74-7CDA-194D-8DEA-CF2D4D012192}"/>
              </a:ext>
            </a:extLst>
          </p:cNvPr>
          <p:cNvSpPr>
            <a:spLocks noChangeArrowheads="1"/>
          </p:cNvSpPr>
          <p:nvPr/>
        </p:nvSpPr>
        <p:spPr bwMode="auto">
          <a:xfrm>
            <a:off x="7577138" y="3137297"/>
            <a:ext cx="342900" cy="342900"/>
          </a:xfrm>
          <a:prstGeom prst="rect">
            <a:avLst/>
          </a:prstGeom>
          <a:solidFill>
            <a:srgbClr val="FF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200">
                <a:solidFill>
                  <a:schemeClr val="folHlink"/>
                </a:solidFill>
                <a:latin typeface="Arial" charset="0"/>
                <a:ea typeface="黑体" charset="-122"/>
              </a:rPr>
              <a:t>EOT</a:t>
            </a:r>
          </a:p>
        </p:txBody>
      </p:sp>
      <p:sp>
        <p:nvSpPr>
          <p:cNvPr id="360484" name="Rectangle 36">
            <a:extLst>
              <a:ext uri="{FF2B5EF4-FFF2-40B4-BE49-F238E27FC236}">
                <a16:creationId xmlns:a16="http://schemas.microsoft.com/office/drawing/2014/main" id="{3177026C-12A5-0C44-8568-E4A2C1090434}"/>
              </a:ext>
            </a:extLst>
          </p:cNvPr>
          <p:cNvSpPr>
            <a:spLocks noChangeArrowheads="1"/>
          </p:cNvSpPr>
          <p:nvPr/>
        </p:nvSpPr>
        <p:spPr bwMode="auto">
          <a:xfrm>
            <a:off x="6777038" y="2051447"/>
            <a:ext cx="342900" cy="342900"/>
          </a:xfrm>
          <a:prstGeom prst="rect">
            <a:avLst/>
          </a:prstGeom>
          <a:solidFill>
            <a:srgbClr val="FF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200">
                <a:solidFill>
                  <a:schemeClr val="folHlink"/>
                </a:solidFill>
                <a:latin typeface="Arial" charset="0"/>
                <a:ea typeface="黑体" charset="-122"/>
              </a:rPr>
              <a:t>EOT</a:t>
            </a:r>
          </a:p>
        </p:txBody>
      </p:sp>
      <p:sp>
        <p:nvSpPr>
          <p:cNvPr id="44065" name="Text Box 37">
            <a:extLst>
              <a:ext uri="{FF2B5EF4-FFF2-40B4-BE49-F238E27FC236}">
                <a16:creationId xmlns:a16="http://schemas.microsoft.com/office/drawing/2014/main" id="{EDDCBB61-3F25-9448-AD72-C309CEDD0D8F}"/>
              </a:ext>
            </a:extLst>
          </p:cNvPr>
          <p:cNvSpPr txBox="1">
            <a:spLocks noChangeArrowheads="1"/>
          </p:cNvSpPr>
          <p:nvPr/>
        </p:nvSpPr>
        <p:spPr bwMode="auto">
          <a:xfrm>
            <a:off x="3636169" y="3531394"/>
            <a:ext cx="2492990" cy="3231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经过字节填充后发送的数据</a:t>
            </a:r>
          </a:p>
        </p:txBody>
      </p:sp>
      <p:sp>
        <p:nvSpPr>
          <p:cNvPr id="44066" name="Text Box 38">
            <a:extLst>
              <a:ext uri="{FF2B5EF4-FFF2-40B4-BE49-F238E27FC236}">
                <a16:creationId xmlns:a16="http://schemas.microsoft.com/office/drawing/2014/main" id="{B083620B-8C7F-3C42-801E-9DF722E2CE94}"/>
              </a:ext>
            </a:extLst>
          </p:cNvPr>
          <p:cNvSpPr txBox="1">
            <a:spLocks noChangeArrowheads="1"/>
          </p:cNvSpPr>
          <p:nvPr/>
        </p:nvSpPr>
        <p:spPr bwMode="auto">
          <a:xfrm>
            <a:off x="6200776" y="2587229"/>
            <a:ext cx="9541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字节填充</a:t>
            </a:r>
          </a:p>
        </p:txBody>
      </p:sp>
      <p:sp>
        <p:nvSpPr>
          <p:cNvPr id="44067" name="Text Box 39">
            <a:extLst>
              <a:ext uri="{FF2B5EF4-FFF2-40B4-BE49-F238E27FC236}">
                <a16:creationId xmlns:a16="http://schemas.microsoft.com/office/drawing/2014/main" id="{0CA64804-69AD-2A45-9213-99F80484E7C9}"/>
              </a:ext>
            </a:extLst>
          </p:cNvPr>
          <p:cNvSpPr txBox="1">
            <a:spLocks noChangeArrowheads="1"/>
          </p:cNvSpPr>
          <p:nvPr/>
        </p:nvSpPr>
        <p:spPr bwMode="auto">
          <a:xfrm>
            <a:off x="4787504" y="2587229"/>
            <a:ext cx="9541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字节填充</a:t>
            </a:r>
          </a:p>
        </p:txBody>
      </p:sp>
      <p:sp>
        <p:nvSpPr>
          <p:cNvPr id="44068" name="Text Box 40">
            <a:extLst>
              <a:ext uri="{FF2B5EF4-FFF2-40B4-BE49-F238E27FC236}">
                <a16:creationId xmlns:a16="http://schemas.microsoft.com/office/drawing/2014/main" id="{52943ACE-4087-DD4E-8B98-FB2E4ADF1D88}"/>
              </a:ext>
            </a:extLst>
          </p:cNvPr>
          <p:cNvSpPr txBox="1">
            <a:spLocks noChangeArrowheads="1"/>
          </p:cNvSpPr>
          <p:nvPr/>
        </p:nvSpPr>
        <p:spPr bwMode="auto">
          <a:xfrm>
            <a:off x="3330179" y="2587229"/>
            <a:ext cx="9541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字节填充</a:t>
            </a:r>
          </a:p>
        </p:txBody>
      </p:sp>
      <p:sp>
        <p:nvSpPr>
          <p:cNvPr id="44069" name="Text Box 41">
            <a:extLst>
              <a:ext uri="{FF2B5EF4-FFF2-40B4-BE49-F238E27FC236}">
                <a16:creationId xmlns:a16="http://schemas.microsoft.com/office/drawing/2014/main" id="{ED850AB9-3652-4C4A-AAE0-552CA2A9D969}"/>
              </a:ext>
            </a:extLst>
          </p:cNvPr>
          <p:cNvSpPr txBox="1">
            <a:spLocks noChangeArrowheads="1"/>
          </p:cNvSpPr>
          <p:nvPr/>
        </p:nvSpPr>
        <p:spPr bwMode="auto">
          <a:xfrm>
            <a:off x="2033588" y="2587229"/>
            <a:ext cx="9541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字节填充</a:t>
            </a:r>
          </a:p>
        </p:txBody>
      </p:sp>
      <p:sp>
        <p:nvSpPr>
          <p:cNvPr id="44070" name="Line 42">
            <a:extLst>
              <a:ext uri="{FF2B5EF4-FFF2-40B4-BE49-F238E27FC236}">
                <a16:creationId xmlns:a16="http://schemas.microsoft.com/office/drawing/2014/main" id="{6913B0C1-E3FF-144D-B7E5-E0D81F03DE29}"/>
              </a:ext>
            </a:extLst>
          </p:cNvPr>
          <p:cNvSpPr>
            <a:spLocks noChangeShapeType="1"/>
          </p:cNvSpPr>
          <p:nvPr/>
        </p:nvSpPr>
        <p:spPr bwMode="auto">
          <a:xfrm flipV="1">
            <a:off x="1368029" y="3489722"/>
            <a:ext cx="0" cy="266700"/>
          </a:xfrm>
          <a:prstGeom prst="line">
            <a:avLst/>
          </a:prstGeom>
          <a:noFill/>
          <a:ln w="38100">
            <a:solidFill>
              <a:srgbClr val="80808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4071" name="Text Box 43">
            <a:extLst>
              <a:ext uri="{FF2B5EF4-FFF2-40B4-BE49-F238E27FC236}">
                <a16:creationId xmlns:a16="http://schemas.microsoft.com/office/drawing/2014/main" id="{92C6D397-5978-3B47-8E3B-987D25213AFE}"/>
              </a:ext>
            </a:extLst>
          </p:cNvPr>
          <p:cNvSpPr txBox="1">
            <a:spLocks noChangeArrowheads="1"/>
          </p:cNvSpPr>
          <p:nvPr/>
        </p:nvSpPr>
        <p:spPr bwMode="auto">
          <a:xfrm>
            <a:off x="1115616" y="3719512"/>
            <a:ext cx="56938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发送</a:t>
            </a:r>
          </a:p>
          <a:p>
            <a:pPr eaLnBrk="1" hangingPunct="1">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在前</a:t>
            </a:r>
          </a:p>
        </p:txBody>
      </p:sp>
      <p:sp>
        <p:nvSpPr>
          <p:cNvPr id="44072" name="Line 44">
            <a:extLst>
              <a:ext uri="{FF2B5EF4-FFF2-40B4-BE49-F238E27FC236}">
                <a16:creationId xmlns:a16="http://schemas.microsoft.com/office/drawing/2014/main" id="{C43ADEA4-F85B-FE49-B45E-B52EF40ADAF5}"/>
              </a:ext>
            </a:extLst>
          </p:cNvPr>
          <p:cNvSpPr>
            <a:spLocks noChangeShapeType="1"/>
          </p:cNvSpPr>
          <p:nvPr/>
        </p:nvSpPr>
        <p:spPr bwMode="auto">
          <a:xfrm>
            <a:off x="2107406" y="1803797"/>
            <a:ext cx="0" cy="22860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4073" name="Text Box 45">
            <a:extLst>
              <a:ext uri="{FF2B5EF4-FFF2-40B4-BE49-F238E27FC236}">
                <a16:creationId xmlns:a16="http://schemas.microsoft.com/office/drawing/2014/main" id="{C71286D2-D3AB-C54D-A46E-C046B567863B}"/>
              </a:ext>
            </a:extLst>
          </p:cNvPr>
          <p:cNvSpPr txBox="1">
            <a:spLocks noChangeArrowheads="1"/>
          </p:cNvSpPr>
          <p:nvPr/>
        </p:nvSpPr>
        <p:spPr bwMode="auto">
          <a:xfrm>
            <a:off x="1763317" y="1535907"/>
            <a:ext cx="9541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帧开始符</a:t>
            </a:r>
          </a:p>
        </p:txBody>
      </p:sp>
      <p:sp>
        <p:nvSpPr>
          <p:cNvPr id="44074" name="Text Box 46">
            <a:extLst>
              <a:ext uri="{FF2B5EF4-FFF2-40B4-BE49-F238E27FC236}">
                <a16:creationId xmlns:a16="http://schemas.microsoft.com/office/drawing/2014/main" id="{F55FEBAA-DBDD-9643-AF60-5B7C9A9B5DDC}"/>
              </a:ext>
            </a:extLst>
          </p:cNvPr>
          <p:cNvSpPr txBox="1">
            <a:spLocks noChangeArrowheads="1"/>
          </p:cNvSpPr>
          <p:nvPr/>
        </p:nvSpPr>
        <p:spPr bwMode="auto">
          <a:xfrm>
            <a:off x="6578204" y="1535907"/>
            <a:ext cx="9541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帧结束符</a:t>
            </a:r>
          </a:p>
        </p:txBody>
      </p:sp>
      <p:sp>
        <p:nvSpPr>
          <p:cNvPr id="44075" name="Line 47">
            <a:extLst>
              <a:ext uri="{FF2B5EF4-FFF2-40B4-BE49-F238E27FC236}">
                <a16:creationId xmlns:a16="http://schemas.microsoft.com/office/drawing/2014/main" id="{30BD0CA9-3CEB-2C4E-B169-F497FC7A6EC7}"/>
              </a:ext>
            </a:extLst>
          </p:cNvPr>
          <p:cNvSpPr>
            <a:spLocks noChangeShapeType="1"/>
          </p:cNvSpPr>
          <p:nvPr/>
        </p:nvSpPr>
        <p:spPr bwMode="auto">
          <a:xfrm>
            <a:off x="6965156" y="1803797"/>
            <a:ext cx="0" cy="22860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4076" name="AutoShape 48">
            <a:extLst>
              <a:ext uri="{FF2B5EF4-FFF2-40B4-BE49-F238E27FC236}">
                <a16:creationId xmlns:a16="http://schemas.microsoft.com/office/drawing/2014/main" id="{5E2DBDDA-9923-9344-A799-28AC103D0EDE}"/>
              </a:ext>
            </a:extLst>
          </p:cNvPr>
          <p:cNvSpPr>
            <a:spLocks noChangeArrowheads="1"/>
          </p:cNvSpPr>
          <p:nvPr/>
        </p:nvSpPr>
        <p:spPr bwMode="auto">
          <a:xfrm>
            <a:off x="2303860" y="2895600"/>
            <a:ext cx="169069" cy="323850"/>
          </a:xfrm>
          <a:prstGeom prst="downArrow">
            <a:avLst>
              <a:gd name="adj1" fmla="val 39435"/>
              <a:gd name="adj2" fmla="val 90143"/>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4077" name="AutoShape 49">
            <a:extLst>
              <a:ext uri="{FF2B5EF4-FFF2-40B4-BE49-F238E27FC236}">
                <a16:creationId xmlns:a16="http://schemas.microsoft.com/office/drawing/2014/main" id="{1F104EF0-247F-C84D-9642-A7035799444D}"/>
              </a:ext>
            </a:extLst>
          </p:cNvPr>
          <p:cNvSpPr>
            <a:spLocks noChangeArrowheads="1"/>
          </p:cNvSpPr>
          <p:nvPr/>
        </p:nvSpPr>
        <p:spPr bwMode="auto">
          <a:xfrm>
            <a:off x="3646885" y="2895600"/>
            <a:ext cx="169069" cy="323850"/>
          </a:xfrm>
          <a:prstGeom prst="downArrow">
            <a:avLst>
              <a:gd name="adj1" fmla="val 39435"/>
              <a:gd name="adj2" fmla="val 90143"/>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4078" name="AutoShape 50">
            <a:extLst>
              <a:ext uri="{FF2B5EF4-FFF2-40B4-BE49-F238E27FC236}">
                <a16:creationId xmlns:a16="http://schemas.microsoft.com/office/drawing/2014/main" id="{E6C8C077-90EB-0B4A-BD4A-4B7CB05202C7}"/>
              </a:ext>
            </a:extLst>
          </p:cNvPr>
          <p:cNvSpPr>
            <a:spLocks noChangeArrowheads="1"/>
          </p:cNvSpPr>
          <p:nvPr/>
        </p:nvSpPr>
        <p:spPr bwMode="auto">
          <a:xfrm>
            <a:off x="5158979" y="2895600"/>
            <a:ext cx="169069" cy="323850"/>
          </a:xfrm>
          <a:prstGeom prst="downArrow">
            <a:avLst>
              <a:gd name="adj1" fmla="val 39435"/>
              <a:gd name="adj2" fmla="val 90143"/>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4079" name="AutoShape 51">
            <a:extLst>
              <a:ext uri="{FF2B5EF4-FFF2-40B4-BE49-F238E27FC236}">
                <a16:creationId xmlns:a16="http://schemas.microsoft.com/office/drawing/2014/main" id="{CB504F6A-DC9F-194B-9D4E-79F387BF8DA0}"/>
              </a:ext>
            </a:extLst>
          </p:cNvPr>
          <p:cNvSpPr>
            <a:spLocks noChangeArrowheads="1"/>
          </p:cNvSpPr>
          <p:nvPr/>
        </p:nvSpPr>
        <p:spPr bwMode="auto">
          <a:xfrm>
            <a:off x="6462713" y="2895600"/>
            <a:ext cx="169069" cy="323850"/>
          </a:xfrm>
          <a:prstGeom prst="downArrow">
            <a:avLst>
              <a:gd name="adj1" fmla="val 39435"/>
              <a:gd name="adj2" fmla="val 90143"/>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 name="内容占位符 1">
            <a:extLst>
              <a:ext uri="{FF2B5EF4-FFF2-40B4-BE49-F238E27FC236}">
                <a16:creationId xmlns:a16="http://schemas.microsoft.com/office/drawing/2014/main" id="{972B0A10-FFAC-0E42-A925-D8B24AAF20E8}"/>
              </a:ext>
            </a:extLst>
          </p:cNvPr>
          <p:cNvSpPr>
            <a:spLocks noGrp="1"/>
          </p:cNvSpPr>
          <p:nvPr>
            <p:ph idx="1"/>
          </p:nvPr>
        </p:nvSpPr>
        <p:spPr/>
        <p:txBody>
          <a:bodyPr/>
          <a:lstStyle/>
          <a:p>
            <a:endParaRPr kumimoji="1" lang="zh-CN" altLang="en-US"/>
          </a:p>
        </p:txBody>
      </p:sp>
      <p:sp>
        <p:nvSpPr>
          <p:cNvPr id="44082" name="幻灯片编号占位符 1">
            <a:extLst>
              <a:ext uri="{FF2B5EF4-FFF2-40B4-BE49-F238E27FC236}">
                <a16:creationId xmlns:a16="http://schemas.microsoft.com/office/drawing/2014/main" id="{775749E0-462C-CC41-90A8-C542E82482F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458A71A-BE39-CE4B-9928-382759DD3B6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15</a:t>
            </a:fld>
            <a:endParaRPr lang="en-US" altLang="zh-CN" sz="1050">
              <a:solidFill>
                <a:schemeClr val="tx1"/>
              </a:solidFill>
              <a:latin typeface="Tahoma" panose="020B0604030504040204" pitchFamily="34" charset="0"/>
              <a:ea typeface="宋体" panose="02010600030101010101" pitchFamily="2" charset="-122"/>
            </a:endParaRPr>
          </a:p>
        </p:txBody>
      </p:sp>
      <p:sp>
        <p:nvSpPr>
          <p:cNvPr id="44080" name="Rectangle 55">
            <a:extLst>
              <a:ext uri="{FF2B5EF4-FFF2-40B4-BE49-F238E27FC236}">
                <a16:creationId xmlns:a16="http://schemas.microsoft.com/office/drawing/2014/main" id="{AAD2DF0F-3524-0541-8B69-1B2BBE7BAF02}"/>
              </a:ext>
            </a:extLst>
          </p:cNvPr>
          <p:cNvSpPr>
            <a:spLocks noGrp="1" noChangeArrowheads="1"/>
          </p:cNvSpPr>
          <p:nvPr>
            <p:ph type="title"/>
          </p:nvPr>
        </p:nvSpPr>
        <p:spPr/>
        <p:txBody>
          <a:bodyPr/>
          <a:lstStyle/>
          <a:p>
            <a:pPr eaLnBrk="1" hangingPunct="1"/>
            <a:r>
              <a:rPr lang="zh-CN" altLang="en-US" sz="3000" dirty="0">
                <a:latin typeface="Times New Roman" panose="02020603050405020304" pitchFamily="18" charset="0"/>
                <a:ea typeface="宋体" panose="02010600030101010101" pitchFamily="2" charset="-122"/>
              </a:rPr>
              <a:t>用字节填充法解决透明传输的问题 </a:t>
            </a:r>
          </a:p>
        </p:txBody>
      </p:sp>
      <p:sp>
        <p:nvSpPr>
          <p:cNvPr id="44081" name="Rectangle 13">
            <a:extLst>
              <a:ext uri="{FF2B5EF4-FFF2-40B4-BE49-F238E27FC236}">
                <a16:creationId xmlns:a16="http://schemas.microsoft.com/office/drawing/2014/main" id="{D72CEB56-2380-9F4F-9CB2-26A594A21546}"/>
              </a:ext>
            </a:extLst>
          </p:cNvPr>
          <p:cNvSpPr>
            <a:spLocks noChangeArrowheads="1"/>
          </p:cNvSpPr>
          <p:nvPr/>
        </p:nvSpPr>
        <p:spPr bwMode="auto">
          <a:xfrm>
            <a:off x="3805238" y="2051447"/>
            <a:ext cx="342900" cy="342900"/>
          </a:xfrm>
          <a:prstGeom prst="rect">
            <a:avLst/>
          </a:prstGeom>
          <a:solidFill>
            <a:srgbClr val="CCFF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SOH</a:t>
            </a:r>
          </a:p>
        </p:txBody>
      </p:sp>
    </p:spTree>
    <p:extLst>
      <p:ext uri="{BB962C8B-B14F-4D97-AF65-F5344CB8AC3E}">
        <p14:creationId xmlns:p14="http://schemas.microsoft.com/office/powerpoint/2010/main" val="27295758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灯片编号占位符 3">
            <a:extLst>
              <a:ext uri="{FF2B5EF4-FFF2-40B4-BE49-F238E27FC236}">
                <a16:creationId xmlns:a16="http://schemas.microsoft.com/office/drawing/2014/main" id="{3BF34E3D-33E1-2A4E-BDE6-6A96FDA78AB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D9A9055-4B5F-874F-A34C-7277695103D7}"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16</a:t>
            </a:fld>
            <a:endParaRPr lang="en-US" altLang="zh-CN" sz="1050">
              <a:solidFill>
                <a:schemeClr val="bg2"/>
              </a:solidFill>
              <a:latin typeface="Tahoma" panose="020B0604030504040204" pitchFamily="34" charset="0"/>
              <a:ea typeface="宋体" panose="02010600030101010101" pitchFamily="2" charset="-122"/>
            </a:endParaRPr>
          </a:p>
        </p:txBody>
      </p:sp>
      <p:sp>
        <p:nvSpPr>
          <p:cNvPr id="46082" name="Rectangle 2">
            <a:extLst>
              <a:ext uri="{FF2B5EF4-FFF2-40B4-BE49-F238E27FC236}">
                <a16:creationId xmlns:a16="http://schemas.microsoft.com/office/drawing/2014/main" id="{B286B7C4-0718-1446-8F02-2BD745A54917}"/>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3.	</a:t>
            </a:r>
            <a:r>
              <a:rPr lang="zh-CN" altLang="en-US">
                <a:latin typeface="微软雅黑" panose="020B0503020204020204" pitchFamily="34" charset="-122"/>
                <a:ea typeface="宋体" panose="02010600030101010101" pitchFamily="2" charset="-122"/>
              </a:rPr>
              <a:t>错误检测和纠正（</a:t>
            </a:r>
            <a:r>
              <a:rPr lang="en-US" altLang="zh-CN">
                <a:latin typeface="微软雅黑" panose="020B0503020204020204" pitchFamily="34" charset="-122"/>
                <a:ea typeface="宋体" panose="02010600030101010101" pitchFamily="2" charset="-122"/>
              </a:rPr>
              <a:t>1</a:t>
            </a:r>
            <a:r>
              <a:rPr lang="zh-CN" altLang="en-US">
                <a:latin typeface="微软雅黑" panose="020B0503020204020204" pitchFamily="34" charset="-122"/>
                <a:ea typeface="宋体" panose="02010600030101010101" pitchFamily="2" charset="-122"/>
              </a:rPr>
              <a:t>）</a:t>
            </a:r>
          </a:p>
        </p:txBody>
      </p:sp>
      <p:sp>
        <p:nvSpPr>
          <p:cNvPr id="46083" name="Rectangle 3">
            <a:extLst>
              <a:ext uri="{FF2B5EF4-FFF2-40B4-BE49-F238E27FC236}">
                <a16:creationId xmlns:a16="http://schemas.microsoft.com/office/drawing/2014/main" id="{69FBC47F-6B06-834F-AF3D-2BFB881A863E}"/>
              </a:ext>
            </a:extLst>
          </p:cNvPr>
          <p:cNvSpPr>
            <a:spLocks noGrp="1" noChangeArrowheads="1"/>
          </p:cNvSpPr>
          <p:nvPr>
            <p:ph type="body" idx="1"/>
          </p:nvPr>
        </p:nvSpPr>
        <p:spPr/>
        <p:txBody>
          <a:bodyPr/>
          <a:lstStyle/>
          <a:p>
            <a:pPr eaLnBrk="1" hangingPunct="1"/>
            <a:r>
              <a:rPr lang="zh-CN" altLang="en-US">
                <a:latin typeface="微软雅黑" panose="020B0503020204020204" pitchFamily="34" charset="-122"/>
                <a:ea typeface="宋体" panose="02010600030101010101" pitchFamily="2" charset="-122"/>
              </a:rPr>
              <a:t>差错出现的特点：随机，连续突发（</a:t>
            </a:r>
            <a:r>
              <a:rPr lang="en-US" altLang="zh-CN">
                <a:latin typeface="微软雅黑" panose="020B0503020204020204" pitchFamily="34" charset="-122"/>
                <a:ea typeface="宋体" panose="02010600030101010101" pitchFamily="2" charset="-122"/>
              </a:rPr>
              <a:t>burst</a:t>
            </a:r>
            <a:r>
              <a:rPr lang="zh-CN" altLang="en-US">
                <a:latin typeface="微软雅黑" panose="020B0503020204020204" pitchFamily="34" charset="-122"/>
                <a:ea typeface="宋体" panose="02010600030101010101" pitchFamily="2" charset="-122"/>
              </a:rPr>
              <a:t>）</a:t>
            </a:r>
          </a:p>
          <a:p>
            <a:pPr eaLnBrk="1" hangingPunct="1"/>
            <a:r>
              <a:rPr lang="zh-CN" altLang="en-US">
                <a:latin typeface="微软雅黑" panose="020B0503020204020204" pitchFamily="34" charset="-122"/>
                <a:ea typeface="宋体" panose="02010600030101010101" pitchFamily="2" charset="-122"/>
              </a:rPr>
              <a:t>处理差错的两种基本策略</a:t>
            </a:r>
          </a:p>
          <a:p>
            <a:pPr lvl="1" eaLnBrk="1" hangingPunct="1"/>
            <a:r>
              <a:rPr lang="zh-CN" altLang="en-US">
                <a:latin typeface="微软雅黑" panose="020B0503020204020204" pitchFamily="34" charset="-122"/>
                <a:ea typeface="宋体" panose="02010600030101010101" pitchFamily="2" charset="-122"/>
              </a:rPr>
              <a:t>使用纠错码：发送方在每个数据块中加入足够的冗余信息，使得接收方能够判断接收到的数据是否有错，并能纠正错误。</a:t>
            </a:r>
          </a:p>
          <a:p>
            <a:pPr lvl="1" eaLnBrk="1" hangingPunct="1"/>
            <a:r>
              <a:rPr lang="zh-CN" altLang="en-US">
                <a:latin typeface="微软雅黑" panose="020B0503020204020204" pitchFamily="34" charset="-122"/>
                <a:ea typeface="宋体" panose="02010600030101010101" pitchFamily="2" charset="-122"/>
              </a:rPr>
              <a:t>使用检错码：发送方在每个数据块中加入足够的冗余信息，使得接收方能够判断接收到的数据是否有错，但不能判断哪里有错。</a:t>
            </a:r>
          </a:p>
        </p:txBody>
      </p:sp>
    </p:spTree>
    <p:extLst>
      <p:ext uri="{BB962C8B-B14F-4D97-AF65-F5344CB8AC3E}">
        <p14:creationId xmlns:p14="http://schemas.microsoft.com/office/powerpoint/2010/main" val="25779272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灯片编号占位符 3">
            <a:extLst>
              <a:ext uri="{FF2B5EF4-FFF2-40B4-BE49-F238E27FC236}">
                <a16:creationId xmlns:a16="http://schemas.microsoft.com/office/drawing/2014/main" id="{D2452990-C742-4B41-9677-9523CE8C82D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352593D-5FA6-ED40-B2C7-6B476218F0DB}"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17</a:t>
            </a:fld>
            <a:endParaRPr lang="en-US" altLang="zh-CN" sz="1050">
              <a:solidFill>
                <a:schemeClr val="bg2"/>
              </a:solidFill>
              <a:latin typeface="Tahoma" panose="020B0604030504040204" pitchFamily="34" charset="0"/>
              <a:ea typeface="宋体" panose="02010600030101010101" pitchFamily="2" charset="-122"/>
            </a:endParaRPr>
          </a:p>
        </p:txBody>
      </p:sp>
      <p:sp>
        <p:nvSpPr>
          <p:cNvPr id="48130" name="Rectangle 2">
            <a:extLst>
              <a:ext uri="{FF2B5EF4-FFF2-40B4-BE49-F238E27FC236}">
                <a16:creationId xmlns:a16="http://schemas.microsoft.com/office/drawing/2014/main" id="{492E21E4-4E91-5E46-B870-FCED8A52B66A}"/>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3.	</a:t>
            </a:r>
            <a:r>
              <a:rPr lang="zh-CN" altLang="en-US">
                <a:latin typeface="微软雅黑" panose="020B0503020204020204" pitchFamily="34" charset="-122"/>
                <a:ea typeface="宋体" panose="02010600030101010101" pitchFamily="2" charset="-122"/>
              </a:rPr>
              <a:t>错误检测和纠正（</a:t>
            </a:r>
            <a:r>
              <a:rPr lang="en-US" altLang="zh-CN">
                <a:latin typeface="微软雅黑" panose="020B0503020204020204" pitchFamily="34" charset="-122"/>
                <a:ea typeface="宋体" panose="02010600030101010101" pitchFamily="2" charset="-122"/>
              </a:rPr>
              <a:t>2</a:t>
            </a:r>
            <a:r>
              <a:rPr lang="zh-CN" altLang="en-US">
                <a:latin typeface="微软雅黑" panose="020B0503020204020204" pitchFamily="34" charset="-122"/>
                <a:ea typeface="宋体" panose="02010600030101010101" pitchFamily="2" charset="-122"/>
              </a:rPr>
              <a:t>）</a:t>
            </a:r>
          </a:p>
        </p:txBody>
      </p:sp>
      <p:sp>
        <p:nvSpPr>
          <p:cNvPr id="48131" name="Rectangle 3">
            <a:extLst>
              <a:ext uri="{FF2B5EF4-FFF2-40B4-BE49-F238E27FC236}">
                <a16:creationId xmlns:a16="http://schemas.microsoft.com/office/drawing/2014/main" id="{54278247-65A1-CC4E-9AD4-785F6D43904D}"/>
              </a:ext>
            </a:extLst>
          </p:cNvPr>
          <p:cNvSpPr>
            <a:spLocks noGrp="1" noChangeArrowheads="1"/>
          </p:cNvSpPr>
          <p:nvPr>
            <p:ph type="body" idx="1"/>
          </p:nvPr>
        </p:nvSpPr>
        <p:spPr>
          <a:xfrm>
            <a:off x="133563" y="1029891"/>
            <a:ext cx="8804953" cy="3833813"/>
          </a:xfrm>
        </p:spPr>
        <p:txBody>
          <a:bodyPr/>
          <a:lstStyle/>
          <a:p>
            <a:pPr eaLnBrk="1" hangingPunct="1">
              <a:lnSpc>
                <a:spcPct val="110000"/>
              </a:lnSpc>
              <a:buFont typeface="Wingdings" pitchFamily="2" charset="2"/>
              <a:buNone/>
            </a:pPr>
            <a:r>
              <a:rPr lang="en-US" altLang="zh-CN" dirty="0">
                <a:solidFill>
                  <a:srgbClr val="FF0000"/>
                </a:solidFill>
                <a:latin typeface="微软雅黑" panose="020B0503020204020204" pitchFamily="34" charset="-122"/>
                <a:ea typeface="宋体" panose="02010600030101010101" pitchFamily="2" charset="-122"/>
              </a:rPr>
              <a:t>1. </a:t>
            </a:r>
            <a:r>
              <a:rPr lang="zh-CN" altLang="en-US" dirty="0">
                <a:solidFill>
                  <a:srgbClr val="FF0000"/>
                </a:solidFill>
                <a:latin typeface="微软雅黑" panose="020B0503020204020204" pitchFamily="34" charset="-122"/>
                <a:ea typeface="宋体" panose="02010600030101010101" pitchFamily="2" charset="-122"/>
              </a:rPr>
              <a:t>纠错码</a:t>
            </a:r>
          </a:p>
          <a:p>
            <a:pPr eaLnBrk="1" hangingPunct="1">
              <a:lnSpc>
                <a:spcPct val="110000"/>
              </a:lnSpc>
            </a:pPr>
            <a:r>
              <a:rPr lang="zh-CN" altLang="en-US" sz="2100" dirty="0">
                <a:latin typeface="微软雅黑" panose="020B0503020204020204" pitchFamily="34" charset="-122"/>
                <a:ea typeface="宋体" panose="02010600030101010101" pitchFamily="2" charset="-122"/>
              </a:rPr>
              <a:t>码字（</a:t>
            </a:r>
            <a:r>
              <a:rPr lang="en-US" altLang="zh-CN" sz="2100" dirty="0">
                <a:latin typeface="微软雅黑" panose="020B0503020204020204" pitchFamily="34" charset="-122"/>
                <a:ea typeface="宋体" panose="02010600030101010101" pitchFamily="2" charset="-122"/>
              </a:rPr>
              <a:t>codeword</a:t>
            </a:r>
            <a:r>
              <a:rPr lang="zh-CN" altLang="en-US" sz="2100" dirty="0">
                <a:latin typeface="微软雅黑" panose="020B0503020204020204" pitchFamily="34" charset="-122"/>
                <a:ea typeface="宋体" panose="02010600030101010101" pitchFamily="2" charset="-122"/>
              </a:rPr>
              <a:t>）：一个帧包括</a:t>
            </a:r>
            <a:r>
              <a:rPr lang="en-US" altLang="zh-CN" sz="2100" dirty="0">
                <a:latin typeface="微软雅黑" panose="020B0503020204020204" pitchFamily="34" charset="-122"/>
                <a:ea typeface="宋体" panose="02010600030101010101" pitchFamily="2" charset="-122"/>
              </a:rPr>
              <a:t>m</a:t>
            </a:r>
            <a:r>
              <a:rPr lang="zh-CN" altLang="en-US" sz="2100" dirty="0">
                <a:latin typeface="微软雅黑" panose="020B0503020204020204" pitchFamily="34" charset="-122"/>
                <a:ea typeface="宋体" panose="02010600030101010101" pitchFamily="2" charset="-122"/>
              </a:rPr>
              <a:t>个数据位，</a:t>
            </a:r>
            <a:r>
              <a:rPr lang="en-US" altLang="zh-CN" sz="2100" dirty="0">
                <a:latin typeface="微软雅黑" panose="020B0503020204020204" pitchFamily="34" charset="-122"/>
                <a:ea typeface="宋体" panose="02010600030101010101" pitchFamily="2" charset="-122"/>
              </a:rPr>
              <a:t>r</a:t>
            </a:r>
            <a:r>
              <a:rPr lang="zh-CN" altLang="en-US" sz="2100" dirty="0">
                <a:latin typeface="微软雅黑" panose="020B0503020204020204" pitchFamily="34" charset="-122"/>
                <a:ea typeface="宋体" panose="02010600030101010101" pitchFamily="2" charset="-122"/>
              </a:rPr>
              <a:t>个校验位，</a:t>
            </a:r>
            <a:r>
              <a:rPr lang="en-US" altLang="zh-CN" sz="2100" dirty="0">
                <a:latin typeface="微软雅黑" panose="020B0503020204020204" pitchFamily="34" charset="-122"/>
                <a:ea typeface="宋体" panose="02010600030101010101" pitchFamily="2" charset="-122"/>
              </a:rPr>
              <a:t>n = m + r</a:t>
            </a:r>
            <a:r>
              <a:rPr lang="zh-CN" altLang="en-US" sz="2100" dirty="0">
                <a:latin typeface="微软雅黑" panose="020B0503020204020204" pitchFamily="34" charset="-122"/>
                <a:ea typeface="宋体" panose="02010600030101010101" pitchFamily="2" charset="-122"/>
              </a:rPr>
              <a:t>，则此</a:t>
            </a:r>
            <a:r>
              <a:rPr lang="en-US" altLang="zh-CN" sz="2100" dirty="0">
                <a:latin typeface="微软雅黑" panose="020B0503020204020204" pitchFamily="34" charset="-122"/>
                <a:ea typeface="宋体" panose="02010600030101010101" pitchFamily="2" charset="-122"/>
              </a:rPr>
              <a:t>n</a:t>
            </a:r>
            <a:r>
              <a:rPr lang="zh-CN" altLang="en-US" sz="2100" dirty="0">
                <a:latin typeface="微软雅黑" panose="020B0503020204020204" pitchFamily="34" charset="-122"/>
                <a:ea typeface="宋体" panose="02010600030101010101" pitchFamily="2" charset="-122"/>
              </a:rPr>
              <a:t>比特单元称为</a:t>
            </a:r>
            <a:r>
              <a:rPr lang="en-US" altLang="zh-CN" sz="2100" dirty="0">
                <a:latin typeface="微软雅黑" panose="020B0503020204020204" pitchFamily="34" charset="-122"/>
                <a:ea typeface="宋体" panose="02010600030101010101" pitchFamily="2" charset="-122"/>
              </a:rPr>
              <a:t>n</a:t>
            </a:r>
            <a:r>
              <a:rPr lang="zh-CN" altLang="en-US" sz="2100" dirty="0">
                <a:latin typeface="微软雅黑" panose="020B0503020204020204" pitchFamily="34" charset="-122"/>
                <a:ea typeface="宋体" panose="02010600030101010101" pitchFamily="2" charset="-122"/>
              </a:rPr>
              <a:t>位码字。</a:t>
            </a:r>
          </a:p>
          <a:p>
            <a:pPr eaLnBrk="1" hangingPunct="1">
              <a:lnSpc>
                <a:spcPct val="110000"/>
              </a:lnSpc>
            </a:pPr>
            <a:r>
              <a:rPr lang="zh-CN" altLang="en-US" sz="2100" dirty="0">
                <a:latin typeface="微软雅黑" panose="020B0503020204020204" pitchFamily="34" charset="-122"/>
                <a:ea typeface="宋体" panose="02010600030101010101" pitchFamily="2" charset="-122"/>
              </a:rPr>
              <a:t>海明距离（</a:t>
            </a:r>
            <a:r>
              <a:rPr lang="en-US" altLang="zh-CN" sz="2100" dirty="0">
                <a:latin typeface="微软雅黑" panose="020B0503020204020204" pitchFamily="34" charset="-122"/>
                <a:ea typeface="宋体" panose="02010600030101010101" pitchFamily="2" charset="-122"/>
              </a:rPr>
              <a:t>Hamming distance</a:t>
            </a:r>
            <a:r>
              <a:rPr lang="zh-CN" altLang="en-US" sz="2100" dirty="0">
                <a:latin typeface="微软雅黑" panose="020B0503020204020204" pitchFamily="34" charset="-122"/>
                <a:ea typeface="宋体" panose="02010600030101010101" pitchFamily="2" charset="-122"/>
              </a:rPr>
              <a:t>）：两个码字之间不同的比特</a:t>
            </a:r>
            <a:r>
              <a:rPr lang="en-US" altLang="zh-CN" sz="2100" dirty="0">
                <a:latin typeface="微软雅黑" panose="020B0503020204020204" pitchFamily="34" charset="-122"/>
                <a:ea typeface="宋体" panose="02010600030101010101" pitchFamily="2" charset="-122"/>
              </a:rPr>
              <a:t>(</a:t>
            </a:r>
            <a:r>
              <a:rPr lang="zh-CN" altLang="en-US" sz="2100" dirty="0">
                <a:latin typeface="微软雅黑" panose="020B0503020204020204" pitchFamily="34" charset="-122"/>
                <a:ea typeface="宋体" panose="02010600030101010101" pitchFamily="2" charset="-122"/>
              </a:rPr>
              <a:t>对应</a:t>
            </a:r>
            <a:r>
              <a:rPr lang="en-US" altLang="zh-CN" sz="2100" dirty="0">
                <a:latin typeface="微软雅黑" panose="020B0503020204020204" pitchFamily="34" charset="-122"/>
                <a:ea typeface="宋体" panose="02010600030101010101" pitchFamily="2" charset="-122"/>
              </a:rPr>
              <a:t>)</a:t>
            </a:r>
            <a:r>
              <a:rPr lang="zh-CN" altLang="en-US" sz="2100" dirty="0">
                <a:latin typeface="微软雅黑" panose="020B0503020204020204" pitchFamily="34" charset="-122"/>
                <a:ea typeface="宋体" panose="02010600030101010101" pitchFamily="2" charset="-122"/>
              </a:rPr>
              <a:t>位数目。</a:t>
            </a:r>
          </a:p>
          <a:p>
            <a:pPr lvl="1" eaLnBrk="1" hangingPunct="1">
              <a:lnSpc>
                <a:spcPct val="110000"/>
              </a:lnSpc>
            </a:pPr>
            <a:r>
              <a:rPr lang="zh-CN" altLang="en-US" sz="1800" dirty="0">
                <a:latin typeface="微软雅黑" panose="020B0503020204020204" pitchFamily="34" charset="-122"/>
                <a:ea typeface="宋体" panose="02010600030101010101" pitchFamily="2" charset="-122"/>
              </a:rPr>
              <a:t>例：</a:t>
            </a:r>
            <a:r>
              <a:rPr lang="en-US" altLang="zh-CN" sz="1800" dirty="0">
                <a:latin typeface="微软雅黑" panose="020B0503020204020204" pitchFamily="34" charset="-122"/>
                <a:ea typeface="宋体" panose="02010600030101010101" pitchFamily="2" charset="-122"/>
              </a:rPr>
              <a:t>0000000000 </a:t>
            </a:r>
            <a:r>
              <a:rPr lang="zh-CN" altLang="en-US" sz="1800" dirty="0">
                <a:latin typeface="微软雅黑" panose="020B0503020204020204" pitchFamily="34" charset="-122"/>
                <a:ea typeface="宋体" panose="02010600030101010101" pitchFamily="2" charset="-122"/>
              </a:rPr>
              <a:t>与</a:t>
            </a:r>
            <a:r>
              <a:rPr lang="en-US" altLang="zh-CN" sz="1800" dirty="0">
                <a:latin typeface="微软雅黑" panose="020B0503020204020204" pitchFamily="34" charset="-122"/>
                <a:ea typeface="宋体" panose="02010600030101010101" pitchFamily="2" charset="-122"/>
              </a:rPr>
              <a:t>0000011111</a:t>
            </a:r>
            <a:r>
              <a:rPr lang="zh-CN" altLang="en-US" sz="1800" dirty="0">
                <a:latin typeface="微软雅黑" panose="020B0503020204020204" pitchFamily="34" charset="-122"/>
                <a:ea typeface="宋体" panose="02010600030101010101" pitchFamily="2" charset="-122"/>
              </a:rPr>
              <a:t>的海明距离为</a:t>
            </a:r>
            <a:r>
              <a:rPr lang="en-US" altLang="zh-CN" sz="1800" dirty="0">
                <a:latin typeface="微软雅黑" panose="020B0503020204020204" pitchFamily="34" charset="-122"/>
                <a:ea typeface="宋体" panose="02010600030101010101" pitchFamily="2" charset="-122"/>
              </a:rPr>
              <a:t>5</a:t>
            </a:r>
          </a:p>
          <a:p>
            <a:pPr lvl="1" eaLnBrk="1" hangingPunct="1">
              <a:lnSpc>
                <a:spcPct val="110000"/>
              </a:lnSpc>
            </a:pPr>
            <a:r>
              <a:rPr lang="zh-CN" altLang="en-US" sz="1800" dirty="0">
                <a:latin typeface="微软雅黑" panose="020B0503020204020204" pitchFamily="34" charset="-122"/>
                <a:ea typeface="宋体" panose="02010600030101010101" pitchFamily="2" charset="-122"/>
              </a:rPr>
              <a:t>如果两个码字的海明距离为</a:t>
            </a:r>
            <a:r>
              <a:rPr lang="en-US" altLang="zh-CN" sz="1800" dirty="0">
                <a:latin typeface="微软雅黑" panose="020B0503020204020204" pitchFamily="34" charset="-122"/>
                <a:ea typeface="宋体" panose="02010600030101010101" pitchFamily="2" charset="-122"/>
              </a:rPr>
              <a:t>d</a:t>
            </a:r>
            <a:r>
              <a:rPr lang="zh-CN" altLang="en-US" sz="1800" dirty="0">
                <a:latin typeface="微软雅黑" panose="020B0503020204020204" pitchFamily="34" charset="-122"/>
                <a:ea typeface="宋体" panose="02010600030101010101" pitchFamily="2" charset="-122"/>
              </a:rPr>
              <a:t>，则需要</a:t>
            </a:r>
            <a:r>
              <a:rPr lang="en-US" altLang="zh-CN" sz="1800" dirty="0">
                <a:latin typeface="微软雅黑" panose="020B0503020204020204" pitchFamily="34" charset="-122"/>
                <a:ea typeface="宋体" panose="02010600030101010101" pitchFamily="2" charset="-122"/>
              </a:rPr>
              <a:t>d</a:t>
            </a:r>
            <a:r>
              <a:rPr lang="zh-CN" altLang="en-US" sz="1800" dirty="0">
                <a:latin typeface="微软雅黑" panose="020B0503020204020204" pitchFamily="34" charset="-122"/>
                <a:ea typeface="宋体" panose="02010600030101010101" pitchFamily="2" charset="-122"/>
              </a:rPr>
              <a:t>个单比特错就可以把一个码字转换成另一个码字；</a:t>
            </a:r>
          </a:p>
          <a:p>
            <a:pPr eaLnBrk="1" hangingPunct="1">
              <a:lnSpc>
                <a:spcPct val="110000"/>
              </a:lnSpc>
            </a:pPr>
            <a:r>
              <a:rPr lang="zh-CN" altLang="en-US" dirty="0">
                <a:latin typeface="微软雅黑" panose="020B0503020204020204" pitchFamily="34" charset="-122"/>
                <a:ea typeface="宋体" panose="02010600030101010101" pitchFamily="2" charset="-122"/>
              </a:rPr>
              <a:t>对于</a:t>
            </a:r>
            <a:r>
              <a:rPr lang="en-US" altLang="zh-CN" dirty="0">
                <a:latin typeface="微软雅黑" panose="020B0503020204020204" pitchFamily="34" charset="-122"/>
                <a:ea typeface="宋体" panose="02010600030101010101" pitchFamily="2" charset="-122"/>
              </a:rPr>
              <a:t>n</a:t>
            </a:r>
            <a:r>
              <a:rPr lang="zh-CN" altLang="en-US" dirty="0">
                <a:latin typeface="微软雅黑" panose="020B0503020204020204" pitchFamily="34" charset="-122"/>
                <a:ea typeface="宋体" panose="02010600030101010101" pitchFamily="2" charset="-122"/>
              </a:rPr>
              <a:t>位码字的集合，只有</a:t>
            </a:r>
            <a:r>
              <a:rPr lang="en-US" altLang="zh-CN" dirty="0">
                <a:latin typeface="微软雅黑" panose="020B0503020204020204" pitchFamily="34" charset="-122"/>
                <a:ea typeface="宋体" panose="02010600030101010101" pitchFamily="2" charset="-122"/>
              </a:rPr>
              <a:t>2</a:t>
            </a:r>
            <a:r>
              <a:rPr lang="en-US" altLang="zh-CN" baseline="30000" dirty="0">
                <a:latin typeface="微软雅黑" panose="020B0503020204020204" pitchFamily="34" charset="-122"/>
                <a:ea typeface="宋体" panose="02010600030101010101" pitchFamily="2" charset="-122"/>
              </a:rPr>
              <a:t>m</a:t>
            </a:r>
            <a:r>
              <a:rPr lang="zh-CN" altLang="en-US" dirty="0">
                <a:latin typeface="微软雅黑" panose="020B0503020204020204" pitchFamily="34" charset="-122"/>
                <a:ea typeface="宋体" panose="02010600030101010101" pitchFamily="2" charset="-122"/>
              </a:rPr>
              <a:t>个码字是有效的。也就是说，通常并未使用所有</a:t>
            </a:r>
            <a:r>
              <a:rPr lang="en-US" altLang="zh-CN" dirty="0">
                <a:latin typeface="微软雅黑" panose="020B0503020204020204" pitchFamily="34" charset="-122"/>
                <a:ea typeface="宋体" panose="02010600030101010101" pitchFamily="2" charset="-122"/>
              </a:rPr>
              <a:t>2</a:t>
            </a:r>
            <a:r>
              <a:rPr lang="en-US" altLang="zh-CN" baseline="30000" dirty="0">
                <a:latin typeface="微软雅黑" panose="020B0503020204020204" pitchFamily="34" charset="-122"/>
                <a:ea typeface="宋体" panose="02010600030101010101" pitchFamily="2" charset="-122"/>
              </a:rPr>
              <a:t>n</a:t>
            </a:r>
            <a:r>
              <a:rPr lang="zh-CN" altLang="en-US" dirty="0">
                <a:latin typeface="微软雅黑" panose="020B0503020204020204" pitchFamily="34" charset="-122"/>
                <a:ea typeface="宋体" panose="02010600030101010101" pitchFamily="2" charset="-122"/>
              </a:rPr>
              <a:t>个码字。 </a:t>
            </a:r>
          </a:p>
        </p:txBody>
      </p:sp>
    </p:spTree>
    <p:extLst>
      <p:ext uri="{BB962C8B-B14F-4D97-AF65-F5344CB8AC3E}">
        <p14:creationId xmlns:p14="http://schemas.microsoft.com/office/powerpoint/2010/main" val="2164341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灯片编号占位符 3">
            <a:extLst>
              <a:ext uri="{FF2B5EF4-FFF2-40B4-BE49-F238E27FC236}">
                <a16:creationId xmlns:a16="http://schemas.microsoft.com/office/drawing/2014/main" id="{FD6ECE24-8B99-B649-8EFA-1E4EF1901BD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09C6F08-398A-5246-92FD-57D92C46F9EF}"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18</a:t>
            </a:fld>
            <a:endParaRPr lang="en-US" altLang="zh-CN" sz="1050">
              <a:solidFill>
                <a:schemeClr val="bg2"/>
              </a:solidFill>
              <a:latin typeface="Tahoma" panose="020B0604030504040204" pitchFamily="34" charset="0"/>
              <a:ea typeface="宋体" panose="02010600030101010101" pitchFamily="2" charset="-122"/>
            </a:endParaRPr>
          </a:p>
        </p:txBody>
      </p:sp>
      <p:sp>
        <p:nvSpPr>
          <p:cNvPr id="50178" name="Rectangle 2">
            <a:extLst>
              <a:ext uri="{FF2B5EF4-FFF2-40B4-BE49-F238E27FC236}">
                <a16:creationId xmlns:a16="http://schemas.microsoft.com/office/drawing/2014/main" id="{A686ECC0-F365-1844-ACCC-3C65335973EC}"/>
              </a:ext>
            </a:extLst>
          </p:cNvPr>
          <p:cNvSpPr>
            <a:spLocks noGrp="1" noChangeArrowheads="1"/>
          </p:cNvSpPr>
          <p:nvPr>
            <p:ph type="title"/>
          </p:nvPr>
        </p:nvSpPr>
        <p:spPr/>
        <p:txBody>
          <a:bodyPr/>
          <a:lstStyle/>
          <a:p>
            <a:pPr eaLnBrk="1" hangingPunct="1"/>
            <a:r>
              <a:rPr lang="zh-CN" altLang="en-US" sz="3600">
                <a:latin typeface="微软雅黑" panose="020B0503020204020204" pitchFamily="34" charset="-122"/>
                <a:ea typeface="宋体" panose="02010600030101010101" pitchFamily="2" charset="-122"/>
              </a:rPr>
              <a:t>检错和纠错</a:t>
            </a:r>
          </a:p>
        </p:txBody>
      </p:sp>
      <p:sp>
        <p:nvSpPr>
          <p:cNvPr id="50179" name="Rectangle 3">
            <a:extLst>
              <a:ext uri="{FF2B5EF4-FFF2-40B4-BE49-F238E27FC236}">
                <a16:creationId xmlns:a16="http://schemas.microsoft.com/office/drawing/2014/main" id="{B82A26D7-C801-E54C-8037-A5FB3151242F}"/>
              </a:ext>
            </a:extLst>
          </p:cNvPr>
          <p:cNvSpPr>
            <a:spLocks noGrp="1" noChangeArrowheads="1"/>
          </p:cNvSpPr>
          <p:nvPr>
            <p:ph type="body" idx="1"/>
          </p:nvPr>
        </p:nvSpPr>
        <p:spPr>
          <a:xfrm>
            <a:off x="133563" y="1113235"/>
            <a:ext cx="8804953" cy="3996928"/>
          </a:xfrm>
        </p:spPr>
        <p:txBody>
          <a:bodyPr/>
          <a:lstStyle/>
          <a:p>
            <a:pPr eaLnBrk="1" hangingPunct="1">
              <a:lnSpc>
                <a:spcPct val="80000"/>
              </a:lnSpc>
            </a:pPr>
            <a:r>
              <a:rPr lang="zh-CN" altLang="en-US" sz="1800" dirty="0">
                <a:latin typeface="微软雅黑" panose="020B0503020204020204" pitchFamily="34" charset="-122"/>
                <a:ea typeface="宋体" panose="02010600030101010101" pitchFamily="2" charset="-122"/>
              </a:rPr>
              <a:t>一种编码的检错和纠错能力取决于编码后码字海明距离的大小。</a:t>
            </a:r>
          </a:p>
          <a:p>
            <a:pPr eaLnBrk="1" hangingPunct="1">
              <a:lnSpc>
                <a:spcPct val="80000"/>
              </a:lnSpc>
            </a:pPr>
            <a:r>
              <a:rPr lang="zh-CN" altLang="en-US" sz="1800" dirty="0">
                <a:latin typeface="微软雅黑" panose="020B0503020204020204" pitchFamily="34" charset="-122"/>
                <a:ea typeface="宋体" panose="02010600030101010101" pitchFamily="2" charset="-122"/>
              </a:rPr>
              <a:t>为了检测出</a:t>
            </a:r>
            <a:r>
              <a:rPr lang="en-US" altLang="zh-CN" sz="1800" dirty="0">
                <a:latin typeface="微软雅黑" panose="020B0503020204020204" pitchFamily="34" charset="-122"/>
                <a:ea typeface="宋体" panose="02010600030101010101" pitchFamily="2" charset="-122"/>
              </a:rPr>
              <a:t>d</a:t>
            </a:r>
            <a:r>
              <a:rPr lang="zh-CN" altLang="en-US" sz="1800" dirty="0">
                <a:latin typeface="微软雅黑" panose="020B0503020204020204" pitchFamily="34" charset="-122"/>
                <a:ea typeface="宋体" panose="02010600030101010101" pitchFamily="2" charset="-122"/>
              </a:rPr>
              <a:t>个比特的错，需要使用海明距离为</a:t>
            </a:r>
            <a:r>
              <a:rPr lang="en-US" altLang="zh-CN" sz="1800" dirty="0">
                <a:latin typeface="微软雅黑" panose="020B0503020204020204" pitchFamily="34" charset="-122"/>
                <a:ea typeface="宋体" panose="02010600030101010101" pitchFamily="2" charset="-122"/>
              </a:rPr>
              <a:t>d+1</a:t>
            </a:r>
            <a:r>
              <a:rPr lang="zh-CN" altLang="en-US" sz="1800" dirty="0">
                <a:latin typeface="微软雅黑" panose="020B0503020204020204" pitchFamily="34" charset="-122"/>
                <a:ea typeface="宋体" panose="02010600030101010101" pitchFamily="2" charset="-122"/>
              </a:rPr>
              <a:t>的编码</a:t>
            </a:r>
            <a:r>
              <a:rPr lang="zh-CN" altLang="en-US" sz="1800" dirty="0">
                <a:latin typeface="Arial" panose="020B0604020202020204" pitchFamily="34" charset="0"/>
                <a:ea typeface="宋体" panose="02010600030101010101" pitchFamily="2" charset="-122"/>
              </a:rPr>
              <a:t> </a:t>
            </a:r>
            <a:br>
              <a:rPr lang="zh-CN" altLang="en-US" sz="1800" dirty="0">
                <a:latin typeface="微软雅黑" panose="020B0503020204020204" pitchFamily="34" charset="-122"/>
                <a:ea typeface="宋体" panose="02010600030101010101" pitchFamily="2" charset="-122"/>
              </a:rPr>
            </a:br>
            <a:r>
              <a:rPr lang="zh-CN" altLang="en-US" sz="1800" dirty="0">
                <a:latin typeface="微软雅黑" panose="020B0503020204020204" pitchFamily="34" charset="-122"/>
                <a:ea typeface="宋体" panose="02010600030101010101" pitchFamily="2" charset="-122"/>
              </a:rPr>
              <a:t>例如：数据后加奇偶校验位，编码后的海明距离为</a:t>
            </a:r>
            <a:r>
              <a:rPr lang="en-US" altLang="zh-CN" sz="1800" dirty="0">
                <a:latin typeface="微软雅黑" panose="020B0503020204020204" pitchFamily="34" charset="-122"/>
                <a:ea typeface="宋体" panose="02010600030101010101" pitchFamily="2" charset="-122"/>
              </a:rPr>
              <a:t>2</a:t>
            </a:r>
            <a:r>
              <a:rPr lang="zh-CN" altLang="en-US" sz="1800" dirty="0">
                <a:latin typeface="微软雅黑" panose="020B0503020204020204" pitchFamily="34" charset="-122"/>
                <a:ea typeface="宋体" panose="02010600030101010101" pitchFamily="2" charset="-122"/>
              </a:rPr>
              <a:t>，能检测</a:t>
            </a:r>
            <a:r>
              <a:rPr lang="en-US" altLang="zh-CN" sz="1800" dirty="0">
                <a:latin typeface="微软雅黑" panose="020B0503020204020204" pitchFamily="34" charset="-122"/>
                <a:ea typeface="宋体" panose="02010600030101010101" pitchFamily="2" charset="-122"/>
              </a:rPr>
              <a:t>1</a:t>
            </a:r>
            <a:r>
              <a:rPr lang="zh-CN" altLang="en-US" sz="1800" dirty="0">
                <a:latin typeface="微软雅黑" panose="020B0503020204020204" pitchFamily="34" charset="-122"/>
                <a:ea typeface="宋体" panose="02010600030101010101" pitchFamily="2" charset="-122"/>
              </a:rPr>
              <a:t>比特错。</a:t>
            </a:r>
            <a:r>
              <a:rPr lang="zh-CN" altLang="en-US" sz="1800" dirty="0">
                <a:latin typeface="Arial" panose="020B0604020202020204" pitchFamily="34" charset="0"/>
                <a:ea typeface="宋体" panose="02010600030101010101" pitchFamily="2" charset="-122"/>
              </a:rPr>
              <a:t> </a:t>
            </a:r>
            <a:endParaRPr lang="zh-CN" altLang="en-US" sz="1800" dirty="0">
              <a:latin typeface="微软雅黑" panose="020B0503020204020204" pitchFamily="34" charset="-122"/>
              <a:ea typeface="宋体" panose="02010600030101010101" pitchFamily="2" charset="-122"/>
            </a:endParaRPr>
          </a:p>
          <a:p>
            <a:pPr eaLnBrk="1" hangingPunct="1">
              <a:lnSpc>
                <a:spcPct val="80000"/>
              </a:lnSpc>
            </a:pPr>
            <a:r>
              <a:rPr lang="zh-CN" altLang="en-US" sz="1800" dirty="0">
                <a:latin typeface="微软雅黑" panose="020B0503020204020204" pitchFamily="34" charset="-122"/>
                <a:ea typeface="宋体" panose="02010600030101010101" pitchFamily="2" charset="-122"/>
              </a:rPr>
              <a:t>例如：   </a:t>
            </a:r>
            <a:r>
              <a:rPr lang="en-US" altLang="zh-CN" sz="1800" dirty="0">
                <a:latin typeface="微软雅黑" panose="020B0503020204020204" pitchFamily="34" charset="-122"/>
                <a:ea typeface="宋体" panose="02010600030101010101" pitchFamily="2" charset="-122"/>
              </a:rPr>
              <a:t>	</a:t>
            </a:r>
            <a:r>
              <a:rPr lang="en-US" altLang="zh-CN" sz="1800" b="1" dirty="0">
                <a:latin typeface="Courier New" panose="02070309020205020404" pitchFamily="49" charset="0"/>
                <a:ea typeface="宋体" panose="02010600030101010101" pitchFamily="2" charset="-122"/>
                <a:cs typeface="Courier New" panose="02070309020205020404" pitchFamily="49" charset="0"/>
              </a:rPr>
              <a:t>000 </a:t>
            </a:r>
            <a:r>
              <a:rPr lang="en-US" altLang="zh-CN" sz="1800" b="1" dirty="0">
                <a:solidFill>
                  <a:srgbClr val="FF0000"/>
                </a:solidFill>
                <a:latin typeface="Courier New" panose="02070309020205020404" pitchFamily="49" charset="0"/>
                <a:ea typeface="宋体" panose="02010600030101010101" pitchFamily="2" charset="-122"/>
                <a:cs typeface="Courier New" panose="02070309020205020404" pitchFamily="49" charset="0"/>
              </a:rPr>
              <a:t>0</a:t>
            </a:r>
            <a:r>
              <a:rPr lang="en-US" altLang="zh-CN" sz="1800" dirty="0">
                <a:latin typeface="微软雅黑" panose="020B0503020204020204" pitchFamily="34" charset="-122"/>
                <a:ea typeface="宋体" panose="02010600030101010101" pitchFamily="2" charset="-122"/>
              </a:rPr>
              <a:t>(</a:t>
            </a:r>
            <a:r>
              <a:rPr lang="zh-CN" altLang="en-US" sz="1800" dirty="0">
                <a:latin typeface="微软雅黑" panose="020B0503020204020204" pitchFamily="34" charset="-122"/>
                <a:ea typeface="宋体" panose="02010600030101010101" pitchFamily="2" charset="-122"/>
              </a:rPr>
              <a:t>前三个数据位，后一个是冗余的奇偶校验位</a:t>
            </a:r>
            <a:r>
              <a:rPr lang="en-US" altLang="zh-CN" sz="1800" dirty="0">
                <a:latin typeface="微软雅黑" panose="020B0503020204020204" pitchFamily="34" charset="-122"/>
                <a:ea typeface="宋体" panose="02010600030101010101" pitchFamily="2" charset="-122"/>
              </a:rPr>
              <a:t>)</a:t>
            </a:r>
            <a:r>
              <a:rPr lang="en-US" altLang="zh-CN" sz="1800" dirty="0">
                <a:latin typeface="Arial" panose="020B0604020202020204" pitchFamily="34" charset="0"/>
                <a:ea typeface="宋体" panose="02010600030101010101" pitchFamily="2" charset="-122"/>
              </a:rPr>
              <a:t> </a:t>
            </a:r>
            <a:br>
              <a:rPr lang="en-US" altLang="zh-CN" sz="1800" dirty="0">
                <a:latin typeface="微软雅黑" panose="020B0503020204020204" pitchFamily="34" charset="-122"/>
                <a:ea typeface="宋体" panose="02010600030101010101" pitchFamily="2" charset="-122"/>
              </a:rPr>
            </a:br>
            <a:r>
              <a:rPr lang="en-US" altLang="zh-CN" sz="1800" dirty="0">
                <a:latin typeface="微软雅黑" panose="020B0503020204020204" pitchFamily="34" charset="-122"/>
                <a:ea typeface="宋体" panose="02010600030101010101" pitchFamily="2" charset="-122"/>
              </a:rPr>
              <a:t>		</a:t>
            </a:r>
            <a:r>
              <a:rPr lang="en-US" altLang="zh-CN" sz="1800" b="1" dirty="0">
                <a:latin typeface="Courier New" panose="02070309020205020404" pitchFamily="49" charset="0"/>
                <a:ea typeface="宋体" panose="02010600030101010101" pitchFamily="2" charset="-122"/>
                <a:cs typeface="Courier New" panose="02070309020205020404" pitchFamily="49" charset="0"/>
              </a:rPr>
              <a:t>001 </a:t>
            </a:r>
            <a:r>
              <a:rPr lang="en-US" altLang="zh-CN" sz="1800" b="1" dirty="0">
                <a:solidFill>
                  <a:srgbClr val="FF0000"/>
                </a:solidFill>
                <a:latin typeface="Courier New" panose="02070309020205020404" pitchFamily="49" charset="0"/>
                <a:ea typeface="宋体" panose="02010600030101010101" pitchFamily="2" charset="-122"/>
                <a:cs typeface="Courier New" panose="02070309020205020404" pitchFamily="49" charset="0"/>
              </a:rPr>
              <a:t>1</a:t>
            </a:r>
            <a:r>
              <a:rPr lang="en-US" altLang="zh-CN" sz="1800" b="1" dirty="0">
                <a:latin typeface="Courier New" panose="02070309020205020404" pitchFamily="49" charset="0"/>
                <a:ea typeface="宋体" panose="02010600030101010101" pitchFamily="2" charset="-122"/>
                <a:cs typeface="Courier New" panose="02070309020205020404" pitchFamily="49" charset="0"/>
              </a:rPr>
              <a:t> </a:t>
            </a:r>
            <a:br>
              <a:rPr lang="en-US" altLang="zh-CN" sz="1800" b="1" dirty="0">
                <a:latin typeface="Courier New" panose="02070309020205020404" pitchFamily="49" charset="0"/>
                <a:ea typeface="宋体" panose="02010600030101010101" pitchFamily="2" charset="-122"/>
                <a:cs typeface="Courier New" panose="02070309020205020404" pitchFamily="49" charset="0"/>
              </a:rPr>
            </a:br>
            <a:r>
              <a:rPr lang="en-US" altLang="zh-CN" sz="1800" b="1" dirty="0">
                <a:latin typeface="Courier New" panose="02070309020205020404" pitchFamily="49" charset="0"/>
                <a:ea typeface="宋体" panose="02010600030101010101" pitchFamily="2" charset="-122"/>
                <a:cs typeface="Courier New" panose="02070309020205020404" pitchFamily="49" charset="0"/>
              </a:rPr>
              <a:t>		010 </a:t>
            </a:r>
            <a:r>
              <a:rPr lang="en-US" altLang="zh-CN" sz="1800" b="1" dirty="0">
                <a:solidFill>
                  <a:srgbClr val="FF0000"/>
                </a:solidFill>
                <a:latin typeface="Courier New" panose="02070309020205020404" pitchFamily="49" charset="0"/>
                <a:ea typeface="宋体" panose="02010600030101010101" pitchFamily="2" charset="-122"/>
                <a:cs typeface="Courier New" panose="02070309020205020404" pitchFamily="49" charset="0"/>
              </a:rPr>
              <a:t>1</a:t>
            </a:r>
            <a:r>
              <a:rPr lang="en-US" altLang="zh-CN" sz="1800" b="1" dirty="0">
                <a:latin typeface="Courier New" panose="02070309020205020404" pitchFamily="49" charset="0"/>
                <a:ea typeface="宋体" panose="02010600030101010101" pitchFamily="2" charset="-122"/>
                <a:cs typeface="Courier New" panose="02070309020205020404" pitchFamily="49" charset="0"/>
              </a:rPr>
              <a:t>  </a:t>
            </a:r>
            <a:br>
              <a:rPr lang="en-US" altLang="zh-CN" sz="1800" b="1" dirty="0">
                <a:latin typeface="Courier New" panose="02070309020205020404" pitchFamily="49" charset="0"/>
                <a:ea typeface="宋体" panose="02010600030101010101" pitchFamily="2" charset="-122"/>
                <a:cs typeface="Courier New" panose="02070309020205020404" pitchFamily="49" charset="0"/>
              </a:rPr>
            </a:br>
            <a:r>
              <a:rPr lang="en-US" altLang="zh-CN" sz="1800" b="1" dirty="0">
                <a:latin typeface="Courier New" panose="02070309020205020404" pitchFamily="49" charset="0"/>
                <a:ea typeface="宋体" panose="02010600030101010101" pitchFamily="2" charset="-122"/>
                <a:cs typeface="Courier New" panose="02070309020205020404" pitchFamily="49" charset="0"/>
              </a:rPr>
              <a:t>		011 </a:t>
            </a:r>
            <a:r>
              <a:rPr lang="en-US" altLang="zh-CN" sz="1800" b="1" dirty="0">
                <a:solidFill>
                  <a:srgbClr val="FF0000"/>
                </a:solidFill>
                <a:latin typeface="Courier New" panose="02070309020205020404" pitchFamily="49" charset="0"/>
                <a:ea typeface="宋体" panose="02010600030101010101" pitchFamily="2" charset="-122"/>
                <a:cs typeface="Courier New" panose="02070309020205020404" pitchFamily="49" charset="0"/>
              </a:rPr>
              <a:t>0</a:t>
            </a:r>
          </a:p>
          <a:p>
            <a:pPr marL="271463" lvl="3" indent="-271463" eaLnBrk="1" hangingPunct="1">
              <a:lnSpc>
                <a:spcPct val="80000"/>
              </a:lnSpc>
              <a:buNone/>
            </a:pPr>
            <a:r>
              <a:rPr lang="en-US" altLang="zh-CN" b="1" dirty="0">
                <a:solidFill>
                  <a:srgbClr val="333399"/>
                </a:solidFill>
                <a:latin typeface="Courier New" panose="02070309020205020404" pitchFamily="49" charset="0"/>
                <a:ea typeface="宋体" panose="02010600030101010101" pitchFamily="2" charset="-122"/>
                <a:cs typeface="Courier New" panose="02070309020205020404" pitchFamily="49" charset="0"/>
              </a:rPr>
              <a:t>			100 </a:t>
            </a:r>
            <a:r>
              <a:rPr lang="en-US" altLang="zh-CN" b="1" dirty="0">
                <a:solidFill>
                  <a:srgbClr val="FF0000"/>
                </a:solidFill>
                <a:latin typeface="Courier New" panose="02070309020205020404" pitchFamily="49" charset="0"/>
                <a:ea typeface="宋体" panose="02010600030101010101" pitchFamily="2" charset="-122"/>
                <a:cs typeface="Courier New" panose="02070309020205020404" pitchFamily="49" charset="0"/>
              </a:rPr>
              <a:t>1</a:t>
            </a:r>
          </a:p>
          <a:p>
            <a:pPr marL="271463" lvl="3" indent="-271463" eaLnBrk="1" hangingPunct="1">
              <a:lnSpc>
                <a:spcPct val="80000"/>
              </a:lnSpc>
              <a:buNone/>
            </a:pPr>
            <a:r>
              <a:rPr lang="en-US" altLang="zh-CN" b="1" dirty="0">
                <a:solidFill>
                  <a:srgbClr val="333399"/>
                </a:solidFill>
                <a:latin typeface="Courier New" panose="02070309020205020404" pitchFamily="49" charset="0"/>
                <a:ea typeface="宋体" panose="02010600030101010101" pitchFamily="2" charset="-122"/>
                <a:cs typeface="Courier New" panose="02070309020205020404" pitchFamily="49" charset="0"/>
              </a:rPr>
              <a:t>			101 </a:t>
            </a:r>
            <a:r>
              <a:rPr lang="en-US" altLang="zh-CN" b="1" dirty="0">
                <a:solidFill>
                  <a:srgbClr val="FF0000"/>
                </a:solidFill>
                <a:latin typeface="Courier New" panose="02070309020205020404" pitchFamily="49" charset="0"/>
                <a:ea typeface="宋体" panose="02010600030101010101" pitchFamily="2" charset="-122"/>
                <a:cs typeface="Courier New" panose="02070309020205020404" pitchFamily="49" charset="0"/>
              </a:rPr>
              <a:t>0</a:t>
            </a:r>
          </a:p>
          <a:p>
            <a:pPr marL="271463" lvl="3" indent="-271463" eaLnBrk="1" hangingPunct="1">
              <a:lnSpc>
                <a:spcPct val="80000"/>
              </a:lnSpc>
              <a:buNone/>
            </a:pPr>
            <a:r>
              <a:rPr lang="en-US" altLang="zh-CN" b="1" dirty="0">
                <a:solidFill>
                  <a:srgbClr val="333399"/>
                </a:solidFill>
                <a:latin typeface="Courier New" panose="02070309020205020404" pitchFamily="49" charset="0"/>
                <a:ea typeface="宋体" panose="02010600030101010101" pitchFamily="2" charset="-122"/>
                <a:cs typeface="Courier New" panose="02070309020205020404" pitchFamily="49" charset="0"/>
              </a:rPr>
              <a:t>			110 </a:t>
            </a:r>
            <a:r>
              <a:rPr lang="en-US" altLang="zh-CN" b="1" dirty="0">
                <a:solidFill>
                  <a:srgbClr val="FF0000"/>
                </a:solidFill>
                <a:latin typeface="Courier New" panose="02070309020205020404" pitchFamily="49" charset="0"/>
                <a:ea typeface="宋体" panose="02010600030101010101" pitchFamily="2" charset="-122"/>
                <a:cs typeface="Courier New" panose="02070309020205020404" pitchFamily="49" charset="0"/>
              </a:rPr>
              <a:t>0</a:t>
            </a:r>
          </a:p>
          <a:p>
            <a:pPr marL="271463" lvl="3" indent="-271463" eaLnBrk="1" hangingPunct="1">
              <a:lnSpc>
                <a:spcPct val="80000"/>
              </a:lnSpc>
              <a:buNone/>
            </a:pPr>
            <a:r>
              <a:rPr lang="en-US" altLang="zh-CN" b="1" dirty="0">
                <a:solidFill>
                  <a:srgbClr val="333399"/>
                </a:solidFill>
                <a:latin typeface="Courier New" panose="02070309020205020404" pitchFamily="49" charset="0"/>
                <a:ea typeface="宋体" panose="02010600030101010101" pitchFamily="2" charset="-122"/>
                <a:cs typeface="Courier New" panose="02070309020205020404" pitchFamily="49" charset="0"/>
              </a:rPr>
              <a:t>			111 </a:t>
            </a:r>
            <a:r>
              <a:rPr lang="en-US" altLang="zh-CN" b="1" dirty="0">
                <a:solidFill>
                  <a:srgbClr val="FF0000"/>
                </a:solidFill>
                <a:latin typeface="Courier New" panose="02070309020205020404" pitchFamily="49" charset="0"/>
                <a:ea typeface="宋体" panose="02010600030101010101" pitchFamily="2" charset="-122"/>
                <a:cs typeface="Courier New" panose="02070309020205020404" pitchFamily="49" charset="0"/>
              </a:rPr>
              <a:t>1</a:t>
            </a:r>
          </a:p>
          <a:p>
            <a:pPr eaLnBrk="1" hangingPunct="1">
              <a:lnSpc>
                <a:spcPct val="80000"/>
              </a:lnSpc>
              <a:buFont typeface="Wingdings" pitchFamily="2" charset="2"/>
              <a:buNone/>
            </a:pPr>
            <a:r>
              <a:rPr lang="en-US" altLang="zh-CN" sz="1800" dirty="0">
                <a:latin typeface="Arial" panose="020B0604020202020204" pitchFamily="34" charset="0"/>
                <a:ea typeface="宋体" panose="02010600030101010101" pitchFamily="2" charset="-122"/>
              </a:rPr>
              <a:t> </a:t>
            </a:r>
            <a:r>
              <a:rPr lang="en-US" altLang="zh-CN" sz="1800" dirty="0">
                <a:latin typeface="微软雅黑" panose="020B0503020204020204" pitchFamily="34" charset="-122"/>
                <a:ea typeface="宋体" panose="02010600030101010101" pitchFamily="2" charset="-122"/>
              </a:rPr>
              <a:t>   </a:t>
            </a:r>
          </a:p>
          <a:p>
            <a:pPr eaLnBrk="1" hangingPunct="1">
              <a:lnSpc>
                <a:spcPct val="80000"/>
              </a:lnSpc>
              <a:buFont typeface="Wingdings" pitchFamily="2" charset="2"/>
              <a:buNone/>
            </a:pPr>
            <a:r>
              <a:rPr lang="en-US" altLang="zh-CN" sz="1800" dirty="0">
                <a:latin typeface="微软雅黑" panose="020B0503020204020204" pitchFamily="34" charset="-122"/>
                <a:ea typeface="宋体" panose="02010600030101010101" pitchFamily="2" charset="-122"/>
              </a:rPr>
              <a:t>    </a:t>
            </a:r>
            <a:r>
              <a:rPr lang="zh-CN" altLang="en-US" sz="1800" dirty="0">
                <a:latin typeface="微软雅黑" panose="020B0503020204020204" pitchFamily="34" charset="-122"/>
                <a:ea typeface="宋体" panose="02010600030101010101" pitchFamily="2" charset="-122"/>
              </a:rPr>
              <a:t>共有</a:t>
            </a:r>
            <a:r>
              <a:rPr lang="en-US" altLang="zh-CN" sz="1800" dirty="0">
                <a:latin typeface="微软雅黑" panose="020B0503020204020204" pitchFamily="34" charset="-122"/>
                <a:ea typeface="宋体" panose="02010600030101010101" pitchFamily="2" charset="-122"/>
              </a:rPr>
              <a:t>8</a:t>
            </a:r>
            <a:r>
              <a:rPr lang="zh-CN" altLang="en-US" sz="1800" dirty="0">
                <a:latin typeface="微软雅黑" panose="020B0503020204020204" pitchFamily="34" charset="-122"/>
                <a:ea typeface="宋体" panose="02010600030101010101" pitchFamily="2" charset="-122"/>
              </a:rPr>
              <a:t>个有效的码字，你会发现两位不同，即海明距离为</a:t>
            </a:r>
            <a:r>
              <a:rPr lang="en-US" altLang="zh-CN" sz="1800" dirty="0">
                <a:latin typeface="微软雅黑" panose="020B0503020204020204" pitchFamily="34" charset="-122"/>
                <a:ea typeface="宋体" panose="02010600030101010101" pitchFamily="2" charset="-122"/>
              </a:rPr>
              <a:t>2</a:t>
            </a:r>
            <a:r>
              <a:rPr lang="zh-CN" altLang="en-US" sz="1800" dirty="0">
                <a:latin typeface="微软雅黑" panose="020B0503020204020204" pitchFamily="34" charset="-122"/>
                <a:ea typeface="宋体" panose="02010600030101010101" pitchFamily="2" charset="-122"/>
              </a:rPr>
              <a:t>，也就是需要改变两位才能变成另一个有效的码字，而奇偶校验只能检测一位错。</a:t>
            </a:r>
            <a:r>
              <a:rPr lang="en-US" altLang="zh-CN" sz="1800" dirty="0">
                <a:latin typeface="微软雅黑" panose="020B0503020204020204" pitchFamily="34" charset="-122"/>
                <a:ea typeface="宋体" panose="02010600030101010101" pitchFamily="2" charset="-122"/>
              </a:rPr>
              <a:t>(</a:t>
            </a:r>
            <a:r>
              <a:rPr lang="zh-CN" altLang="en-US" sz="1800" dirty="0">
                <a:latin typeface="微软雅黑" panose="020B0503020204020204" pitchFamily="34" charset="-122"/>
                <a:ea typeface="宋体" panose="02010600030101010101" pitchFamily="2" charset="-122"/>
              </a:rPr>
              <a:t>此例为偶校验，码字为奇校验的为无效码字</a:t>
            </a:r>
            <a:r>
              <a:rPr lang="en-US" altLang="zh-CN" sz="1800" dirty="0">
                <a:latin typeface="微软雅黑" panose="020B0503020204020204" pitchFamily="34" charset="-122"/>
                <a:ea typeface="宋体" panose="02010600030101010101" pitchFamily="2" charset="-122"/>
              </a:rPr>
              <a:t>)</a:t>
            </a:r>
          </a:p>
        </p:txBody>
      </p:sp>
    </p:spTree>
    <p:extLst>
      <p:ext uri="{BB962C8B-B14F-4D97-AF65-F5344CB8AC3E}">
        <p14:creationId xmlns:p14="http://schemas.microsoft.com/office/powerpoint/2010/main" val="18108603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灯片编号占位符 3">
            <a:extLst>
              <a:ext uri="{FF2B5EF4-FFF2-40B4-BE49-F238E27FC236}">
                <a16:creationId xmlns:a16="http://schemas.microsoft.com/office/drawing/2014/main" id="{F5C2D3A9-061E-4247-8F09-01915462CA7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DC5491E-EB7C-A94F-A5F0-006E18BD1D15}"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19</a:t>
            </a:fld>
            <a:endParaRPr lang="en-US" altLang="zh-CN" sz="1050">
              <a:solidFill>
                <a:schemeClr val="bg2"/>
              </a:solidFill>
              <a:latin typeface="Tahoma" panose="020B0604030504040204" pitchFamily="34" charset="0"/>
              <a:ea typeface="宋体" panose="02010600030101010101" pitchFamily="2" charset="-122"/>
            </a:endParaRPr>
          </a:p>
        </p:txBody>
      </p:sp>
      <p:sp>
        <p:nvSpPr>
          <p:cNvPr id="52226" name="Rectangle 2">
            <a:extLst>
              <a:ext uri="{FF2B5EF4-FFF2-40B4-BE49-F238E27FC236}">
                <a16:creationId xmlns:a16="http://schemas.microsoft.com/office/drawing/2014/main" id="{12B14018-88FE-5144-A121-0B8DA35B837E}"/>
              </a:ext>
            </a:extLst>
          </p:cNvPr>
          <p:cNvSpPr>
            <a:spLocks noGrp="1" noChangeArrowheads="1"/>
          </p:cNvSpPr>
          <p:nvPr>
            <p:ph type="title"/>
          </p:nvPr>
        </p:nvSpPr>
        <p:spPr/>
        <p:txBody>
          <a:bodyPr/>
          <a:lstStyle/>
          <a:p>
            <a:pPr eaLnBrk="1" hangingPunct="1"/>
            <a:r>
              <a:rPr lang="zh-CN" altLang="en-US" sz="3600">
                <a:latin typeface="微软雅黑" panose="020B0503020204020204" pitchFamily="34" charset="-122"/>
                <a:ea typeface="宋体" panose="02010600030101010101" pitchFamily="2" charset="-122"/>
              </a:rPr>
              <a:t>检错和纠错</a:t>
            </a:r>
          </a:p>
        </p:txBody>
      </p:sp>
      <p:sp>
        <p:nvSpPr>
          <p:cNvPr id="52227" name="Rectangle 4">
            <a:extLst>
              <a:ext uri="{FF2B5EF4-FFF2-40B4-BE49-F238E27FC236}">
                <a16:creationId xmlns:a16="http://schemas.microsoft.com/office/drawing/2014/main" id="{AB5AA136-88EC-414A-961A-5C24AAC8E549}"/>
              </a:ext>
            </a:extLst>
          </p:cNvPr>
          <p:cNvSpPr>
            <a:spLocks noGrp="1" noChangeArrowheads="1"/>
          </p:cNvSpPr>
          <p:nvPr>
            <p:ph type="body" idx="1"/>
          </p:nvPr>
        </p:nvSpPr>
        <p:spPr/>
        <p:txBody>
          <a:bodyPr/>
          <a:lstStyle/>
          <a:p>
            <a:pPr eaLnBrk="1" hangingPunct="1"/>
            <a:r>
              <a:rPr lang="zh-CN" altLang="en-US">
                <a:latin typeface="微软雅黑" panose="020B0503020204020204" pitchFamily="34" charset="-122"/>
                <a:ea typeface="宋体" panose="02010600030101010101" pitchFamily="2" charset="-122"/>
              </a:rPr>
              <a:t>在任意两个有效码字间找出具有最小海明距离的两个码字，该海明距离便定义为全部码字的海明距离。 </a:t>
            </a:r>
          </a:p>
          <a:p>
            <a:pPr eaLnBrk="1" hangingPunct="1"/>
            <a:r>
              <a:rPr lang="zh-CN" altLang="en-US">
                <a:latin typeface="微软雅黑" panose="020B0503020204020204" pitchFamily="34" charset="-122"/>
                <a:ea typeface="宋体" panose="02010600030101010101" pitchFamily="2" charset="-122"/>
              </a:rPr>
              <a:t>为了纠正</a:t>
            </a:r>
            <a:r>
              <a:rPr lang="en-US" altLang="zh-CN">
                <a:latin typeface="微软雅黑" panose="020B0503020204020204" pitchFamily="34" charset="-122"/>
                <a:ea typeface="宋体" panose="02010600030101010101" pitchFamily="2" charset="-122"/>
              </a:rPr>
              <a:t>d</a:t>
            </a:r>
            <a:r>
              <a:rPr lang="zh-CN" altLang="en-US">
                <a:latin typeface="微软雅黑" panose="020B0503020204020204" pitchFamily="34" charset="-122"/>
                <a:ea typeface="宋体" panose="02010600030101010101" pitchFamily="2" charset="-122"/>
              </a:rPr>
              <a:t>个比特的错，必须用距离为</a:t>
            </a:r>
            <a:r>
              <a:rPr lang="en-US" altLang="zh-CN">
                <a:latin typeface="微软雅黑" panose="020B0503020204020204" pitchFamily="34" charset="-122"/>
                <a:ea typeface="宋体" panose="02010600030101010101" pitchFamily="2" charset="-122"/>
              </a:rPr>
              <a:t>2d+1</a:t>
            </a:r>
            <a:r>
              <a:rPr lang="zh-CN" altLang="en-US">
                <a:latin typeface="微软雅黑" panose="020B0503020204020204" pitchFamily="34" charset="-122"/>
                <a:ea typeface="宋体" panose="02010600030101010101" pitchFamily="2" charset="-122"/>
              </a:rPr>
              <a:t>的编码。</a:t>
            </a:r>
          </a:p>
          <a:p>
            <a:pPr eaLnBrk="1" hangingPunct="1">
              <a:buFont typeface="Wingdings" pitchFamily="2" charset="2"/>
              <a:buNone/>
            </a:pPr>
            <a:r>
              <a:rPr lang="zh-CN" altLang="en-US">
                <a:latin typeface="微软雅黑" panose="020B0503020204020204" pitchFamily="34" charset="-122"/>
                <a:ea typeface="宋体" panose="02010600030101010101" pitchFamily="2" charset="-122"/>
              </a:rPr>
              <a:t>	例如有</a:t>
            </a:r>
            <a:r>
              <a:rPr lang="en-US" altLang="zh-CN">
                <a:latin typeface="微软雅黑" panose="020B0503020204020204" pitchFamily="34" charset="-122"/>
                <a:ea typeface="宋体" panose="02010600030101010101" pitchFamily="2" charset="-122"/>
              </a:rPr>
              <a:t>4</a:t>
            </a:r>
            <a:r>
              <a:rPr lang="zh-CN" altLang="en-US">
                <a:latin typeface="微软雅黑" panose="020B0503020204020204" pitchFamily="34" charset="-122"/>
                <a:ea typeface="宋体" panose="02010600030101010101" pitchFamily="2" charset="-122"/>
              </a:rPr>
              <a:t>个有效码字：它们是</a:t>
            </a:r>
            <a:r>
              <a:rPr lang="en-US" altLang="zh-CN">
                <a:latin typeface="微软雅黑" panose="020B0503020204020204" pitchFamily="34" charset="-122"/>
                <a:ea typeface="宋体" panose="02010600030101010101" pitchFamily="2" charset="-122"/>
              </a:rPr>
              <a:t>0000000000</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0000011111</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1111100000</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1111111111</a:t>
            </a:r>
            <a:r>
              <a:rPr lang="zh-CN" altLang="en-US">
                <a:latin typeface="微软雅黑" panose="020B0503020204020204" pitchFamily="34" charset="-122"/>
                <a:ea typeface="宋体" panose="02010600030101010101" pitchFamily="2" charset="-122"/>
              </a:rPr>
              <a:t>，海明距离为</a:t>
            </a:r>
            <a:r>
              <a:rPr lang="en-US" altLang="zh-CN">
                <a:latin typeface="微软雅黑" panose="020B0503020204020204" pitchFamily="34" charset="-122"/>
                <a:ea typeface="宋体" panose="02010600030101010101" pitchFamily="2" charset="-122"/>
              </a:rPr>
              <a:t>5</a:t>
            </a:r>
            <a:r>
              <a:rPr lang="zh-CN" altLang="en-US">
                <a:latin typeface="微软雅黑" panose="020B0503020204020204" pitchFamily="34" charset="-122"/>
                <a:ea typeface="宋体" panose="02010600030101010101" pitchFamily="2" charset="-122"/>
              </a:rPr>
              <a:t>，能纠正</a:t>
            </a:r>
            <a:r>
              <a:rPr lang="en-US" altLang="zh-CN">
                <a:latin typeface="微软雅黑" panose="020B0503020204020204" pitchFamily="34" charset="-122"/>
                <a:ea typeface="宋体" panose="02010600030101010101" pitchFamily="2" charset="-122"/>
              </a:rPr>
              <a:t>2</a:t>
            </a:r>
            <a:r>
              <a:rPr lang="zh-CN" altLang="en-US">
                <a:latin typeface="微软雅黑" panose="020B0503020204020204" pitchFamily="34" charset="-122"/>
                <a:ea typeface="宋体" panose="02010600030101010101" pitchFamily="2" charset="-122"/>
              </a:rPr>
              <a:t>比特错。</a:t>
            </a:r>
          </a:p>
        </p:txBody>
      </p:sp>
    </p:spTree>
    <p:extLst>
      <p:ext uri="{BB962C8B-B14F-4D97-AF65-F5344CB8AC3E}">
        <p14:creationId xmlns:p14="http://schemas.microsoft.com/office/powerpoint/2010/main" val="3348829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灯片编号占位符 3">
            <a:extLst>
              <a:ext uri="{FF2B5EF4-FFF2-40B4-BE49-F238E27FC236}">
                <a16:creationId xmlns:a16="http://schemas.microsoft.com/office/drawing/2014/main" id="{356668CE-C482-B94C-801D-AF8E3A3D22F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903FB7A-4917-AD49-A985-F5E4D2B96A20}"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20</a:t>
            </a:fld>
            <a:endParaRPr lang="en-US" altLang="zh-CN" sz="1050">
              <a:solidFill>
                <a:schemeClr val="bg2"/>
              </a:solidFill>
              <a:latin typeface="Tahoma" panose="020B0604030504040204" pitchFamily="34" charset="0"/>
              <a:ea typeface="宋体" panose="02010600030101010101" pitchFamily="2" charset="-122"/>
            </a:endParaRPr>
          </a:p>
        </p:txBody>
      </p:sp>
      <p:sp>
        <p:nvSpPr>
          <p:cNvPr id="54274" name="Rectangle 2">
            <a:extLst>
              <a:ext uri="{FF2B5EF4-FFF2-40B4-BE49-F238E27FC236}">
                <a16:creationId xmlns:a16="http://schemas.microsoft.com/office/drawing/2014/main" id="{6D573067-292E-C64D-9FC6-BB30741724F5}"/>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3.	</a:t>
            </a:r>
            <a:r>
              <a:rPr lang="zh-CN" altLang="en-US">
                <a:latin typeface="微软雅黑" panose="020B0503020204020204" pitchFamily="34" charset="-122"/>
                <a:ea typeface="宋体" panose="02010600030101010101" pitchFamily="2" charset="-122"/>
              </a:rPr>
              <a:t>错误检测和纠正（</a:t>
            </a:r>
            <a:r>
              <a:rPr lang="en-US" altLang="zh-CN">
                <a:latin typeface="微软雅黑" panose="020B0503020204020204" pitchFamily="34" charset="-122"/>
                <a:ea typeface="宋体" panose="02010600030101010101" pitchFamily="2" charset="-122"/>
              </a:rPr>
              <a:t>3</a:t>
            </a:r>
            <a:r>
              <a:rPr lang="zh-CN" altLang="en-US">
                <a:latin typeface="微软雅黑" panose="020B0503020204020204" pitchFamily="34" charset="-122"/>
                <a:ea typeface="宋体" panose="02010600030101010101" pitchFamily="2" charset="-122"/>
              </a:rPr>
              <a:t>）</a:t>
            </a:r>
          </a:p>
        </p:txBody>
      </p:sp>
      <p:sp>
        <p:nvSpPr>
          <p:cNvPr id="54275" name="Rectangle 3">
            <a:extLst>
              <a:ext uri="{FF2B5EF4-FFF2-40B4-BE49-F238E27FC236}">
                <a16:creationId xmlns:a16="http://schemas.microsoft.com/office/drawing/2014/main" id="{E404E63E-6BC0-B543-A482-7E294F0233A6}"/>
              </a:ext>
            </a:extLst>
          </p:cNvPr>
          <p:cNvSpPr>
            <a:spLocks noGrp="1" noChangeArrowheads="1"/>
          </p:cNvSpPr>
          <p:nvPr>
            <p:ph type="body" idx="1"/>
          </p:nvPr>
        </p:nvSpPr>
        <p:spPr/>
        <p:txBody>
          <a:bodyPr/>
          <a:lstStyle/>
          <a:p>
            <a:pPr eaLnBrk="1" hangingPunct="1"/>
            <a:r>
              <a:rPr lang="zh-CN" altLang="en-US">
                <a:latin typeface="微软雅黑" panose="020B0503020204020204" pitchFamily="34" charset="-122"/>
                <a:ea typeface="宋体" panose="02010600030101010101" pitchFamily="2" charset="-122"/>
              </a:rPr>
              <a:t>最简单的例子是奇偶校验，在数据后填加一个奇偶位</a:t>
            </a:r>
          </a:p>
          <a:p>
            <a:pPr lvl="1" eaLnBrk="1" hangingPunct="1"/>
            <a:r>
              <a:rPr lang="zh-CN" altLang="en-US">
                <a:latin typeface="微软雅黑" panose="020B0503020204020204" pitchFamily="34" charset="-122"/>
                <a:ea typeface="宋体" panose="02010600030101010101" pitchFamily="2" charset="-122"/>
              </a:rPr>
              <a:t>例：使用偶校验（</a:t>
            </a:r>
            <a:r>
              <a:rPr lang="zh-CN" altLang="en-US">
                <a:latin typeface="Arial" panose="020B0604020202020204" pitchFamily="34" charset="0"/>
                <a:ea typeface="宋体" panose="02010600030101010101" pitchFamily="2" charset="-122"/>
              </a:rPr>
              <a:t>“</a:t>
            </a:r>
            <a:r>
              <a:rPr lang="en-US" altLang="zh-CN">
                <a:latin typeface="微软雅黑" panose="020B0503020204020204" pitchFamily="34" charset="-122"/>
                <a:ea typeface="宋体" panose="02010600030101010101" pitchFamily="2" charset="-122"/>
              </a:rPr>
              <a:t>1</a:t>
            </a:r>
            <a:r>
              <a:rPr lang="en-US" altLang="zh-CN">
                <a:latin typeface="Arial" panose="020B0604020202020204" pitchFamily="34" charset="0"/>
                <a:ea typeface="宋体" panose="02010600030101010101" pitchFamily="2" charset="-122"/>
              </a:rPr>
              <a:t>”</a:t>
            </a:r>
            <a:r>
              <a:rPr lang="zh-CN" altLang="en-US">
                <a:latin typeface="微软雅黑" panose="020B0503020204020204" pitchFamily="34" charset="-122"/>
                <a:ea typeface="宋体" panose="02010600030101010101" pitchFamily="2" charset="-122"/>
              </a:rPr>
              <a:t>的个数为偶数）</a:t>
            </a:r>
          </a:p>
          <a:p>
            <a:pPr eaLnBrk="1" hangingPunct="1">
              <a:buFont typeface="Wingdings" pitchFamily="2" charset="2"/>
              <a:buNone/>
            </a:pPr>
            <a:r>
              <a:rPr lang="zh-CN" altLang="en-US">
                <a:latin typeface="微软雅黑" panose="020B0503020204020204" pitchFamily="34" charset="-122"/>
                <a:ea typeface="宋体" panose="02010600030101010101" pitchFamily="2" charset="-122"/>
              </a:rPr>
              <a:t>		</a:t>
            </a:r>
            <a:r>
              <a:rPr lang="en-US" altLang="zh-CN">
                <a:latin typeface="微软雅黑" panose="020B0503020204020204" pitchFamily="34" charset="-122"/>
                <a:ea typeface="宋体" panose="02010600030101010101" pitchFamily="2" charset="-122"/>
              </a:rPr>
              <a:t>10110101</a:t>
            </a:r>
            <a:r>
              <a:rPr lang="en-US" altLang="zh-CN">
                <a:latin typeface="Arial" panose="020B0604020202020204" pitchFamily="34" charset="0"/>
                <a:ea typeface="宋体" panose="02010600030101010101" pitchFamily="2" charset="-122"/>
              </a:rPr>
              <a:t>——</a:t>
            </a:r>
            <a:r>
              <a:rPr lang="en-US" altLang="zh-CN">
                <a:latin typeface="微软雅黑" panose="020B0503020204020204" pitchFamily="34" charset="-122"/>
                <a:ea typeface="宋体" panose="02010600030101010101" pitchFamily="2" charset="-122"/>
              </a:rPr>
              <a:t>&gt;10110101</a:t>
            </a:r>
            <a:r>
              <a:rPr lang="en-US" altLang="zh-CN">
                <a:solidFill>
                  <a:srgbClr val="FF0000"/>
                </a:solidFill>
                <a:latin typeface="微软雅黑" panose="020B0503020204020204" pitchFamily="34" charset="-122"/>
                <a:ea typeface="宋体" panose="02010600030101010101" pitchFamily="2" charset="-122"/>
              </a:rPr>
              <a:t>1</a:t>
            </a:r>
          </a:p>
          <a:p>
            <a:pPr eaLnBrk="1" hangingPunct="1">
              <a:buFont typeface="Wingdings" pitchFamily="2" charset="2"/>
              <a:buNone/>
            </a:pPr>
            <a:r>
              <a:rPr lang="en-US" altLang="zh-CN">
                <a:latin typeface="微软雅黑" panose="020B0503020204020204" pitchFamily="34" charset="-122"/>
                <a:ea typeface="宋体" panose="02010600030101010101" pitchFamily="2" charset="-122"/>
              </a:rPr>
              <a:t>		10110001</a:t>
            </a:r>
            <a:r>
              <a:rPr lang="en-US" altLang="zh-CN">
                <a:latin typeface="Arial" panose="020B0604020202020204" pitchFamily="34" charset="0"/>
                <a:ea typeface="宋体" panose="02010600030101010101" pitchFamily="2" charset="-122"/>
              </a:rPr>
              <a:t>——</a:t>
            </a:r>
            <a:r>
              <a:rPr lang="en-US" altLang="zh-CN">
                <a:latin typeface="微软雅黑" panose="020B0503020204020204" pitchFamily="34" charset="-122"/>
                <a:ea typeface="宋体" panose="02010600030101010101" pitchFamily="2" charset="-122"/>
              </a:rPr>
              <a:t>&gt;10110001</a:t>
            </a:r>
            <a:r>
              <a:rPr lang="en-US" altLang="zh-CN">
                <a:solidFill>
                  <a:srgbClr val="FF0000"/>
                </a:solidFill>
                <a:latin typeface="微软雅黑" panose="020B0503020204020204" pitchFamily="34" charset="-122"/>
                <a:ea typeface="宋体" panose="02010600030101010101" pitchFamily="2" charset="-122"/>
              </a:rPr>
              <a:t>0</a:t>
            </a:r>
          </a:p>
          <a:p>
            <a:pPr lvl="1" eaLnBrk="1" hangingPunct="1"/>
            <a:r>
              <a:rPr lang="zh-CN" altLang="en-US">
                <a:latin typeface="微软雅黑" panose="020B0503020204020204" pitchFamily="34" charset="-122"/>
                <a:ea typeface="宋体" panose="02010600030101010101" pitchFamily="2" charset="-122"/>
              </a:rPr>
              <a:t>奇偶校验可以用来检查奇数个错误。</a:t>
            </a:r>
          </a:p>
          <a:p>
            <a:pPr eaLnBrk="1" hangingPunct="1"/>
            <a:r>
              <a:rPr lang="zh-CN" altLang="en-US">
                <a:latin typeface="微软雅黑" panose="020B0503020204020204" pitchFamily="34" charset="-122"/>
                <a:ea typeface="宋体" panose="02010600030101010101" pitchFamily="2" charset="-122"/>
              </a:rPr>
              <a:t>要求设计仅</a:t>
            </a:r>
            <a:r>
              <a:rPr lang="zh-CN" altLang="en-US">
                <a:solidFill>
                  <a:schemeClr val="folHlink"/>
                </a:solidFill>
                <a:latin typeface="微软雅黑" panose="020B0503020204020204" pitchFamily="34" charset="-122"/>
                <a:ea typeface="宋体" panose="02010600030101010101" pitchFamily="2" charset="-122"/>
              </a:rPr>
              <a:t>纠正单比特错的</a:t>
            </a:r>
            <a:r>
              <a:rPr lang="zh-CN" altLang="en-US">
                <a:latin typeface="微软雅黑" panose="020B0503020204020204" pitchFamily="34" charset="-122"/>
                <a:ea typeface="宋体" panose="02010600030101010101" pitchFamily="2" charset="-122"/>
              </a:rPr>
              <a:t>纠错码</a:t>
            </a:r>
          </a:p>
        </p:txBody>
      </p:sp>
    </p:spTree>
    <p:extLst>
      <p:ext uri="{BB962C8B-B14F-4D97-AF65-F5344CB8AC3E}">
        <p14:creationId xmlns:p14="http://schemas.microsoft.com/office/powerpoint/2010/main" val="21312107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灯片编号占位符 3">
            <a:extLst>
              <a:ext uri="{FF2B5EF4-FFF2-40B4-BE49-F238E27FC236}">
                <a16:creationId xmlns:a16="http://schemas.microsoft.com/office/drawing/2014/main" id="{EEFC7836-0EB7-9243-A93A-01331D297D5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18FE87C-A118-EF43-AB0C-88F8E2C37C86}"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21</a:t>
            </a:fld>
            <a:endParaRPr lang="en-US" altLang="zh-CN" sz="1050">
              <a:solidFill>
                <a:schemeClr val="bg2"/>
              </a:solidFill>
              <a:latin typeface="Tahoma" panose="020B0604030504040204" pitchFamily="34" charset="0"/>
              <a:ea typeface="宋体" panose="02010600030101010101" pitchFamily="2" charset="-122"/>
            </a:endParaRPr>
          </a:p>
        </p:txBody>
      </p:sp>
      <p:sp>
        <p:nvSpPr>
          <p:cNvPr id="56322" name="Rectangle 2">
            <a:extLst>
              <a:ext uri="{FF2B5EF4-FFF2-40B4-BE49-F238E27FC236}">
                <a16:creationId xmlns:a16="http://schemas.microsoft.com/office/drawing/2014/main" id="{596D424F-5279-1947-B4B3-660E07958CC7}"/>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设计纠错码</a:t>
            </a:r>
          </a:p>
        </p:txBody>
      </p:sp>
      <p:sp>
        <p:nvSpPr>
          <p:cNvPr id="56323" name="Rectangle 3">
            <a:extLst>
              <a:ext uri="{FF2B5EF4-FFF2-40B4-BE49-F238E27FC236}">
                <a16:creationId xmlns:a16="http://schemas.microsoft.com/office/drawing/2014/main" id="{4ABBBDD3-3E38-2D4D-86DE-DE61939D8746}"/>
              </a:ext>
            </a:extLst>
          </p:cNvPr>
          <p:cNvSpPr>
            <a:spLocks noGrp="1" noChangeArrowheads="1"/>
          </p:cNvSpPr>
          <p:nvPr>
            <p:ph type="body" idx="1"/>
          </p:nvPr>
        </p:nvSpPr>
        <p:spPr/>
        <p:txBody>
          <a:bodyPr/>
          <a:lstStyle/>
          <a:p>
            <a:pPr eaLnBrk="1" hangingPunct="1"/>
            <a:r>
              <a:rPr lang="zh-CN" altLang="en-US">
                <a:latin typeface="微软雅黑" panose="020B0503020204020204" pitchFamily="34" charset="-122"/>
                <a:ea typeface="宋体" panose="02010600030101010101" pitchFamily="2" charset="-122"/>
              </a:rPr>
              <a:t>要求：</a:t>
            </a:r>
            <a:r>
              <a:rPr lang="en-US" altLang="zh-CN">
                <a:latin typeface="微软雅黑" panose="020B0503020204020204" pitchFamily="34" charset="-122"/>
                <a:ea typeface="宋体" panose="02010600030101010101" pitchFamily="2" charset="-122"/>
              </a:rPr>
              <a:t>m</a:t>
            </a:r>
            <a:r>
              <a:rPr lang="zh-CN" altLang="en-US">
                <a:latin typeface="微软雅黑" panose="020B0503020204020204" pitchFamily="34" charset="-122"/>
                <a:ea typeface="宋体" panose="02010600030101010101" pitchFamily="2" charset="-122"/>
              </a:rPr>
              <a:t>个信息位，</a:t>
            </a:r>
            <a:r>
              <a:rPr lang="en-US" altLang="zh-CN">
                <a:latin typeface="微软雅黑" panose="020B0503020204020204" pitchFamily="34" charset="-122"/>
                <a:ea typeface="宋体" panose="02010600030101010101" pitchFamily="2" charset="-122"/>
              </a:rPr>
              <a:t>r</a:t>
            </a:r>
            <a:r>
              <a:rPr lang="zh-CN" altLang="en-US">
                <a:latin typeface="微软雅黑" panose="020B0503020204020204" pitchFamily="34" charset="-122"/>
                <a:ea typeface="宋体" panose="02010600030101010101" pitchFamily="2" charset="-122"/>
              </a:rPr>
              <a:t>个校验位，当</a:t>
            </a:r>
            <a:r>
              <a:rPr lang="en-US" altLang="zh-CN">
                <a:latin typeface="微软雅黑" panose="020B0503020204020204" pitchFamily="34" charset="-122"/>
                <a:ea typeface="宋体" panose="02010600030101010101" pitchFamily="2" charset="-122"/>
              </a:rPr>
              <a:t>r</a:t>
            </a:r>
            <a:r>
              <a:rPr lang="zh-CN" altLang="en-US">
                <a:latin typeface="微软雅黑" panose="020B0503020204020204" pitchFamily="34" charset="-122"/>
                <a:ea typeface="宋体" panose="02010600030101010101" pitchFamily="2" charset="-122"/>
              </a:rPr>
              <a:t>满足什么条件时，</a:t>
            </a:r>
            <a:r>
              <a:rPr lang="zh-CN" altLang="en-US">
                <a:solidFill>
                  <a:schemeClr val="folHlink"/>
                </a:solidFill>
                <a:latin typeface="微软雅黑" panose="020B0503020204020204" pitchFamily="34" charset="-122"/>
                <a:ea typeface="宋体" panose="02010600030101010101" pitchFamily="2" charset="-122"/>
              </a:rPr>
              <a:t>能纠正所有单比特错</a:t>
            </a:r>
            <a:r>
              <a:rPr lang="zh-CN" altLang="en-US">
                <a:latin typeface="微软雅黑" panose="020B0503020204020204" pitchFamily="34" charset="-122"/>
                <a:ea typeface="宋体" panose="02010600030101010101" pitchFamily="2" charset="-122"/>
              </a:rPr>
              <a:t>；</a:t>
            </a:r>
          </a:p>
          <a:p>
            <a:pPr eaLnBrk="1" hangingPunct="1">
              <a:lnSpc>
                <a:spcPct val="115000"/>
              </a:lnSpc>
            </a:pPr>
            <a:r>
              <a:rPr lang="zh-CN" altLang="en-US" sz="2100">
                <a:latin typeface="微软雅黑" panose="020B0503020204020204" pitchFamily="34" charset="-122"/>
                <a:ea typeface="宋体" panose="02010600030101010101" pitchFamily="2" charset="-122"/>
              </a:rPr>
              <a:t>对</a:t>
            </a:r>
            <a:r>
              <a:rPr lang="en-US" altLang="zh-CN" sz="2100">
                <a:latin typeface="微软雅黑" panose="020B0503020204020204" pitchFamily="34" charset="-122"/>
                <a:ea typeface="宋体" panose="02010600030101010101" pitchFamily="2" charset="-122"/>
              </a:rPr>
              <a:t>2</a:t>
            </a:r>
            <a:r>
              <a:rPr lang="en-US" altLang="zh-CN" sz="2100" baseline="30000">
                <a:latin typeface="微软雅黑" panose="020B0503020204020204" pitchFamily="34" charset="-122"/>
                <a:ea typeface="宋体" panose="02010600030101010101" pitchFamily="2" charset="-122"/>
              </a:rPr>
              <a:t>m</a:t>
            </a:r>
            <a:r>
              <a:rPr lang="zh-CN" altLang="en-US" sz="2100">
                <a:latin typeface="微软雅黑" panose="020B0503020204020204" pitchFamily="34" charset="-122"/>
                <a:ea typeface="宋体" panose="02010600030101010101" pitchFamily="2" charset="-122"/>
              </a:rPr>
              <a:t>个合法报文的任何一个而言，有</a:t>
            </a:r>
            <a:r>
              <a:rPr lang="en-US" altLang="zh-CN" sz="2100">
                <a:latin typeface="微软雅黑" panose="020B0503020204020204" pitchFamily="34" charset="-122"/>
                <a:ea typeface="宋体" panose="02010600030101010101" pitchFamily="2" charset="-122"/>
              </a:rPr>
              <a:t>n</a:t>
            </a:r>
            <a:r>
              <a:rPr lang="zh-CN" altLang="en-US" sz="2100">
                <a:latin typeface="微软雅黑" panose="020B0503020204020204" pitchFamily="34" charset="-122"/>
                <a:ea typeface="宋体" panose="02010600030101010101" pitchFamily="2" charset="-122"/>
              </a:rPr>
              <a:t>个与该报文距离为</a:t>
            </a:r>
            <a:r>
              <a:rPr lang="en-US" altLang="zh-CN" sz="2100">
                <a:latin typeface="微软雅黑" panose="020B0503020204020204" pitchFamily="34" charset="-122"/>
                <a:ea typeface="宋体" panose="02010600030101010101" pitchFamily="2" charset="-122"/>
              </a:rPr>
              <a:t>1</a:t>
            </a:r>
            <a:r>
              <a:rPr lang="zh-CN" altLang="en-US" sz="2100">
                <a:latin typeface="微软雅黑" panose="020B0503020204020204" pitchFamily="34" charset="-122"/>
                <a:ea typeface="宋体" panose="02010600030101010101" pitchFamily="2" charset="-122"/>
              </a:rPr>
              <a:t>的无效码字，所以</a:t>
            </a:r>
            <a:r>
              <a:rPr lang="en-US" altLang="zh-CN" sz="2100">
                <a:latin typeface="微软雅黑" panose="020B0503020204020204" pitchFamily="34" charset="-122"/>
                <a:ea typeface="宋体" panose="02010600030101010101" pitchFamily="2" charset="-122"/>
              </a:rPr>
              <a:t>2</a:t>
            </a:r>
            <a:r>
              <a:rPr lang="en-US" altLang="zh-CN" sz="2100" baseline="30000">
                <a:latin typeface="微软雅黑" panose="020B0503020204020204" pitchFamily="34" charset="-122"/>
                <a:ea typeface="宋体" panose="02010600030101010101" pitchFamily="2" charset="-122"/>
              </a:rPr>
              <a:t>m</a:t>
            </a:r>
            <a:r>
              <a:rPr lang="zh-CN" altLang="en-US" sz="2100">
                <a:latin typeface="微软雅黑" panose="020B0503020204020204" pitchFamily="34" charset="-122"/>
                <a:ea typeface="宋体" panose="02010600030101010101" pitchFamily="2" charset="-122"/>
              </a:rPr>
              <a:t>个合法报文的每一个都对应有</a:t>
            </a:r>
            <a:r>
              <a:rPr lang="en-US" altLang="zh-CN" sz="2100">
                <a:latin typeface="微软雅黑" panose="020B0503020204020204" pitchFamily="34" charset="-122"/>
                <a:ea typeface="宋体" panose="02010600030101010101" pitchFamily="2" charset="-122"/>
              </a:rPr>
              <a:t>n+1</a:t>
            </a:r>
            <a:r>
              <a:rPr lang="zh-CN" altLang="en-US" sz="2100">
                <a:latin typeface="微软雅黑" panose="020B0503020204020204" pitchFamily="34" charset="-122"/>
                <a:ea typeface="宋体" panose="02010600030101010101" pitchFamily="2" charset="-122"/>
              </a:rPr>
              <a:t>个各不相同的位图，</a:t>
            </a:r>
            <a:r>
              <a:rPr lang="en-US" altLang="zh-CN" sz="2100">
                <a:latin typeface="微软雅黑" panose="020B0503020204020204" pitchFamily="34" charset="-122"/>
                <a:ea typeface="宋体" panose="02010600030101010101" pitchFamily="2" charset="-122"/>
              </a:rPr>
              <a:t>n</a:t>
            </a:r>
            <a:r>
              <a:rPr lang="zh-CN" altLang="en-US" sz="2100">
                <a:latin typeface="微软雅黑" panose="020B0503020204020204" pitchFamily="34" charset="-122"/>
                <a:ea typeface="宋体" panose="02010600030101010101" pitchFamily="2" charset="-122"/>
              </a:rPr>
              <a:t>位码字的总的位图是</a:t>
            </a:r>
            <a:r>
              <a:rPr lang="en-US" altLang="zh-CN" sz="2100">
                <a:latin typeface="微软雅黑" panose="020B0503020204020204" pitchFamily="34" charset="-122"/>
                <a:ea typeface="宋体" panose="02010600030101010101" pitchFamily="2" charset="-122"/>
              </a:rPr>
              <a:t>2</a:t>
            </a:r>
            <a:r>
              <a:rPr lang="en-US" altLang="zh-CN" sz="2100" baseline="30000">
                <a:latin typeface="微软雅黑" panose="020B0503020204020204" pitchFamily="34" charset="-122"/>
                <a:ea typeface="宋体" panose="02010600030101010101" pitchFamily="2" charset="-122"/>
              </a:rPr>
              <a:t>n</a:t>
            </a:r>
            <a:r>
              <a:rPr lang="zh-CN" altLang="en-US" sz="2100">
                <a:latin typeface="微软雅黑" panose="020B0503020204020204" pitchFamily="34" charset="-122"/>
                <a:ea typeface="宋体" panose="02010600030101010101" pitchFamily="2" charset="-122"/>
              </a:rPr>
              <a:t>个：</a:t>
            </a:r>
          </a:p>
          <a:p>
            <a:pPr eaLnBrk="1" hangingPunct="1">
              <a:buFont typeface="Wingdings" pitchFamily="2" charset="2"/>
              <a:buNone/>
            </a:pPr>
            <a:r>
              <a:rPr lang="zh-CN" altLang="en-US">
                <a:latin typeface="微软雅黑" panose="020B0503020204020204" pitchFamily="34" charset="-122"/>
                <a:ea typeface="宋体" panose="02010600030101010101" pitchFamily="2" charset="-122"/>
              </a:rPr>
              <a:t>     （</a:t>
            </a:r>
            <a:r>
              <a:rPr lang="en-US" altLang="zh-CN">
                <a:latin typeface="微软雅黑" panose="020B0503020204020204" pitchFamily="34" charset="-122"/>
                <a:ea typeface="宋体" panose="02010600030101010101" pitchFamily="2" charset="-122"/>
              </a:rPr>
              <a:t>n+1</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2</a:t>
            </a:r>
            <a:r>
              <a:rPr lang="en-US" altLang="zh-CN" baseline="30000">
                <a:latin typeface="微软雅黑" panose="020B0503020204020204" pitchFamily="34" charset="-122"/>
                <a:ea typeface="宋体" panose="02010600030101010101" pitchFamily="2" charset="-122"/>
              </a:rPr>
              <a:t>m</a:t>
            </a:r>
            <a:r>
              <a:rPr lang="en-US" altLang="zh-CN">
                <a:latin typeface="微软雅黑" panose="020B0503020204020204" pitchFamily="34" charset="-122"/>
                <a:ea typeface="宋体" panose="02010600030101010101" pitchFamily="2" charset="-122"/>
              </a:rPr>
              <a:t>&lt;=2</a:t>
            </a:r>
            <a:r>
              <a:rPr lang="en-US" altLang="zh-CN" baseline="30000">
                <a:latin typeface="微软雅黑" panose="020B0503020204020204" pitchFamily="34" charset="-122"/>
                <a:ea typeface="宋体" panose="02010600030101010101" pitchFamily="2" charset="-122"/>
              </a:rPr>
              <a:t>n</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n=m+r</a:t>
            </a:r>
            <a:r>
              <a:rPr lang="zh-CN" altLang="en-US">
                <a:latin typeface="微软雅黑" panose="020B0503020204020204" pitchFamily="34" charset="-122"/>
                <a:ea typeface="宋体" panose="02010600030101010101" pitchFamily="2" charset="-122"/>
              </a:rPr>
              <a:t>代入 </a:t>
            </a:r>
          </a:p>
          <a:p>
            <a:pPr eaLnBrk="1" hangingPunct="1">
              <a:buFont typeface="Wingdings" pitchFamily="2" charset="2"/>
              <a:buNone/>
            </a:pPr>
            <a:r>
              <a:rPr lang="zh-CN" altLang="en-US">
                <a:latin typeface="微软雅黑" panose="020B0503020204020204" pitchFamily="34" charset="-122"/>
                <a:ea typeface="宋体" panose="02010600030101010101" pitchFamily="2" charset="-122"/>
              </a:rPr>
              <a:t>     （</a:t>
            </a:r>
            <a:r>
              <a:rPr lang="en-US" altLang="zh-CN">
                <a:latin typeface="微软雅黑" panose="020B0503020204020204" pitchFamily="34" charset="-122"/>
                <a:ea typeface="宋体" panose="02010600030101010101" pitchFamily="2" charset="-122"/>
              </a:rPr>
              <a:t>m+r+1</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2</a:t>
            </a:r>
            <a:r>
              <a:rPr lang="en-US" altLang="zh-CN" baseline="30000">
                <a:latin typeface="微软雅黑" panose="020B0503020204020204" pitchFamily="34" charset="-122"/>
                <a:ea typeface="宋体" panose="02010600030101010101" pitchFamily="2" charset="-122"/>
              </a:rPr>
              <a:t>m</a:t>
            </a:r>
            <a:r>
              <a:rPr lang="en-US" altLang="zh-CN">
                <a:latin typeface="微软雅黑" panose="020B0503020204020204" pitchFamily="34" charset="-122"/>
                <a:ea typeface="宋体" panose="02010600030101010101" pitchFamily="2" charset="-122"/>
              </a:rPr>
              <a:t>&lt;=2 </a:t>
            </a:r>
            <a:r>
              <a:rPr lang="en-US" altLang="zh-CN" baseline="30000">
                <a:latin typeface="微软雅黑" panose="020B0503020204020204" pitchFamily="34" charset="-122"/>
                <a:ea typeface="宋体" panose="02010600030101010101" pitchFamily="2" charset="-122"/>
              </a:rPr>
              <a:t>m+r</a:t>
            </a:r>
          </a:p>
          <a:p>
            <a:pPr eaLnBrk="1" hangingPunct="1">
              <a:buFont typeface="Wingdings" pitchFamily="2" charset="2"/>
              <a:buNone/>
            </a:pPr>
            <a:r>
              <a:rPr lang="en-US" altLang="zh-CN">
                <a:latin typeface="微软雅黑" panose="020B0503020204020204" pitchFamily="34" charset="-122"/>
                <a:ea typeface="宋体" panose="02010600030101010101" pitchFamily="2" charset="-122"/>
              </a:rPr>
              <a:t>   </a:t>
            </a:r>
            <a:r>
              <a:rPr lang="en-US" altLang="zh-CN">
                <a:solidFill>
                  <a:schemeClr val="hlink"/>
                </a:solidFill>
                <a:latin typeface="微软雅黑" panose="020B0503020204020204" pitchFamily="34" charset="-122"/>
                <a:ea typeface="宋体" panose="02010600030101010101" pitchFamily="2" charset="-122"/>
              </a:rPr>
              <a:t>2</a:t>
            </a:r>
            <a:r>
              <a:rPr lang="en-US" altLang="zh-CN" baseline="30000">
                <a:solidFill>
                  <a:schemeClr val="hlink"/>
                </a:solidFill>
                <a:latin typeface="微软雅黑" panose="020B0503020204020204" pitchFamily="34" charset="-122"/>
                <a:ea typeface="宋体" panose="02010600030101010101" pitchFamily="2" charset="-122"/>
              </a:rPr>
              <a:t>r</a:t>
            </a:r>
            <a:r>
              <a:rPr lang="en-US" altLang="zh-CN">
                <a:solidFill>
                  <a:schemeClr val="hlink"/>
                </a:solidFill>
                <a:latin typeface="微软雅黑" panose="020B0503020204020204" pitchFamily="34" charset="-122"/>
                <a:ea typeface="宋体" panose="02010600030101010101" pitchFamily="2" charset="-122"/>
              </a:rPr>
              <a:t>&gt;=m+r+1</a:t>
            </a:r>
            <a:r>
              <a:rPr lang="en-US" altLang="zh-CN">
                <a:latin typeface="微软雅黑" panose="020B0503020204020204" pitchFamily="34" charset="-122"/>
                <a:ea typeface="宋体" panose="02010600030101010101" pitchFamily="2" charset="-122"/>
              </a:rPr>
              <a:t>   </a:t>
            </a:r>
            <a:r>
              <a:rPr lang="zh-CN" altLang="en-US">
                <a:latin typeface="微软雅黑" panose="020B0503020204020204" pitchFamily="34" charset="-122"/>
                <a:ea typeface="宋体" panose="02010600030101010101" pitchFamily="2" charset="-122"/>
              </a:rPr>
              <a:t>纠正单比特误码的校验位下界</a:t>
            </a:r>
            <a:r>
              <a:rPr lang="en-US" altLang="zh-CN">
                <a:solidFill>
                  <a:schemeClr val="hlink"/>
                </a:solidFill>
                <a:latin typeface="微软雅黑" panose="020B0503020204020204" pitchFamily="34" charset="-122"/>
                <a:ea typeface="宋体" panose="02010600030101010101" pitchFamily="2" charset="-122"/>
              </a:rPr>
              <a:t>r</a:t>
            </a:r>
          </a:p>
        </p:txBody>
      </p:sp>
      <p:sp>
        <p:nvSpPr>
          <p:cNvPr id="56324" name="AutoShape 4">
            <a:extLst>
              <a:ext uri="{FF2B5EF4-FFF2-40B4-BE49-F238E27FC236}">
                <a16:creationId xmlns:a16="http://schemas.microsoft.com/office/drawing/2014/main" id="{94A1C40A-F457-C74B-9F8D-23064DAEC058}"/>
              </a:ext>
            </a:extLst>
          </p:cNvPr>
          <p:cNvSpPr>
            <a:spLocks noChangeArrowheads="1"/>
          </p:cNvSpPr>
          <p:nvPr/>
        </p:nvSpPr>
        <p:spPr bwMode="auto">
          <a:xfrm>
            <a:off x="2282905" y="4127421"/>
            <a:ext cx="161925" cy="323850"/>
          </a:xfrm>
          <a:prstGeom prst="notchedRightArrow">
            <a:avLst>
              <a:gd name="adj1" fmla="val 50000"/>
              <a:gd name="adj2" fmla="val 25000"/>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644638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灯片编号占位符 3">
            <a:extLst>
              <a:ext uri="{FF2B5EF4-FFF2-40B4-BE49-F238E27FC236}">
                <a16:creationId xmlns:a16="http://schemas.microsoft.com/office/drawing/2014/main" id="{52FC42B5-8C33-6344-9733-D2FEDE486F2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047066D-077A-F74B-BB49-58F32953A7B4}"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22</a:t>
            </a:fld>
            <a:endParaRPr lang="en-US" altLang="zh-CN" sz="1050">
              <a:solidFill>
                <a:schemeClr val="bg2"/>
              </a:solidFill>
              <a:latin typeface="Tahoma" panose="020B0604030504040204" pitchFamily="34" charset="0"/>
              <a:ea typeface="宋体" panose="02010600030101010101" pitchFamily="2" charset="-122"/>
            </a:endParaRPr>
          </a:p>
        </p:txBody>
      </p:sp>
      <p:sp>
        <p:nvSpPr>
          <p:cNvPr id="58370" name="Rectangle 2">
            <a:extLst>
              <a:ext uri="{FF2B5EF4-FFF2-40B4-BE49-F238E27FC236}">
                <a16:creationId xmlns:a16="http://schemas.microsoft.com/office/drawing/2014/main" id="{AD45524D-ABFE-ED45-A61C-312593BD6700}"/>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3.	</a:t>
            </a:r>
            <a:r>
              <a:rPr lang="zh-CN" altLang="en-US">
                <a:latin typeface="微软雅黑" panose="020B0503020204020204" pitchFamily="34" charset="-122"/>
                <a:ea typeface="宋体" panose="02010600030101010101" pitchFamily="2" charset="-122"/>
              </a:rPr>
              <a:t>错误检测和纠正（</a:t>
            </a:r>
            <a:r>
              <a:rPr lang="en-US" altLang="zh-CN">
                <a:latin typeface="微软雅黑" panose="020B0503020204020204" pitchFamily="34" charset="-122"/>
                <a:ea typeface="宋体" panose="02010600030101010101" pitchFamily="2" charset="-122"/>
              </a:rPr>
              <a:t>4</a:t>
            </a:r>
            <a:r>
              <a:rPr lang="zh-CN" altLang="en-US">
                <a:latin typeface="微软雅黑" panose="020B0503020204020204" pitchFamily="34" charset="-122"/>
                <a:ea typeface="宋体" panose="02010600030101010101" pitchFamily="2" charset="-122"/>
              </a:rPr>
              <a:t>）</a:t>
            </a:r>
          </a:p>
        </p:txBody>
      </p:sp>
      <p:sp>
        <p:nvSpPr>
          <p:cNvPr id="58371" name="Rectangle 3">
            <a:extLst>
              <a:ext uri="{FF2B5EF4-FFF2-40B4-BE49-F238E27FC236}">
                <a16:creationId xmlns:a16="http://schemas.microsoft.com/office/drawing/2014/main" id="{904978EE-6083-F54F-AE4C-3578D246FD59}"/>
              </a:ext>
            </a:extLst>
          </p:cNvPr>
          <p:cNvSpPr>
            <a:spLocks noGrp="1" noChangeArrowheads="1"/>
          </p:cNvSpPr>
          <p:nvPr>
            <p:ph type="body" idx="1"/>
          </p:nvPr>
        </p:nvSpPr>
        <p:spPr/>
        <p:txBody>
          <a:bodyPr/>
          <a:lstStyle/>
          <a:p>
            <a:pPr eaLnBrk="1" hangingPunct="1">
              <a:lnSpc>
                <a:spcPct val="115000"/>
              </a:lnSpc>
            </a:pPr>
            <a:r>
              <a:rPr lang="zh-CN" altLang="en-US" dirty="0">
                <a:latin typeface="微软雅黑" panose="020B0503020204020204" pitchFamily="34" charset="-122"/>
                <a:ea typeface="宋体" panose="02010600030101010101" pitchFamily="2" charset="-122"/>
                <a:sym typeface="Symbol" pitchFamily="2" charset="2"/>
              </a:rPr>
              <a:t>海明码</a:t>
            </a:r>
          </a:p>
          <a:p>
            <a:pPr lvl="1" eaLnBrk="1" hangingPunct="1">
              <a:lnSpc>
                <a:spcPct val="115000"/>
              </a:lnSpc>
            </a:pPr>
            <a:r>
              <a:rPr lang="zh-CN" altLang="en-US" dirty="0">
                <a:latin typeface="微软雅黑" panose="020B0503020204020204" pitchFamily="34" charset="-122"/>
                <a:ea typeface="宋体" panose="02010600030101010101" pitchFamily="2" charset="-122"/>
                <a:sym typeface="Symbol" pitchFamily="2" charset="2"/>
              </a:rPr>
              <a:t>码位从左边开始编号，从</a:t>
            </a:r>
            <a:r>
              <a:rPr lang="zh-CN" altLang="en-US" dirty="0">
                <a:latin typeface="Arial" panose="020B0604020202020204" pitchFamily="34" charset="0"/>
                <a:ea typeface="宋体" panose="02010600030101010101" pitchFamily="2" charset="-122"/>
                <a:sym typeface="Symbol" pitchFamily="2" charset="2"/>
              </a:rPr>
              <a:t>“</a:t>
            </a:r>
            <a:r>
              <a:rPr lang="en-US" altLang="zh-CN" dirty="0">
                <a:latin typeface="微软雅黑" panose="020B0503020204020204" pitchFamily="34" charset="-122"/>
                <a:ea typeface="宋体" panose="02010600030101010101" pitchFamily="2" charset="-122"/>
                <a:sym typeface="Symbol" pitchFamily="2" charset="2"/>
              </a:rPr>
              <a:t>1</a:t>
            </a:r>
            <a:r>
              <a:rPr lang="en-US" altLang="zh-CN" dirty="0">
                <a:latin typeface="Arial" panose="020B0604020202020204" pitchFamily="34" charset="0"/>
                <a:ea typeface="宋体" panose="02010600030101010101" pitchFamily="2" charset="-122"/>
                <a:sym typeface="Symbol" pitchFamily="2" charset="2"/>
              </a:rPr>
              <a:t>”</a:t>
            </a:r>
            <a:r>
              <a:rPr lang="zh-CN" altLang="en-US" dirty="0">
                <a:latin typeface="微软雅黑" panose="020B0503020204020204" pitchFamily="34" charset="-122"/>
                <a:ea typeface="宋体" panose="02010600030101010101" pitchFamily="2" charset="-122"/>
                <a:sym typeface="Symbol" pitchFamily="2" charset="2"/>
              </a:rPr>
              <a:t>开始；</a:t>
            </a:r>
          </a:p>
          <a:p>
            <a:pPr lvl="1" eaLnBrk="1" hangingPunct="1">
              <a:lnSpc>
                <a:spcPct val="115000"/>
              </a:lnSpc>
            </a:pPr>
            <a:r>
              <a:rPr lang="zh-CN" altLang="en-US" dirty="0">
                <a:latin typeface="微软雅黑" panose="020B0503020204020204" pitchFamily="34" charset="-122"/>
                <a:ea typeface="宋体" panose="02010600030101010101" pitchFamily="2" charset="-122"/>
                <a:sym typeface="Symbol" pitchFamily="2" charset="2"/>
              </a:rPr>
              <a:t>位号为</a:t>
            </a:r>
            <a:r>
              <a:rPr lang="en-US" altLang="zh-CN" dirty="0">
                <a:latin typeface="微软雅黑" panose="020B0503020204020204" pitchFamily="34" charset="-122"/>
                <a:ea typeface="宋体" panose="02010600030101010101" pitchFamily="2" charset="-122"/>
                <a:sym typeface="Symbol" pitchFamily="2" charset="2"/>
              </a:rPr>
              <a:t>2</a:t>
            </a:r>
            <a:r>
              <a:rPr lang="zh-CN" altLang="en-US" dirty="0">
                <a:latin typeface="微软雅黑" panose="020B0503020204020204" pitchFamily="34" charset="-122"/>
                <a:ea typeface="宋体" panose="02010600030101010101" pitchFamily="2" charset="-122"/>
                <a:sym typeface="Symbol" pitchFamily="2" charset="2"/>
              </a:rPr>
              <a:t>的幂的位是校验位，其余是信息位；</a:t>
            </a:r>
          </a:p>
          <a:p>
            <a:pPr lvl="1" eaLnBrk="1" hangingPunct="1">
              <a:lnSpc>
                <a:spcPct val="115000"/>
              </a:lnSpc>
            </a:pPr>
            <a:r>
              <a:rPr lang="zh-CN" altLang="en-US" dirty="0">
                <a:latin typeface="微软雅黑" panose="020B0503020204020204" pitchFamily="34" charset="-122"/>
                <a:ea typeface="宋体" panose="02010600030101010101" pitchFamily="2" charset="-122"/>
                <a:sym typeface="Symbol" pitchFamily="2" charset="2"/>
              </a:rPr>
              <a:t>每个校验位使得包括自己在内的一些位的奇偶值为偶数（或奇数）。</a:t>
            </a:r>
          </a:p>
          <a:p>
            <a:pPr lvl="2" eaLnBrk="1" hangingPunct="1"/>
            <a:r>
              <a:rPr lang="zh-CN" altLang="en-US" dirty="0">
                <a:latin typeface="微软雅黑" panose="020B0503020204020204" pitchFamily="34" charset="-122"/>
                <a:ea typeface="宋体" panose="02010600030101010101" pitchFamily="2" charset="-122"/>
              </a:rPr>
              <a:t>为看清数据位</a:t>
            </a:r>
            <a:r>
              <a:rPr lang="en-US" altLang="zh-CN" dirty="0">
                <a:latin typeface="微软雅黑" panose="020B0503020204020204" pitchFamily="34" charset="-122"/>
                <a:ea typeface="宋体" panose="02010600030101010101" pitchFamily="2" charset="-122"/>
              </a:rPr>
              <a:t>k</a:t>
            </a:r>
            <a:r>
              <a:rPr lang="zh-CN" altLang="en-US" dirty="0">
                <a:latin typeface="微软雅黑" panose="020B0503020204020204" pitchFamily="34" charset="-122"/>
                <a:ea typeface="宋体" panose="02010600030101010101" pitchFamily="2" charset="-122"/>
              </a:rPr>
              <a:t>对哪些校验位有影响，将</a:t>
            </a:r>
            <a:r>
              <a:rPr lang="en-US" altLang="zh-CN" dirty="0">
                <a:latin typeface="微软雅黑" panose="020B0503020204020204" pitchFamily="34" charset="-122"/>
                <a:ea typeface="宋体" panose="02010600030101010101" pitchFamily="2" charset="-122"/>
              </a:rPr>
              <a:t>k</a:t>
            </a:r>
            <a:r>
              <a:rPr lang="zh-CN" altLang="en-US" dirty="0">
                <a:latin typeface="微软雅黑" panose="020B0503020204020204" pitchFamily="34" charset="-122"/>
                <a:ea typeface="宋体" panose="02010600030101010101" pitchFamily="2" charset="-122"/>
              </a:rPr>
              <a:t>写成</a:t>
            </a:r>
            <a:r>
              <a:rPr lang="en-US" altLang="zh-CN" dirty="0">
                <a:latin typeface="微软雅黑" panose="020B0503020204020204" pitchFamily="34" charset="-122"/>
                <a:ea typeface="宋体" panose="02010600030101010101" pitchFamily="2" charset="-122"/>
              </a:rPr>
              <a:t>2</a:t>
            </a:r>
            <a:r>
              <a:rPr lang="zh-CN" altLang="en-US" dirty="0">
                <a:latin typeface="微软雅黑" panose="020B0503020204020204" pitchFamily="34" charset="-122"/>
                <a:ea typeface="宋体" panose="02010600030101010101" pitchFamily="2" charset="-122"/>
              </a:rPr>
              <a:t>的幂的和。例：</a:t>
            </a:r>
            <a:r>
              <a:rPr lang="en-US" altLang="zh-CN" dirty="0">
                <a:latin typeface="微软雅黑" panose="020B0503020204020204" pitchFamily="34" charset="-122"/>
                <a:ea typeface="宋体" panose="02010600030101010101" pitchFamily="2" charset="-122"/>
              </a:rPr>
              <a:t>11=1+ 2 + 8</a:t>
            </a:r>
          </a:p>
        </p:txBody>
      </p:sp>
    </p:spTree>
    <p:extLst>
      <p:ext uri="{BB962C8B-B14F-4D97-AF65-F5344CB8AC3E}">
        <p14:creationId xmlns:p14="http://schemas.microsoft.com/office/powerpoint/2010/main" val="26798368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灯片编号占位符 3">
            <a:extLst>
              <a:ext uri="{FF2B5EF4-FFF2-40B4-BE49-F238E27FC236}">
                <a16:creationId xmlns:a16="http://schemas.microsoft.com/office/drawing/2014/main" id="{A118B3FF-179A-C74C-A34C-90086CE45D4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C4B5FC9-99EC-C245-BF42-F5ECFB7E6A31}"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23</a:t>
            </a:fld>
            <a:endParaRPr lang="en-US" altLang="zh-CN" sz="1050">
              <a:solidFill>
                <a:schemeClr val="bg2"/>
              </a:solidFill>
              <a:latin typeface="Tahoma" panose="020B0604030504040204" pitchFamily="34" charset="0"/>
              <a:ea typeface="宋体" panose="02010600030101010101" pitchFamily="2" charset="-122"/>
            </a:endParaRPr>
          </a:p>
        </p:txBody>
      </p:sp>
      <p:sp>
        <p:nvSpPr>
          <p:cNvPr id="60418" name="Rectangle 2">
            <a:extLst>
              <a:ext uri="{FF2B5EF4-FFF2-40B4-BE49-F238E27FC236}">
                <a16:creationId xmlns:a16="http://schemas.microsoft.com/office/drawing/2014/main" id="{A2746033-1EC6-E249-9BB4-02A5E2349B1E}"/>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3.	</a:t>
            </a:r>
            <a:r>
              <a:rPr lang="zh-CN" altLang="en-US">
                <a:latin typeface="微软雅黑" panose="020B0503020204020204" pitchFamily="34" charset="-122"/>
                <a:ea typeface="宋体" panose="02010600030101010101" pitchFamily="2" charset="-122"/>
              </a:rPr>
              <a:t>错误检测和纠正（</a:t>
            </a:r>
            <a:r>
              <a:rPr lang="en-US" altLang="zh-CN">
                <a:latin typeface="微软雅黑" panose="020B0503020204020204" pitchFamily="34" charset="-122"/>
                <a:ea typeface="宋体" panose="02010600030101010101" pitchFamily="2" charset="-122"/>
              </a:rPr>
              <a:t>5</a:t>
            </a:r>
            <a:r>
              <a:rPr lang="zh-CN" altLang="en-US">
                <a:latin typeface="微软雅黑" panose="020B0503020204020204" pitchFamily="34" charset="-122"/>
                <a:ea typeface="宋体" panose="02010600030101010101" pitchFamily="2" charset="-122"/>
              </a:rPr>
              <a:t>）</a:t>
            </a:r>
          </a:p>
        </p:txBody>
      </p:sp>
      <p:sp>
        <p:nvSpPr>
          <p:cNvPr id="60419" name="Rectangle 3">
            <a:extLst>
              <a:ext uri="{FF2B5EF4-FFF2-40B4-BE49-F238E27FC236}">
                <a16:creationId xmlns:a16="http://schemas.microsoft.com/office/drawing/2014/main" id="{DABD458B-3B10-AF4E-A844-25AD7295B8EE}"/>
              </a:ext>
            </a:extLst>
          </p:cNvPr>
          <p:cNvSpPr>
            <a:spLocks noGrp="1" noChangeArrowheads="1"/>
          </p:cNvSpPr>
          <p:nvPr>
            <p:ph type="body" idx="1"/>
          </p:nvPr>
        </p:nvSpPr>
        <p:spPr/>
        <p:txBody>
          <a:bodyPr/>
          <a:lstStyle/>
          <a:p>
            <a:pPr eaLnBrk="1" hangingPunct="1"/>
            <a:r>
              <a:rPr lang="zh-CN" altLang="en-US">
                <a:latin typeface="微软雅黑" panose="020B0503020204020204" pitchFamily="34" charset="-122"/>
                <a:ea typeface="宋体" panose="02010600030101010101" pitchFamily="2" charset="-122"/>
                <a:sym typeface="Symbol" pitchFamily="2" charset="2"/>
              </a:rPr>
              <a:t>海明码工作过程</a:t>
            </a:r>
          </a:p>
          <a:p>
            <a:pPr lvl="1" eaLnBrk="1" hangingPunct="1">
              <a:buFontTx/>
              <a:buChar char="-"/>
            </a:pPr>
            <a:r>
              <a:rPr lang="zh-CN" altLang="en-US">
                <a:latin typeface="微软雅黑" panose="020B0503020204020204" pitchFamily="34" charset="-122"/>
                <a:ea typeface="宋体" panose="02010600030101010101" pitchFamily="2" charset="-122"/>
              </a:rPr>
              <a:t>每个码字到来前，接收方计数器清零；</a:t>
            </a:r>
          </a:p>
          <a:p>
            <a:pPr lvl="1" eaLnBrk="1" hangingPunct="1">
              <a:buFontTx/>
              <a:buChar char="-"/>
            </a:pPr>
            <a:r>
              <a:rPr lang="zh-CN" altLang="en-US">
                <a:latin typeface="微软雅黑" panose="020B0503020204020204" pitchFamily="34" charset="-122"/>
                <a:ea typeface="宋体" panose="02010600030101010101" pitchFamily="2" charset="-122"/>
              </a:rPr>
              <a:t>接收方检查每个校验位</a:t>
            </a:r>
            <a:r>
              <a:rPr lang="en-US" altLang="zh-CN">
                <a:latin typeface="微软雅黑" panose="020B0503020204020204" pitchFamily="34" charset="-122"/>
                <a:ea typeface="宋体" panose="02010600030101010101" pitchFamily="2" charset="-122"/>
              </a:rPr>
              <a:t>k (k = 1, 2, 4 </a:t>
            </a:r>
            <a:r>
              <a:rPr lang="en-US" altLang="zh-CN">
                <a:latin typeface="Arial" panose="020B0604020202020204" pitchFamily="34" charset="0"/>
                <a:ea typeface="宋体" panose="02010600030101010101" pitchFamily="2" charset="-122"/>
              </a:rPr>
              <a:t>…</a:t>
            </a:r>
            <a:r>
              <a:rPr lang="en-US" altLang="zh-CN">
                <a:latin typeface="微软雅黑" panose="020B0503020204020204" pitchFamily="34" charset="-122"/>
                <a:ea typeface="宋体" panose="02010600030101010101" pitchFamily="2" charset="-122"/>
              </a:rPr>
              <a:t>)</a:t>
            </a:r>
            <a:r>
              <a:rPr lang="zh-CN" altLang="en-US">
                <a:latin typeface="微软雅黑" panose="020B0503020204020204" pitchFamily="34" charset="-122"/>
                <a:ea typeface="宋体" panose="02010600030101010101" pitchFamily="2" charset="-122"/>
              </a:rPr>
              <a:t>的奇偶值是否正确；</a:t>
            </a:r>
          </a:p>
          <a:p>
            <a:pPr lvl="1" eaLnBrk="1" hangingPunct="1">
              <a:buFontTx/>
              <a:buChar char="-"/>
            </a:pPr>
            <a:r>
              <a:rPr lang="zh-CN" altLang="en-US">
                <a:latin typeface="微软雅黑" panose="020B0503020204020204" pitchFamily="34" charset="-122"/>
                <a:ea typeface="宋体" panose="02010600030101010101" pitchFamily="2" charset="-122"/>
              </a:rPr>
              <a:t>若第 </a:t>
            </a:r>
            <a:r>
              <a:rPr lang="en-US" altLang="zh-CN">
                <a:latin typeface="微软雅黑" panose="020B0503020204020204" pitchFamily="34" charset="-122"/>
                <a:ea typeface="宋体" panose="02010600030101010101" pitchFamily="2" charset="-122"/>
              </a:rPr>
              <a:t>k </a:t>
            </a:r>
            <a:r>
              <a:rPr lang="zh-CN" altLang="en-US">
                <a:latin typeface="微软雅黑" panose="020B0503020204020204" pitchFamily="34" charset="-122"/>
                <a:ea typeface="宋体" panose="02010600030101010101" pitchFamily="2" charset="-122"/>
              </a:rPr>
              <a:t>位奇偶值不对，计数器加 </a:t>
            </a:r>
            <a:r>
              <a:rPr lang="en-US" altLang="zh-CN">
                <a:latin typeface="微软雅黑" panose="020B0503020204020204" pitchFamily="34" charset="-122"/>
                <a:ea typeface="宋体" panose="02010600030101010101" pitchFamily="2" charset="-122"/>
              </a:rPr>
              <a:t>k</a:t>
            </a:r>
            <a:r>
              <a:rPr lang="zh-CN" altLang="en-US">
                <a:latin typeface="微软雅黑" panose="020B0503020204020204" pitchFamily="34" charset="-122"/>
                <a:ea typeface="宋体" panose="02010600030101010101" pitchFamily="2" charset="-122"/>
              </a:rPr>
              <a:t>；</a:t>
            </a:r>
          </a:p>
          <a:p>
            <a:pPr lvl="1" eaLnBrk="1" hangingPunct="1">
              <a:buFontTx/>
              <a:buChar char="-"/>
            </a:pPr>
            <a:r>
              <a:rPr lang="zh-CN" altLang="en-US">
                <a:latin typeface="微软雅黑" panose="020B0503020204020204" pitchFamily="34" charset="-122"/>
                <a:ea typeface="宋体" panose="02010600030101010101" pitchFamily="2" charset="-122"/>
              </a:rPr>
              <a:t>所有校验位检查完后，若计数器值为</a:t>
            </a:r>
            <a:r>
              <a:rPr lang="en-US" altLang="zh-CN">
                <a:latin typeface="微软雅黑" panose="020B0503020204020204" pitchFamily="34" charset="-122"/>
                <a:ea typeface="宋体" panose="02010600030101010101" pitchFamily="2" charset="-122"/>
              </a:rPr>
              <a:t>0</a:t>
            </a:r>
            <a:r>
              <a:rPr lang="zh-CN" altLang="en-US">
                <a:latin typeface="微软雅黑" panose="020B0503020204020204" pitchFamily="34" charset="-122"/>
                <a:ea typeface="宋体" panose="02010600030101010101" pitchFamily="2" charset="-122"/>
              </a:rPr>
              <a:t>，则码字有效；若计数器值为</a:t>
            </a:r>
            <a:r>
              <a:rPr lang="en-US" altLang="zh-CN">
                <a:latin typeface="微软雅黑" panose="020B0503020204020204" pitchFamily="34" charset="-122"/>
                <a:ea typeface="宋体" panose="02010600030101010101" pitchFamily="2" charset="-122"/>
              </a:rPr>
              <a:t>m</a:t>
            </a:r>
            <a:r>
              <a:rPr lang="zh-CN" altLang="en-US">
                <a:latin typeface="微软雅黑" panose="020B0503020204020204" pitchFamily="34" charset="-122"/>
                <a:ea typeface="宋体" panose="02010600030101010101" pitchFamily="2" charset="-122"/>
              </a:rPr>
              <a:t>，则第</a:t>
            </a:r>
            <a:r>
              <a:rPr lang="en-US" altLang="zh-CN">
                <a:latin typeface="微软雅黑" panose="020B0503020204020204" pitchFamily="34" charset="-122"/>
                <a:ea typeface="宋体" panose="02010600030101010101" pitchFamily="2" charset="-122"/>
              </a:rPr>
              <a:t>m</a:t>
            </a:r>
            <a:r>
              <a:rPr lang="zh-CN" altLang="en-US">
                <a:latin typeface="微软雅黑" panose="020B0503020204020204" pitchFamily="34" charset="-122"/>
                <a:ea typeface="宋体" panose="02010600030101010101" pitchFamily="2" charset="-122"/>
              </a:rPr>
              <a:t>位出错。例：若校验位</a:t>
            </a:r>
            <a:r>
              <a:rPr lang="en-US" altLang="zh-CN">
                <a:latin typeface="微软雅黑" panose="020B0503020204020204" pitchFamily="34" charset="-122"/>
                <a:ea typeface="宋体" panose="02010600030101010101" pitchFamily="2" charset="-122"/>
              </a:rPr>
              <a:t>1</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2</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8</a:t>
            </a:r>
            <a:r>
              <a:rPr lang="zh-CN" altLang="en-US">
                <a:latin typeface="微软雅黑" panose="020B0503020204020204" pitchFamily="34" charset="-122"/>
                <a:ea typeface="宋体" panose="02010600030101010101" pitchFamily="2" charset="-122"/>
              </a:rPr>
              <a:t>出错，则第</a:t>
            </a:r>
            <a:r>
              <a:rPr lang="en-US" altLang="zh-CN">
                <a:latin typeface="微软雅黑" panose="020B0503020204020204" pitchFamily="34" charset="-122"/>
                <a:ea typeface="宋体" panose="02010600030101010101" pitchFamily="2" charset="-122"/>
              </a:rPr>
              <a:t>11</a:t>
            </a:r>
            <a:r>
              <a:rPr lang="zh-CN" altLang="en-US">
                <a:latin typeface="微软雅黑" panose="020B0503020204020204" pitchFamily="34" charset="-122"/>
                <a:ea typeface="宋体" panose="02010600030101010101" pitchFamily="2" charset="-122"/>
              </a:rPr>
              <a:t>位变反。</a:t>
            </a:r>
          </a:p>
        </p:txBody>
      </p:sp>
    </p:spTree>
    <p:extLst>
      <p:ext uri="{BB962C8B-B14F-4D97-AF65-F5344CB8AC3E}">
        <p14:creationId xmlns:p14="http://schemas.microsoft.com/office/powerpoint/2010/main" val="39104332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513" name="Rectangle 3">
            <a:extLst>
              <a:ext uri="{FF2B5EF4-FFF2-40B4-BE49-F238E27FC236}">
                <a16:creationId xmlns:a16="http://schemas.microsoft.com/office/drawing/2014/main" id="{E053D2C5-6D5B-F040-A711-C15628668C53}"/>
              </a:ext>
            </a:extLst>
          </p:cNvPr>
          <p:cNvSpPr>
            <a:spLocks noChangeArrowheads="1"/>
          </p:cNvSpPr>
          <p:nvPr/>
        </p:nvSpPr>
        <p:spPr bwMode="auto">
          <a:xfrm>
            <a:off x="4950619" y="951310"/>
            <a:ext cx="3276600" cy="221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7859" tIns="33335" rIns="67859" bIns="33335"/>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b="1" i="1" dirty="0">
                <a:solidFill>
                  <a:schemeClr val="hlink"/>
                </a:solidFill>
                <a:latin typeface="Arial" panose="020B0604020202020204" pitchFamily="34" charset="0"/>
                <a:ea typeface="宋体" panose="02010600030101010101" pitchFamily="2" charset="-122"/>
              </a:rPr>
              <a:t>1</a:t>
            </a:r>
            <a:r>
              <a:rPr kumimoji="1" lang="en-US" altLang="zh-CN" sz="1350" b="1" i="1" dirty="0">
                <a:solidFill>
                  <a:schemeClr val="folHlink"/>
                </a:solidFill>
                <a:latin typeface="Arial" panose="020B0604020202020204" pitchFamily="34" charset="0"/>
                <a:ea typeface="宋体" panose="02010600030101010101" pitchFamily="2" charset="-122"/>
              </a:rPr>
              <a:t>   </a:t>
            </a:r>
            <a:r>
              <a:rPr kumimoji="1" lang="en-US" altLang="zh-CN" sz="1350" b="1" i="1" dirty="0">
                <a:solidFill>
                  <a:schemeClr val="hlink"/>
                </a:solidFill>
                <a:latin typeface="Arial" panose="020B0604020202020204" pitchFamily="34" charset="0"/>
                <a:ea typeface="宋体" panose="02010600030101010101" pitchFamily="2" charset="-122"/>
              </a:rPr>
              <a:t>2</a:t>
            </a:r>
            <a:r>
              <a:rPr kumimoji="1" lang="en-US" altLang="zh-CN" sz="1350" dirty="0">
                <a:solidFill>
                  <a:schemeClr val="folHlink"/>
                </a:solidFill>
                <a:latin typeface="Arial" panose="020B0604020202020204" pitchFamily="34" charset="0"/>
                <a:ea typeface="宋体" panose="02010600030101010101" pitchFamily="2" charset="-122"/>
              </a:rPr>
              <a:t>   3   </a:t>
            </a:r>
            <a:r>
              <a:rPr kumimoji="1" lang="en-US" altLang="zh-CN" sz="1350" b="1" i="1" dirty="0">
                <a:solidFill>
                  <a:schemeClr val="hlink"/>
                </a:solidFill>
                <a:latin typeface="Arial" panose="020B0604020202020204" pitchFamily="34" charset="0"/>
                <a:ea typeface="宋体" panose="02010600030101010101" pitchFamily="2" charset="-122"/>
              </a:rPr>
              <a:t>4</a:t>
            </a:r>
            <a:r>
              <a:rPr kumimoji="1" lang="en-US" altLang="zh-CN" sz="1350" dirty="0">
                <a:solidFill>
                  <a:schemeClr val="hlink"/>
                </a:solidFill>
                <a:latin typeface="Arial" panose="020B0604020202020204" pitchFamily="34" charset="0"/>
                <a:ea typeface="宋体" panose="02010600030101010101" pitchFamily="2" charset="-122"/>
              </a:rPr>
              <a:t> </a:t>
            </a:r>
            <a:r>
              <a:rPr kumimoji="1" lang="en-US" altLang="zh-CN" sz="1350" dirty="0">
                <a:solidFill>
                  <a:schemeClr val="folHlink"/>
                </a:solidFill>
                <a:latin typeface="Arial" panose="020B0604020202020204" pitchFamily="34" charset="0"/>
                <a:ea typeface="宋体" panose="02010600030101010101" pitchFamily="2" charset="-122"/>
              </a:rPr>
              <a:t>  5   6   7   </a:t>
            </a:r>
            <a:r>
              <a:rPr kumimoji="1" lang="en-US" altLang="zh-CN" sz="1350" b="1" i="1" dirty="0">
                <a:solidFill>
                  <a:schemeClr val="hlink"/>
                </a:solidFill>
                <a:latin typeface="Arial" panose="020B0604020202020204" pitchFamily="34" charset="0"/>
                <a:ea typeface="宋体" panose="02010600030101010101" pitchFamily="2" charset="-122"/>
              </a:rPr>
              <a:t>8</a:t>
            </a:r>
            <a:r>
              <a:rPr kumimoji="1" lang="en-US" altLang="zh-CN" sz="1350" b="1" dirty="0">
                <a:solidFill>
                  <a:schemeClr val="folHlink"/>
                </a:solidFill>
                <a:latin typeface="Arial" panose="020B0604020202020204" pitchFamily="34" charset="0"/>
                <a:ea typeface="宋体" panose="02010600030101010101" pitchFamily="2" charset="-122"/>
              </a:rPr>
              <a:t> </a:t>
            </a:r>
            <a:r>
              <a:rPr kumimoji="1" lang="en-US" altLang="zh-CN" sz="1350" dirty="0">
                <a:solidFill>
                  <a:schemeClr val="folHlink"/>
                </a:solidFill>
                <a:latin typeface="Arial" panose="020B0604020202020204" pitchFamily="34" charset="0"/>
                <a:ea typeface="宋体" panose="02010600030101010101" pitchFamily="2" charset="-122"/>
              </a:rPr>
              <a:t>  9   10   11</a:t>
            </a:r>
          </a:p>
          <a:p>
            <a:pPr eaLnBrk="1" hangingPunct="1">
              <a:spcBef>
                <a:spcPct val="0"/>
              </a:spcBef>
              <a:buClrTx/>
              <a:buSzTx/>
              <a:buFontTx/>
              <a:buNone/>
            </a:pPr>
            <a:r>
              <a:rPr kumimoji="1" lang="en-US" altLang="zh-CN" sz="1350" dirty="0">
                <a:solidFill>
                  <a:schemeClr val="folHlink"/>
                </a:solidFill>
                <a:latin typeface="Arial" panose="020B0604020202020204" pitchFamily="34" charset="0"/>
                <a:ea typeface="宋体" panose="02010600030101010101" pitchFamily="2" charset="-122"/>
              </a:rPr>
              <a:t>          1        1        1        1            1</a:t>
            </a:r>
          </a:p>
          <a:p>
            <a:pPr eaLnBrk="1" hangingPunct="1">
              <a:spcBef>
                <a:spcPct val="0"/>
              </a:spcBef>
              <a:buClrTx/>
              <a:buSzTx/>
              <a:buFontTx/>
              <a:buNone/>
            </a:pPr>
            <a:r>
              <a:rPr kumimoji="1" lang="en-US" altLang="zh-CN" sz="1350" dirty="0">
                <a:solidFill>
                  <a:schemeClr val="folHlink"/>
                </a:solidFill>
                <a:latin typeface="Arial" panose="020B0604020202020204" pitchFamily="34" charset="0"/>
                <a:ea typeface="宋体" panose="02010600030101010101" pitchFamily="2" charset="-122"/>
              </a:rPr>
              <a:t>          2             2   2               2     2</a:t>
            </a:r>
          </a:p>
          <a:p>
            <a:pPr eaLnBrk="1" hangingPunct="1">
              <a:spcBef>
                <a:spcPct val="0"/>
              </a:spcBef>
              <a:buClrTx/>
              <a:buSzTx/>
              <a:buFontTx/>
              <a:buNone/>
            </a:pPr>
            <a:r>
              <a:rPr kumimoji="1" lang="en-US" altLang="zh-CN" sz="1350" dirty="0">
                <a:solidFill>
                  <a:schemeClr val="folHlink"/>
                </a:solidFill>
                <a:latin typeface="Arial" panose="020B0604020202020204" pitchFamily="34" charset="0"/>
                <a:ea typeface="宋体" panose="02010600030101010101" pitchFamily="2" charset="-122"/>
              </a:rPr>
              <a:t>                    4   4   4</a:t>
            </a:r>
          </a:p>
          <a:p>
            <a:pPr eaLnBrk="1" hangingPunct="1">
              <a:spcBef>
                <a:spcPct val="0"/>
              </a:spcBef>
              <a:buClrTx/>
              <a:buSzTx/>
              <a:buFontTx/>
              <a:buNone/>
            </a:pPr>
            <a:r>
              <a:rPr kumimoji="1" lang="en-US" altLang="zh-CN" sz="1350" dirty="0">
                <a:solidFill>
                  <a:schemeClr val="folHlink"/>
                </a:solidFill>
                <a:latin typeface="Arial" panose="020B0604020202020204" pitchFamily="34" charset="0"/>
                <a:ea typeface="宋体" panose="02010600030101010101" pitchFamily="2" charset="-122"/>
              </a:rPr>
              <a:t>                                        8     8     8</a:t>
            </a:r>
          </a:p>
          <a:p>
            <a:pPr eaLnBrk="1" hangingPunct="1">
              <a:spcBef>
                <a:spcPct val="0"/>
              </a:spcBef>
              <a:buClrTx/>
              <a:buSzTx/>
              <a:buFontTx/>
              <a:buNone/>
            </a:pPr>
            <a:endParaRPr kumimoji="1" lang="en-US" altLang="zh-CN" sz="1350" dirty="0">
              <a:solidFill>
                <a:schemeClr val="tx1"/>
              </a:solidFill>
              <a:latin typeface="Arial" panose="020B0604020202020204" pitchFamily="34" charset="0"/>
              <a:ea typeface="宋体" panose="02010600030101010101" pitchFamily="2" charset="-122"/>
            </a:endParaRPr>
          </a:p>
          <a:p>
            <a:pPr eaLnBrk="1" hangingPunct="1">
              <a:spcBef>
                <a:spcPct val="0"/>
              </a:spcBef>
              <a:buClrTx/>
              <a:buSzTx/>
              <a:buFontTx/>
              <a:buNone/>
            </a:pPr>
            <a:r>
              <a:rPr kumimoji="1" lang="en-US" altLang="zh-CN" sz="1800" b="1" dirty="0">
                <a:solidFill>
                  <a:schemeClr val="folHlink"/>
                </a:solidFill>
                <a:latin typeface="Tahoma" panose="020B0604030504040204" pitchFamily="34" charset="0"/>
                <a:ea typeface="宋体" panose="02010600030101010101" pitchFamily="2" charset="-122"/>
              </a:rPr>
              <a:t>K</a:t>
            </a:r>
            <a:r>
              <a:rPr kumimoji="1" lang="zh-CN" altLang="en-US" sz="1800" b="1" dirty="0">
                <a:solidFill>
                  <a:schemeClr val="folHlink"/>
                </a:solidFill>
                <a:latin typeface="Tahoma" panose="020B0604030504040204" pitchFamily="34" charset="0"/>
                <a:ea typeface="宋体" panose="02010600030101010101" pitchFamily="2" charset="-122"/>
              </a:rPr>
              <a:t>取不同值时</a:t>
            </a:r>
            <a:r>
              <a:rPr kumimoji="1" lang="en-US" altLang="zh-CN" sz="1800" b="1" dirty="0">
                <a:solidFill>
                  <a:schemeClr val="folHlink"/>
                </a:solidFill>
                <a:latin typeface="Tahoma" panose="020B0604030504040204" pitchFamily="34" charset="0"/>
                <a:ea typeface="宋体" panose="02010600030101010101" pitchFamily="2" charset="-122"/>
              </a:rPr>
              <a:t>, </a:t>
            </a:r>
            <a:r>
              <a:rPr kumimoji="1" lang="zh-CN" altLang="en-US" sz="1800" b="1" dirty="0">
                <a:solidFill>
                  <a:schemeClr val="folHlink"/>
                </a:solidFill>
                <a:latin typeface="Tahoma" panose="020B0604030504040204" pitchFamily="34" charset="0"/>
                <a:ea typeface="宋体" panose="02010600030101010101" pitchFamily="2" charset="-122"/>
              </a:rPr>
              <a:t>所对应的校验位。</a:t>
            </a:r>
          </a:p>
          <a:p>
            <a:pPr eaLnBrk="1" hangingPunct="1">
              <a:spcBef>
                <a:spcPct val="0"/>
              </a:spcBef>
              <a:buClrTx/>
              <a:buSzTx/>
              <a:buFontTx/>
              <a:buNone/>
            </a:pPr>
            <a:r>
              <a:rPr kumimoji="1" lang="zh-CN" altLang="en-US" sz="1800" b="1" dirty="0">
                <a:solidFill>
                  <a:schemeClr val="folHlink"/>
                </a:solidFill>
                <a:latin typeface="Tahoma" panose="020B0604030504040204" pitchFamily="34" charset="0"/>
                <a:ea typeface="宋体" panose="02010600030101010101" pitchFamily="2" charset="-122"/>
              </a:rPr>
              <a:t>如，位置</a:t>
            </a:r>
            <a:r>
              <a:rPr kumimoji="1" lang="en-US" altLang="zh-CN" sz="1800" b="1" dirty="0">
                <a:solidFill>
                  <a:schemeClr val="folHlink"/>
                </a:solidFill>
                <a:latin typeface="Tahoma" panose="020B0604030504040204" pitchFamily="34" charset="0"/>
                <a:ea typeface="宋体" panose="02010600030101010101" pitchFamily="2" charset="-122"/>
              </a:rPr>
              <a:t>3</a:t>
            </a:r>
            <a:r>
              <a:rPr kumimoji="1" lang="zh-CN" altLang="en-US" sz="1800" b="1" dirty="0">
                <a:solidFill>
                  <a:schemeClr val="folHlink"/>
                </a:solidFill>
                <a:latin typeface="Tahoma" panose="020B0604030504040204" pitchFamily="34" charset="0"/>
                <a:ea typeface="宋体" panose="02010600030101010101" pitchFamily="2" charset="-122"/>
              </a:rPr>
              <a:t>由</a:t>
            </a:r>
            <a:r>
              <a:rPr kumimoji="1" lang="en-US" altLang="zh-CN" sz="1800" b="1" dirty="0">
                <a:solidFill>
                  <a:schemeClr val="folHlink"/>
                </a:solidFill>
                <a:latin typeface="Tahoma" panose="020B0604030504040204" pitchFamily="34" charset="0"/>
                <a:ea typeface="宋体" panose="02010600030101010101" pitchFamily="2" charset="-122"/>
              </a:rPr>
              <a:t>1</a:t>
            </a:r>
            <a:r>
              <a:rPr kumimoji="1" lang="zh-CN" altLang="en-US" sz="1800" b="1" dirty="0">
                <a:solidFill>
                  <a:schemeClr val="folHlink"/>
                </a:solidFill>
                <a:latin typeface="Tahoma" panose="020B0604030504040204" pitchFamily="34" charset="0"/>
                <a:ea typeface="宋体" panose="02010600030101010101" pitchFamily="2" charset="-122"/>
              </a:rPr>
              <a:t>、</a:t>
            </a:r>
            <a:r>
              <a:rPr kumimoji="1" lang="en-US" altLang="zh-CN" sz="1800" b="1" dirty="0">
                <a:solidFill>
                  <a:schemeClr val="folHlink"/>
                </a:solidFill>
                <a:latin typeface="Tahoma" panose="020B0604030504040204" pitchFamily="34" charset="0"/>
                <a:ea typeface="宋体" panose="02010600030101010101" pitchFamily="2" charset="-122"/>
              </a:rPr>
              <a:t>2</a:t>
            </a:r>
            <a:r>
              <a:rPr kumimoji="1" lang="zh-CN" altLang="en-US" sz="1800" b="1" dirty="0">
                <a:solidFill>
                  <a:schemeClr val="folHlink"/>
                </a:solidFill>
                <a:latin typeface="Tahoma" panose="020B0604030504040204" pitchFamily="34" charset="0"/>
                <a:ea typeface="宋体" panose="02010600030101010101" pitchFamily="2" charset="-122"/>
              </a:rPr>
              <a:t>位置的校验位校验，</a:t>
            </a:r>
            <a:r>
              <a:rPr kumimoji="1" lang="en-US" altLang="zh-CN" sz="1800" b="1" dirty="0">
                <a:solidFill>
                  <a:schemeClr val="folHlink"/>
                </a:solidFill>
                <a:latin typeface="Tahoma" panose="020B0604030504040204" pitchFamily="34" charset="0"/>
                <a:ea typeface="宋体" panose="02010600030101010101" pitchFamily="2" charset="-122"/>
              </a:rPr>
              <a:t>5</a:t>
            </a:r>
            <a:r>
              <a:rPr kumimoji="1" lang="zh-CN" altLang="en-US" sz="1800" b="1" dirty="0">
                <a:solidFill>
                  <a:schemeClr val="folHlink"/>
                </a:solidFill>
                <a:latin typeface="Tahoma" panose="020B0604030504040204" pitchFamily="34" charset="0"/>
                <a:ea typeface="宋体" panose="02010600030101010101" pitchFamily="2" charset="-122"/>
              </a:rPr>
              <a:t>由</a:t>
            </a:r>
            <a:r>
              <a:rPr kumimoji="1" lang="en-US" altLang="zh-CN" sz="1800" b="1" dirty="0">
                <a:solidFill>
                  <a:schemeClr val="folHlink"/>
                </a:solidFill>
                <a:latin typeface="Tahoma" panose="020B0604030504040204" pitchFamily="34" charset="0"/>
                <a:ea typeface="宋体" panose="02010600030101010101" pitchFamily="2" charset="-122"/>
              </a:rPr>
              <a:t>1</a:t>
            </a:r>
            <a:r>
              <a:rPr kumimoji="1" lang="zh-CN" altLang="en-US" sz="1800" b="1" dirty="0">
                <a:solidFill>
                  <a:schemeClr val="folHlink"/>
                </a:solidFill>
                <a:latin typeface="Tahoma" panose="020B0604030504040204" pitchFamily="34" charset="0"/>
                <a:ea typeface="宋体" panose="02010600030101010101" pitchFamily="2" charset="-122"/>
              </a:rPr>
              <a:t>、</a:t>
            </a:r>
            <a:r>
              <a:rPr kumimoji="1" lang="en-US" altLang="zh-CN" sz="1800" b="1" dirty="0">
                <a:solidFill>
                  <a:schemeClr val="folHlink"/>
                </a:solidFill>
                <a:latin typeface="Tahoma" panose="020B0604030504040204" pitchFamily="34" charset="0"/>
                <a:ea typeface="宋体" panose="02010600030101010101" pitchFamily="2" charset="-122"/>
              </a:rPr>
              <a:t>4</a:t>
            </a:r>
            <a:r>
              <a:rPr kumimoji="1" lang="zh-CN" altLang="en-US" sz="1800" b="1" dirty="0">
                <a:solidFill>
                  <a:schemeClr val="folHlink"/>
                </a:solidFill>
                <a:latin typeface="Tahoma" panose="020B0604030504040204" pitchFamily="34" charset="0"/>
                <a:ea typeface="宋体" panose="02010600030101010101" pitchFamily="2" charset="-122"/>
              </a:rPr>
              <a:t>校验</a:t>
            </a:r>
            <a:r>
              <a:rPr kumimoji="1" lang="en-US" altLang="zh-CN" sz="1800" b="1" dirty="0">
                <a:solidFill>
                  <a:schemeClr val="folHlink"/>
                </a:solidFill>
                <a:latin typeface="Arial" panose="020B0604020202020204" pitchFamily="34" charset="0"/>
                <a:ea typeface="宋体" panose="02010600030101010101" pitchFamily="2" charset="-122"/>
              </a:rPr>
              <a:t>…</a:t>
            </a:r>
            <a:endParaRPr kumimoji="1" lang="en-US" altLang="zh-CN" sz="2800" b="1" dirty="0">
              <a:solidFill>
                <a:schemeClr val="folHlink"/>
              </a:solidFill>
              <a:latin typeface="Arial" panose="020B0604020202020204" pitchFamily="34" charset="0"/>
              <a:ea typeface="宋体" panose="02010600030101010101" pitchFamily="2" charset="-122"/>
            </a:endParaRPr>
          </a:p>
        </p:txBody>
      </p:sp>
      <p:pic>
        <p:nvPicPr>
          <p:cNvPr id="64514" name="Picture 7" descr="3-7">
            <a:extLst>
              <a:ext uri="{FF2B5EF4-FFF2-40B4-BE49-F238E27FC236}">
                <a16:creationId xmlns:a16="http://schemas.microsoft.com/office/drawing/2014/main" id="{6E90D7BC-FDEF-A940-952A-6A662E4B51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813" y="1"/>
            <a:ext cx="3276600" cy="33277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5" name="Line 9">
            <a:extLst>
              <a:ext uri="{FF2B5EF4-FFF2-40B4-BE49-F238E27FC236}">
                <a16:creationId xmlns:a16="http://schemas.microsoft.com/office/drawing/2014/main" id="{6014E7EE-C1F5-A249-9022-7BF25B87523D}"/>
              </a:ext>
            </a:extLst>
          </p:cNvPr>
          <p:cNvSpPr>
            <a:spLocks noChangeShapeType="1"/>
          </p:cNvSpPr>
          <p:nvPr/>
        </p:nvSpPr>
        <p:spPr bwMode="auto">
          <a:xfrm>
            <a:off x="4950619" y="1166813"/>
            <a:ext cx="2862263" cy="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516" name="Text Box 11">
            <a:extLst>
              <a:ext uri="{FF2B5EF4-FFF2-40B4-BE49-F238E27FC236}">
                <a16:creationId xmlns:a16="http://schemas.microsoft.com/office/drawing/2014/main" id="{5BFD6A52-8062-3445-B528-4D1800529E5A}"/>
              </a:ext>
            </a:extLst>
          </p:cNvPr>
          <p:cNvSpPr txBox="1">
            <a:spLocks noChangeArrowheads="1"/>
          </p:cNvSpPr>
          <p:nvPr/>
        </p:nvSpPr>
        <p:spPr bwMode="auto">
          <a:xfrm>
            <a:off x="245052" y="3313836"/>
            <a:ext cx="5624945"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400" dirty="0">
                <a:solidFill>
                  <a:schemeClr val="tx1"/>
                </a:solidFill>
                <a:latin typeface="Tahoma" panose="020B0604030504040204" pitchFamily="34" charset="0"/>
                <a:ea typeface="宋体" panose="02010600030101010101" pitchFamily="2" charset="-122"/>
              </a:rPr>
              <a:t>上例中，</a:t>
            </a:r>
            <a:r>
              <a:rPr lang="en-US" altLang="zh-CN" sz="1400" dirty="0">
                <a:solidFill>
                  <a:schemeClr val="tx1"/>
                </a:solidFill>
                <a:latin typeface="Tahoma" panose="020B0604030504040204" pitchFamily="34" charset="0"/>
                <a:ea typeface="宋体" panose="02010600030101010101" pitchFamily="2" charset="-122"/>
              </a:rPr>
              <a:t>m=7</a:t>
            </a:r>
            <a:r>
              <a:rPr lang="zh-CN" altLang="en-US" sz="1400" dirty="0">
                <a:solidFill>
                  <a:schemeClr val="tx1"/>
                </a:solidFill>
                <a:latin typeface="Tahoma" panose="020B0604030504040204" pitchFamily="34" charset="0"/>
                <a:ea typeface="宋体" panose="02010600030101010101" pitchFamily="2" charset="-122"/>
              </a:rPr>
              <a:t>，</a:t>
            </a:r>
            <a:r>
              <a:rPr lang="en-US" altLang="zh-CN" sz="1400" dirty="0">
                <a:solidFill>
                  <a:schemeClr val="tx1"/>
                </a:solidFill>
                <a:latin typeface="Tahoma" panose="020B0604030504040204" pitchFamily="34" charset="0"/>
                <a:ea typeface="宋体" panose="02010600030101010101" pitchFamily="2" charset="-122"/>
              </a:rPr>
              <a:t>r=4</a:t>
            </a:r>
            <a:r>
              <a:rPr lang="zh-CN" altLang="en-US" sz="1400" dirty="0">
                <a:solidFill>
                  <a:schemeClr val="tx1"/>
                </a:solidFill>
                <a:latin typeface="Tahoma" panose="020B0604030504040204" pitchFamily="34" charset="0"/>
                <a:ea typeface="宋体" panose="02010600030101010101" pitchFamily="2" charset="-122"/>
              </a:rPr>
              <a:t>，</a:t>
            </a:r>
            <a:r>
              <a:rPr lang="en-US" altLang="zh-CN" sz="1400" dirty="0">
                <a:solidFill>
                  <a:schemeClr val="tx1"/>
                </a:solidFill>
                <a:latin typeface="Tahoma" panose="020B0604030504040204" pitchFamily="34" charset="0"/>
                <a:ea typeface="宋体" panose="02010600030101010101" pitchFamily="2" charset="-122"/>
              </a:rPr>
              <a:t>n=11</a:t>
            </a:r>
            <a:r>
              <a:rPr lang="zh-CN" altLang="en-US" sz="1400" dirty="0">
                <a:solidFill>
                  <a:schemeClr val="tx1"/>
                </a:solidFill>
                <a:latin typeface="Tahoma" panose="020B0604030504040204" pitchFamily="34" charset="0"/>
                <a:ea typeface="宋体" panose="02010600030101010101" pitchFamily="2" charset="-122"/>
              </a:rPr>
              <a:t>，显然</a:t>
            </a:r>
            <a:r>
              <a:rPr lang="en-US" altLang="zh-CN" sz="1400" dirty="0">
                <a:solidFill>
                  <a:schemeClr val="hlink"/>
                </a:solidFill>
                <a:latin typeface="Tahoma" panose="020B0604030504040204" pitchFamily="34" charset="0"/>
                <a:ea typeface="宋体" panose="02010600030101010101" pitchFamily="2" charset="-122"/>
              </a:rPr>
              <a:t>2</a:t>
            </a:r>
            <a:r>
              <a:rPr lang="en-US" altLang="zh-CN" sz="1400" baseline="30000" dirty="0">
                <a:solidFill>
                  <a:schemeClr val="hlink"/>
                </a:solidFill>
                <a:latin typeface="Tahoma" panose="020B0604030504040204" pitchFamily="34" charset="0"/>
                <a:ea typeface="宋体" panose="02010600030101010101" pitchFamily="2" charset="-122"/>
              </a:rPr>
              <a:t>4</a:t>
            </a:r>
            <a:r>
              <a:rPr lang="en-US" altLang="zh-CN" sz="1400" dirty="0">
                <a:solidFill>
                  <a:schemeClr val="hlink"/>
                </a:solidFill>
                <a:latin typeface="Tahoma" panose="020B0604030504040204" pitchFamily="34" charset="0"/>
                <a:ea typeface="宋体" panose="02010600030101010101" pitchFamily="2" charset="-122"/>
              </a:rPr>
              <a:t>&gt;=11+1</a:t>
            </a:r>
            <a:r>
              <a:rPr lang="zh-CN" altLang="en-US" sz="1400" dirty="0">
                <a:solidFill>
                  <a:schemeClr val="hlink"/>
                </a:solidFill>
                <a:latin typeface="Tahoma" panose="020B0604030504040204" pitchFamily="34" charset="0"/>
                <a:ea typeface="宋体" panose="02010600030101010101" pitchFamily="2" charset="-122"/>
              </a:rPr>
              <a:t>，采用偶校验</a:t>
            </a:r>
            <a:r>
              <a:rPr lang="zh-CN" altLang="en-US" sz="2400" dirty="0">
                <a:solidFill>
                  <a:schemeClr val="tx1"/>
                </a:solidFill>
                <a:latin typeface="Tahoma" panose="020B0604030504040204" pitchFamily="34" charset="0"/>
                <a:ea typeface="宋体" panose="02010600030101010101" pitchFamily="2" charset="-122"/>
              </a:rPr>
              <a:t> </a:t>
            </a:r>
          </a:p>
          <a:p>
            <a:pPr eaLnBrk="1" hangingPunct="1">
              <a:spcBef>
                <a:spcPct val="50000"/>
              </a:spcBef>
              <a:buClrTx/>
              <a:buSzTx/>
              <a:buFontTx/>
              <a:buNone/>
            </a:pPr>
            <a:r>
              <a:rPr lang="en-US" altLang="zh-CN" sz="1400" dirty="0">
                <a:solidFill>
                  <a:schemeClr val="tx1"/>
                </a:solidFill>
                <a:latin typeface="Tahoma" panose="020B0604030504040204" pitchFamily="34" charset="0"/>
                <a:ea typeface="宋体" panose="02010600030101010101" pitchFamily="2" charset="-122"/>
              </a:rPr>
              <a:t>3=1+2</a:t>
            </a:r>
            <a:r>
              <a:rPr lang="zh-CN" altLang="en-US" sz="1400" dirty="0">
                <a:solidFill>
                  <a:schemeClr val="tx1"/>
                </a:solidFill>
                <a:latin typeface="Tahoma" panose="020B0604030504040204" pitchFamily="34" charset="0"/>
                <a:ea typeface="宋体" panose="02010600030101010101" pitchFamily="2" charset="-122"/>
              </a:rPr>
              <a:t>，</a:t>
            </a:r>
            <a:r>
              <a:rPr lang="en-US" altLang="zh-CN" sz="1400" dirty="0">
                <a:solidFill>
                  <a:schemeClr val="tx1"/>
                </a:solidFill>
                <a:latin typeface="Tahoma" panose="020B0604030504040204" pitchFamily="34" charset="0"/>
                <a:ea typeface="宋体" panose="02010600030101010101" pitchFamily="2" charset="-122"/>
              </a:rPr>
              <a:t>5=1+4</a:t>
            </a:r>
          </a:p>
          <a:p>
            <a:pPr eaLnBrk="1" hangingPunct="1">
              <a:spcBef>
                <a:spcPct val="50000"/>
              </a:spcBef>
              <a:buClrTx/>
              <a:buSzTx/>
              <a:buFontTx/>
              <a:buNone/>
            </a:pPr>
            <a:r>
              <a:rPr lang="en-US" altLang="zh-CN" sz="1400" dirty="0">
                <a:solidFill>
                  <a:schemeClr val="tx1"/>
                </a:solidFill>
                <a:latin typeface="Tahoma" panose="020B0604030504040204" pitchFamily="34" charset="0"/>
                <a:ea typeface="宋体" panose="02010600030101010101" pitchFamily="2" charset="-122"/>
              </a:rPr>
              <a:t>6=2+4</a:t>
            </a:r>
            <a:r>
              <a:rPr lang="zh-CN" altLang="en-US" sz="1400" dirty="0">
                <a:solidFill>
                  <a:schemeClr val="tx1"/>
                </a:solidFill>
                <a:latin typeface="Tahoma" panose="020B0604030504040204" pitchFamily="34" charset="0"/>
                <a:ea typeface="宋体" panose="02010600030101010101" pitchFamily="2" charset="-122"/>
              </a:rPr>
              <a:t>，</a:t>
            </a:r>
            <a:r>
              <a:rPr lang="en-US" altLang="zh-CN" sz="1400" dirty="0">
                <a:solidFill>
                  <a:schemeClr val="tx1"/>
                </a:solidFill>
                <a:latin typeface="Tahoma" panose="020B0604030504040204" pitchFamily="34" charset="0"/>
                <a:ea typeface="宋体" panose="02010600030101010101" pitchFamily="2" charset="-122"/>
              </a:rPr>
              <a:t>7=1+2+4</a:t>
            </a:r>
          </a:p>
          <a:p>
            <a:pPr eaLnBrk="1" hangingPunct="1">
              <a:spcBef>
                <a:spcPct val="50000"/>
              </a:spcBef>
              <a:buClrTx/>
              <a:buSzTx/>
              <a:buFontTx/>
              <a:buNone/>
            </a:pPr>
            <a:r>
              <a:rPr lang="en-US" altLang="zh-CN" sz="1400" dirty="0">
                <a:solidFill>
                  <a:schemeClr val="tx1"/>
                </a:solidFill>
                <a:latin typeface="Tahoma" panose="020B0604030504040204" pitchFamily="34" charset="0"/>
                <a:ea typeface="宋体" panose="02010600030101010101" pitchFamily="2" charset="-122"/>
              </a:rPr>
              <a:t>9=1+8</a:t>
            </a:r>
            <a:r>
              <a:rPr lang="zh-CN" altLang="en-US" sz="1400" dirty="0">
                <a:solidFill>
                  <a:schemeClr val="tx1"/>
                </a:solidFill>
                <a:latin typeface="Tahoma" panose="020B0604030504040204" pitchFamily="34" charset="0"/>
                <a:ea typeface="宋体" panose="02010600030101010101" pitchFamily="2" charset="-122"/>
              </a:rPr>
              <a:t>，</a:t>
            </a:r>
            <a:r>
              <a:rPr lang="en-US" altLang="zh-CN" sz="1400" dirty="0">
                <a:solidFill>
                  <a:schemeClr val="tx1"/>
                </a:solidFill>
                <a:latin typeface="Tahoma" panose="020B0604030504040204" pitchFamily="34" charset="0"/>
                <a:ea typeface="宋体" panose="02010600030101010101" pitchFamily="2" charset="-122"/>
              </a:rPr>
              <a:t>10=2+8</a:t>
            </a:r>
          </a:p>
          <a:p>
            <a:pPr eaLnBrk="1" hangingPunct="1">
              <a:spcBef>
                <a:spcPct val="50000"/>
              </a:spcBef>
              <a:buClrTx/>
              <a:buSzTx/>
              <a:buFontTx/>
              <a:buNone/>
            </a:pPr>
            <a:r>
              <a:rPr lang="en-US" altLang="zh-CN" sz="1400" dirty="0">
                <a:solidFill>
                  <a:schemeClr val="tx1"/>
                </a:solidFill>
                <a:latin typeface="Tahoma" panose="020B0604030504040204" pitchFamily="34" charset="0"/>
                <a:ea typeface="宋体" panose="02010600030101010101" pitchFamily="2" charset="-122"/>
              </a:rPr>
              <a:t>11=1+2+8</a:t>
            </a:r>
            <a:endParaRPr lang="en-US" altLang="zh-CN" sz="1350" dirty="0">
              <a:solidFill>
                <a:schemeClr val="tx1"/>
              </a:solidFill>
              <a:latin typeface="Tahoma" panose="020B0604030504040204" pitchFamily="34" charset="0"/>
              <a:ea typeface="宋体" panose="02010600030101010101" pitchFamily="2" charset="-122"/>
            </a:endParaRPr>
          </a:p>
        </p:txBody>
      </p:sp>
      <p:sp>
        <p:nvSpPr>
          <p:cNvPr id="64517" name="Text Box 12">
            <a:extLst>
              <a:ext uri="{FF2B5EF4-FFF2-40B4-BE49-F238E27FC236}">
                <a16:creationId xmlns:a16="http://schemas.microsoft.com/office/drawing/2014/main" id="{67EBC18E-1DC7-314B-AA45-21124AF235D7}"/>
              </a:ext>
            </a:extLst>
          </p:cNvPr>
          <p:cNvSpPr txBox="1">
            <a:spLocks noChangeArrowheads="1"/>
          </p:cNvSpPr>
          <p:nvPr/>
        </p:nvSpPr>
        <p:spPr bwMode="auto">
          <a:xfrm>
            <a:off x="3271838" y="3676650"/>
            <a:ext cx="422910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64518" name="Text Box 13">
            <a:extLst>
              <a:ext uri="{FF2B5EF4-FFF2-40B4-BE49-F238E27FC236}">
                <a16:creationId xmlns:a16="http://schemas.microsoft.com/office/drawing/2014/main" id="{836565EA-5F98-2642-A6B1-55A9012F0529}"/>
              </a:ext>
            </a:extLst>
          </p:cNvPr>
          <p:cNvSpPr txBox="1">
            <a:spLocks noChangeArrowheads="1"/>
          </p:cNvSpPr>
          <p:nvPr/>
        </p:nvSpPr>
        <p:spPr bwMode="auto">
          <a:xfrm>
            <a:off x="2925366" y="3703640"/>
            <a:ext cx="3276600" cy="1277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400" dirty="0">
                <a:solidFill>
                  <a:schemeClr val="tx1"/>
                </a:solidFill>
                <a:latin typeface="Tahoma" panose="020B0604030504040204" pitchFamily="34" charset="0"/>
                <a:ea typeface="宋体" panose="02010600030101010101" pitchFamily="2" charset="-122"/>
              </a:rPr>
              <a:t>校验位：</a:t>
            </a:r>
            <a:r>
              <a:rPr lang="en-US" altLang="zh-CN" sz="1400" dirty="0">
                <a:solidFill>
                  <a:schemeClr val="tx1"/>
                </a:solidFill>
                <a:latin typeface="Tahoma" panose="020B0604030504040204" pitchFamily="34" charset="0"/>
                <a:ea typeface="宋体" panose="02010600030101010101" pitchFamily="2" charset="-122"/>
              </a:rPr>
              <a:t>1</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3</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5</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7</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9</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11</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p>
          <a:p>
            <a:pPr eaLnBrk="1" hangingPunct="1">
              <a:spcBef>
                <a:spcPct val="50000"/>
              </a:spcBef>
              <a:buClrTx/>
              <a:buSzTx/>
              <a:buFontTx/>
              <a:buNone/>
            </a:pPr>
            <a:r>
              <a:rPr lang="zh-CN" altLang="en-US" sz="1400" dirty="0">
                <a:solidFill>
                  <a:schemeClr val="tx1"/>
                </a:solidFill>
                <a:latin typeface="Tahoma" panose="020B0604030504040204" pitchFamily="34" charset="0"/>
                <a:ea typeface="宋体" panose="02010600030101010101" pitchFamily="2" charset="-122"/>
                <a:sym typeface="Symbol" pitchFamily="2" charset="2"/>
              </a:rPr>
              <a:t>            </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2 </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3</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6</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7</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10</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11</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p>
          <a:p>
            <a:pPr eaLnBrk="1" hangingPunct="1">
              <a:spcBef>
                <a:spcPct val="50000"/>
              </a:spcBef>
              <a:buClrTx/>
              <a:buSzTx/>
              <a:buFontTx/>
              <a:buNone/>
            </a:pPr>
            <a:r>
              <a:rPr lang="zh-CN" altLang="en-US" sz="1400" dirty="0">
                <a:solidFill>
                  <a:schemeClr val="tx1"/>
                </a:solidFill>
                <a:latin typeface="Tahoma" panose="020B0604030504040204" pitchFamily="34" charset="0"/>
                <a:ea typeface="宋体" panose="02010600030101010101" pitchFamily="2" charset="-122"/>
                <a:sym typeface="Symbol" pitchFamily="2" charset="2"/>
              </a:rPr>
              <a:t>            </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4 </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5</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6</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7</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p>
          <a:p>
            <a:pPr eaLnBrk="1" hangingPunct="1">
              <a:spcBef>
                <a:spcPct val="50000"/>
              </a:spcBef>
              <a:buClrTx/>
              <a:buSzTx/>
              <a:buFontTx/>
              <a:buNone/>
            </a:pPr>
            <a:r>
              <a:rPr lang="zh-CN" altLang="en-US" sz="1400" dirty="0">
                <a:solidFill>
                  <a:schemeClr val="tx1"/>
                </a:solidFill>
                <a:latin typeface="Tahoma" panose="020B0604030504040204" pitchFamily="34" charset="0"/>
                <a:ea typeface="宋体" panose="02010600030101010101" pitchFamily="2" charset="-122"/>
                <a:sym typeface="Symbol" pitchFamily="2" charset="2"/>
              </a:rPr>
              <a:t>            </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8 </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9</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10</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11</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endParaRPr lang="zh-CN" altLang="en-US" sz="1350" dirty="0">
              <a:solidFill>
                <a:schemeClr val="tx1"/>
              </a:solidFill>
              <a:latin typeface="Tahoma" panose="020B0604030504040204" pitchFamily="34" charset="0"/>
              <a:ea typeface="宋体" panose="02010600030101010101" pitchFamily="2" charset="-122"/>
              <a:sym typeface="Symbol" pitchFamily="2" charset="2"/>
            </a:endParaRPr>
          </a:p>
        </p:txBody>
      </p:sp>
      <p:sp>
        <p:nvSpPr>
          <p:cNvPr id="64519" name="Text Box 14">
            <a:extLst>
              <a:ext uri="{FF2B5EF4-FFF2-40B4-BE49-F238E27FC236}">
                <a16:creationId xmlns:a16="http://schemas.microsoft.com/office/drawing/2014/main" id="{734A75A4-57EE-9D45-BEE5-86A331F3015A}"/>
              </a:ext>
            </a:extLst>
          </p:cNvPr>
          <p:cNvSpPr txBox="1">
            <a:spLocks noChangeArrowheads="1"/>
          </p:cNvSpPr>
          <p:nvPr/>
        </p:nvSpPr>
        <p:spPr bwMode="auto">
          <a:xfrm>
            <a:off x="6218635" y="3387329"/>
            <a:ext cx="2678148" cy="161582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800" dirty="0">
                <a:solidFill>
                  <a:schemeClr val="tx1"/>
                </a:solidFill>
                <a:latin typeface="微软雅黑" panose="020B0503020204020204" pitchFamily="34" charset="-122"/>
                <a:ea typeface="宋体" panose="02010600030101010101" pitchFamily="2" charset="-122"/>
              </a:rPr>
              <a:t>能纠正单比特错！</a:t>
            </a:r>
          </a:p>
          <a:p>
            <a:pPr eaLnBrk="1" hangingPunct="1">
              <a:spcBef>
                <a:spcPct val="50000"/>
              </a:spcBef>
              <a:buClrTx/>
              <a:buSzTx/>
              <a:buFontTx/>
              <a:buNone/>
            </a:pPr>
            <a:r>
              <a:rPr lang="zh-CN" altLang="en-US" sz="1800" dirty="0">
                <a:solidFill>
                  <a:schemeClr val="tx1"/>
                </a:solidFill>
                <a:latin typeface="微软雅黑" panose="020B0503020204020204" pitchFamily="34" charset="-122"/>
                <a:ea typeface="宋体" panose="02010600030101010101" pitchFamily="2" charset="-122"/>
              </a:rPr>
              <a:t>例如，在接收方，如果校验位</a:t>
            </a:r>
            <a:r>
              <a:rPr lang="en-US" altLang="zh-CN" sz="1800" dirty="0">
                <a:solidFill>
                  <a:schemeClr val="tx1"/>
                </a:solidFill>
                <a:latin typeface="微软雅黑" panose="020B0503020204020204" pitchFamily="34" charset="-122"/>
                <a:ea typeface="宋体" panose="02010600030101010101" pitchFamily="2" charset="-122"/>
              </a:rPr>
              <a:t>1</a:t>
            </a:r>
            <a:r>
              <a:rPr lang="zh-CN" altLang="en-US" sz="1800" dirty="0">
                <a:solidFill>
                  <a:schemeClr val="tx1"/>
                </a:solidFill>
                <a:latin typeface="微软雅黑" panose="020B0503020204020204" pitchFamily="34" charset="-122"/>
                <a:ea typeface="宋体" panose="02010600030101010101" pitchFamily="2" charset="-122"/>
              </a:rPr>
              <a:t>不满足偶校验，而其他校验位都满足，则第</a:t>
            </a:r>
            <a:r>
              <a:rPr lang="en-US" altLang="zh-CN" sz="1800" dirty="0">
                <a:solidFill>
                  <a:schemeClr val="tx1"/>
                </a:solidFill>
                <a:latin typeface="微软雅黑" panose="020B0503020204020204" pitchFamily="34" charset="-122"/>
                <a:ea typeface="宋体" panose="02010600030101010101" pitchFamily="2" charset="-122"/>
              </a:rPr>
              <a:t>1</a:t>
            </a:r>
            <a:r>
              <a:rPr lang="zh-CN" altLang="en-US" sz="1800" dirty="0">
                <a:solidFill>
                  <a:schemeClr val="tx1"/>
                </a:solidFill>
                <a:latin typeface="微软雅黑" panose="020B0503020204020204" pitchFamily="34" charset="-122"/>
                <a:ea typeface="宋体" panose="02010600030101010101" pitchFamily="2" charset="-122"/>
              </a:rPr>
              <a:t>位出错，</a:t>
            </a:r>
            <a:r>
              <a:rPr lang="en-US" altLang="zh-CN" sz="1800" dirty="0">
                <a:solidFill>
                  <a:schemeClr val="tx1"/>
                </a:solidFill>
                <a:latin typeface="Arial" panose="020B0604020202020204" pitchFamily="34" charset="0"/>
                <a:ea typeface="宋体" panose="02010600030101010101" pitchFamily="2" charset="-122"/>
              </a:rPr>
              <a:t>…</a:t>
            </a:r>
            <a:endParaRPr lang="en-US" altLang="zh-CN" sz="1800" dirty="0">
              <a:solidFill>
                <a:schemeClr val="tx1"/>
              </a:solidFill>
              <a:latin typeface="微软雅黑" panose="020B0503020204020204" pitchFamily="34" charset="-122"/>
              <a:ea typeface="宋体" panose="02010600030101010101" pitchFamily="2" charset="-122"/>
            </a:endParaRPr>
          </a:p>
        </p:txBody>
      </p:sp>
      <p:sp>
        <p:nvSpPr>
          <p:cNvPr id="64520" name="Rectangle 15">
            <a:extLst>
              <a:ext uri="{FF2B5EF4-FFF2-40B4-BE49-F238E27FC236}">
                <a16:creationId xmlns:a16="http://schemas.microsoft.com/office/drawing/2014/main" id="{7928160B-D25D-0447-92F2-9EDAB8E34653}"/>
              </a:ext>
            </a:extLst>
          </p:cNvPr>
          <p:cNvSpPr>
            <a:spLocks noChangeArrowheads="1"/>
          </p:cNvSpPr>
          <p:nvPr/>
        </p:nvSpPr>
        <p:spPr bwMode="auto">
          <a:xfrm>
            <a:off x="4950619" y="141685"/>
            <a:ext cx="2918222"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3300">
                <a:solidFill>
                  <a:schemeClr val="folHlink"/>
                </a:solidFill>
                <a:latin typeface="微软雅黑" panose="020B0503020204020204" pitchFamily="34" charset="-122"/>
                <a:ea typeface="宋体" panose="02010600030101010101" pitchFamily="2" charset="-122"/>
              </a:rPr>
              <a:t>海明编码举例</a:t>
            </a:r>
          </a:p>
        </p:txBody>
      </p:sp>
    </p:spTree>
    <p:extLst>
      <p:ext uri="{BB962C8B-B14F-4D97-AF65-F5344CB8AC3E}">
        <p14:creationId xmlns:p14="http://schemas.microsoft.com/office/powerpoint/2010/main" val="5108083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灯片编号占位符 1">
            <a:extLst>
              <a:ext uri="{FF2B5EF4-FFF2-40B4-BE49-F238E27FC236}">
                <a16:creationId xmlns:a16="http://schemas.microsoft.com/office/drawing/2014/main" id="{39417D12-8CAD-2047-98FE-7A482E131FF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B07F119-DF89-2E42-9FCE-DC8E95EFB4C5}"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25</a:t>
            </a:fld>
            <a:endParaRPr lang="en-US" altLang="zh-CN" sz="1050">
              <a:solidFill>
                <a:schemeClr val="bg2"/>
              </a:solidFill>
              <a:latin typeface="Tahoma" panose="020B0604030504040204" pitchFamily="34" charset="0"/>
              <a:ea typeface="宋体" panose="02010600030101010101" pitchFamily="2" charset="-122"/>
            </a:endParaRPr>
          </a:p>
        </p:txBody>
      </p:sp>
      <p:sp>
        <p:nvSpPr>
          <p:cNvPr id="7" name="标题 6">
            <a:extLst>
              <a:ext uri="{FF2B5EF4-FFF2-40B4-BE49-F238E27FC236}">
                <a16:creationId xmlns:a16="http://schemas.microsoft.com/office/drawing/2014/main" id="{C48AEA67-577D-6549-A908-4D87984C49AD}"/>
              </a:ext>
            </a:extLst>
          </p:cNvPr>
          <p:cNvSpPr>
            <a:spLocks noGrp="1"/>
          </p:cNvSpPr>
          <p:nvPr>
            <p:ph type="title"/>
          </p:nvPr>
        </p:nvSpPr>
        <p:spPr/>
        <p:txBody>
          <a:bodyPr/>
          <a:lstStyle/>
          <a:p>
            <a:r>
              <a:rPr lang="zh-CN" altLang="en-US" dirty="0">
                <a:solidFill>
                  <a:schemeClr val="folHlink"/>
                </a:solidFill>
                <a:latin typeface="微软雅黑" panose="020B0503020204020204" pitchFamily="34" charset="-122"/>
                <a:ea typeface="宋体" panose="02010600030101010101" pitchFamily="2" charset="-122"/>
              </a:rPr>
              <a:t>纠正码字中的单个数据位错误</a:t>
            </a:r>
            <a:endParaRPr kumimoji="1" lang="zh-CN" altLang="en-US" dirty="0"/>
          </a:p>
        </p:txBody>
      </p:sp>
      <p:sp>
        <p:nvSpPr>
          <p:cNvPr id="66562" name="Rectangle 2">
            <a:extLst>
              <a:ext uri="{FF2B5EF4-FFF2-40B4-BE49-F238E27FC236}">
                <a16:creationId xmlns:a16="http://schemas.microsoft.com/office/drawing/2014/main" id="{E634B343-13AE-3541-B3EE-355B9859AFC0}"/>
              </a:ext>
            </a:extLst>
          </p:cNvPr>
          <p:cNvSpPr>
            <a:spLocks noChangeArrowheads="1"/>
          </p:cNvSpPr>
          <p:nvPr/>
        </p:nvSpPr>
        <p:spPr bwMode="auto">
          <a:xfrm>
            <a:off x="5800759" y="311834"/>
            <a:ext cx="3412475" cy="917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7859" tIns="33335" rIns="67859" bIns="33335"/>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rPr>
              <a:t>1 </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3</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5</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7</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9</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11</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sym typeface="Symbol" pitchFamily="2" charset="2"/>
              </a:rPr>
              <a:t>2 </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3</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6</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7</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10</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11</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sym typeface="Symbol" pitchFamily="2" charset="2"/>
              </a:rPr>
              <a:t>4 </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5</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6</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7</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sym typeface="Symbol" pitchFamily="2" charset="2"/>
              </a:rPr>
              <a:t>8 </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9</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10</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11</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dirty="0">
                <a:solidFill>
                  <a:schemeClr val="hlink"/>
                </a:solidFill>
                <a:latin typeface="Tahoma" panose="020B0604030504040204" pitchFamily="34" charset="0"/>
                <a:ea typeface="宋体" panose="02010600030101010101" pitchFamily="2" charset="-122"/>
              </a:rPr>
              <a:t>3=1+2</a:t>
            </a:r>
            <a:r>
              <a:rPr lang="zh-CN" altLang="en-US" sz="1350" dirty="0">
                <a:solidFill>
                  <a:schemeClr val="tx2"/>
                </a:solidFill>
                <a:latin typeface="Tahoma" panose="020B0604030504040204" pitchFamily="34" charset="0"/>
                <a:ea typeface="宋体" panose="02010600030101010101" pitchFamily="2" charset="-122"/>
              </a:rPr>
              <a:t>，</a:t>
            </a:r>
            <a:r>
              <a:rPr lang="en-US" altLang="zh-CN" sz="1350" dirty="0">
                <a:solidFill>
                  <a:schemeClr val="tx2"/>
                </a:solidFill>
                <a:latin typeface="Tahoma" panose="020B0604030504040204" pitchFamily="34" charset="0"/>
                <a:ea typeface="宋体" panose="02010600030101010101" pitchFamily="2" charset="-122"/>
              </a:rPr>
              <a:t>5=1+4</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rPr>
              <a:t>6=2+4</a:t>
            </a:r>
            <a:r>
              <a:rPr lang="zh-CN" altLang="en-US" sz="1350" dirty="0">
                <a:solidFill>
                  <a:schemeClr val="tx2"/>
                </a:solidFill>
                <a:latin typeface="Tahoma" panose="020B0604030504040204" pitchFamily="34" charset="0"/>
                <a:ea typeface="宋体" panose="02010600030101010101" pitchFamily="2" charset="-122"/>
              </a:rPr>
              <a:t>，</a:t>
            </a:r>
            <a:r>
              <a:rPr lang="en-US" altLang="zh-CN" sz="1350" dirty="0">
                <a:solidFill>
                  <a:schemeClr val="tx2"/>
                </a:solidFill>
                <a:latin typeface="Tahoma" panose="020B0604030504040204" pitchFamily="34" charset="0"/>
                <a:ea typeface="宋体" panose="02010600030101010101" pitchFamily="2" charset="-122"/>
              </a:rPr>
              <a:t>7=1+2+4</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rPr>
              <a:t>9=1+8</a:t>
            </a:r>
            <a:r>
              <a:rPr lang="zh-CN" altLang="en-US" sz="1350" dirty="0">
                <a:solidFill>
                  <a:schemeClr val="tx2"/>
                </a:solidFill>
                <a:latin typeface="Tahoma" panose="020B0604030504040204" pitchFamily="34" charset="0"/>
                <a:ea typeface="宋体" panose="02010600030101010101" pitchFamily="2" charset="-122"/>
              </a:rPr>
              <a:t>，</a:t>
            </a:r>
            <a:r>
              <a:rPr lang="en-US" altLang="zh-CN" sz="1350" dirty="0">
                <a:solidFill>
                  <a:schemeClr val="tx2"/>
                </a:solidFill>
                <a:latin typeface="Tahoma" panose="020B0604030504040204" pitchFamily="34" charset="0"/>
                <a:ea typeface="宋体" panose="02010600030101010101" pitchFamily="2" charset="-122"/>
              </a:rPr>
              <a:t>10=2+8</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rPr>
              <a:t>11=1+2+8</a:t>
            </a:r>
          </a:p>
        </p:txBody>
      </p:sp>
      <p:sp>
        <p:nvSpPr>
          <p:cNvPr id="957453" name="Rectangle 13">
            <a:extLst>
              <a:ext uri="{FF2B5EF4-FFF2-40B4-BE49-F238E27FC236}">
                <a16:creationId xmlns:a16="http://schemas.microsoft.com/office/drawing/2014/main" id="{9CD5D6C7-7B83-8548-9F44-7E0314ADD9C3}"/>
              </a:ext>
            </a:extLst>
          </p:cNvPr>
          <p:cNvSpPr>
            <a:spLocks noChangeArrowheads="1"/>
          </p:cNvSpPr>
          <p:nvPr/>
        </p:nvSpPr>
        <p:spPr bwMode="auto">
          <a:xfrm>
            <a:off x="390883" y="1467445"/>
            <a:ext cx="972741" cy="70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zh-CN" altLang="en-US" sz="1800" dirty="0">
                <a:solidFill>
                  <a:schemeClr val="tx1"/>
                </a:solidFill>
                <a:latin typeface="微软雅黑" panose="020B0503020204020204" pitchFamily="34" charset="-122"/>
                <a:ea typeface="宋体" panose="02010600030101010101" pitchFamily="2" charset="-122"/>
              </a:rPr>
              <a:t>原报文</a:t>
            </a:r>
          </a:p>
          <a:p>
            <a:pPr eaLnBrk="1" hangingPunct="1">
              <a:buSzTx/>
              <a:buFontTx/>
              <a:buNone/>
            </a:pPr>
            <a:r>
              <a:rPr kumimoji="1" lang="en-US" altLang="zh-CN" sz="1800" dirty="0">
                <a:solidFill>
                  <a:schemeClr val="tx1"/>
                </a:solidFill>
                <a:latin typeface="微软雅黑" panose="020B0503020204020204" pitchFamily="34" charset="-122"/>
                <a:ea typeface="宋体" panose="02010600030101010101" pitchFamily="2" charset="-122"/>
              </a:rPr>
              <a:t>1001000</a:t>
            </a:r>
          </a:p>
        </p:txBody>
      </p:sp>
      <p:sp>
        <p:nvSpPr>
          <p:cNvPr id="957482" name="Rectangle 42">
            <a:extLst>
              <a:ext uri="{FF2B5EF4-FFF2-40B4-BE49-F238E27FC236}">
                <a16:creationId xmlns:a16="http://schemas.microsoft.com/office/drawing/2014/main" id="{1FCB51C1-D611-E942-8FD1-56C61FD371AF}"/>
              </a:ext>
            </a:extLst>
          </p:cNvPr>
          <p:cNvSpPr>
            <a:spLocks noChangeArrowheads="1"/>
          </p:cNvSpPr>
          <p:nvPr/>
        </p:nvSpPr>
        <p:spPr bwMode="auto">
          <a:xfrm>
            <a:off x="2568417" y="1364460"/>
            <a:ext cx="15656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rgbClr val="C00000"/>
                </a:solidFill>
                <a:ea typeface="宋体" panose="02010600030101010101" pitchFamily="2" charset="-122"/>
              </a:rPr>
              <a:t>00</a:t>
            </a:r>
            <a:r>
              <a:rPr kumimoji="1" lang="en-US" altLang="zh-CN" sz="1800" b="1" dirty="0">
                <a:solidFill>
                  <a:schemeClr val="tx1"/>
                </a:solidFill>
                <a:ea typeface="宋体" panose="02010600030101010101" pitchFamily="2" charset="-122"/>
              </a:rPr>
              <a:t>1</a:t>
            </a:r>
            <a:r>
              <a:rPr kumimoji="1" lang="en-US" altLang="zh-CN" sz="1800" b="1" dirty="0">
                <a:solidFill>
                  <a:srgbClr val="C00000"/>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rgbClr val="C00000"/>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sp>
        <p:nvSpPr>
          <p:cNvPr id="957483" name="Rectangle 43">
            <a:extLst>
              <a:ext uri="{FF2B5EF4-FFF2-40B4-BE49-F238E27FC236}">
                <a16:creationId xmlns:a16="http://schemas.microsoft.com/office/drawing/2014/main" id="{90B0A0F8-B4B0-214A-8B0D-D1F277B7696D}"/>
              </a:ext>
            </a:extLst>
          </p:cNvPr>
          <p:cNvSpPr>
            <a:spLocks noChangeArrowheads="1"/>
          </p:cNvSpPr>
          <p:nvPr/>
        </p:nvSpPr>
        <p:spPr bwMode="auto">
          <a:xfrm>
            <a:off x="2568417" y="2013350"/>
            <a:ext cx="14718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hlink"/>
                </a:solidFill>
                <a:ea typeface="宋体" panose="02010600030101010101" pitchFamily="2" charset="-122"/>
              </a:rPr>
              <a:t>00</a:t>
            </a:r>
            <a:r>
              <a:rPr kumimoji="1" lang="en-US" altLang="zh-CN" sz="1800" b="1" dirty="0">
                <a:solidFill>
                  <a:schemeClr val="tx2"/>
                </a:solidFill>
                <a:ea typeface="宋体" panose="02010600030101010101" pitchFamily="2" charset="-122"/>
              </a:rPr>
              <a:t>0</a:t>
            </a:r>
            <a:r>
              <a:rPr kumimoji="1" lang="en-US" altLang="zh-CN" sz="1800" b="1" dirty="0">
                <a:solidFill>
                  <a:schemeClr val="hlink"/>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grpSp>
        <p:nvGrpSpPr>
          <p:cNvPr id="2" name="Group 64">
            <a:extLst>
              <a:ext uri="{FF2B5EF4-FFF2-40B4-BE49-F238E27FC236}">
                <a16:creationId xmlns:a16="http://schemas.microsoft.com/office/drawing/2014/main" id="{30650EF7-580A-9242-B724-DE99541B9479}"/>
              </a:ext>
            </a:extLst>
          </p:cNvPr>
          <p:cNvGrpSpPr>
            <a:grpSpLocks/>
          </p:cNvGrpSpPr>
          <p:nvPr/>
        </p:nvGrpSpPr>
        <p:grpSpPr bwMode="auto">
          <a:xfrm>
            <a:off x="1258232" y="1272036"/>
            <a:ext cx="1554425" cy="508397"/>
            <a:chOff x="843" y="1242"/>
            <a:chExt cx="862" cy="427"/>
          </a:xfrm>
        </p:grpSpPr>
        <p:sp>
          <p:nvSpPr>
            <p:cNvPr id="66586" name="Text Box 7">
              <a:extLst>
                <a:ext uri="{FF2B5EF4-FFF2-40B4-BE49-F238E27FC236}">
                  <a16:creationId xmlns:a16="http://schemas.microsoft.com/office/drawing/2014/main" id="{D9532FF9-4AB6-3F4D-AD43-3392B10A6413}"/>
                </a:ext>
              </a:extLst>
            </p:cNvPr>
            <p:cNvSpPr txBox="1">
              <a:spLocks noChangeArrowheads="1"/>
            </p:cNvSpPr>
            <p:nvPr/>
          </p:nvSpPr>
          <p:spPr bwMode="auto">
            <a:xfrm rot="20859808">
              <a:off x="843" y="1242"/>
              <a:ext cx="862"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无差错传输</a:t>
              </a:r>
              <a:endParaRPr lang="zh-CN" altLang="en-US" sz="1350" dirty="0">
                <a:solidFill>
                  <a:schemeClr val="tx1"/>
                </a:solidFill>
                <a:latin typeface="微软雅黑" panose="020B0503020204020204" pitchFamily="34" charset="-122"/>
                <a:ea typeface="宋体" panose="02010600030101010101" pitchFamily="2" charset="-122"/>
                <a:sym typeface="Symbol" pitchFamily="2" charset="2"/>
              </a:endParaRPr>
            </a:p>
          </p:txBody>
        </p:sp>
        <p:sp>
          <p:nvSpPr>
            <p:cNvPr id="66587" name="Line 44">
              <a:extLst>
                <a:ext uri="{FF2B5EF4-FFF2-40B4-BE49-F238E27FC236}">
                  <a16:creationId xmlns:a16="http://schemas.microsoft.com/office/drawing/2014/main" id="{B10BFDE8-8D55-D741-BA54-864A647E6A97}"/>
                </a:ext>
              </a:extLst>
            </p:cNvPr>
            <p:cNvSpPr>
              <a:spLocks noChangeShapeType="1"/>
            </p:cNvSpPr>
            <p:nvPr/>
          </p:nvSpPr>
          <p:spPr bwMode="auto">
            <a:xfrm flipV="1">
              <a:off x="884" y="1434"/>
              <a:ext cx="680" cy="182"/>
            </a:xfrm>
            <a:prstGeom prst="line">
              <a:avLst/>
            </a:prstGeom>
            <a:noFill/>
            <a:ln w="3175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957485" name="Rectangle 45">
            <a:extLst>
              <a:ext uri="{FF2B5EF4-FFF2-40B4-BE49-F238E27FC236}">
                <a16:creationId xmlns:a16="http://schemas.microsoft.com/office/drawing/2014/main" id="{B374BA14-CC02-3048-BCAA-F12F18F3C567}"/>
              </a:ext>
            </a:extLst>
          </p:cNvPr>
          <p:cNvSpPr>
            <a:spLocks noChangeArrowheads="1"/>
          </p:cNvSpPr>
          <p:nvPr/>
        </p:nvSpPr>
        <p:spPr bwMode="auto">
          <a:xfrm>
            <a:off x="2568417" y="2876553"/>
            <a:ext cx="14811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hlink"/>
                </a:solidFill>
                <a:ea typeface="宋体" panose="02010600030101010101" pitchFamily="2" charset="-122"/>
              </a:rPr>
              <a:t>11</a:t>
            </a:r>
            <a:r>
              <a:rPr kumimoji="1" lang="en-US" altLang="zh-CN" sz="1800" b="1" dirty="0">
                <a:solidFill>
                  <a:srgbClr val="9966FF"/>
                </a:solidFill>
                <a:ea typeface="宋体" panose="02010600030101010101" pitchFamily="2" charset="-122"/>
              </a:rPr>
              <a:t>0</a:t>
            </a:r>
            <a:r>
              <a:rPr kumimoji="1" lang="en-US" altLang="zh-CN" sz="1800" b="1" dirty="0">
                <a:solidFill>
                  <a:schemeClr val="hlink"/>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sp>
        <p:nvSpPr>
          <p:cNvPr id="957488" name="AutoShape 48">
            <a:extLst>
              <a:ext uri="{FF2B5EF4-FFF2-40B4-BE49-F238E27FC236}">
                <a16:creationId xmlns:a16="http://schemas.microsoft.com/office/drawing/2014/main" id="{8E4DC15C-5CAE-F347-A3D0-D85F39E81BD8}"/>
              </a:ext>
            </a:extLst>
          </p:cNvPr>
          <p:cNvSpPr>
            <a:spLocks noChangeArrowheads="1"/>
          </p:cNvSpPr>
          <p:nvPr/>
        </p:nvSpPr>
        <p:spPr bwMode="auto">
          <a:xfrm>
            <a:off x="2258854" y="2390778"/>
            <a:ext cx="2126453" cy="340712"/>
          </a:xfrm>
          <a:prstGeom prst="downArrow">
            <a:avLst>
              <a:gd name="adj1" fmla="val 50000"/>
              <a:gd name="adj2" fmla="val 25000"/>
            </a:avLst>
          </a:prstGeom>
          <a:noFill/>
          <a:ln w="9525">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计算校验位</a:t>
            </a:r>
          </a:p>
        </p:txBody>
      </p:sp>
      <p:sp>
        <p:nvSpPr>
          <p:cNvPr id="957493" name="Rectangle 53">
            <a:extLst>
              <a:ext uri="{FF2B5EF4-FFF2-40B4-BE49-F238E27FC236}">
                <a16:creationId xmlns:a16="http://schemas.microsoft.com/office/drawing/2014/main" id="{C666CC1C-9EC4-4840-95A3-E02CDD42E956}"/>
              </a:ext>
            </a:extLst>
          </p:cNvPr>
          <p:cNvSpPr>
            <a:spLocks noChangeArrowheads="1"/>
          </p:cNvSpPr>
          <p:nvPr/>
        </p:nvSpPr>
        <p:spPr bwMode="auto">
          <a:xfrm>
            <a:off x="2572013" y="3469965"/>
            <a:ext cx="14811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accent5">
                    <a:lumMod val="75000"/>
                  </a:schemeClr>
                </a:solidFill>
                <a:ea typeface="宋体" panose="02010600030101010101" pitchFamily="2" charset="-122"/>
              </a:rPr>
              <a:t>11</a:t>
            </a:r>
            <a:r>
              <a:rPr kumimoji="1" lang="en-US" altLang="zh-CN" sz="1800" b="1" dirty="0">
                <a:solidFill>
                  <a:srgbClr val="9966FF"/>
                </a:solidFill>
                <a:ea typeface="宋体" panose="02010600030101010101" pitchFamily="2" charset="-122"/>
              </a:rPr>
              <a:t>1</a:t>
            </a:r>
            <a:r>
              <a:rPr kumimoji="1" lang="en-US" altLang="zh-CN" sz="1800" b="1" dirty="0">
                <a:solidFill>
                  <a:schemeClr val="accent5">
                    <a:lumMod val="75000"/>
                  </a:schemeClr>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chemeClr val="accent5">
                    <a:lumMod val="75000"/>
                  </a:schemeClr>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grpSp>
        <p:nvGrpSpPr>
          <p:cNvPr id="3" name="Group 68">
            <a:extLst>
              <a:ext uri="{FF2B5EF4-FFF2-40B4-BE49-F238E27FC236}">
                <a16:creationId xmlns:a16="http://schemas.microsoft.com/office/drawing/2014/main" id="{B0B9D9E3-160B-074C-8B95-53547A29D45B}"/>
              </a:ext>
            </a:extLst>
          </p:cNvPr>
          <p:cNvGrpSpPr>
            <a:grpSpLocks/>
          </p:cNvGrpSpPr>
          <p:nvPr/>
        </p:nvGrpSpPr>
        <p:grpSpPr bwMode="auto">
          <a:xfrm>
            <a:off x="3959913" y="3327515"/>
            <a:ext cx="1944291" cy="432197"/>
            <a:chOff x="2880" y="2870"/>
            <a:chExt cx="1633" cy="363"/>
          </a:xfrm>
        </p:grpSpPr>
        <p:sp>
          <p:nvSpPr>
            <p:cNvPr id="66584" name="AutoShape 57">
              <a:extLst>
                <a:ext uri="{FF2B5EF4-FFF2-40B4-BE49-F238E27FC236}">
                  <a16:creationId xmlns:a16="http://schemas.microsoft.com/office/drawing/2014/main" id="{A30D1E09-4A7E-334B-AE59-4FD3D054B07C}"/>
                </a:ext>
              </a:extLst>
            </p:cNvPr>
            <p:cNvSpPr>
              <a:spLocks noChangeArrowheads="1"/>
            </p:cNvSpPr>
            <p:nvPr/>
          </p:nvSpPr>
          <p:spPr bwMode="auto">
            <a:xfrm rot="10800000">
              <a:off x="2880" y="2961"/>
              <a:ext cx="1633" cy="272"/>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5898240 60000 65536"/>
                <a:gd name="T10" fmla="*/ 5898240 60000 65536"/>
                <a:gd name="T11" fmla="*/ 0 60000 65536"/>
                <a:gd name="T12" fmla="*/ 12434 w 21600"/>
                <a:gd name="T13" fmla="*/ 2938 h 21600"/>
                <a:gd name="T14" fmla="*/ 18227 w 21600"/>
                <a:gd name="T15" fmla="*/ 921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66585" name="Rectangle 58">
              <a:extLst>
                <a:ext uri="{FF2B5EF4-FFF2-40B4-BE49-F238E27FC236}">
                  <a16:creationId xmlns:a16="http://schemas.microsoft.com/office/drawing/2014/main" id="{B70334AD-BF88-714E-ADE3-1F5512782255}"/>
                </a:ext>
              </a:extLst>
            </p:cNvPr>
            <p:cNvSpPr>
              <a:spLocks noChangeArrowheads="1"/>
            </p:cNvSpPr>
            <p:nvPr/>
          </p:nvSpPr>
          <p:spPr bwMode="auto">
            <a:xfrm>
              <a:off x="2925" y="2870"/>
              <a:ext cx="131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350">
                  <a:solidFill>
                    <a:schemeClr val="tx1"/>
                  </a:solidFill>
                  <a:latin typeface="微软雅黑" panose="020B0503020204020204" pitchFamily="34" charset="-122"/>
                  <a:ea typeface="宋体" panose="02010600030101010101" pitchFamily="2" charset="-122"/>
                </a:rPr>
                <a:t>修正出错数据位</a:t>
              </a:r>
            </a:p>
          </p:txBody>
        </p:sp>
      </p:grpSp>
      <p:grpSp>
        <p:nvGrpSpPr>
          <p:cNvPr id="4" name="Group 69">
            <a:extLst>
              <a:ext uri="{FF2B5EF4-FFF2-40B4-BE49-F238E27FC236}">
                <a16:creationId xmlns:a16="http://schemas.microsoft.com/office/drawing/2014/main" id="{B6FF0E2E-1092-E846-A087-07229801CEF1}"/>
              </a:ext>
            </a:extLst>
          </p:cNvPr>
          <p:cNvGrpSpPr>
            <a:grpSpLocks/>
          </p:cNvGrpSpPr>
          <p:nvPr/>
        </p:nvGrpSpPr>
        <p:grpSpPr bwMode="auto">
          <a:xfrm>
            <a:off x="1892910" y="3885299"/>
            <a:ext cx="2822877" cy="765572"/>
            <a:chOff x="1224" y="3401"/>
            <a:chExt cx="2356" cy="643"/>
          </a:xfrm>
        </p:grpSpPr>
        <p:sp>
          <p:nvSpPr>
            <p:cNvPr id="66582" name="Rectangle 59">
              <a:extLst>
                <a:ext uri="{FF2B5EF4-FFF2-40B4-BE49-F238E27FC236}">
                  <a16:creationId xmlns:a16="http://schemas.microsoft.com/office/drawing/2014/main" id="{44EED8C1-4BBD-714C-93BE-740F1E92107F}"/>
                </a:ext>
              </a:extLst>
            </p:cNvPr>
            <p:cNvSpPr>
              <a:spLocks noChangeArrowheads="1"/>
            </p:cNvSpPr>
            <p:nvPr/>
          </p:nvSpPr>
          <p:spPr bwMode="auto">
            <a:xfrm>
              <a:off x="1779" y="3734"/>
              <a:ext cx="1481"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rgbClr val="C00000"/>
                  </a:solidFill>
                  <a:ea typeface="宋体" panose="02010600030101010101" pitchFamily="2" charset="-122"/>
                </a:rPr>
                <a:t>00</a:t>
              </a:r>
              <a:r>
                <a:rPr kumimoji="1" lang="en-US" altLang="zh-CN" sz="1800" b="1" dirty="0">
                  <a:solidFill>
                    <a:schemeClr val="tx2"/>
                  </a:solidFill>
                  <a:ea typeface="宋体" panose="02010600030101010101" pitchFamily="2" charset="-122"/>
                </a:rPr>
                <a:t>1</a:t>
              </a:r>
              <a:r>
                <a:rPr kumimoji="1" lang="en-US" altLang="zh-CN" sz="1800" b="1" dirty="0">
                  <a:solidFill>
                    <a:srgbClr val="C00000"/>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rgbClr val="C00000"/>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sp>
          <p:nvSpPr>
            <p:cNvPr id="66583" name="AutoShape 60">
              <a:extLst>
                <a:ext uri="{FF2B5EF4-FFF2-40B4-BE49-F238E27FC236}">
                  <a16:creationId xmlns:a16="http://schemas.microsoft.com/office/drawing/2014/main" id="{7094483A-F14A-3846-93D5-C68156D48283}"/>
                </a:ext>
              </a:extLst>
            </p:cNvPr>
            <p:cNvSpPr>
              <a:spLocks noChangeArrowheads="1"/>
            </p:cNvSpPr>
            <p:nvPr/>
          </p:nvSpPr>
          <p:spPr bwMode="auto">
            <a:xfrm>
              <a:off x="1224" y="3401"/>
              <a:ext cx="2356" cy="286"/>
            </a:xfrm>
            <a:prstGeom prst="downArrow">
              <a:avLst>
                <a:gd name="adj1" fmla="val 50000"/>
                <a:gd name="adj2" fmla="val 25000"/>
              </a:avLst>
            </a:prstGeom>
            <a:noFill/>
            <a:ln w="9525">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重新计算校验位</a:t>
              </a:r>
            </a:p>
          </p:txBody>
        </p:sp>
      </p:grpSp>
      <p:grpSp>
        <p:nvGrpSpPr>
          <p:cNvPr id="5" name="Group 65">
            <a:extLst>
              <a:ext uri="{FF2B5EF4-FFF2-40B4-BE49-F238E27FC236}">
                <a16:creationId xmlns:a16="http://schemas.microsoft.com/office/drawing/2014/main" id="{B8C0190C-ACDC-6844-92B8-F08AF1C92A55}"/>
              </a:ext>
            </a:extLst>
          </p:cNvPr>
          <p:cNvGrpSpPr>
            <a:grpSpLocks/>
          </p:cNvGrpSpPr>
          <p:nvPr/>
        </p:nvGrpSpPr>
        <p:grpSpPr bwMode="auto">
          <a:xfrm>
            <a:off x="1333401" y="1834758"/>
            <a:ext cx="1558765" cy="611982"/>
            <a:chOff x="884" y="1677"/>
            <a:chExt cx="948" cy="514"/>
          </a:xfrm>
        </p:grpSpPr>
        <p:sp>
          <p:nvSpPr>
            <p:cNvPr id="66580" name="Rectangle 10">
              <a:extLst>
                <a:ext uri="{FF2B5EF4-FFF2-40B4-BE49-F238E27FC236}">
                  <a16:creationId xmlns:a16="http://schemas.microsoft.com/office/drawing/2014/main" id="{ADBD2CFB-EB03-D940-9A04-25E0349640CF}"/>
                </a:ext>
              </a:extLst>
            </p:cNvPr>
            <p:cNvSpPr>
              <a:spLocks noChangeArrowheads="1"/>
            </p:cNvSpPr>
            <p:nvPr/>
          </p:nvSpPr>
          <p:spPr bwMode="auto">
            <a:xfrm rot="457052">
              <a:off x="928" y="1677"/>
              <a:ext cx="904" cy="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假设第</a:t>
              </a:r>
              <a:r>
                <a:rPr lang="en-US" altLang="zh-CN" sz="1350" dirty="0">
                  <a:solidFill>
                    <a:schemeClr val="tx1"/>
                  </a:solidFill>
                  <a:latin typeface="微软雅黑" panose="020B0503020204020204" pitchFamily="34" charset="-122"/>
                  <a:ea typeface="宋体" panose="02010600030101010101" pitchFamily="2" charset="-122"/>
                </a:rPr>
                <a:t>3</a:t>
              </a:r>
              <a:r>
                <a:rPr lang="zh-CN" altLang="en-US" sz="1350" dirty="0">
                  <a:solidFill>
                    <a:schemeClr val="tx1"/>
                  </a:solidFill>
                  <a:latin typeface="微软雅黑" panose="020B0503020204020204" pitchFamily="34" charset="-122"/>
                  <a:ea typeface="宋体" panose="02010600030101010101" pitchFamily="2" charset="-122"/>
                </a:rPr>
                <a:t>个</a:t>
              </a:r>
            </a:p>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数据位出错</a:t>
              </a:r>
            </a:p>
          </p:txBody>
        </p:sp>
        <p:sp>
          <p:nvSpPr>
            <p:cNvPr id="66581" name="Line 63">
              <a:extLst>
                <a:ext uri="{FF2B5EF4-FFF2-40B4-BE49-F238E27FC236}">
                  <a16:creationId xmlns:a16="http://schemas.microsoft.com/office/drawing/2014/main" id="{F0B95CBF-9EAB-7543-ACD6-04B3F44E3E3A}"/>
                </a:ext>
              </a:extLst>
            </p:cNvPr>
            <p:cNvSpPr>
              <a:spLocks noChangeShapeType="1"/>
            </p:cNvSpPr>
            <p:nvPr/>
          </p:nvSpPr>
          <p:spPr bwMode="auto">
            <a:xfrm>
              <a:off x="884" y="1843"/>
              <a:ext cx="726" cy="136"/>
            </a:xfrm>
            <a:prstGeom prst="line">
              <a:avLst/>
            </a:prstGeom>
            <a:noFill/>
            <a:ln w="3175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 name="Group 72">
            <a:extLst>
              <a:ext uri="{FF2B5EF4-FFF2-40B4-BE49-F238E27FC236}">
                <a16:creationId xmlns:a16="http://schemas.microsoft.com/office/drawing/2014/main" id="{D5D46EA2-5355-6C45-9794-4F1D359DCA75}"/>
              </a:ext>
            </a:extLst>
          </p:cNvPr>
          <p:cNvGrpSpPr>
            <a:grpSpLocks/>
          </p:cNvGrpSpPr>
          <p:nvPr/>
        </p:nvGrpSpPr>
        <p:grpSpPr bwMode="auto">
          <a:xfrm>
            <a:off x="2714507" y="2201422"/>
            <a:ext cx="4794647" cy="1200150"/>
            <a:chOff x="1711" y="1963"/>
            <a:chExt cx="4027" cy="1008"/>
          </a:xfrm>
        </p:grpSpPr>
        <p:sp>
          <p:nvSpPr>
            <p:cNvPr id="66575" name="Rectangle 49">
              <a:extLst>
                <a:ext uri="{FF2B5EF4-FFF2-40B4-BE49-F238E27FC236}">
                  <a16:creationId xmlns:a16="http://schemas.microsoft.com/office/drawing/2014/main" id="{5144F215-2511-FC44-AA1E-EF461A307311}"/>
                </a:ext>
              </a:extLst>
            </p:cNvPr>
            <p:cNvSpPr>
              <a:spLocks noChangeArrowheads="1"/>
            </p:cNvSpPr>
            <p:nvPr/>
          </p:nvSpPr>
          <p:spPr bwMode="auto">
            <a:xfrm>
              <a:off x="3787" y="1963"/>
              <a:ext cx="1951" cy="1008"/>
            </a:xfrm>
            <a:prstGeom prst="rect">
              <a:avLst/>
            </a:prstGeom>
            <a:noFill/>
            <a:ln w="1905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lang="zh-CN" altLang="en-US" sz="1800">
                  <a:solidFill>
                    <a:schemeClr val="tx1"/>
                  </a:solidFill>
                  <a:latin typeface="微软雅黑" panose="020B0503020204020204" pitchFamily="34" charset="-122"/>
                  <a:ea typeface="宋体" panose="02010600030101010101" pitchFamily="2" charset="-122"/>
                </a:rPr>
                <a:t>对比校验位</a:t>
              </a:r>
              <a:r>
                <a:rPr lang="en-US" altLang="zh-CN" sz="1800">
                  <a:solidFill>
                    <a:schemeClr val="tx1"/>
                  </a:solidFill>
                  <a:latin typeface="微软雅黑" panose="020B0503020204020204" pitchFamily="34" charset="-122"/>
                  <a:ea typeface="宋体" panose="02010600030101010101" pitchFamily="2" charset="-122"/>
                </a:rPr>
                <a:t>,</a:t>
              </a:r>
              <a:r>
                <a:rPr lang="zh-CN" altLang="en-US" sz="1800">
                  <a:solidFill>
                    <a:schemeClr val="tx1"/>
                  </a:solidFill>
                  <a:latin typeface="微软雅黑" panose="020B0503020204020204" pitchFamily="34" charset="-122"/>
                  <a:ea typeface="宋体" panose="02010600030101010101" pitchFamily="2" charset="-122"/>
                </a:rPr>
                <a:t>位置</a:t>
              </a:r>
              <a:r>
                <a:rPr lang="en-US" altLang="zh-CN" sz="1800">
                  <a:solidFill>
                    <a:schemeClr val="tx1"/>
                  </a:solidFill>
                  <a:latin typeface="微软雅黑" panose="020B0503020204020204" pitchFamily="34" charset="-122"/>
                  <a:ea typeface="宋体" panose="02010600030101010101" pitchFamily="2" charset="-122"/>
                </a:rPr>
                <a:t>1</a:t>
              </a:r>
              <a:r>
                <a:rPr lang="zh-CN" altLang="en-US" sz="1800">
                  <a:solidFill>
                    <a:schemeClr val="tx1"/>
                  </a:solidFill>
                  <a:latin typeface="微软雅黑" panose="020B0503020204020204" pitchFamily="34" charset="-122"/>
                  <a:ea typeface="宋体" panose="02010600030101010101" pitchFamily="2" charset="-122"/>
                </a:rPr>
                <a:t>、</a:t>
              </a:r>
              <a:r>
                <a:rPr lang="en-US" altLang="zh-CN" sz="1800">
                  <a:solidFill>
                    <a:schemeClr val="tx1"/>
                  </a:solidFill>
                  <a:latin typeface="微软雅黑" panose="020B0503020204020204" pitchFamily="34" charset="-122"/>
                  <a:ea typeface="宋体" panose="02010600030101010101" pitchFamily="2" charset="-122"/>
                </a:rPr>
                <a:t>2</a:t>
              </a:r>
              <a:r>
                <a:rPr lang="zh-CN" altLang="en-US" sz="1800">
                  <a:solidFill>
                    <a:schemeClr val="tx1"/>
                  </a:solidFill>
                  <a:latin typeface="微软雅黑" panose="020B0503020204020204" pitchFamily="34" charset="-122"/>
                  <a:ea typeface="宋体" panose="02010600030101010101" pitchFamily="2" charset="-122"/>
                </a:rPr>
                <a:t>处的校验位不同</a:t>
              </a:r>
              <a:r>
                <a:rPr lang="en-US" altLang="zh-CN" sz="1800">
                  <a:solidFill>
                    <a:schemeClr val="tx1"/>
                  </a:solidFill>
                  <a:latin typeface="微软雅黑" panose="020B0503020204020204" pitchFamily="34" charset="-122"/>
                  <a:ea typeface="宋体" panose="02010600030101010101" pitchFamily="2" charset="-122"/>
                </a:rPr>
                <a:t>,</a:t>
              </a:r>
              <a:r>
                <a:rPr lang="zh-CN" altLang="en-US" sz="1800">
                  <a:solidFill>
                    <a:schemeClr val="tx1"/>
                  </a:solidFill>
                  <a:latin typeface="微软雅黑" panose="020B0503020204020204" pitchFamily="34" charset="-122"/>
                  <a:ea typeface="宋体" panose="02010600030101010101" pitchFamily="2" charset="-122"/>
                </a:rPr>
                <a:t>由于</a:t>
              </a:r>
              <a:r>
                <a:rPr lang="en-US" altLang="zh-CN" sz="1800">
                  <a:solidFill>
                    <a:schemeClr val="tx1"/>
                  </a:solidFill>
                  <a:latin typeface="微软雅黑" panose="020B0503020204020204" pitchFamily="34" charset="-122"/>
                  <a:ea typeface="宋体" panose="02010600030101010101" pitchFamily="2" charset="-122"/>
                </a:rPr>
                <a:t>: 1+2=3,</a:t>
              </a:r>
              <a:r>
                <a:rPr lang="zh-CN" altLang="en-US" sz="1800">
                  <a:solidFill>
                    <a:schemeClr val="tx1"/>
                  </a:solidFill>
                  <a:latin typeface="微软雅黑" panose="020B0503020204020204" pitchFamily="34" charset="-122"/>
                  <a:ea typeface="宋体" panose="02010600030101010101" pitchFamily="2" charset="-122"/>
                </a:rPr>
                <a:t>故第</a:t>
              </a:r>
              <a:r>
                <a:rPr lang="en-US" altLang="zh-CN" sz="1800">
                  <a:solidFill>
                    <a:schemeClr val="tx1"/>
                  </a:solidFill>
                  <a:latin typeface="微软雅黑" panose="020B0503020204020204" pitchFamily="34" charset="-122"/>
                  <a:ea typeface="宋体" panose="02010600030101010101" pitchFamily="2" charset="-122"/>
                </a:rPr>
                <a:t>3</a:t>
              </a:r>
              <a:r>
                <a:rPr lang="zh-CN" altLang="en-US" sz="1800">
                  <a:solidFill>
                    <a:schemeClr val="tx1"/>
                  </a:solidFill>
                  <a:latin typeface="微软雅黑" panose="020B0503020204020204" pitchFamily="34" charset="-122"/>
                  <a:ea typeface="宋体" panose="02010600030101010101" pitchFamily="2" charset="-122"/>
                </a:rPr>
                <a:t>位出错</a:t>
              </a:r>
              <a:endParaRPr kumimoji="1" lang="zh-CN" altLang="en-US" sz="1800">
                <a:solidFill>
                  <a:schemeClr val="tx1"/>
                </a:solidFill>
                <a:latin typeface="微软雅黑" panose="020B0503020204020204" pitchFamily="34" charset="-122"/>
                <a:ea typeface="宋体" panose="02010600030101010101" pitchFamily="2" charset="-122"/>
              </a:endParaRPr>
            </a:p>
          </p:txBody>
        </p:sp>
        <p:sp>
          <p:nvSpPr>
            <p:cNvPr id="66576" name="AutoShape 51">
              <a:extLst>
                <a:ext uri="{FF2B5EF4-FFF2-40B4-BE49-F238E27FC236}">
                  <a16:creationId xmlns:a16="http://schemas.microsoft.com/office/drawing/2014/main" id="{22583F38-4913-4F42-B6FB-58A62F31DFDB}"/>
                </a:ext>
              </a:extLst>
            </p:cNvPr>
            <p:cNvSpPr>
              <a:spLocks noChangeArrowheads="1"/>
            </p:cNvSpPr>
            <p:nvPr/>
          </p:nvSpPr>
          <p:spPr bwMode="auto">
            <a:xfrm rot="-1302080">
              <a:off x="2847" y="2416"/>
              <a:ext cx="947" cy="102"/>
            </a:xfrm>
            <a:prstGeom prst="rightArrow">
              <a:avLst>
                <a:gd name="adj1" fmla="val 50000"/>
                <a:gd name="adj2" fmla="val 232108"/>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66577" name="AutoShape 52">
              <a:extLst>
                <a:ext uri="{FF2B5EF4-FFF2-40B4-BE49-F238E27FC236}">
                  <a16:creationId xmlns:a16="http://schemas.microsoft.com/office/drawing/2014/main" id="{1EC548D8-A424-CA45-883D-294B5791ECAF}"/>
                </a:ext>
              </a:extLst>
            </p:cNvPr>
            <p:cNvSpPr>
              <a:spLocks noChangeArrowheads="1"/>
            </p:cNvSpPr>
            <p:nvPr/>
          </p:nvSpPr>
          <p:spPr bwMode="auto">
            <a:xfrm rot="1202984">
              <a:off x="2835" y="2053"/>
              <a:ext cx="947" cy="102"/>
            </a:xfrm>
            <a:prstGeom prst="rightArrow">
              <a:avLst>
                <a:gd name="adj1" fmla="val 50000"/>
                <a:gd name="adj2" fmla="val 232108"/>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66578" name="Line 70">
              <a:extLst>
                <a:ext uri="{FF2B5EF4-FFF2-40B4-BE49-F238E27FC236}">
                  <a16:creationId xmlns:a16="http://schemas.microsoft.com/office/drawing/2014/main" id="{95D5DE59-967A-B34A-8C53-4CB10F1E30CB}"/>
                </a:ext>
              </a:extLst>
            </p:cNvPr>
            <p:cNvSpPr>
              <a:spLocks noChangeShapeType="1"/>
            </p:cNvSpPr>
            <p:nvPr/>
          </p:nvSpPr>
          <p:spPr bwMode="auto">
            <a:xfrm>
              <a:off x="1711" y="2069"/>
              <a:ext cx="0" cy="545"/>
            </a:xfrm>
            <a:prstGeom prst="line">
              <a:avLst/>
            </a:prstGeom>
            <a:noFill/>
            <a:ln w="19050">
              <a:solidFill>
                <a:schemeClr val="tx1"/>
              </a:solidFill>
              <a:prstDash val="dash"/>
              <a:round/>
              <a:headEnd type="arrow" w="med" len="med"/>
              <a:tailEnd type="arrow" w="med" len="med"/>
            </a:ln>
            <a:extLst>
              <a:ext uri="{909E8E84-426E-40DD-AFC4-6F175D3DCCD1}">
                <a14:hiddenFill xmlns:a14="http://schemas.microsoft.com/office/drawing/2010/main">
                  <a:noFill/>
                </a14:hiddenFill>
              </a:ext>
            </a:extLst>
          </p:spPr>
          <p:txBody>
            <a:bodyPr/>
            <a:lstStyle/>
            <a:p>
              <a:endParaRPr lang="zh-CN" altLang="en-US" dirty="0"/>
            </a:p>
          </p:txBody>
        </p:sp>
        <p:sp>
          <p:nvSpPr>
            <p:cNvPr id="66579" name="Line 71">
              <a:extLst>
                <a:ext uri="{FF2B5EF4-FFF2-40B4-BE49-F238E27FC236}">
                  <a16:creationId xmlns:a16="http://schemas.microsoft.com/office/drawing/2014/main" id="{F1A9CF24-6284-7A42-B030-3F56E256F919}"/>
                </a:ext>
              </a:extLst>
            </p:cNvPr>
            <p:cNvSpPr>
              <a:spLocks noChangeShapeType="1"/>
            </p:cNvSpPr>
            <p:nvPr/>
          </p:nvSpPr>
          <p:spPr bwMode="auto">
            <a:xfrm>
              <a:off x="1813" y="2069"/>
              <a:ext cx="0" cy="545"/>
            </a:xfrm>
            <a:prstGeom prst="line">
              <a:avLst/>
            </a:prstGeom>
            <a:noFill/>
            <a:ln w="19050">
              <a:solidFill>
                <a:schemeClr val="tx1"/>
              </a:solidFill>
              <a:prstDash val="dash"/>
              <a:round/>
              <a:headEnd type="arrow" w="med" len="med"/>
              <a:tailEnd type="arrow" w="med" len="me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24809264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57453"/>
                                        </p:tgtEl>
                                        <p:attrNameLst>
                                          <p:attrName>style.visibility</p:attrName>
                                        </p:attrNameLst>
                                      </p:cBhvr>
                                      <p:to>
                                        <p:strVal val="visible"/>
                                      </p:to>
                                    </p:set>
                                    <p:animEffect transition="in" filter="blinds(horizontal)">
                                      <p:cBhvr>
                                        <p:cTn id="7" dur="500"/>
                                        <p:tgtEl>
                                          <p:spTgt spid="95745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40" presetClass="entr" presetSubtype="0" fill="hold" grpId="0" nodeType="clickEffect">
                                  <p:stCondLst>
                                    <p:cond delay="0"/>
                                  </p:stCondLst>
                                  <p:iterate type="lt">
                                    <p:tmPct val="10000"/>
                                  </p:iterate>
                                  <p:childTnLst>
                                    <p:set>
                                      <p:cBhvr>
                                        <p:cTn id="17" dur="1" fill="hold">
                                          <p:stCondLst>
                                            <p:cond delay="0"/>
                                          </p:stCondLst>
                                        </p:cTn>
                                        <p:tgtEl>
                                          <p:spTgt spid="957482"/>
                                        </p:tgtEl>
                                        <p:attrNameLst>
                                          <p:attrName>style.visibility</p:attrName>
                                        </p:attrNameLst>
                                      </p:cBhvr>
                                      <p:to>
                                        <p:strVal val="visible"/>
                                      </p:to>
                                    </p:set>
                                    <p:animEffect transition="in" filter="fade">
                                      <p:cBhvr>
                                        <p:cTn id="18" dur="1000"/>
                                        <p:tgtEl>
                                          <p:spTgt spid="957482"/>
                                        </p:tgtEl>
                                      </p:cBhvr>
                                    </p:animEffect>
                                    <p:anim calcmode="lin" valueType="num">
                                      <p:cBhvr>
                                        <p:cTn id="19" dur="1000" fill="hold"/>
                                        <p:tgtEl>
                                          <p:spTgt spid="957482"/>
                                        </p:tgtEl>
                                        <p:attrNameLst>
                                          <p:attrName>ppt_x</p:attrName>
                                        </p:attrNameLst>
                                      </p:cBhvr>
                                      <p:tavLst>
                                        <p:tav tm="0">
                                          <p:val>
                                            <p:strVal val="#ppt_x-.1"/>
                                          </p:val>
                                        </p:tav>
                                        <p:tav tm="100000">
                                          <p:val>
                                            <p:strVal val="#ppt_x"/>
                                          </p:val>
                                        </p:tav>
                                      </p:tavLst>
                                    </p:anim>
                                    <p:anim calcmode="lin" valueType="num">
                                      <p:cBhvr>
                                        <p:cTn id="20" dur="1000" fill="hold"/>
                                        <p:tgtEl>
                                          <p:spTgt spid="957482"/>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40" presetClass="entr" presetSubtype="0" fill="hold" grpId="0" nodeType="clickEffect">
                                  <p:stCondLst>
                                    <p:cond delay="0"/>
                                  </p:stCondLst>
                                  <p:iterate type="lt">
                                    <p:tmPct val="10000"/>
                                  </p:iterate>
                                  <p:childTnLst>
                                    <p:set>
                                      <p:cBhvr>
                                        <p:cTn id="30" dur="1" fill="hold">
                                          <p:stCondLst>
                                            <p:cond delay="0"/>
                                          </p:stCondLst>
                                        </p:cTn>
                                        <p:tgtEl>
                                          <p:spTgt spid="957483"/>
                                        </p:tgtEl>
                                        <p:attrNameLst>
                                          <p:attrName>style.visibility</p:attrName>
                                        </p:attrNameLst>
                                      </p:cBhvr>
                                      <p:to>
                                        <p:strVal val="visible"/>
                                      </p:to>
                                    </p:set>
                                    <p:animEffect transition="in" filter="fade">
                                      <p:cBhvr>
                                        <p:cTn id="31" dur="1000"/>
                                        <p:tgtEl>
                                          <p:spTgt spid="957483"/>
                                        </p:tgtEl>
                                      </p:cBhvr>
                                    </p:animEffect>
                                    <p:anim calcmode="lin" valueType="num">
                                      <p:cBhvr>
                                        <p:cTn id="32" dur="1000" fill="hold"/>
                                        <p:tgtEl>
                                          <p:spTgt spid="957483"/>
                                        </p:tgtEl>
                                        <p:attrNameLst>
                                          <p:attrName>ppt_x</p:attrName>
                                        </p:attrNameLst>
                                      </p:cBhvr>
                                      <p:tavLst>
                                        <p:tav tm="0">
                                          <p:val>
                                            <p:strVal val="#ppt_x-.1"/>
                                          </p:val>
                                        </p:tav>
                                        <p:tav tm="100000">
                                          <p:val>
                                            <p:strVal val="#ppt_x"/>
                                          </p:val>
                                        </p:tav>
                                      </p:tavLst>
                                    </p:anim>
                                    <p:anim calcmode="lin" valueType="num">
                                      <p:cBhvr>
                                        <p:cTn id="33" dur="1000" fill="hold"/>
                                        <p:tgtEl>
                                          <p:spTgt spid="957483"/>
                                        </p:tgtEl>
                                        <p:attrNameLst>
                                          <p:attrName>ppt_y</p:attrName>
                                        </p:attrNameLst>
                                      </p:cBhvr>
                                      <p:tavLst>
                                        <p:tav tm="0">
                                          <p:val>
                                            <p:strVal val="#ppt_y"/>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5" presetClass="entr" presetSubtype="10" fill="hold" grpId="0" nodeType="clickEffect">
                                  <p:stCondLst>
                                    <p:cond delay="0"/>
                                  </p:stCondLst>
                                  <p:childTnLst>
                                    <p:set>
                                      <p:cBhvr>
                                        <p:cTn id="37" dur="1" fill="hold">
                                          <p:stCondLst>
                                            <p:cond delay="0"/>
                                          </p:stCondLst>
                                        </p:cTn>
                                        <p:tgtEl>
                                          <p:spTgt spid="957488"/>
                                        </p:tgtEl>
                                        <p:attrNameLst>
                                          <p:attrName>style.visibility</p:attrName>
                                        </p:attrNameLst>
                                      </p:cBhvr>
                                      <p:to>
                                        <p:strVal val="visible"/>
                                      </p:to>
                                    </p:set>
                                    <p:animEffect transition="in" filter="checkerboard(across)">
                                      <p:cBhvr>
                                        <p:cTn id="38" dur="500"/>
                                        <p:tgtEl>
                                          <p:spTgt spid="957488"/>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40" presetClass="entr" presetSubtype="0" fill="hold" grpId="0" nodeType="clickEffect">
                                  <p:stCondLst>
                                    <p:cond delay="0"/>
                                  </p:stCondLst>
                                  <p:iterate type="lt">
                                    <p:tmPct val="10000"/>
                                  </p:iterate>
                                  <p:childTnLst>
                                    <p:set>
                                      <p:cBhvr>
                                        <p:cTn id="42" dur="1" fill="hold">
                                          <p:stCondLst>
                                            <p:cond delay="0"/>
                                          </p:stCondLst>
                                        </p:cTn>
                                        <p:tgtEl>
                                          <p:spTgt spid="957485"/>
                                        </p:tgtEl>
                                        <p:attrNameLst>
                                          <p:attrName>style.visibility</p:attrName>
                                        </p:attrNameLst>
                                      </p:cBhvr>
                                      <p:to>
                                        <p:strVal val="visible"/>
                                      </p:to>
                                    </p:set>
                                    <p:animEffect transition="in" filter="fade">
                                      <p:cBhvr>
                                        <p:cTn id="43" dur="1000"/>
                                        <p:tgtEl>
                                          <p:spTgt spid="957485"/>
                                        </p:tgtEl>
                                      </p:cBhvr>
                                    </p:animEffect>
                                    <p:anim calcmode="lin" valueType="num">
                                      <p:cBhvr>
                                        <p:cTn id="44" dur="1000" fill="hold"/>
                                        <p:tgtEl>
                                          <p:spTgt spid="957485"/>
                                        </p:tgtEl>
                                        <p:attrNameLst>
                                          <p:attrName>ppt_x</p:attrName>
                                        </p:attrNameLst>
                                      </p:cBhvr>
                                      <p:tavLst>
                                        <p:tav tm="0">
                                          <p:val>
                                            <p:strVal val="#ppt_x-.1"/>
                                          </p:val>
                                        </p:tav>
                                        <p:tav tm="100000">
                                          <p:val>
                                            <p:strVal val="#ppt_x"/>
                                          </p:val>
                                        </p:tav>
                                      </p:tavLst>
                                    </p:anim>
                                    <p:anim calcmode="lin" valueType="num">
                                      <p:cBhvr>
                                        <p:cTn id="45" dur="1000" fill="hold"/>
                                        <p:tgtEl>
                                          <p:spTgt spid="957485"/>
                                        </p:tgtEl>
                                        <p:attrNameLst>
                                          <p:attrName>ppt_y</p:attrName>
                                        </p:attrNameLst>
                                      </p:cBhvr>
                                      <p:tavLst>
                                        <p:tav tm="0">
                                          <p:val>
                                            <p:strVal val="#ppt_y"/>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30" presetClass="entr" presetSubtype="0" fill="hold" nodeType="clickEffect">
                                  <p:stCondLst>
                                    <p:cond delay="0"/>
                                  </p:stCondLst>
                                  <p:childTnLst>
                                    <p:set>
                                      <p:cBhvr>
                                        <p:cTn id="49" dur="1" fill="hold">
                                          <p:stCondLst>
                                            <p:cond delay="0"/>
                                          </p:stCondLst>
                                        </p:cTn>
                                        <p:tgtEl>
                                          <p:spTgt spid="6"/>
                                        </p:tgtEl>
                                        <p:attrNameLst>
                                          <p:attrName>style.visibility</p:attrName>
                                        </p:attrNameLst>
                                      </p:cBhvr>
                                      <p:to>
                                        <p:strVal val="visible"/>
                                      </p:to>
                                    </p:set>
                                    <p:animEffect transition="in" filter="fade">
                                      <p:cBhvr>
                                        <p:cTn id="50" dur="800" decel="100000"/>
                                        <p:tgtEl>
                                          <p:spTgt spid="6"/>
                                        </p:tgtEl>
                                      </p:cBhvr>
                                    </p:animEffect>
                                    <p:anim calcmode="lin" valueType="num">
                                      <p:cBhvr>
                                        <p:cTn id="51" dur="800" decel="100000" fill="hold"/>
                                        <p:tgtEl>
                                          <p:spTgt spid="6"/>
                                        </p:tgtEl>
                                        <p:attrNameLst>
                                          <p:attrName>style.rotation</p:attrName>
                                        </p:attrNameLst>
                                      </p:cBhvr>
                                      <p:tavLst>
                                        <p:tav tm="0">
                                          <p:val>
                                            <p:fltVal val="-90"/>
                                          </p:val>
                                        </p:tav>
                                        <p:tav tm="100000">
                                          <p:val>
                                            <p:fltVal val="0"/>
                                          </p:val>
                                        </p:tav>
                                      </p:tavLst>
                                    </p:anim>
                                    <p:anim calcmode="lin" valueType="num">
                                      <p:cBhvr>
                                        <p:cTn id="52" dur="800" decel="100000" fill="hold"/>
                                        <p:tgtEl>
                                          <p:spTgt spid="6"/>
                                        </p:tgtEl>
                                        <p:attrNameLst>
                                          <p:attrName>ppt_x</p:attrName>
                                        </p:attrNameLst>
                                      </p:cBhvr>
                                      <p:tavLst>
                                        <p:tav tm="0">
                                          <p:val>
                                            <p:strVal val="#ppt_x+0.4"/>
                                          </p:val>
                                        </p:tav>
                                        <p:tav tm="100000">
                                          <p:val>
                                            <p:strVal val="#ppt_x-0.05"/>
                                          </p:val>
                                        </p:tav>
                                      </p:tavLst>
                                    </p:anim>
                                    <p:anim calcmode="lin" valueType="num">
                                      <p:cBhvr>
                                        <p:cTn id="53" dur="800" decel="100000" fill="hold"/>
                                        <p:tgtEl>
                                          <p:spTgt spid="6"/>
                                        </p:tgtEl>
                                        <p:attrNameLst>
                                          <p:attrName>ppt_y</p:attrName>
                                        </p:attrNameLst>
                                      </p:cBhvr>
                                      <p:tavLst>
                                        <p:tav tm="0">
                                          <p:val>
                                            <p:strVal val="#ppt_y-0.4"/>
                                          </p:val>
                                        </p:tav>
                                        <p:tav tm="100000">
                                          <p:val>
                                            <p:strVal val="#ppt_y+0.1"/>
                                          </p:val>
                                        </p:tav>
                                      </p:tavLst>
                                    </p:anim>
                                    <p:anim calcmode="lin" valueType="num">
                                      <p:cBhvr>
                                        <p:cTn id="54" dur="200" accel="100000" fill="hold">
                                          <p:stCondLst>
                                            <p:cond delay="800"/>
                                          </p:stCondLst>
                                        </p:cTn>
                                        <p:tgtEl>
                                          <p:spTgt spid="6"/>
                                        </p:tgtEl>
                                        <p:attrNameLst>
                                          <p:attrName>ppt_x</p:attrName>
                                        </p:attrNameLst>
                                      </p:cBhvr>
                                      <p:tavLst>
                                        <p:tav tm="0">
                                          <p:val>
                                            <p:strVal val="#ppt_x-0.05"/>
                                          </p:val>
                                        </p:tav>
                                        <p:tav tm="100000">
                                          <p:val>
                                            <p:strVal val="#ppt_x"/>
                                          </p:val>
                                        </p:tav>
                                      </p:tavLst>
                                    </p:anim>
                                    <p:anim calcmode="lin" valueType="num">
                                      <p:cBhvr>
                                        <p:cTn id="55" dur="200" accel="100000" fill="hold">
                                          <p:stCondLst>
                                            <p:cond delay="800"/>
                                          </p:stCondLst>
                                        </p:cTn>
                                        <p:tgtEl>
                                          <p:spTgt spid="6"/>
                                        </p:tgtEl>
                                        <p:attrNameLst>
                                          <p:attrName>ppt_y</p:attrName>
                                        </p:attrNameLst>
                                      </p:cBhvr>
                                      <p:tavLst>
                                        <p:tav tm="0">
                                          <p:val>
                                            <p:strVal val="#ppt_y+0.1"/>
                                          </p:val>
                                        </p:tav>
                                        <p:tav tm="100000">
                                          <p:val>
                                            <p:strVal val="#ppt_y"/>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8" presetClass="entr" presetSubtype="16" fill="hold" nodeType="clickEffect">
                                  <p:stCondLst>
                                    <p:cond delay="0"/>
                                  </p:stCondLst>
                                  <p:childTnLst>
                                    <p:set>
                                      <p:cBhvr>
                                        <p:cTn id="59" dur="1" fill="hold">
                                          <p:stCondLst>
                                            <p:cond delay="0"/>
                                          </p:stCondLst>
                                        </p:cTn>
                                        <p:tgtEl>
                                          <p:spTgt spid="3"/>
                                        </p:tgtEl>
                                        <p:attrNameLst>
                                          <p:attrName>style.visibility</p:attrName>
                                        </p:attrNameLst>
                                      </p:cBhvr>
                                      <p:to>
                                        <p:strVal val="visible"/>
                                      </p:to>
                                    </p:set>
                                    <p:animEffect transition="in" filter="diamond(in)">
                                      <p:cBhvr>
                                        <p:cTn id="60" dur="2000"/>
                                        <p:tgtEl>
                                          <p:spTgt spid="3"/>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40" presetClass="entr" presetSubtype="0" fill="hold" grpId="0" nodeType="clickEffect">
                                  <p:stCondLst>
                                    <p:cond delay="0"/>
                                  </p:stCondLst>
                                  <p:iterate type="lt">
                                    <p:tmPct val="10000"/>
                                  </p:iterate>
                                  <p:childTnLst>
                                    <p:set>
                                      <p:cBhvr>
                                        <p:cTn id="64" dur="1" fill="hold">
                                          <p:stCondLst>
                                            <p:cond delay="0"/>
                                          </p:stCondLst>
                                        </p:cTn>
                                        <p:tgtEl>
                                          <p:spTgt spid="957493"/>
                                        </p:tgtEl>
                                        <p:attrNameLst>
                                          <p:attrName>style.visibility</p:attrName>
                                        </p:attrNameLst>
                                      </p:cBhvr>
                                      <p:to>
                                        <p:strVal val="visible"/>
                                      </p:to>
                                    </p:set>
                                    <p:animEffect transition="in" filter="fade">
                                      <p:cBhvr>
                                        <p:cTn id="65" dur="1000"/>
                                        <p:tgtEl>
                                          <p:spTgt spid="957493"/>
                                        </p:tgtEl>
                                      </p:cBhvr>
                                    </p:animEffect>
                                    <p:anim calcmode="lin" valueType="num">
                                      <p:cBhvr>
                                        <p:cTn id="66" dur="1000" fill="hold"/>
                                        <p:tgtEl>
                                          <p:spTgt spid="957493"/>
                                        </p:tgtEl>
                                        <p:attrNameLst>
                                          <p:attrName>ppt_x</p:attrName>
                                        </p:attrNameLst>
                                      </p:cBhvr>
                                      <p:tavLst>
                                        <p:tav tm="0">
                                          <p:val>
                                            <p:strVal val="#ppt_x-.1"/>
                                          </p:val>
                                        </p:tav>
                                        <p:tav tm="100000">
                                          <p:val>
                                            <p:strVal val="#ppt_x"/>
                                          </p:val>
                                        </p:tav>
                                      </p:tavLst>
                                    </p:anim>
                                    <p:anim calcmode="lin" valueType="num">
                                      <p:cBhvr>
                                        <p:cTn id="67" dur="1000" fill="hold"/>
                                        <p:tgtEl>
                                          <p:spTgt spid="957493"/>
                                        </p:tgtEl>
                                        <p:attrNameLst>
                                          <p:attrName>ppt_y</p:attrName>
                                        </p:attrNameLst>
                                      </p:cBhvr>
                                      <p:tavLst>
                                        <p:tav tm="0">
                                          <p:val>
                                            <p:strVal val="#ppt_y"/>
                                          </p:val>
                                        </p:tav>
                                        <p:tav tm="100000">
                                          <p:val>
                                            <p:strVal val="#ppt_y"/>
                                          </p:val>
                                        </p:tav>
                                      </p:tavLst>
                                    </p:anim>
                                  </p:childTnLst>
                                </p:cTn>
                              </p:par>
                            </p:childTnLst>
                          </p:cTn>
                        </p:par>
                      </p:childTnLst>
                    </p:cTn>
                  </p:par>
                  <p:par>
                    <p:cTn id="68" fill="hold" nodeType="clickPar">
                      <p:stCondLst>
                        <p:cond delay="indefinite"/>
                      </p:stCondLst>
                      <p:childTnLst>
                        <p:par>
                          <p:cTn id="69" fill="hold" nodeType="withGroup">
                            <p:stCondLst>
                              <p:cond delay="0"/>
                            </p:stCondLst>
                            <p:childTnLst>
                              <p:par>
                                <p:cTn id="70" presetID="5" presetClass="entr" presetSubtype="10" fill="hold" nodeType="clickEffect">
                                  <p:stCondLst>
                                    <p:cond delay="0"/>
                                  </p:stCondLst>
                                  <p:childTnLst>
                                    <p:set>
                                      <p:cBhvr>
                                        <p:cTn id="71" dur="1" fill="hold">
                                          <p:stCondLst>
                                            <p:cond delay="0"/>
                                          </p:stCondLst>
                                        </p:cTn>
                                        <p:tgtEl>
                                          <p:spTgt spid="4"/>
                                        </p:tgtEl>
                                        <p:attrNameLst>
                                          <p:attrName>style.visibility</p:attrName>
                                        </p:attrNameLst>
                                      </p:cBhvr>
                                      <p:to>
                                        <p:strVal val="visible"/>
                                      </p:to>
                                    </p:set>
                                    <p:animEffect transition="in" filter="checkerboard(across)">
                                      <p:cBhvr>
                                        <p:cTn id="7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7453" grpId="0"/>
      <p:bldP spid="957482" grpId="0"/>
      <p:bldP spid="957483" grpId="0"/>
      <p:bldP spid="957485" grpId="0"/>
      <p:bldP spid="957488" grpId="0" animBg="1"/>
      <p:bldP spid="95749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灯片编号占位符 1">
            <a:extLst>
              <a:ext uri="{FF2B5EF4-FFF2-40B4-BE49-F238E27FC236}">
                <a16:creationId xmlns:a16="http://schemas.microsoft.com/office/drawing/2014/main" id="{866006E0-E2EA-4E4E-8A01-81FF452E37F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F382721-86A8-8F46-807E-845ACE0B0441}"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26</a:t>
            </a:fld>
            <a:endParaRPr lang="en-US" altLang="zh-CN" sz="1050">
              <a:solidFill>
                <a:schemeClr val="bg2"/>
              </a:solidFill>
              <a:latin typeface="Tahoma" panose="020B0604030504040204" pitchFamily="34" charset="0"/>
              <a:ea typeface="宋体" panose="02010600030101010101" pitchFamily="2" charset="-122"/>
            </a:endParaRPr>
          </a:p>
        </p:txBody>
      </p:sp>
      <p:sp>
        <p:nvSpPr>
          <p:cNvPr id="7" name="标题 6">
            <a:extLst>
              <a:ext uri="{FF2B5EF4-FFF2-40B4-BE49-F238E27FC236}">
                <a16:creationId xmlns:a16="http://schemas.microsoft.com/office/drawing/2014/main" id="{2F1BA39B-41A1-4D44-86D3-657B0C98FADE}"/>
              </a:ext>
            </a:extLst>
          </p:cNvPr>
          <p:cNvSpPr>
            <a:spLocks noGrp="1"/>
          </p:cNvSpPr>
          <p:nvPr>
            <p:ph type="title"/>
          </p:nvPr>
        </p:nvSpPr>
        <p:spPr/>
        <p:txBody>
          <a:bodyPr/>
          <a:lstStyle/>
          <a:p>
            <a:r>
              <a:rPr lang="zh-CN" altLang="en-US" dirty="0">
                <a:solidFill>
                  <a:schemeClr val="folHlink"/>
                </a:solidFill>
                <a:latin typeface="微软雅黑" panose="020B0503020204020204" pitchFamily="34" charset="-122"/>
                <a:ea typeface="宋体" panose="02010600030101010101" pitchFamily="2" charset="-122"/>
              </a:rPr>
              <a:t>纠正码字中的单个数据位错误</a:t>
            </a:r>
            <a:endParaRPr kumimoji="1" lang="zh-CN" altLang="en-US" dirty="0"/>
          </a:p>
        </p:txBody>
      </p:sp>
      <p:sp>
        <p:nvSpPr>
          <p:cNvPr id="961540" name="Rectangle 4">
            <a:extLst>
              <a:ext uri="{FF2B5EF4-FFF2-40B4-BE49-F238E27FC236}">
                <a16:creationId xmlns:a16="http://schemas.microsoft.com/office/drawing/2014/main" id="{A2F1624C-0DDB-FF4B-B84E-B8F019A2326C}"/>
              </a:ext>
            </a:extLst>
          </p:cNvPr>
          <p:cNvSpPr>
            <a:spLocks noChangeArrowheads="1"/>
          </p:cNvSpPr>
          <p:nvPr/>
        </p:nvSpPr>
        <p:spPr bwMode="auto">
          <a:xfrm>
            <a:off x="340716" y="1656163"/>
            <a:ext cx="972741" cy="70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zh-CN" altLang="en-US" sz="1800" dirty="0">
                <a:solidFill>
                  <a:schemeClr val="tx1"/>
                </a:solidFill>
                <a:latin typeface="微软雅黑" panose="020B0503020204020204" pitchFamily="34" charset="-122"/>
                <a:ea typeface="宋体" panose="02010600030101010101" pitchFamily="2" charset="-122"/>
              </a:rPr>
              <a:t>原报文</a:t>
            </a:r>
          </a:p>
          <a:p>
            <a:pPr eaLnBrk="1" hangingPunct="1">
              <a:buSzTx/>
              <a:buFontTx/>
              <a:buNone/>
            </a:pPr>
            <a:r>
              <a:rPr kumimoji="1" lang="en-US" altLang="zh-CN" sz="1800" dirty="0">
                <a:solidFill>
                  <a:schemeClr val="tx1"/>
                </a:solidFill>
                <a:latin typeface="微软雅黑" panose="020B0503020204020204" pitchFamily="34" charset="-122"/>
                <a:ea typeface="宋体" panose="02010600030101010101" pitchFamily="2" charset="-122"/>
              </a:rPr>
              <a:t>1001000</a:t>
            </a:r>
          </a:p>
        </p:txBody>
      </p:sp>
      <p:sp>
        <p:nvSpPr>
          <p:cNvPr id="961541" name="Rectangle 5">
            <a:extLst>
              <a:ext uri="{FF2B5EF4-FFF2-40B4-BE49-F238E27FC236}">
                <a16:creationId xmlns:a16="http://schemas.microsoft.com/office/drawing/2014/main" id="{E4E4B1B3-AF2C-EE47-89EB-7E85174EAEF4}"/>
              </a:ext>
            </a:extLst>
          </p:cNvPr>
          <p:cNvSpPr>
            <a:spLocks noChangeArrowheads="1"/>
          </p:cNvSpPr>
          <p:nvPr/>
        </p:nvSpPr>
        <p:spPr bwMode="auto">
          <a:xfrm>
            <a:off x="2358033" y="1468520"/>
            <a:ext cx="15120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hlink"/>
                </a:solidFill>
                <a:ea typeface="宋体" panose="02010600030101010101" pitchFamily="2" charset="-122"/>
              </a:rPr>
              <a:t>00</a:t>
            </a:r>
            <a:r>
              <a:rPr kumimoji="1" lang="en-US" altLang="zh-CN" sz="1800" b="1" dirty="0">
                <a:solidFill>
                  <a:schemeClr val="tx1"/>
                </a:solidFill>
                <a:ea typeface="宋体" panose="02010600030101010101" pitchFamily="2" charset="-122"/>
              </a:rPr>
              <a:t>1</a:t>
            </a:r>
            <a:r>
              <a:rPr kumimoji="1" lang="en-US" altLang="zh-CN" sz="1800" b="1" dirty="0">
                <a:solidFill>
                  <a:schemeClr val="hlink"/>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sp>
        <p:nvSpPr>
          <p:cNvPr id="961542" name="Rectangle 6">
            <a:extLst>
              <a:ext uri="{FF2B5EF4-FFF2-40B4-BE49-F238E27FC236}">
                <a16:creationId xmlns:a16="http://schemas.microsoft.com/office/drawing/2014/main" id="{B156D04A-59DE-A146-802C-319F9EB836FD}"/>
              </a:ext>
            </a:extLst>
          </p:cNvPr>
          <p:cNvSpPr>
            <a:spLocks noChangeArrowheads="1"/>
          </p:cNvSpPr>
          <p:nvPr/>
        </p:nvSpPr>
        <p:spPr bwMode="auto">
          <a:xfrm>
            <a:off x="2358033" y="2117410"/>
            <a:ext cx="15656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hlink"/>
                </a:solidFill>
                <a:ea typeface="宋体" panose="02010600030101010101" pitchFamily="2" charset="-122"/>
              </a:rPr>
              <a:t>00</a:t>
            </a:r>
            <a:r>
              <a:rPr kumimoji="1" lang="en-US" altLang="zh-CN" sz="1800" b="1" dirty="0">
                <a:solidFill>
                  <a:schemeClr val="tx1"/>
                </a:solidFill>
                <a:ea typeface="宋体" panose="02010600030101010101" pitchFamily="2" charset="-122"/>
              </a:rPr>
              <a:t>1</a:t>
            </a:r>
            <a:r>
              <a:rPr kumimoji="1" lang="en-US" altLang="zh-CN" sz="1800" b="1" dirty="0">
                <a:solidFill>
                  <a:schemeClr val="hlink"/>
                </a:solidFill>
                <a:ea typeface="宋体" panose="02010600030101010101" pitchFamily="2" charset="-122"/>
              </a:rPr>
              <a:t>1</a:t>
            </a:r>
            <a:r>
              <a:rPr kumimoji="1" lang="en-US" altLang="zh-CN" sz="1800" b="1" dirty="0">
                <a:solidFill>
                  <a:schemeClr val="tx2"/>
                </a:solidFill>
                <a:ea typeface="宋体" panose="02010600030101010101" pitchFamily="2" charset="-122"/>
              </a:rPr>
              <a:t>1</a:t>
            </a:r>
            <a:r>
              <a:rPr kumimoji="1" lang="en-US" altLang="zh-CN" sz="1800" b="1" dirty="0">
                <a:solidFill>
                  <a:schemeClr val="tx1"/>
                </a:solidFill>
                <a:ea typeface="宋体" panose="02010600030101010101" pitchFamily="2" charset="-122"/>
              </a:rPr>
              <a:t>01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grpSp>
        <p:nvGrpSpPr>
          <p:cNvPr id="2" name="Group 7">
            <a:extLst>
              <a:ext uri="{FF2B5EF4-FFF2-40B4-BE49-F238E27FC236}">
                <a16:creationId xmlns:a16="http://schemas.microsoft.com/office/drawing/2014/main" id="{4A5B798A-6F97-A54D-ADCF-EE090ECB32E5}"/>
              </a:ext>
            </a:extLst>
          </p:cNvPr>
          <p:cNvGrpSpPr>
            <a:grpSpLocks/>
          </p:cNvGrpSpPr>
          <p:nvPr/>
        </p:nvGrpSpPr>
        <p:grpSpPr bwMode="auto">
          <a:xfrm>
            <a:off x="1254970" y="1466055"/>
            <a:ext cx="1372787" cy="664762"/>
            <a:chOff x="868" y="1310"/>
            <a:chExt cx="862" cy="427"/>
          </a:xfrm>
        </p:grpSpPr>
        <p:sp>
          <p:nvSpPr>
            <p:cNvPr id="68634" name="Text Box 8">
              <a:extLst>
                <a:ext uri="{FF2B5EF4-FFF2-40B4-BE49-F238E27FC236}">
                  <a16:creationId xmlns:a16="http://schemas.microsoft.com/office/drawing/2014/main" id="{F1A59E43-7AFA-1543-BF5D-FF7A7BEEA5C0}"/>
                </a:ext>
              </a:extLst>
            </p:cNvPr>
            <p:cNvSpPr txBox="1">
              <a:spLocks noChangeArrowheads="1"/>
            </p:cNvSpPr>
            <p:nvPr/>
          </p:nvSpPr>
          <p:spPr bwMode="auto">
            <a:xfrm rot="20688203">
              <a:off x="868" y="1310"/>
              <a:ext cx="862"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无差错传输</a:t>
              </a:r>
              <a:endParaRPr lang="zh-CN" altLang="en-US" sz="1350" dirty="0">
                <a:solidFill>
                  <a:schemeClr val="tx1"/>
                </a:solidFill>
                <a:latin typeface="微软雅黑" panose="020B0503020204020204" pitchFamily="34" charset="-122"/>
                <a:ea typeface="宋体" panose="02010600030101010101" pitchFamily="2" charset="-122"/>
                <a:sym typeface="Symbol" pitchFamily="2" charset="2"/>
              </a:endParaRPr>
            </a:p>
          </p:txBody>
        </p:sp>
        <p:sp>
          <p:nvSpPr>
            <p:cNvPr id="68635" name="Line 9">
              <a:extLst>
                <a:ext uri="{FF2B5EF4-FFF2-40B4-BE49-F238E27FC236}">
                  <a16:creationId xmlns:a16="http://schemas.microsoft.com/office/drawing/2014/main" id="{C9052D27-EF5B-CD4A-94F9-29EF2770C04C}"/>
                </a:ext>
              </a:extLst>
            </p:cNvPr>
            <p:cNvSpPr>
              <a:spLocks noChangeShapeType="1"/>
            </p:cNvSpPr>
            <p:nvPr/>
          </p:nvSpPr>
          <p:spPr bwMode="auto">
            <a:xfrm flipV="1">
              <a:off x="884" y="1434"/>
              <a:ext cx="680" cy="182"/>
            </a:xfrm>
            <a:prstGeom prst="line">
              <a:avLst/>
            </a:prstGeom>
            <a:noFill/>
            <a:ln w="3175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961546" name="Rectangle 10">
            <a:extLst>
              <a:ext uri="{FF2B5EF4-FFF2-40B4-BE49-F238E27FC236}">
                <a16:creationId xmlns:a16="http://schemas.microsoft.com/office/drawing/2014/main" id="{16A97FF4-E735-9444-9C45-88D9D7152D06}"/>
              </a:ext>
            </a:extLst>
          </p:cNvPr>
          <p:cNvSpPr>
            <a:spLocks noChangeArrowheads="1"/>
          </p:cNvSpPr>
          <p:nvPr/>
        </p:nvSpPr>
        <p:spPr bwMode="auto">
          <a:xfrm>
            <a:off x="2358033" y="2980613"/>
            <a:ext cx="15120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hlink"/>
                </a:solidFill>
                <a:ea typeface="宋体" panose="02010600030101010101" pitchFamily="2" charset="-122"/>
              </a:rPr>
              <a:t>10</a:t>
            </a:r>
            <a:r>
              <a:rPr kumimoji="1" lang="en-US" altLang="zh-CN" sz="1800" b="1" dirty="0">
                <a:solidFill>
                  <a:schemeClr val="tx1"/>
                </a:solidFill>
                <a:ea typeface="宋体" panose="02010600030101010101" pitchFamily="2" charset="-122"/>
              </a:rPr>
              <a:t>1</a:t>
            </a:r>
            <a:r>
              <a:rPr kumimoji="1" lang="en-US" altLang="zh-CN" sz="1800" b="1" dirty="0">
                <a:solidFill>
                  <a:schemeClr val="hlink"/>
                </a:solidFill>
                <a:ea typeface="宋体" panose="02010600030101010101" pitchFamily="2" charset="-122"/>
              </a:rPr>
              <a:t>0</a:t>
            </a:r>
            <a:r>
              <a:rPr kumimoji="1" lang="en-US" altLang="zh-CN" sz="1800" b="1" dirty="0">
                <a:solidFill>
                  <a:srgbClr val="9966FF"/>
                </a:solidFill>
                <a:ea typeface="宋体" panose="02010600030101010101" pitchFamily="2" charset="-122"/>
              </a:rPr>
              <a:t>1</a:t>
            </a:r>
            <a:r>
              <a:rPr kumimoji="1" lang="en-US" altLang="zh-CN" sz="1800" b="1" dirty="0">
                <a:solidFill>
                  <a:schemeClr val="tx1"/>
                </a:solidFill>
                <a:ea typeface="宋体" panose="02010600030101010101" pitchFamily="2" charset="-122"/>
              </a:rPr>
              <a:t>01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sp>
        <p:nvSpPr>
          <p:cNvPr id="961547" name="AutoShape 11">
            <a:extLst>
              <a:ext uri="{FF2B5EF4-FFF2-40B4-BE49-F238E27FC236}">
                <a16:creationId xmlns:a16="http://schemas.microsoft.com/office/drawing/2014/main" id="{310D0839-1D34-024B-BBB8-72E0B25DB090}"/>
              </a:ext>
            </a:extLst>
          </p:cNvPr>
          <p:cNvSpPr>
            <a:spLocks noChangeArrowheads="1"/>
          </p:cNvSpPr>
          <p:nvPr/>
        </p:nvSpPr>
        <p:spPr bwMode="auto">
          <a:xfrm>
            <a:off x="2048470" y="2494838"/>
            <a:ext cx="2169200" cy="340712"/>
          </a:xfrm>
          <a:prstGeom prst="downArrow">
            <a:avLst>
              <a:gd name="adj1" fmla="val 50000"/>
              <a:gd name="adj2" fmla="val 25000"/>
            </a:avLst>
          </a:prstGeom>
          <a:noFill/>
          <a:ln w="9525">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计算校验位</a:t>
            </a:r>
          </a:p>
        </p:txBody>
      </p:sp>
      <p:sp>
        <p:nvSpPr>
          <p:cNvPr id="961552" name="Rectangle 16">
            <a:extLst>
              <a:ext uri="{FF2B5EF4-FFF2-40B4-BE49-F238E27FC236}">
                <a16:creationId xmlns:a16="http://schemas.microsoft.com/office/drawing/2014/main" id="{41EECFC6-08A2-F342-ACA9-5C802EDA35AB}"/>
              </a:ext>
            </a:extLst>
          </p:cNvPr>
          <p:cNvSpPr>
            <a:spLocks noChangeArrowheads="1"/>
          </p:cNvSpPr>
          <p:nvPr/>
        </p:nvSpPr>
        <p:spPr bwMode="auto">
          <a:xfrm>
            <a:off x="2392323" y="3574735"/>
            <a:ext cx="14037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bg1"/>
                </a:solidFill>
                <a:ea typeface="宋体" panose="02010600030101010101" pitchFamily="2" charset="-122"/>
              </a:rPr>
              <a:t>11</a:t>
            </a:r>
            <a:r>
              <a:rPr kumimoji="1" lang="en-US" altLang="zh-CN" sz="1800" b="1" dirty="0">
                <a:solidFill>
                  <a:schemeClr val="tx1"/>
                </a:solidFill>
                <a:ea typeface="宋体" panose="02010600030101010101" pitchFamily="2" charset="-122"/>
              </a:rPr>
              <a:t>1</a:t>
            </a:r>
            <a:r>
              <a:rPr kumimoji="1" lang="en-US" altLang="zh-CN" sz="1800" b="1" dirty="0">
                <a:solidFill>
                  <a:schemeClr val="bg1"/>
                </a:solidFill>
                <a:ea typeface="宋体" panose="02010600030101010101" pitchFamily="2" charset="-122"/>
              </a:rPr>
              <a:t>1</a:t>
            </a:r>
            <a:r>
              <a:rPr kumimoji="1" lang="en-US" altLang="zh-CN" sz="1800" b="1" dirty="0">
                <a:solidFill>
                  <a:srgbClr val="9966FF"/>
                </a:solidFill>
                <a:ea typeface="宋体" panose="02010600030101010101" pitchFamily="2" charset="-122"/>
              </a:rPr>
              <a:t>0</a:t>
            </a:r>
            <a:r>
              <a:rPr kumimoji="1" lang="en-US" altLang="zh-CN" sz="1800" b="1" dirty="0">
                <a:solidFill>
                  <a:schemeClr val="tx1"/>
                </a:solidFill>
                <a:ea typeface="宋体" panose="02010600030101010101" pitchFamily="2" charset="-122"/>
              </a:rPr>
              <a:t>01</a:t>
            </a:r>
            <a:r>
              <a:rPr kumimoji="1" lang="en-US" altLang="zh-CN" sz="1800" b="1" dirty="0">
                <a:solidFill>
                  <a:schemeClr val="bg1"/>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grpSp>
        <p:nvGrpSpPr>
          <p:cNvPr id="3" name="Group 17">
            <a:extLst>
              <a:ext uri="{FF2B5EF4-FFF2-40B4-BE49-F238E27FC236}">
                <a16:creationId xmlns:a16="http://schemas.microsoft.com/office/drawing/2014/main" id="{226FB6EF-5B3F-4B4F-B74D-1D41DA13AD0A}"/>
              </a:ext>
            </a:extLst>
          </p:cNvPr>
          <p:cNvGrpSpPr>
            <a:grpSpLocks/>
          </p:cNvGrpSpPr>
          <p:nvPr/>
        </p:nvGrpSpPr>
        <p:grpSpPr bwMode="auto">
          <a:xfrm>
            <a:off x="3870126" y="3431863"/>
            <a:ext cx="1944291" cy="432197"/>
            <a:chOff x="2880" y="2870"/>
            <a:chExt cx="1633" cy="363"/>
          </a:xfrm>
        </p:grpSpPr>
        <p:sp>
          <p:nvSpPr>
            <p:cNvPr id="68632" name="AutoShape 18">
              <a:extLst>
                <a:ext uri="{FF2B5EF4-FFF2-40B4-BE49-F238E27FC236}">
                  <a16:creationId xmlns:a16="http://schemas.microsoft.com/office/drawing/2014/main" id="{711DA6B0-01DA-5E42-B6DC-EF1EA6D38114}"/>
                </a:ext>
              </a:extLst>
            </p:cNvPr>
            <p:cNvSpPr>
              <a:spLocks noChangeArrowheads="1"/>
            </p:cNvSpPr>
            <p:nvPr/>
          </p:nvSpPr>
          <p:spPr bwMode="auto">
            <a:xfrm rot="10800000">
              <a:off x="2880" y="2961"/>
              <a:ext cx="1633" cy="272"/>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5898240 60000 65536"/>
                <a:gd name="T10" fmla="*/ 5898240 60000 65536"/>
                <a:gd name="T11" fmla="*/ 0 60000 65536"/>
                <a:gd name="T12" fmla="*/ 12434 w 21600"/>
                <a:gd name="T13" fmla="*/ 2938 h 21600"/>
                <a:gd name="T14" fmla="*/ 18227 w 21600"/>
                <a:gd name="T15" fmla="*/ 921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68633" name="Rectangle 19">
              <a:extLst>
                <a:ext uri="{FF2B5EF4-FFF2-40B4-BE49-F238E27FC236}">
                  <a16:creationId xmlns:a16="http://schemas.microsoft.com/office/drawing/2014/main" id="{F20BD550-0A9F-DE43-A56E-63B17DF56CF1}"/>
                </a:ext>
              </a:extLst>
            </p:cNvPr>
            <p:cNvSpPr>
              <a:spLocks noChangeArrowheads="1"/>
            </p:cNvSpPr>
            <p:nvPr/>
          </p:nvSpPr>
          <p:spPr bwMode="auto">
            <a:xfrm>
              <a:off x="2925" y="2870"/>
              <a:ext cx="131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350">
                  <a:solidFill>
                    <a:schemeClr val="tx1"/>
                  </a:solidFill>
                  <a:latin typeface="微软雅黑" panose="020B0503020204020204" pitchFamily="34" charset="-122"/>
                  <a:ea typeface="宋体" panose="02010600030101010101" pitchFamily="2" charset="-122"/>
                </a:rPr>
                <a:t>修正出错数据位</a:t>
              </a:r>
            </a:p>
          </p:txBody>
        </p:sp>
      </p:grpSp>
      <p:grpSp>
        <p:nvGrpSpPr>
          <p:cNvPr id="4" name="Group 20">
            <a:extLst>
              <a:ext uri="{FF2B5EF4-FFF2-40B4-BE49-F238E27FC236}">
                <a16:creationId xmlns:a16="http://schemas.microsoft.com/office/drawing/2014/main" id="{30E365CA-17B7-4F4E-A983-983731A7E0B9}"/>
              </a:ext>
            </a:extLst>
          </p:cNvPr>
          <p:cNvGrpSpPr>
            <a:grpSpLocks/>
          </p:cNvGrpSpPr>
          <p:nvPr/>
        </p:nvGrpSpPr>
        <p:grpSpPr bwMode="auto">
          <a:xfrm>
            <a:off x="1685925" y="4054326"/>
            <a:ext cx="2886075" cy="725091"/>
            <a:chOff x="1246" y="3460"/>
            <a:chExt cx="2424" cy="609"/>
          </a:xfrm>
        </p:grpSpPr>
        <p:sp>
          <p:nvSpPr>
            <p:cNvPr id="68630" name="Rectangle 21">
              <a:extLst>
                <a:ext uri="{FF2B5EF4-FFF2-40B4-BE49-F238E27FC236}">
                  <a16:creationId xmlns:a16="http://schemas.microsoft.com/office/drawing/2014/main" id="{7116E702-5E36-064C-8361-70D2D15DAEDA}"/>
                </a:ext>
              </a:extLst>
            </p:cNvPr>
            <p:cNvSpPr>
              <a:spLocks noChangeArrowheads="1"/>
            </p:cNvSpPr>
            <p:nvPr/>
          </p:nvSpPr>
          <p:spPr bwMode="auto">
            <a:xfrm>
              <a:off x="1839" y="3759"/>
              <a:ext cx="134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hlink"/>
                  </a:solidFill>
                  <a:ea typeface="宋体" panose="02010600030101010101" pitchFamily="2" charset="-122"/>
                </a:rPr>
                <a:t>00</a:t>
              </a:r>
              <a:r>
                <a:rPr kumimoji="1" lang="en-US" altLang="zh-CN" sz="1800" b="1" dirty="0">
                  <a:solidFill>
                    <a:schemeClr val="tx2"/>
                  </a:solidFill>
                  <a:ea typeface="宋体" panose="02010600030101010101" pitchFamily="2" charset="-122"/>
                </a:rPr>
                <a:t>1</a:t>
              </a:r>
              <a:r>
                <a:rPr kumimoji="1" lang="en-US" altLang="zh-CN" sz="1800" b="1" dirty="0">
                  <a:solidFill>
                    <a:schemeClr val="hlink"/>
                  </a:solidFill>
                  <a:ea typeface="宋体" panose="02010600030101010101" pitchFamily="2" charset="-122"/>
                </a:rPr>
                <a:t>1</a:t>
              </a:r>
              <a:r>
                <a:rPr kumimoji="1" lang="en-US" altLang="zh-CN" sz="1800" b="1" dirty="0">
                  <a:solidFill>
                    <a:schemeClr val="tx2"/>
                  </a:solidFill>
                  <a:ea typeface="宋体" panose="02010600030101010101" pitchFamily="2" charset="-122"/>
                </a:rPr>
                <a:t>1</a:t>
              </a:r>
              <a:r>
                <a:rPr kumimoji="1" lang="en-US" altLang="zh-CN" sz="1800" b="1" dirty="0">
                  <a:solidFill>
                    <a:schemeClr val="tx1"/>
                  </a:solidFill>
                  <a:ea typeface="宋体" panose="02010600030101010101" pitchFamily="2" charset="-122"/>
                </a:rPr>
                <a:t>01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sp>
          <p:nvSpPr>
            <p:cNvPr id="68631" name="AutoShape 22">
              <a:extLst>
                <a:ext uri="{FF2B5EF4-FFF2-40B4-BE49-F238E27FC236}">
                  <a16:creationId xmlns:a16="http://schemas.microsoft.com/office/drawing/2014/main" id="{DC7923D3-0B2F-4349-9476-77DCCA4F3251}"/>
                </a:ext>
              </a:extLst>
            </p:cNvPr>
            <p:cNvSpPr>
              <a:spLocks noChangeArrowheads="1"/>
            </p:cNvSpPr>
            <p:nvPr/>
          </p:nvSpPr>
          <p:spPr bwMode="auto">
            <a:xfrm>
              <a:off x="1246" y="3460"/>
              <a:ext cx="2424" cy="286"/>
            </a:xfrm>
            <a:prstGeom prst="downArrow">
              <a:avLst>
                <a:gd name="adj1" fmla="val 50000"/>
                <a:gd name="adj2" fmla="val 25000"/>
              </a:avLst>
            </a:prstGeom>
            <a:noFill/>
            <a:ln w="9525">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重新计算校验位</a:t>
              </a:r>
            </a:p>
          </p:txBody>
        </p:sp>
      </p:grpSp>
      <p:grpSp>
        <p:nvGrpSpPr>
          <p:cNvPr id="5" name="Group 23">
            <a:extLst>
              <a:ext uri="{FF2B5EF4-FFF2-40B4-BE49-F238E27FC236}">
                <a16:creationId xmlns:a16="http://schemas.microsoft.com/office/drawing/2014/main" id="{EC986159-A79F-CF46-A441-EFDA0135F938}"/>
              </a:ext>
            </a:extLst>
          </p:cNvPr>
          <p:cNvGrpSpPr>
            <a:grpSpLocks/>
          </p:cNvGrpSpPr>
          <p:nvPr/>
        </p:nvGrpSpPr>
        <p:grpSpPr bwMode="auto">
          <a:xfrm>
            <a:off x="1263837" y="1994022"/>
            <a:ext cx="1304855" cy="884899"/>
            <a:chOff x="870" y="1775"/>
            <a:chExt cx="882" cy="514"/>
          </a:xfrm>
        </p:grpSpPr>
        <p:sp>
          <p:nvSpPr>
            <p:cNvPr id="68628" name="Rectangle 24">
              <a:extLst>
                <a:ext uri="{FF2B5EF4-FFF2-40B4-BE49-F238E27FC236}">
                  <a16:creationId xmlns:a16="http://schemas.microsoft.com/office/drawing/2014/main" id="{CB654198-3A99-0C47-9956-BBCE346429B5}"/>
                </a:ext>
              </a:extLst>
            </p:cNvPr>
            <p:cNvSpPr>
              <a:spLocks noChangeArrowheads="1"/>
            </p:cNvSpPr>
            <p:nvPr/>
          </p:nvSpPr>
          <p:spPr bwMode="auto">
            <a:xfrm rot="697371">
              <a:off x="870" y="1775"/>
              <a:ext cx="882" cy="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假设第</a:t>
              </a:r>
              <a:r>
                <a:rPr lang="en-US" altLang="zh-CN" sz="1350" dirty="0">
                  <a:solidFill>
                    <a:schemeClr val="tx1"/>
                  </a:solidFill>
                  <a:latin typeface="微软雅黑" panose="020B0503020204020204" pitchFamily="34" charset="-122"/>
                  <a:ea typeface="宋体" panose="02010600030101010101" pitchFamily="2" charset="-122"/>
                </a:rPr>
                <a:t>5</a:t>
              </a:r>
              <a:r>
                <a:rPr lang="zh-CN" altLang="en-US" sz="1350" dirty="0">
                  <a:solidFill>
                    <a:schemeClr val="tx1"/>
                  </a:solidFill>
                  <a:latin typeface="微软雅黑" panose="020B0503020204020204" pitchFamily="34" charset="-122"/>
                  <a:ea typeface="宋体" panose="02010600030101010101" pitchFamily="2" charset="-122"/>
                </a:rPr>
                <a:t>个</a:t>
              </a:r>
            </a:p>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数据位出错</a:t>
              </a:r>
            </a:p>
          </p:txBody>
        </p:sp>
        <p:sp>
          <p:nvSpPr>
            <p:cNvPr id="68629" name="Line 25">
              <a:extLst>
                <a:ext uri="{FF2B5EF4-FFF2-40B4-BE49-F238E27FC236}">
                  <a16:creationId xmlns:a16="http://schemas.microsoft.com/office/drawing/2014/main" id="{8F563F72-16CF-8349-BD38-B1FE5E7EFB3A}"/>
                </a:ext>
              </a:extLst>
            </p:cNvPr>
            <p:cNvSpPr>
              <a:spLocks noChangeShapeType="1"/>
            </p:cNvSpPr>
            <p:nvPr/>
          </p:nvSpPr>
          <p:spPr bwMode="auto">
            <a:xfrm>
              <a:off x="884" y="1843"/>
              <a:ext cx="726" cy="136"/>
            </a:xfrm>
            <a:prstGeom prst="line">
              <a:avLst/>
            </a:prstGeom>
            <a:noFill/>
            <a:ln w="3175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 name="Group 29">
            <a:extLst>
              <a:ext uri="{FF2B5EF4-FFF2-40B4-BE49-F238E27FC236}">
                <a16:creationId xmlns:a16="http://schemas.microsoft.com/office/drawing/2014/main" id="{E2F8C6DB-CCA2-AF43-80E6-53D13E0C9100}"/>
              </a:ext>
            </a:extLst>
          </p:cNvPr>
          <p:cNvGrpSpPr>
            <a:grpSpLocks/>
          </p:cNvGrpSpPr>
          <p:nvPr/>
        </p:nvGrpSpPr>
        <p:grpSpPr bwMode="auto">
          <a:xfrm>
            <a:off x="2490192" y="2279337"/>
            <a:ext cx="4782741" cy="1200150"/>
            <a:chOff x="1721" y="1963"/>
            <a:chExt cx="4017" cy="1008"/>
          </a:xfrm>
        </p:grpSpPr>
        <p:sp>
          <p:nvSpPr>
            <p:cNvPr id="68623" name="Rectangle 13">
              <a:extLst>
                <a:ext uri="{FF2B5EF4-FFF2-40B4-BE49-F238E27FC236}">
                  <a16:creationId xmlns:a16="http://schemas.microsoft.com/office/drawing/2014/main" id="{D45A90CE-027F-F144-B9BA-2B29AEAEF303}"/>
                </a:ext>
              </a:extLst>
            </p:cNvPr>
            <p:cNvSpPr>
              <a:spLocks noChangeArrowheads="1"/>
            </p:cNvSpPr>
            <p:nvPr/>
          </p:nvSpPr>
          <p:spPr bwMode="auto">
            <a:xfrm>
              <a:off x="3787" y="1963"/>
              <a:ext cx="1951" cy="1008"/>
            </a:xfrm>
            <a:prstGeom prst="rect">
              <a:avLst/>
            </a:prstGeom>
            <a:noFill/>
            <a:ln w="1905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lang="zh-CN" altLang="en-US" sz="1800">
                  <a:solidFill>
                    <a:schemeClr val="tx1"/>
                  </a:solidFill>
                  <a:latin typeface="微软雅黑" panose="020B0503020204020204" pitchFamily="34" charset="-122"/>
                  <a:ea typeface="宋体" panose="02010600030101010101" pitchFamily="2" charset="-122"/>
                </a:rPr>
                <a:t>对比校验位</a:t>
              </a:r>
              <a:r>
                <a:rPr lang="en-US" altLang="zh-CN" sz="1800">
                  <a:solidFill>
                    <a:schemeClr val="tx1"/>
                  </a:solidFill>
                  <a:latin typeface="微软雅黑" panose="020B0503020204020204" pitchFamily="34" charset="-122"/>
                  <a:ea typeface="宋体" panose="02010600030101010101" pitchFamily="2" charset="-122"/>
                </a:rPr>
                <a:t>,</a:t>
              </a:r>
              <a:r>
                <a:rPr lang="zh-CN" altLang="en-US" sz="1800">
                  <a:solidFill>
                    <a:schemeClr val="tx1"/>
                  </a:solidFill>
                  <a:latin typeface="微软雅黑" panose="020B0503020204020204" pitchFamily="34" charset="-122"/>
                  <a:ea typeface="宋体" panose="02010600030101010101" pitchFamily="2" charset="-122"/>
                </a:rPr>
                <a:t>位置</a:t>
              </a:r>
              <a:r>
                <a:rPr lang="en-US" altLang="zh-CN" sz="1800">
                  <a:solidFill>
                    <a:schemeClr val="tx1"/>
                  </a:solidFill>
                  <a:latin typeface="微软雅黑" panose="020B0503020204020204" pitchFamily="34" charset="-122"/>
                  <a:ea typeface="宋体" panose="02010600030101010101" pitchFamily="2" charset="-122"/>
                </a:rPr>
                <a:t>1</a:t>
              </a:r>
              <a:r>
                <a:rPr lang="zh-CN" altLang="en-US" sz="1800">
                  <a:solidFill>
                    <a:schemeClr val="tx1"/>
                  </a:solidFill>
                  <a:latin typeface="微软雅黑" panose="020B0503020204020204" pitchFamily="34" charset="-122"/>
                  <a:ea typeface="宋体" panose="02010600030101010101" pitchFamily="2" charset="-122"/>
                </a:rPr>
                <a:t>、</a:t>
              </a:r>
              <a:r>
                <a:rPr lang="en-US" altLang="zh-CN" sz="1800">
                  <a:solidFill>
                    <a:schemeClr val="tx1"/>
                  </a:solidFill>
                  <a:latin typeface="微软雅黑" panose="020B0503020204020204" pitchFamily="34" charset="-122"/>
                  <a:ea typeface="宋体" panose="02010600030101010101" pitchFamily="2" charset="-122"/>
                </a:rPr>
                <a:t>4</a:t>
              </a:r>
              <a:r>
                <a:rPr lang="zh-CN" altLang="en-US" sz="1800">
                  <a:solidFill>
                    <a:schemeClr val="tx1"/>
                  </a:solidFill>
                  <a:latin typeface="微软雅黑" panose="020B0503020204020204" pitchFamily="34" charset="-122"/>
                  <a:ea typeface="宋体" panose="02010600030101010101" pitchFamily="2" charset="-122"/>
                </a:rPr>
                <a:t>处的校验位不同</a:t>
              </a:r>
              <a:r>
                <a:rPr lang="en-US" altLang="zh-CN" sz="1800">
                  <a:solidFill>
                    <a:schemeClr val="tx1"/>
                  </a:solidFill>
                  <a:latin typeface="微软雅黑" panose="020B0503020204020204" pitchFamily="34" charset="-122"/>
                  <a:ea typeface="宋体" panose="02010600030101010101" pitchFamily="2" charset="-122"/>
                </a:rPr>
                <a:t>,</a:t>
              </a:r>
              <a:r>
                <a:rPr lang="zh-CN" altLang="en-US" sz="1800">
                  <a:solidFill>
                    <a:schemeClr val="tx1"/>
                  </a:solidFill>
                  <a:latin typeface="微软雅黑" panose="020B0503020204020204" pitchFamily="34" charset="-122"/>
                  <a:ea typeface="宋体" panose="02010600030101010101" pitchFamily="2" charset="-122"/>
                </a:rPr>
                <a:t>由于</a:t>
              </a:r>
              <a:r>
                <a:rPr lang="en-US" altLang="zh-CN" sz="1800">
                  <a:solidFill>
                    <a:schemeClr val="tx1"/>
                  </a:solidFill>
                  <a:latin typeface="微软雅黑" panose="020B0503020204020204" pitchFamily="34" charset="-122"/>
                  <a:ea typeface="宋体" panose="02010600030101010101" pitchFamily="2" charset="-122"/>
                </a:rPr>
                <a:t>: 1+4=5,</a:t>
              </a:r>
              <a:r>
                <a:rPr lang="zh-CN" altLang="en-US" sz="1800">
                  <a:solidFill>
                    <a:schemeClr val="tx1"/>
                  </a:solidFill>
                  <a:latin typeface="微软雅黑" panose="020B0503020204020204" pitchFamily="34" charset="-122"/>
                  <a:ea typeface="宋体" panose="02010600030101010101" pitchFamily="2" charset="-122"/>
                </a:rPr>
                <a:t>故第</a:t>
              </a:r>
              <a:r>
                <a:rPr lang="en-US" altLang="zh-CN" sz="1800">
                  <a:solidFill>
                    <a:schemeClr val="tx1"/>
                  </a:solidFill>
                  <a:latin typeface="微软雅黑" panose="020B0503020204020204" pitchFamily="34" charset="-122"/>
                  <a:ea typeface="宋体" panose="02010600030101010101" pitchFamily="2" charset="-122"/>
                </a:rPr>
                <a:t>5</a:t>
              </a:r>
              <a:r>
                <a:rPr lang="zh-CN" altLang="en-US" sz="1800">
                  <a:solidFill>
                    <a:schemeClr val="tx1"/>
                  </a:solidFill>
                  <a:latin typeface="微软雅黑" panose="020B0503020204020204" pitchFamily="34" charset="-122"/>
                  <a:ea typeface="宋体" panose="02010600030101010101" pitchFamily="2" charset="-122"/>
                </a:rPr>
                <a:t>位出错</a:t>
              </a:r>
              <a:endParaRPr kumimoji="1" lang="zh-CN" altLang="en-US" sz="1800">
                <a:solidFill>
                  <a:schemeClr val="tx1"/>
                </a:solidFill>
                <a:latin typeface="微软雅黑" panose="020B0503020204020204" pitchFamily="34" charset="-122"/>
                <a:ea typeface="宋体" panose="02010600030101010101" pitchFamily="2" charset="-122"/>
              </a:endParaRPr>
            </a:p>
          </p:txBody>
        </p:sp>
        <p:sp>
          <p:nvSpPr>
            <p:cNvPr id="68624" name="AutoShape 14">
              <a:extLst>
                <a:ext uri="{FF2B5EF4-FFF2-40B4-BE49-F238E27FC236}">
                  <a16:creationId xmlns:a16="http://schemas.microsoft.com/office/drawing/2014/main" id="{B0B71EC1-F70C-534E-9370-C1A989FF9245}"/>
                </a:ext>
              </a:extLst>
            </p:cNvPr>
            <p:cNvSpPr>
              <a:spLocks noChangeArrowheads="1"/>
            </p:cNvSpPr>
            <p:nvPr/>
          </p:nvSpPr>
          <p:spPr bwMode="auto">
            <a:xfrm rot="-1302080">
              <a:off x="2847" y="2416"/>
              <a:ext cx="947" cy="102"/>
            </a:xfrm>
            <a:prstGeom prst="rightArrow">
              <a:avLst>
                <a:gd name="adj1" fmla="val 50000"/>
                <a:gd name="adj2" fmla="val 232108"/>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68625" name="AutoShape 15">
              <a:extLst>
                <a:ext uri="{FF2B5EF4-FFF2-40B4-BE49-F238E27FC236}">
                  <a16:creationId xmlns:a16="http://schemas.microsoft.com/office/drawing/2014/main" id="{EB5609A1-6A9F-A64C-A2C5-73A91EE9E199}"/>
                </a:ext>
              </a:extLst>
            </p:cNvPr>
            <p:cNvSpPr>
              <a:spLocks noChangeArrowheads="1"/>
            </p:cNvSpPr>
            <p:nvPr/>
          </p:nvSpPr>
          <p:spPr bwMode="auto">
            <a:xfrm rot="1202984">
              <a:off x="2835" y="2053"/>
              <a:ext cx="947" cy="102"/>
            </a:xfrm>
            <a:prstGeom prst="rightArrow">
              <a:avLst>
                <a:gd name="adj1" fmla="val 50000"/>
                <a:gd name="adj2" fmla="val 232108"/>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68626" name="Line 26">
              <a:extLst>
                <a:ext uri="{FF2B5EF4-FFF2-40B4-BE49-F238E27FC236}">
                  <a16:creationId xmlns:a16="http://schemas.microsoft.com/office/drawing/2014/main" id="{4C6A1444-6930-6C49-B8B9-9E43BF25F9C0}"/>
                </a:ext>
              </a:extLst>
            </p:cNvPr>
            <p:cNvSpPr>
              <a:spLocks noChangeShapeType="1"/>
            </p:cNvSpPr>
            <p:nvPr/>
          </p:nvSpPr>
          <p:spPr bwMode="auto">
            <a:xfrm>
              <a:off x="1721" y="2069"/>
              <a:ext cx="0" cy="545"/>
            </a:xfrm>
            <a:prstGeom prst="line">
              <a:avLst/>
            </a:prstGeom>
            <a:noFill/>
            <a:ln w="19050">
              <a:solidFill>
                <a:schemeClr val="tx1"/>
              </a:solidFill>
              <a:prstDash val="dash"/>
              <a:round/>
              <a:headEnd type="arrow" w="med" len="me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68627" name="Line 27">
              <a:extLst>
                <a:ext uri="{FF2B5EF4-FFF2-40B4-BE49-F238E27FC236}">
                  <a16:creationId xmlns:a16="http://schemas.microsoft.com/office/drawing/2014/main" id="{7E9E3F21-E0E8-824B-B72F-733841D9D19B}"/>
                </a:ext>
              </a:extLst>
            </p:cNvPr>
            <p:cNvSpPr>
              <a:spLocks noChangeShapeType="1"/>
            </p:cNvSpPr>
            <p:nvPr/>
          </p:nvSpPr>
          <p:spPr bwMode="auto">
            <a:xfrm>
              <a:off x="2018" y="2069"/>
              <a:ext cx="0" cy="545"/>
            </a:xfrm>
            <a:prstGeom prst="line">
              <a:avLst/>
            </a:prstGeom>
            <a:noFill/>
            <a:ln w="19050">
              <a:solidFill>
                <a:schemeClr val="tx1"/>
              </a:solidFill>
              <a:prstDash val="dash"/>
              <a:round/>
              <a:headEnd type="arrow" w="med" len="med"/>
              <a:tailEnd type="arrow" w="med" len="med"/>
            </a:ln>
            <a:extLst>
              <a:ext uri="{909E8E84-426E-40DD-AFC4-6F175D3DCCD1}">
                <a14:hiddenFill xmlns:a14="http://schemas.microsoft.com/office/drawing/2010/main">
                  <a:noFill/>
                </a14:hiddenFill>
              </a:ext>
            </a:extLst>
          </p:spPr>
          <p:txBody>
            <a:bodyPr/>
            <a:lstStyle/>
            <a:p>
              <a:endParaRPr lang="zh-CN" altLang="en-US"/>
            </a:p>
          </p:txBody>
        </p:sp>
      </p:grpSp>
      <p:sp>
        <p:nvSpPr>
          <p:cNvPr id="68622" name="Rectangle 30">
            <a:extLst>
              <a:ext uri="{FF2B5EF4-FFF2-40B4-BE49-F238E27FC236}">
                <a16:creationId xmlns:a16="http://schemas.microsoft.com/office/drawing/2014/main" id="{8B5204AC-B74D-C642-87D3-1411FF6EA833}"/>
              </a:ext>
            </a:extLst>
          </p:cNvPr>
          <p:cNvSpPr>
            <a:spLocks noChangeArrowheads="1"/>
          </p:cNvSpPr>
          <p:nvPr/>
        </p:nvSpPr>
        <p:spPr bwMode="auto">
          <a:xfrm>
            <a:off x="5814417" y="307334"/>
            <a:ext cx="2213372" cy="917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7859" tIns="33335" rIns="67859" bIns="33335"/>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rPr>
              <a:t>1 </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3</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5</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7</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9</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11</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sym typeface="Symbol" pitchFamily="2" charset="2"/>
              </a:rPr>
              <a:t>2 </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3</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6</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7</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10</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11</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sym typeface="Symbol" pitchFamily="2" charset="2"/>
              </a:rPr>
              <a:t>4 </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5</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6</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7</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sym typeface="Symbol" pitchFamily="2" charset="2"/>
              </a:rPr>
              <a:t>8 </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9</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10</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11</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rPr>
              <a:t>3=1+2</a:t>
            </a:r>
            <a:r>
              <a:rPr lang="zh-CN" altLang="en-US" sz="1350" dirty="0">
                <a:solidFill>
                  <a:schemeClr val="tx2"/>
                </a:solidFill>
                <a:latin typeface="Tahoma" panose="020B0604030504040204" pitchFamily="34" charset="0"/>
                <a:ea typeface="宋体" panose="02010600030101010101" pitchFamily="2" charset="-122"/>
              </a:rPr>
              <a:t>，</a:t>
            </a:r>
            <a:r>
              <a:rPr lang="en-US" altLang="zh-CN" sz="1350" dirty="0">
                <a:solidFill>
                  <a:schemeClr val="hlink"/>
                </a:solidFill>
                <a:latin typeface="Tahoma" panose="020B0604030504040204" pitchFamily="34" charset="0"/>
                <a:ea typeface="宋体" panose="02010600030101010101" pitchFamily="2" charset="-122"/>
              </a:rPr>
              <a:t>5=1+4</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rPr>
              <a:t>6=2+4</a:t>
            </a:r>
            <a:r>
              <a:rPr lang="zh-CN" altLang="en-US" sz="1350" dirty="0">
                <a:solidFill>
                  <a:schemeClr val="tx2"/>
                </a:solidFill>
                <a:latin typeface="Tahoma" panose="020B0604030504040204" pitchFamily="34" charset="0"/>
                <a:ea typeface="宋体" panose="02010600030101010101" pitchFamily="2" charset="-122"/>
              </a:rPr>
              <a:t>，</a:t>
            </a:r>
            <a:r>
              <a:rPr lang="en-US" altLang="zh-CN" sz="1350" dirty="0">
                <a:solidFill>
                  <a:schemeClr val="tx2"/>
                </a:solidFill>
                <a:latin typeface="Tahoma" panose="020B0604030504040204" pitchFamily="34" charset="0"/>
                <a:ea typeface="宋体" panose="02010600030101010101" pitchFamily="2" charset="-122"/>
              </a:rPr>
              <a:t>7=1+2+4</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rPr>
              <a:t>9=1+8</a:t>
            </a:r>
            <a:r>
              <a:rPr lang="zh-CN" altLang="en-US" sz="1350" dirty="0">
                <a:solidFill>
                  <a:schemeClr val="tx2"/>
                </a:solidFill>
                <a:latin typeface="Tahoma" panose="020B0604030504040204" pitchFamily="34" charset="0"/>
                <a:ea typeface="宋体" panose="02010600030101010101" pitchFamily="2" charset="-122"/>
              </a:rPr>
              <a:t>，</a:t>
            </a:r>
            <a:r>
              <a:rPr lang="en-US" altLang="zh-CN" sz="1350" dirty="0">
                <a:solidFill>
                  <a:schemeClr val="tx2"/>
                </a:solidFill>
                <a:latin typeface="Tahoma" panose="020B0604030504040204" pitchFamily="34" charset="0"/>
                <a:ea typeface="宋体" panose="02010600030101010101" pitchFamily="2" charset="-122"/>
              </a:rPr>
              <a:t>10=2+8</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rPr>
              <a:t>11=1+2+8</a:t>
            </a:r>
          </a:p>
        </p:txBody>
      </p:sp>
    </p:spTree>
    <p:extLst>
      <p:ext uri="{BB962C8B-B14F-4D97-AF65-F5344CB8AC3E}">
        <p14:creationId xmlns:p14="http://schemas.microsoft.com/office/powerpoint/2010/main" val="42775826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61540"/>
                                        </p:tgtEl>
                                        <p:attrNameLst>
                                          <p:attrName>style.visibility</p:attrName>
                                        </p:attrNameLst>
                                      </p:cBhvr>
                                      <p:to>
                                        <p:strVal val="visible"/>
                                      </p:to>
                                    </p:set>
                                    <p:animEffect transition="in" filter="blinds(horizontal)">
                                      <p:cBhvr>
                                        <p:cTn id="7" dur="500"/>
                                        <p:tgtEl>
                                          <p:spTgt spid="96154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40" presetClass="entr" presetSubtype="0" fill="hold" grpId="0" nodeType="clickEffect">
                                  <p:stCondLst>
                                    <p:cond delay="0"/>
                                  </p:stCondLst>
                                  <p:iterate type="lt">
                                    <p:tmPct val="10000"/>
                                  </p:iterate>
                                  <p:childTnLst>
                                    <p:set>
                                      <p:cBhvr>
                                        <p:cTn id="17" dur="1" fill="hold">
                                          <p:stCondLst>
                                            <p:cond delay="0"/>
                                          </p:stCondLst>
                                        </p:cTn>
                                        <p:tgtEl>
                                          <p:spTgt spid="961541"/>
                                        </p:tgtEl>
                                        <p:attrNameLst>
                                          <p:attrName>style.visibility</p:attrName>
                                        </p:attrNameLst>
                                      </p:cBhvr>
                                      <p:to>
                                        <p:strVal val="visible"/>
                                      </p:to>
                                    </p:set>
                                    <p:animEffect transition="in" filter="fade">
                                      <p:cBhvr>
                                        <p:cTn id="18" dur="1000"/>
                                        <p:tgtEl>
                                          <p:spTgt spid="961541"/>
                                        </p:tgtEl>
                                      </p:cBhvr>
                                    </p:animEffect>
                                    <p:anim calcmode="lin" valueType="num">
                                      <p:cBhvr>
                                        <p:cTn id="19" dur="1000" fill="hold"/>
                                        <p:tgtEl>
                                          <p:spTgt spid="961541"/>
                                        </p:tgtEl>
                                        <p:attrNameLst>
                                          <p:attrName>ppt_x</p:attrName>
                                        </p:attrNameLst>
                                      </p:cBhvr>
                                      <p:tavLst>
                                        <p:tav tm="0">
                                          <p:val>
                                            <p:strVal val="#ppt_x-.1"/>
                                          </p:val>
                                        </p:tav>
                                        <p:tav tm="100000">
                                          <p:val>
                                            <p:strVal val="#ppt_x"/>
                                          </p:val>
                                        </p:tav>
                                      </p:tavLst>
                                    </p:anim>
                                    <p:anim calcmode="lin" valueType="num">
                                      <p:cBhvr>
                                        <p:cTn id="20" dur="1000" fill="hold"/>
                                        <p:tgtEl>
                                          <p:spTgt spid="961541"/>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40" presetClass="entr" presetSubtype="0" fill="hold" grpId="0" nodeType="clickEffect">
                                  <p:stCondLst>
                                    <p:cond delay="0"/>
                                  </p:stCondLst>
                                  <p:iterate type="lt">
                                    <p:tmPct val="10000"/>
                                  </p:iterate>
                                  <p:childTnLst>
                                    <p:set>
                                      <p:cBhvr>
                                        <p:cTn id="30" dur="1" fill="hold">
                                          <p:stCondLst>
                                            <p:cond delay="0"/>
                                          </p:stCondLst>
                                        </p:cTn>
                                        <p:tgtEl>
                                          <p:spTgt spid="961542"/>
                                        </p:tgtEl>
                                        <p:attrNameLst>
                                          <p:attrName>style.visibility</p:attrName>
                                        </p:attrNameLst>
                                      </p:cBhvr>
                                      <p:to>
                                        <p:strVal val="visible"/>
                                      </p:to>
                                    </p:set>
                                    <p:animEffect transition="in" filter="fade">
                                      <p:cBhvr>
                                        <p:cTn id="31" dur="1000"/>
                                        <p:tgtEl>
                                          <p:spTgt spid="961542"/>
                                        </p:tgtEl>
                                      </p:cBhvr>
                                    </p:animEffect>
                                    <p:anim calcmode="lin" valueType="num">
                                      <p:cBhvr>
                                        <p:cTn id="32" dur="1000" fill="hold"/>
                                        <p:tgtEl>
                                          <p:spTgt spid="961542"/>
                                        </p:tgtEl>
                                        <p:attrNameLst>
                                          <p:attrName>ppt_x</p:attrName>
                                        </p:attrNameLst>
                                      </p:cBhvr>
                                      <p:tavLst>
                                        <p:tav tm="0">
                                          <p:val>
                                            <p:strVal val="#ppt_x-.1"/>
                                          </p:val>
                                        </p:tav>
                                        <p:tav tm="100000">
                                          <p:val>
                                            <p:strVal val="#ppt_x"/>
                                          </p:val>
                                        </p:tav>
                                      </p:tavLst>
                                    </p:anim>
                                    <p:anim calcmode="lin" valueType="num">
                                      <p:cBhvr>
                                        <p:cTn id="33" dur="1000" fill="hold"/>
                                        <p:tgtEl>
                                          <p:spTgt spid="961542"/>
                                        </p:tgtEl>
                                        <p:attrNameLst>
                                          <p:attrName>ppt_y</p:attrName>
                                        </p:attrNameLst>
                                      </p:cBhvr>
                                      <p:tavLst>
                                        <p:tav tm="0">
                                          <p:val>
                                            <p:strVal val="#ppt_y"/>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5" presetClass="entr" presetSubtype="10" fill="hold" grpId="0" nodeType="clickEffect">
                                  <p:stCondLst>
                                    <p:cond delay="0"/>
                                  </p:stCondLst>
                                  <p:childTnLst>
                                    <p:set>
                                      <p:cBhvr>
                                        <p:cTn id="37" dur="1" fill="hold">
                                          <p:stCondLst>
                                            <p:cond delay="0"/>
                                          </p:stCondLst>
                                        </p:cTn>
                                        <p:tgtEl>
                                          <p:spTgt spid="961547"/>
                                        </p:tgtEl>
                                        <p:attrNameLst>
                                          <p:attrName>style.visibility</p:attrName>
                                        </p:attrNameLst>
                                      </p:cBhvr>
                                      <p:to>
                                        <p:strVal val="visible"/>
                                      </p:to>
                                    </p:set>
                                    <p:animEffect transition="in" filter="checkerboard(across)">
                                      <p:cBhvr>
                                        <p:cTn id="38" dur="500"/>
                                        <p:tgtEl>
                                          <p:spTgt spid="96154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40" presetClass="entr" presetSubtype="0" fill="hold" grpId="0" nodeType="clickEffect">
                                  <p:stCondLst>
                                    <p:cond delay="0"/>
                                  </p:stCondLst>
                                  <p:iterate type="lt">
                                    <p:tmPct val="10000"/>
                                  </p:iterate>
                                  <p:childTnLst>
                                    <p:set>
                                      <p:cBhvr>
                                        <p:cTn id="42" dur="1" fill="hold">
                                          <p:stCondLst>
                                            <p:cond delay="0"/>
                                          </p:stCondLst>
                                        </p:cTn>
                                        <p:tgtEl>
                                          <p:spTgt spid="961546"/>
                                        </p:tgtEl>
                                        <p:attrNameLst>
                                          <p:attrName>style.visibility</p:attrName>
                                        </p:attrNameLst>
                                      </p:cBhvr>
                                      <p:to>
                                        <p:strVal val="visible"/>
                                      </p:to>
                                    </p:set>
                                    <p:animEffect transition="in" filter="fade">
                                      <p:cBhvr>
                                        <p:cTn id="43" dur="1000"/>
                                        <p:tgtEl>
                                          <p:spTgt spid="961546"/>
                                        </p:tgtEl>
                                      </p:cBhvr>
                                    </p:animEffect>
                                    <p:anim calcmode="lin" valueType="num">
                                      <p:cBhvr>
                                        <p:cTn id="44" dur="1000" fill="hold"/>
                                        <p:tgtEl>
                                          <p:spTgt spid="961546"/>
                                        </p:tgtEl>
                                        <p:attrNameLst>
                                          <p:attrName>ppt_x</p:attrName>
                                        </p:attrNameLst>
                                      </p:cBhvr>
                                      <p:tavLst>
                                        <p:tav tm="0">
                                          <p:val>
                                            <p:strVal val="#ppt_x-.1"/>
                                          </p:val>
                                        </p:tav>
                                        <p:tav tm="100000">
                                          <p:val>
                                            <p:strVal val="#ppt_x"/>
                                          </p:val>
                                        </p:tav>
                                      </p:tavLst>
                                    </p:anim>
                                    <p:anim calcmode="lin" valueType="num">
                                      <p:cBhvr>
                                        <p:cTn id="45" dur="1000" fill="hold"/>
                                        <p:tgtEl>
                                          <p:spTgt spid="961546"/>
                                        </p:tgtEl>
                                        <p:attrNameLst>
                                          <p:attrName>ppt_y</p:attrName>
                                        </p:attrNameLst>
                                      </p:cBhvr>
                                      <p:tavLst>
                                        <p:tav tm="0">
                                          <p:val>
                                            <p:strVal val="#ppt_y"/>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30" presetClass="entr" presetSubtype="0" fill="hold" nodeType="clickEffect">
                                  <p:stCondLst>
                                    <p:cond delay="0"/>
                                  </p:stCondLst>
                                  <p:childTnLst>
                                    <p:set>
                                      <p:cBhvr>
                                        <p:cTn id="49" dur="1" fill="hold">
                                          <p:stCondLst>
                                            <p:cond delay="0"/>
                                          </p:stCondLst>
                                        </p:cTn>
                                        <p:tgtEl>
                                          <p:spTgt spid="6"/>
                                        </p:tgtEl>
                                        <p:attrNameLst>
                                          <p:attrName>style.visibility</p:attrName>
                                        </p:attrNameLst>
                                      </p:cBhvr>
                                      <p:to>
                                        <p:strVal val="visible"/>
                                      </p:to>
                                    </p:set>
                                    <p:animEffect transition="in" filter="fade">
                                      <p:cBhvr>
                                        <p:cTn id="50" dur="800" decel="100000"/>
                                        <p:tgtEl>
                                          <p:spTgt spid="6"/>
                                        </p:tgtEl>
                                      </p:cBhvr>
                                    </p:animEffect>
                                    <p:anim calcmode="lin" valueType="num">
                                      <p:cBhvr>
                                        <p:cTn id="51" dur="800" decel="100000" fill="hold"/>
                                        <p:tgtEl>
                                          <p:spTgt spid="6"/>
                                        </p:tgtEl>
                                        <p:attrNameLst>
                                          <p:attrName>style.rotation</p:attrName>
                                        </p:attrNameLst>
                                      </p:cBhvr>
                                      <p:tavLst>
                                        <p:tav tm="0">
                                          <p:val>
                                            <p:fltVal val="-90"/>
                                          </p:val>
                                        </p:tav>
                                        <p:tav tm="100000">
                                          <p:val>
                                            <p:fltVal val="0"/>
                                          </p:val>
                                        </p:tav>
                                      </p:tavLst>
                                    </p:anim>
                                    <p:anim calcmode="lin" valueType="num">
                                      <p:cBhvr>
                                        <p:cTn id="52" dur="800" decel="100000" fill="hold"/>
                                        <p:tgtEl>
                                          <p:spTgt spid="6"/>
                                        </p:tgtEl>
                                        <p:attrNameLst>
                                          <p:attrName>ppt_x</p:attrName>
                                        </p:attrNameLst>
                                      </p:cBhvr>
                                      <p:tavLst>
                                        <p:tav tm="0">
                                          <p:val>
                                            <p:strVal val="#ppt_x+0.4"/>
                                          </p:val>
                                        </p:tav>
                                        <p:tav tm="100000">
                                          <p:val>
                                            <p:strVal val="#ppt_x-0.05"/>
                                          </p:val>
                                        </p:tav>
                                      </p:tavLst>
                                    </p:anim>
                                    <p:anim calcmode="lin" valueType="num">
                                      <p:cBhvr>
                                        <p:cTn id="53" dur="800" decel="100000" fill="hold"/>
                                        <p:tgtEl>
                                          <p:spTgt spid="6"/>
                                        </p:tgtEl>
                                        <p:attrNameLst>
                                          <p:attrName>ppt_y</p:attrName>
                                        </p:attrNameLst>
                                      </p:cBhvr>
                                      <p:tavLst>
                                        <p:tav tm="0">
                                          <p:val>
                                            <p:strVal val="#ppt_y-0.4"/>
                                          </p:val>
                                        </p:tav>
                                        <p:tav tm="100000">
                                          <p:val>
                                            <p:strVal val="#ppt_y+0.1"/>
                                          </p:val>
                                        </p:tav>
                                      </p:tavLst>
                                    </p:anim>
                                    <p:anim calcmode="lin" valueType="num">
                                      <p:cBhvr>
                                        <p:cTn id="54" dur="200" accel="100000" fill="hold">
                                          <p:stCondLst>
                                            <p:cond delay="800"/>
                                          </p:stCondLst>
                                        </p:cTn>
                                        <p:tgtEl>
                                          <p:spTgt spid="6"/>
                                        </p:tgtEl>
                                        <p:attrNameLst>
                                          <p:attrName>ppt_x</p:attrName>
                                        </p:attrNameLst>
                                      </p:cBhvr>
                                      <p:tavLst>
                                        <p:tav tm="0">
                                          <p:val>
                                            <p:strVal val="#ppt_x-0.05"/>
                                          </p:val>
                                        </p:tav>
                                        <p:tav tm="100000">
                                          <p:val>
                                            <p:strVal val="#ppt_x"/>
                                          </p:val>
                                        </p:tav>
                                      </p:tavLst>
                                    </p:anim>
                                    <p:anim calcmode="lin" valueType="num">
                                      <p:cBhvr>
                                        <p:cTn id="55" dur="200" accel="100000" fill="hold">
                                          <p:stCondLst>
                                            <p:cond delay="800"/>
                                          </p:stCondLst>
                                        </p:cTn>
                                        <p:tgtEl>
                                          <p:spTgt spid="6"/>
                                        </p:tgtEl>
                                        <p:attrNameLst>
                                          <p:attrName>ppt_y</p:attrName>
                                        </p:attrNameLst>
                                      </p:cBhvr>
                                      <p:tavLst>
                                        <p:tav tm="0">
                                          <p:val>
                                            <p:strVal val="#ppt_y+0.1"/>
                                          </p:val>
                                        </p:tav>
                                        <p:tav tm="100000">
                                          <p:val>
                                            <p:strVal val="#ppt_y"/>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8" presetClass="entr" presetSubtype="16" fill="hold" nodeType="clickEffect">
                                  <p:stCondLst>
                                    <p:cond delay="0"/>
                                  </p:stCondLst>
                                  <p:childTnLst>
                                    <p:set>
                                      <p:cBhvr>
                                        <p:cTn id="59" dur="1" fill="hold">
                                          <p:stCondLst>
                                            <p:cond delay="0"/>
                                          </p:stCondLst>
                                        </p:cTn>
                                        <p:tgtEl>
                                          <p:spTgt spid="3"/>
                                        </p:tgtEl>
                                        <p:attrNameLst>
                                          <p:attrName>style.visibility</p:attrName>
                                        </p:attrNameLst>
                                      </p:cBhvr>
                                      <p:to>
                                        <p:strVal val="visible"/>
                                      </p:to>
                                    </p:set>
                                    <p:animEffect transition="in" filter="diamond(in)">
                                      <p:cBhvr>
                                        <p:cTn id="60" dur="2000"/>
                                        <p:tgtEl>
                                          <p:spTgt spid="3"/>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40" presetClass="entr" presetSubtype="0" fill="hold" grpId="0" nodeType="clickEffect">
                                  <p:stCondLst>
                                    <p:cond delay="0"/>
                                  </p:stCondLst>
                                  <p:iterate type="lt">
                                    <p:tmPct val="10000"/>
                                  </p:iterate>
                                  <p:childTnLst>
                                    <p:set>
                                      <p:cBhvr>
                                        <p:cTn id="64" dur="1" fill="hold">
                                          <p:stCondLst>
                                            <p:cond delay="0"/>
                                          </p:stCondLst>
                                        </p:cTn>
                                        <p:tgtEl>
                                          <p:spTgt spid="961552"/>
                                        </p:tgtEl>
                                        <p:attrNameLst>
                                          <p:attrName>style.visibility</p:attrName>
                                        </p:attrNameLst>
                                      </p:cBhvr>
                                      <p:to>
                                        <p:strVal val="visible"/>
                                      </p:to>
                                    </p:set>
                                    <p:animEffect transition="in" filter="fade">
                                      <p:cBhvr>
                                        <p:cTn id="65" dur="1000"/>
                                        <p:tgtEl>
                                          <p:spTgt spid="961552"/>
                                        </p:tgtEl>
                                      </p:cBhvr>
                                    </p:animEffect>
                                    <p:anim calcmode="lin" valueType="num">
                                      <p:cBhvr>
                                        <p:cTn id="66" dur="1000" fill="hold"/>
                                        <p:tgtEl>
                                          <p:spTgt spid="961552"/>
                                        </p:tgtEl>
                                        <p:attrNameLst>
                                          <p:attrName>ppt_x</p:attrName>
                                        </p:attrNameLst>
                                      </p:cBhvr>
                                      <p:tavLst>
                                        <p:tav tm="0">
                                          <p:val>
                                            <p:strVal val="#ppt_x-.1"/>
                                          </p:val>
                                        </p:tav>
                                        <p:tav tm="100000">
                                          <p:val>
                                            <p:strVal val="#ppt_x"/>
                                          </p:val>
                                        </p:tav>
                                      </p:tavLst>
                                    </p:anim>
                                    <p:anim calcmode="lin" valueType="num">
                                      <p:cBhvr>
                                        <p:cTn id="67" dur="1000" fill="hold"/>
                                        <p:tgtEl>
                                          <p:spTgt spid="961552"/>
                                        </p:tgtEl>
                                        <p:attrNameLst>
                                          <p:attrName>ppt_y</p:attrName>
                                        </p:attrNameLst>
                                      </p:cBhvr>
                                      <p:tavLst>
                                        <p:tav tm="0">
                                          <p:val>
                                            <p:strVal val="#ppt_y"/>
                                          </p:val>
                                        </p:tav>
                                        <p:tav tm="100000">
                                          <p:val>
                                            <p:strVal val="#ppt_y"/>
                                          </p:val>
                                        </p:tav>
                                      </p:tavLst>
                                    </p:anim>
                                  </p:childTnLst>
                                </p:cTn>
                              </p:par>
                            </p:childTnLst>
                          </p:cTn>
                        </p:par>
                      </p:childTnLst>
                    </p:cTn>
                  </p:par>
                  <p:par>
                    <p:cTn id="68" fill="hold" nodeType="clickPar">
                      <p:stCondLst>
                        <p:cond delay="indefinite"/>
                      </p:stCondLst>
                      <p:childTnLst>
                        <p:par>
                          <p:cTn id="69" fill="hold" nodeType="withGroup">
                            <p:stCondLst>
                              <p:cond delay="0"/>
                            </p:stCondLst>
                            <p:childTnLst>
                              <p:par>
                                <p:cTn id="70" presetID="5" presetClass="entr" presetSubtype="10" fill="hold" nodeType="clickEffect">
                                  <p:stCondLst>
                                    <p:cond delay="0"/>
                                  </p:stCondLst>
                                  <p:childTnLst>
                                    <p:set>
                                      <p:cBhvr>
                                        <p:cTn id="71" dur="1" fill="hold">
                                          <p:stCondLst>
                                            <p:cond delay="0"/>
                                          </p:stCondLst>
                                        </p:cTn>
                                        <p:tgtEl>
                                          <p:spTgt spid="4"/>
                                        </p:tgtEl>
                                        <p:attrNameLst>
                                          <p:attrName>style.visibility</p:attrName>
                                        </p:attrNameLst>
                                      </p:cBhvr>
                                      <p:to>
                                        <p:strVal val="visible"/>
                                      </p:to>
                                    </p:set>
                                    <p:animEffect transition="in" filter="checkerboard(across)">
                                      <p:cBhvr>
                                        <p:cTn id="7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1540" grpId="0"/>
      <p:bldP spid="961541" grpId="0"/>
      <p:bldP spid="961542" grpId="0"/>
      <p:bldP spid="961546" grpId="0"/>
      <p:bldP spid="961547" grpId="0" animBg="1"/>
      <p:bldP spid="96155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灯片编号占位符 1">
            <a:extLst>
              <a:ext uri="{FF2B5EF4-FFF2-40B4-BE49-F238E27FC236}">
                <a16:creationId xmlns:a16="http://schemas.microsoft.com/office/drawing/2014/main" id="{1A8A4449-7A11-7243-91C5-49A08910B42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41E9139-4A72-6947-B79E-79E361DFAEC1}"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27</a:t>
            </a:fld>
            <a:endParaRPr lang="en-US" altLang="zh-CN" sz="1050">
              <a:solidFill>
                <a:schemeClr val="bg2"/>
              </a:solidFill>
              <a:latin typeface="Tahoma" panose="020B0604030504040204" pitchFamily="34" charset="0"/>
              <a:ea typeface="宋体" panose="02010600030101010101" pitchFamily="2" charset="-122"/>
            </a:endParaRPr>
          </a:p>
        </p:txBody>
      </p:sp>
      <p:sp>
        <p:nvSpPr>
          <p:cNvPr id="8" name="标题 7">
            <a:extLst>
              <a:ext uri="{FF2B5EF4-FFF2-40B4-BE49-F238E27FC236}">
                <a16:creationId xmlns:a16="http://schemas.microsoft.com/office/drawing/2014/main" id="{900E92C7-0B43-6D4A-8435-F99709E37946}"/>
              </a:ext>
            </a:extLst>
          </p:cNvPr>
          <p:cNvSpPr>
            <a:spLocks noGrp="1"/>
          </p:cNvSpPr>
          <p:nvPr>
            <p:ph type="title"/>
          </p:nvPr>
        </p:nvSpPr>
        <p:spPr/>
        <p:txBody>
          <a:bodyPr/>
          <a:lstStyle/>
          <a:p>
            <a:r>
              <a:rPr lang="zh-CN" altLang="en-US" dirty="0">
                <a:solidFill>
                  <a:schemeClr val="folHlink"/>
                </a:solidFill>
                <a:latin typeface="微软雅黑" panose="020B0503020204020204" pitchFamily="34" charset="-122"/>
                <a:ea typeface="宋体" panose="02010600030101010101" pitchFamily="2" charset="-122"/>
              </a:rPr>
              <a:t>纠正码字中的单个数据位错误</a:t>
            </a:r>
            <a:endParaRPr kumimoji="1" lang="zh-CN" altLang="en-US" dirty="0"/>
          </a:p>
        </p:txBody>
      </p:sp>
      <p:sp>
        <p:nvSpPr>
          <p:cNvPr id="963587" name="Rectangle 3">
            <a:extLst>
              <a:ext uri="{FF2B5EF4-FFF2-40B4-BE49-F238E27FC236}">
                <a16:creationId xmlns:a16="http://schemas.microsoft.com/office/drawing/2014/main" id="{6567A56C-8412-574B-9D5C-5989704F46C6}"/>
              </a:ext>
            </a:extLst>
          </p:cNvPr>
          <p:cNvSpPr>
            <a:spLocks noChangeArrowheads="1"/>
          </p:cNvSpPr>
          <p:nvPr/>
        </p:nvSpPr>
        <p:spPr bwMode="auto">
          <a:xfrm>
            <a:off x="322512" y="1770459"/>
            <a:ext cx="972741"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zh-CN" altLang="en-US" sz="1500">
                <a:solidFill>
                  <a:schemeClr val="tx1"/>
                </a:solidFill>
                <a:latin typeface="微软雅黑" panose="020B0503020204020204" pitchFamily="34" charset="-122"/>
                <a:ea typeface="宋体" panose="02010600030101010101" pitchFamily="2" charset="-122"/>
              </a:rPr>
              <a:t>原报文</a:t>
            </a:r>
          </a:p>
          <a:p>
            <a:pPr eaLnBrk="1" hangingPunct="1">
              <a:buSzTx/>
              <a:buFontTx/>
              <a:buNone/>
            </a:pPr>
            <a:r>
              <a:rPr kumimoji="1" lang="en-US" altLang="zh-CN" sz="1500">
                <a:solidFill>
                  <a:schemeClr val="tx1"/>
                </a:solidFill>
                <a:latin typeface="微软雅黑" panose="020B0503020204020204" pitchFamily="34" charset="-122"/>
                <a:ea typeface="宋体" panose="02010600030101010101" pitchFamily="2" charset="-122"/>
              </a:rPr>
              <a:t>1001000</a:t>
            </a:r>
          </a:p>
        </p:txBody>
      </p:sp>
      <p:sp>
        <p:nvSpPr>
          <p:cNvPr id="963588" name="Rectangle 4">
            <a:extLst>
              <a:ext uri="{FF2B5EF4-FFF2-40B4-BE49-F238E27FC236}">
                <a16:creationId xmlns:a16="http://schemas.microsoft.com/office/drawing/2014/main" id="{10B140A1-33AD-7448-A27C-5FC9F96880B5}"/>
              </a:ext>
            </a:extLst>
          </p:cNvPr>
          <p:cNvSpPr>
            <a:spLocks noChangeArrowheads="1"/>
          </p:cNvSpPr>
          <p:nvPr/>
        </p:nvSpPr>
        <p:spPr bwMode="auto">
          <a:xfrm>
            <a:off x="2358627" y="1481137"/>
            <a:ext cx="14943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hlink"/>
                </a:solidFill>
                <a:ea typeface="宋体" panose="02010600030101010101" pitchFamily="2" charset="-122"/>
              </a:rPr>
              <a:t>00</a:t>
            </a:r>
            <a:r>
              <a:rPr kumimoji="1" lang="en-US" altLang="zh-CN" sz="1800" b="1" dirty="0">
                <a:solidFill>
                  <a:schemeClr val="tx1"/>
                </a:solidFill>
                <a:ea typeface="宋体" panose="02010600030101010101" pitchFamily="2" charset="-122"/>
              </a:rPr>
              <a:t>1</a:t>
            </a:r>
            <a:r>
              <a:rPr kumimoji="1" lang="en-US" altLang="zh-CN" sz="1800" b="1" dirty="0">
                <a:solidFill>
                  <a:schemeClr val="hlink"/>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sp>
        <p:nvSpPr>
          <p:cNvPr id="963589" name="Rectangle 5">
            <a:extLst>
              <a:ext uri="{FF2B5EF4-FFF2-40B4-BE49-F238E27FC236}">
                <a16:creationId xmlns:a16="http://schemas.microsoft.com/office/drawing/2014/main" id="{7260BC42-535B-C546-9F16-7FE774DC4E24}"/>
              </a:ext>
            </a:extLst>
          </p:cNvPr>
          <p:cNvSpPr>
            <a:spLocks noChangeArrowheads="1"/>
          </p:cNvSpPr>
          <p:nvPr/>
        </p:nvSpPr>
        <p:spPr bwMode="auto">
          <a:xfrm>
            <a:off x="2358627" y="2130028"/>
            <a:ext cx="150921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hlink"/>
                </a:solidFill>
                <a:ea typeface="宋体" panose="02010600030101010101" pitchFamily="2" charset="-122"/>
              </a:rPr>
              <a:t>00</a:t>
            </a:r>
            <a:r>
              <a:rPr kumimoji="1" lang="en-US" altLang="zh-CN" sz="1800" b="1" dirty="0">
                <a:solidFill>
                  <a:schemeClr val="tx1"/>
                </a:solidFill>
                <a:ea typeface="宋体" panose="02010600030101010101" pitchFamily="2" charset="-122"/>
              </a:rPr>
              <a:t>1</a:t>
            </a:r>
            <a:r>
              <a:rPr kumimoji="1" lang="en-US" altLang="zh-CN" sz="1800" b="1" dirty="0">
                <a:solidFill>
                  <a:schemeClr val="hlink"/>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00</a:t>
            </a:r>
            <a:r>
              <a:rPr kumimoji="1" lang="en-US" altLang="zh-CN" sz="1800" b="1" dirty="0">
                <a:solidFill>
                  <a:schemeClr val="tx2"/>
                </a:solidFill>
                <a:ea typeface="宋体" panose="02010600030101010101" pitchFamily="2" charset="-122"/>
              </a:rPr>
              <a:t>1</a:t>
            </a:r>
          </a:p>
        </p:txBody>
      </p:sp>
      <p:grpSp>
        <p:nvGrpSpPr>
          <p:cNvPr id="2" name="Group 6">
            <a:extLst>
              <a:ext uri="{FF2B5EF4-FFF2-40B4-BE49-F238E27FC236}">
                <a16:creationId xmlns:a16="http://schemas.microsoft.com/office/drawing/2014/main" id="{DFE11188-61EC-5043-857C-BAC99AB3298A}"/>
              </a:ext>
            </a:extLst>
          </p:cNvPr>
          <p:cNvGrpSpPr>
            <a:grpSpLocks/>
          </p:cNvGrpSpPr>
          <p:nvPr/>
        </p:nvGrpSpPr>
        <p:grpSpPr bwMode="auto">
          <a:xfrm>
            <a:off x="1091511" y="1444739"/>
            <a:ext cx="1403747" cy="532879"/>
            <a:chOff x="844" y="1247"/>
            <a:chExt cx="862" cy="427"/>
          </a:xfrm>
        </p:grpSpPr>
        <p:sp>
          <p:nvSpPr>
            <p:cNvPr id="70688" name="Text Box 7">
              <a:extLst>
                <a:ext uri="{FF2B5EF4-FFF2-40B4-BE49-F238E27FC236}">
                  <a16:creationId xmlns:a16="http://schemas.microsoft.com/office/drawing/2014/main" id="{91AF3F19-8841-1F41-9BF6-3D8B3F80117B}"/>
                </a:ext>
              </a:extLst>
            </p:cNvPr>
            <p:cNvSpPr txBox="1">
              <a:spLocks noChangeArrowheads="1"/>
            </p:cNvSpPr>
            <p:nvPr/>
          </p:nvSpPr>
          <p:spPr bwMode="auto">
            <a:xfrm rot="20688203">
              <a:off x="844" y="1247"/>
              <a:ext cx="862"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无差错传输</a:t>
              </a:r>
              <a:endParaRPr lang="zh-CN" altLang="en-US" sz="1350" dirty="0">
                <a:solidFill>
                  <a:schemeClr val="tx1"/>
                </a:solidFill>
                <a:latin typeface="微软雅黑" panose="020B0503020204020204" pitchFamily="34" charset="-122"/>
                <a:ea typeface="宋体" panose="02010600030101010101" pitchFamily="2" charset="-122"/>
                <a:sym typeface="Symbol" pitchFamily="2" charset="2"/>
              </a:endParaRPr>
            </a:p>
          </p:txBody>
        </p:sp>
        <p:sp>
          <p:nvSpPr>
            <p:cNvPr id="70689" name="Line 8">
              <a:extLst>
                <a:ext uri="{FF2B5EF4-FFF2-40B4-BE49-F238E27FC236}">
                  <a16:creationId xmlns:a16="http://schemas.microsoft.com/office/drawing/2014/main" id="{D39CC3D4-175C-414F-8AEB-B3D0345D48C3}"/>
                </a:ext>
              </a:extLst>
            </p:cNvPr>
            <p:cNvSpPr>
              <a:spLocks noChangeShapeType="1"/>
            </p:cNvSpPr>
            <p:nvPr/>
          </p:nvSpPr>
          <p:spPr bwMode="auto">
            <a:xfrm flipV="1">
              <a:off x="884" y="1434"/>
              <a:ext cx="680" cy="182"/>
            </a:xfrm>
            <a:prstGeom prst="line">
              <a:avLst/>
            </a:prstGeom>
            <a:noFill/>
            <a:ln w="3175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963593" name="Rectangle 9">
            <a:extLst>
              <a:ext uri="{FF2B5EF4-FFF2-40B4-BE49-F238E27FC236}">
                <a16:creationId xmlns:a16="http://schemas.microsoft.com/office/drawing/2014/main" id="{E32854E4-08E0-1144-B36E-064A6AD05625}"/>
              </a:ext>
            </a:extLst>
          </p:cNvPr>
          <p:cNvSpPr>
            <a:spLocks noChangeArrowheads="1"/>
          </p:cNvSpPr>
          <p:nvPr/>
        </p:nvSpPr>
        <p:spPr bwMode="auto">
          <a:xfrm>
            <a:off x="2335767" y="2993231"/>
            <a:ext cx="150921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kern="2000" dirty="0">
                <a:solidFill>
                  <a:schemeClr val="hlink"/>
                </a:solidFill>
                <a:ea typeface="宋体" panose="02010600030101010101" pitchFamily="2" charset="-122"/>
              </a:rPr>
              <a:t>11</a:t>
            </a:r>
            <a:r>
              <a:rPr kumimoji="1" lang="en-US" altLang="zh-CN" sz="1800" b="1" kern="2000" dirty="0">
                <a:solidFill>
                  <a:schemeClr val="tx1"/>
                </a:solidFill>
                <a:ea typeface="宋体" panose="02010600030101010101" pitchFamily="2" charset="-122"/>
              </a:rPr>
              <a:t>1</a:t>
            </a:r>
            <a:r>
              <a:rPr kumimoji="1" lang="en-US" altLang="zh-CN" sz="1800" b="1" kern="2000" dirty="0">
                <a:solidFill>
                  <a:schemeClr val="hlink"/>
                </a:solidFill>
                <a:ea typeface="宋体" panose="02010600030101010101" pitchFamily="2" charset="-122"/>
              </a:rPr>
              <a:t>1</a:t>
            </a:r>
            <a:r>
              <a:rPr kumimoji="1" lang="en-US" altLang="zh-CN" sz="1800" b="1" kern="2000" dirty="0">
                <a:solidFill>
                  <a:schemeClr val="tx1"/>
                </a:solidFill>
                <a:ea typeface="宋体" panose="02010600030101010101" pitchFamily="2" charset="-122"/>
              </a:rPr>
              <a:t>001</a:t>
            </a:r>
            <a:r>
              <a:rPr kumimoji="1" lang="en-US" altLang="zh-CN" sz="1800" b="1" kern="2000" dirty="0">
                <a:solidFill>
                  <a:schemeClr val="hlink"/>
                </a:solidFill>
                <a:ea typeface="宋体" panose="02010600030101010101" pitchFamily="2" charset="-122"/>
              </a:rPr>
              <a:t>1</a:t>
            </a:r>
            <a:r>
              <a:rPr kumimoji="1" lang="en-US" altLang="zh-CN" sz="1800" b="1" kern="2000" dirty="0">
                <a:solidFill>
                  <a:schemeClr val="tx1"/>
                </a:solidFill>
                <a:ea typeface="宋体" panose="02010600030101010101" pitchFamily="2" charset="-122"/>
              </a:rPr>
              <a:t>00</a:t>
            </a:r>
            <a:r>
              <a:rPr kumimoji="1" lang="en-US" altLang="zh-CN" sz="1800" b="1" kern="2000" dirty="0">
                <a:solidFill>
                  <a:schemeClr val="tx2"/>
                </a:solidFill>
                <a:ea typeface="宋体" panose="02010600030101010101" pitchFamily="2" charset="-122"/>
              </a:rPr>
              <a:t>1</a:t>
            </a:r>
          </a:p>
        </p:txBody>
      </p:sp>
      <p:sp>
        <p:nvSpPr>
          <p:cNvPr id="963594" name="AutoShape 10">
            <a:extLst>
              <a:ext uri="{FF2B5EF4-FFF2-40B4-BE49-F238E27FC236}">
                <a16:creationId xmlns:a16="http://schemas.microsoft.com/office/drawing/2014/main" id="{2056EF81-8071-2D4D-A720-4A482F0014B7}"/>
              </a:ext>
            </a:extLst>
          </p:cNvPr>
          <p:cNvSpPr>
            <a:spLocks noChangeArrowheads="1"/>
          </p:cNvSpPr>
          <p:nvPr/>
        </p:nvSpPr>
        <p:spPr bwMode="auto">
          <a:xfrm>
            <a:off x="2049065" y="2507456"/>
            <a:ext cx="2130461" cy="340712"/>
          </a:xfrm>
          <a:prstGeom prst="downArrow">
            <a:avLst>
              <a:gd name="adj1" fmla="val 50000"/>
              <a:gd name="adj2" fmla="val 25000"/>
            </a:avLst>
          </a:prstGeom>
          <a:noFill/>
          <a:ln w="9525">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a:solidFill>
                  <a:schemeClr val="tx1"/>
                </a:solidFill>
                <a:latin typeface="微软雅黑" panose="020B0503020204020204" pitchFamily="34" charset="-122"/>
                <a:ea typeface="宋体" panose="02010600030101010101" pitchFamily="2" charset="-122"/>
              </a:rPr>
              <a:t>计算校验位</a:t>
            </a:r>
          </a:p>
        </p:txBody>
      </p:sp>
      <p:sp>
        <p:nvSpPr>
          <p:cNvPr id="963595" name="Rectangle 11">
            <a:extLst>
              <a:ext uri="{FF2B5EF4-FFF2-40B4-BE49-F238E27FC236}">
                <a16:creationId xmlns:a16="http://schemas.microsoft.com/office/drawing/2014/main" id="{05692FBD-10C8-DB43-96B3-694AF8EAFD36}"/>
              </a:ext>
            </a:extLst>
          </p:cNvPr>
          <p:cNvSpPr>
            <a:spLocks noChangeArrowheads="1"/>
          </p:cNvSpPr>
          <p:nvPr/>
        </p:nvSpPr>
        <p:spPr bwMode="auto">
          <a:xfrm>
            <a:off x="2358627" y="3587353"/>
            <a:ext cx="14037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bg1"/>
                </a:solidFill>
                <a:ea typeface="宋体" panose="02010600030101010101" pitchFamily="2" charset="-122"/>
              </a:rPr>
              <a:t>11</a:t>
            </a:r>
            <a:r>
              <a:rPr kumimoji="1" lang="en-US" altLang="zh-CN" sz="1800" b="1" dirty="0">
                <a:solidFill>
                  <a:schemeClr val="tx1"/>
                </a:solidFill>
                <a:ea typeface="宋体" panose="02010600030101010101" pitchFamily="2" charset="-122"/>
              </a:rPr>
              <a:t>1</a:t>
            </a:r>
            <a:r>
              <a:rPr kumimoji="1" lang="en-US" altLang="zh-CN" sz="1800" b="1" dirty="0">
                <a:solidFill>
                  <a:schemeClr val="bg1"/>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chemeClr val="bg1"/>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grpSp>
        <p:nvGrpSpPr>
          <p:cNvPr id="3" name="Group 12">
            <a:extLst>
              <a:ext uri="{FF2B5EF4-FFF2-40B4-BE49-F238E27FC236}">
                <a16:creationId xmlns:a16="http://schemas.microsoft.com/office/drawing/2014/main" id="{EE8DAC05-A8FD-014E-9381-C44BE6BFF48A}"/>
              </a:ext>
            </a:extLst>
          </p:cNvPr>
          <p:cNvGrpSpPr>
            <a:grpSpLocks/>
          </p:cNvGrpSpPr>
          <p:nvPr/>
        </p:nvGrpSpPr>
        <p:grpSpPr bwMode="auto">
          <a:xfrm>
            <a:off x="3781153" y="3371849"/>
            <a:ext cx="1842423" cy="448816"/>
            <a:chOff x="2925" y="2870"/>
            <a:chExt cx="1796" cy="362"/>
          </a:xfrm>
        </p:grpSpPr>
        <p:sp>
          <p:nvSpPr>
            <p:cNvPr id="70686" name="AutoShape 13">
              <a:extLst>
                <a:ext uri="{FF2B5EF4-FFF2-40B4-BE49-F238E27FC236}">
                  <a16:creationId xmlns:a16="http://schemas.microsoft.com/office/drawing/2014/main" id="{25EA7373-E0DF-D641-8FC4-6F49D7FDFF50}"/>
                </a:ext>
              </a:extLst>
            </p:cNvPr>
            <p:cNvSpPr>
              <a:spLocks noChangeArrowheads="1"/>
            </p:cNvSpPr>
            <p:nvPr/>
          </p:nvSpPr>
          <p:spPr bwMode="auto">
            <a:xfrm rot="10800000">
              <a:off x="3003" y="2960"/>
              <a:ext cx="1718" cy="272"/>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5898240 60000 65536"/>
                <a:gd name="T10" fmla="*/ 5898240 60000 65536"/>
                <a:gd name="T11" fmla="*/ 0 60000 65536"/>
                <a:gd name="T12" fmla="*/ 12434 w 21600"/>
                <a:gd name="T13" fmla="*/ 2938 h 21600"/>
                <a:gd name="T14" fmla="*/ 18227 w 21600"/>
                <a:gd name="T15" fmla="*/ 921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70687" name="Rectangle 14">
              <a:extLst>
                <a:ext uri="{FF2B5EF4-FFF2-40B4-BE49-F238E27FC236}">
                  <a16:creationId xmlns:a16="http://schemas.microsoft.com/office/drawing/2014/main" id="{B7C3FCC0-CC05-FA4E-B0A5-1B7B2E7D5C7E}"/>
                </a:ext>
              </a:extLst>
            </p:cNvPr>
            <p:cNvSpPr>
              <a:spLocks noChangeArrowheads="1"/>
            </p:cNvSpPr>
            <p:nvPr/>
          </p:nvSpPr>
          <p:spPr bwMode="auto">
            <a:xfrm>
              <a:off x="2925" y="2870"/>
              <a:ext cx="1410"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修正出错数据位</a:t>
              </a:r>
            </a:p>
          </p:txBody>
        </p:sp>
      </p:grpSp>
      <p:grpSp>
        <p:nvGrpSpPr>
          <p:cNvPr id="4" name="Group 15">
            <a:extLst>
              <a:ext uri="{FF2B5EF4-FFF2-40B4-BE49-F238E27FC236}">
                <a16:creationId xmlns:a16="http://schemas.microsoft.com/office/drawing/2014/main" id="{34F63B1E-A863-5B4C-BCA0-A4EB803C7536}"/>
              </a:ext>
            </a:extLst>
          </p:cNvPr>
          <p:cNvGrpSpPr>
            <a:grpSpLocks/>
          </p:cNvGrpSpPr>
          <p:nvPr/>
        </p:nvGrpSpPr>
        <p:grpSpPr bwMode="auto">
          <a:xfrm>
            <a:off x="1442084" y="3925024"/>
            <a:ext cx="3236832" cy="697092"/>
            <a:chOff x="1246" y="3460"/>
            <a:chExt cx="2292" cy="770"/>
          </a:xfrm>
        </p:grpSpPr>
        <p:sp>
          <p:nvSpPr>
            <p:cNvPr id="70684" name="Rectangle 16">
              <a:extLst>
                <a:ext uri="{FF2B5EF4-FFF2-40B4-BE49-F238E27FC236}">
                  <a16:creationId xmlns:a16="http://schemas.microsoft.com/office/drawing/2014/main" id="{6DB01290-6F8D-9849-9397-B22496069A37}"/>
                </a:ext>
              </a:extLst>
            </p:cNvPr>
            <p:cNvSpPr>
              <a:spLocks noChangeArrowheads="1"/>
            </p:cNvSpPr>
            <p:nvPr/>
          </p:nvSpPr>
          <p:spPr bwMode="auto">
            <a:xfrm>
              <a:off x="1887" y="3920"/>
              <a:ext cx="136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hlink"/>
                  </a:solidFill>
                  <a:ea typeface="宋体" panose="02010600030101010101" pitchFamily="2" charset="-122"/>
                </a:rPr>
                <a:t>00</a:t>
              </a:r>
              <a:r>
                <a:rPr kumimoji="1" lang="en-US" altLang="zh-CN" sz="1800" b="1" dirty="0">
                  <a:solidFill>
                    <a:schemeClr val="tx1"/>
                  </a:solidFill>
                  <a:ea typeface="宋体" panose="02010600030101010101" pitchFamily="2" charset="-122"/>
                </a:rPr>
                <a:t>1</a:t>
              </a:r>
              <a:r>
                <a:rPr kumimoji="1" lang="en-US" altLang="zh-CN" sz="1800" b="1" dirty="0">
                  <a:solidFill>
                    <a:schemeClr val="hlink"/>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sp>
          <p:nvSpPr>
            <p:cNvPr id="70685" name="AutoShape 17">
              <a:extLst>
                <a:ext uri="{FF2B5EF4-FFF2-40B4-BE49-F238E27FC236}">
                  <a16:creationId xmlns:a16="http://schemas.microsoft.com/office/drawing/2014/main" id="{1FE3ADFA-6A28-E642-AB40-8ED75690EB7E}"/>
                </a:ext>
              </a:extLst>
            </p:cNvPr>
            <p:cNvSpPr>
              <a:spLocks noChangeArrowheads="1"/>
            </p:cNvSpPr>
            <p:nvPr/>
          </p:nvSpPr>
          <p:spPr bwMode="auto">
            <a:xfrm>
              <a:off x="1246" y="3460"/>
              <a:ext cx="2292" cy="484"/>
            </a:xfrm>
            <a:prstGeom prst="downArrow">
              <a:avLst>
                <a:gd name="adj1" fmla="val 50000"/>
                <a:gd name="adj2" fmla="val 25000"/>
              </a:avLst>
            </a:prstGeom>
            <a:noFill/>
            <a:ln w="9525">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重新计算校验位</a:t>
              </a:r>
            </a:p>
          </p:txBody>
        </p:sp>
      </p:grpSp>
      <p:grpSp>
        <p:nvGrpSpPr>
          <p:cNvPr id="5" name="Group 18">
            <a:extLst>
              <a:ext uri="{FF2B5EF4-FFF2-40B4-BE49-F238E27FC236}">
                <a16:creationId xmlns:a16="http://schemas.microsoft.com/office/drawing/2014/main" id="{1AC9C3EE-0635-3742-92E1-56D85C49C44C}"/>
              </a:ext>
            </a:extLst>
          </p:cNvPr>
          <p:cNvGrpSpPr>
            <a:grpSpLocks/>
          </p:cNvGrpSpPr>
          <p:nvPr/>
        </p:nvGrpSpPr>
        <p:grpSpPr bwMode="auto">
          <a:xfrm>
            <a:off x="1156651" y="1946674"/>
            <a:ext cx="1201978" cy="611982"/>
            <a:chOff x="624" y="1673"/>
            <a:chExt cx="986" cy="514"/>
          </a:xfrm>
        </p:grpSpPr>
        <p:sp>
          <p:nvSpPr>
            <p:cNvPr id="70682" name="Rectangle 19">
              <a:extLst>
                <a:ext uri="{FF2B5EF4-FFF2-40B4-BE49-F238E27FC236}">
                  <a16:creationId xmlns:a16="http://schemas.microsoft.com/office/drawing/2014/main" id="{E5FEB440-63F4-CE4A-8C00-6290F6C7281F}"/>
                </a:ext>
              </a:extLst>
            </p:cNvPr>
            <p:cNvSpPr>
              <a:spLocks noChangeArrowheads="1"/>
            </p:cNvSpPr>
            <p:nvPr/>
          </p:nvSpPr>
          <p:spPr bwMode="auto">
            <a:xfrm rot="461235">
              <a:off x="682" y="1673"/>
              <a:ext cx="906" cy="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假设第</a:t>
              </a:r>
              <a:r>
                <a:rPr lang="en-US" altLang="zh-CN" sz="1350" dirty="0">
                  <a:solidFill>
                    <a:schemeClr val="tx1"/>
                  </a:solidFill>
                  <a:latin typeface="微软雅黑" panose="020B0503020204020204" pitchFamily="34" charset="-122"/>
                  <a:ea typeface="宋体" panose="02010600030101010101" pitchFamily="2" charset="-122"/>
                </a:rPr>
                <a:t>11</a:t>
              </a:r>
              <a:r>
                <a:rPr lang="zh-CN" altLang="en-US" sz="1350" dirty="0">
                  <a:solidFill>
                    <a:schemeClr val="tx1"/>
                  </a:solidFill>
                  <a:latin typeface="微软雅黑" panose="020B0503020204020204" pitchFamily="34" charset="-122"/>
                  <a:ea typeface="宋体" panose="02010600030101010101" pitchFamily="2" charset="-122"/>
                </a:rPr>
                <a:t>个</a:t>
              </a:r>
            </a:p>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数据位出错</a:t>
              </a:r>
            </a:p>
          </p:txBody>
        </p:sp>
        <p:sp>
          <p:nvSpPr>
            <p:cNvPr id="70683" name="Line 20">
              <a:extLst>
                <a:ext uri="{FF2B5EF4-FFF2-40B4-BE49-F238E27FC236}">
                  <a16:creationId xmlns:a16="http://schemas.microsoft.com/office/drawing/2014/main" id="{03663566-0409-1F4F-A109-D4B156117191}"/>
                </a:ext>
              </a:extLst>
            </p:cNvPr>
            <p:cNvSpPr>
              <a:spLocks noChangeShapeType="1"/>
            </p:cNvSpPr>
            <p:nvPr/>
          </p:nvSpPr>
          <p:spPr bwMode="auto">
            <a:xfrm>
              <a:off x="624" y="1846"/>
              <a:ext cx="986" cy="133"/>
            </a:xfrm>
            <a:prstGeom prst="line">
              <a:avLst/>
            </a:prstGeom>
            <a:noFill/>
            <a:ln w="3175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 name="Group 29">
            <a:extLst>
              <a:ext uri="{FF2B5EF4-FFF2-40B4-BE49-F238E27FC236}">
                <a16:creationId xmlns:a16="http://schemas.microsoft.com/office/drawing/2014/main" id="{0E4A6C62-F97B-F543-9F57-782F936B3D20}"/>
              </a:ext>
            </a:extLst>
          </p:cNvPr>
          <p:cNvGrpSpPr>
            <a:grpSpLocks/>
          </p:cNvGrpSpPr>
          <p:nvPr/>
        </p:nvGrpSpPr>
        <p:grpSpPr bwMode="auto">
          <a:xfrm>
            <a:off x="2466974" y="2291955"/>
            <a:ext cx="6254375" cy="775097"/>
            <a:chOff x="1701" y="2190"/>
            <a:chExt cx="4940" cy="651"/>
          </a:xfrm>
        </p:grpSpPr>
        <p:sp>
          <p:nvSpPr>
            <p:cNvPr id="70676" name="Rectangle 22">
              <a:extLst>
                <a:ext uri="{FF2B5EF4-FFF2-40B4-BE49-F238E27FC236}">
                  <a16:creationId xmlns:a16="http://schemas.microsoft.com/office/drawing/2014/main" id="{6BF47CA4-CDD2-9242-AD9C-4CB29AA846F4}"/>
                </a:ext>
              </a:extLst>
            </p:cNvPr>
            <p:cNvSpPr>
              <a:spLocks noChangeArrowheads="1"/>
            </p:cNvSpPr>
            <p:nvPr/>
          </p:nvSpPr>
          <p:spPr bwMode="auto">
            <a:xfrm>
              <a:off x="3787" y="2190"/>
              <a:ext cx="2854" cy="543"/>
            </a:xfrm>
            <a:prstGeom prst="rect">
              <a:avLst/>
            </a:prstGeom>
            <a:noFill/>
            <a:ln w="1905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lang="zh-CN" altLang="en-US" sz="1800" dirty="0">
                  <a:solidFill>
                    <a:schemeClr val="tx1"/>
                  </a:solidFill>
                  <a:latin typeface="微软雅黑" panose="020B0503020204020204" pitchFamily="34" charset="-122"/>
                  <a:ea typeface="宋体" panose="02010600030101010101" pitchFamily="2" charset="-122"/>
                </a:rPr>
                <a:t>对比校验位</a:t>
              </a:r>
              <a:r>
                <a:rPr lang="en-US" altLang="zh-CN" sz="1800" dirty="0">
                  <a:solidFill>
                    <a:schemeClr val="tx1"/>
                  </a:solidFill>
                  <a:latin typeface="微软雅黑" panose="020B0503020204020204" pitchFamily="34" charset="-122"/>
                  <a:ea typeface="宋体" panose="02010600030101010101" pitchFamily="2" charset="-122"/>
                </a:rPr>
                <a:t>,</a:t>
              </a:r>
              <a:r>
                <a:rPr lang="zh-CN" altLang="en-US" sz="1800" dirty="0">
                  <a:solidFill>
                    <a:schemeClr val="tx1"/>
                  </a:solidFill>
                  <a:latin typeface="微软雅黑" panose="020B0503020204020204" pitchFamily="34" charset="-122"/>
                  <a:ea typeface="宋体" panose="02010600030101010101" pitchFamily="2" charset="-122"/>
                </a:rPr>
                <a:t>位置</a:t>
              </a:r>
              <a:r>
                <a:rPr lang="en-US" altLang="zh-CN" sz="1800" dirty="0">
                  <a:solidFill>
                    <a:schemeClr val="tx1"/>
                  </a:solidFill>
                  <a:latin typeface="微软雅黑" panose="020B0503020204020204" pitchFamily="34" charset="-122"/>
                  <a:ea typeface="宋体" panose="02010600030101010101" pitchFamily="2" charset="-122"/>
                </a:rPr>
                <a:t>1,2,8</a:t>
              </a:r>
              <a:r>
                <a:rPr lang="zh-CN" altLang="en-US" sz="1800" dirty="0">
                  <a:solidFill>
                    <a:schemeClr val="tx1"/>
                  </a:solidFill>
                  <a:latin typeface="微软雅黑" panose="020B0503020204020204" pitchFamily="34" charset="-122"/>
                  <a:ea typeface="宋体" panose="02010600030101010101" pitchFamily="2" charset="-122"/>
                </a:rPr>
                <a:t>处的校验位不同</a:t>
              </a:r>
              <a:r>
                <a:rPr lang="en-US" altLang="zh-CN" sz="1800" dirty="0">
                  <a:solidFill>
                    <a:schemeClr val="tx1"/>
                  </a:solidFill>
                  <a:latin typeface="微软雅黑" panose="020B0503020204020204" pitchFamily="34" charset="-122"/>
                  <a:ea typeface="宋体" panose="02010600030101010101" pitchFamily="2" charset="-122"/>
                </a:rPr>
                <a:t>,</a:t>
              </a:r>
              <a:r>
                <a:rPr lang="zh-CN" altLang="en-US" sz="1800" dirty="0">
                  <a:solidFill>
                    <a:schemeClr val="tx1"/>
                  </a:solidFill>
                  <a:latin typeface="微软雅黑" panose="020B0503020204020204" pitchFamily="34" charset="-122"/>
                  <a:ea typeface="宋体" panose="02010600030101010101" pitchFamily="2" charset="-122"/>
                </a:rPr>
                <a:t>由于</a:t>
              </a:r>
              <a:r>
                <a:rPr lang="en-US" altLang="zh-CN" sz="1800" dirty="0">
                  <a:solidFill>
                    <a:schemeClr val="tx1"/>
                  </a:solidFill>
                  <a:latin typeface="微软雅黑" panose="020B0503020204020204" pitchFamily="34" charset="-122"/>
                  <a:ea typeface="宋体" panose="02010600030101010101" pitchFamily="2" charset="-122"/>
                </a:rPr>
                <a:t> 1+2+8=11,</a:t>
              </a:r>
              <a:r>
                <a:rPr lang="zh-CN" altLang="en-US" sz="1800" dirty="0">
                  <a:solidFill>
                    <a:schemeClr val="tx1"/>
                  </a:solidFill>
                  <a:latin typeface="微软雅黑" panose="020B0503020204020204" pitchFamily="34" charset="-122"/>
                  <a:ea typeface="宋体" panose="02010600030101010101" pitchFamily="2" charset="-122"/>
                </a:rPr>
                <a:t>第</a:t>
              </a:r>
              <a:r>
                <a:rPr lang="en-US" altLang="zh-CN" sz="1800" dirty="0">
                  <a:solidFill>
                    <a:schemeClr val="tx1"/>
                  </a:solidFill>
                  <a:latin typeface="微软雅黑" panose="020B0503020204020204" pitchFamily="34" charset="-122"/>
                  <a:ea typeface="宋体" panose="02010600030101010101" pitchFamily="2" charset="-122"/>
                </a:rPr>
                <a:t>11</a:t>
              </a:r>
              <a:r>
                <a:rPr lang="zh-CN" altLang="en-US" sz="1800" dirty="0">
                  <a:solidFill>
                    <a:schemeClr val="tx1"/>
                  </a:solidFill>
                  <a:latin typeface="微软雅黑" panose="020B0503020204020204" pitchFamily="34" charset="-122"/>
                  <a:ea typeface="宋体" panose="02010600030101010101" pitchFamily="2" charset="-122"/>
                </a:rPr>
                <a:t>位错</a:t>
              </a:r>
              <a:endParaRPr kumimoji="1" lang="zh-CN" altLang="en-US" sz="1800" dirty="0">
                <a:solidFill>
                  <a:schemeClr val="tx1"/>
                </a:solidFill>
                <a:latin typeface="微软雅黑" panose="020B0503020204020204" pitchFamily="34" charset="-122"/>
                <a:ea typeface="宋体" panose="02010600030101010101" pitchFamily="2" charset="-122"/>
              </a:endParaRPr>
            </a:p>
          </p:txBody>
        </p:sp>
        <p:sp>
          <p:nvSpPr>
            <p:cNvPr id="70677" name="AutoShape 23">
              <a:extLst>
                <a:ext uri="{FF2B5EF4-FFF2-40B4-BE49-F238E27FC236}">
                  <a16:creationId xmlns:a16="http://schemas.microsoft.com/office/drawing/2014/main" id="{A2152956-C421-3E4A-A6AD-D8C2E6A83E6E}"/>
                </a:ext>
              </a:extLst>
            </p:cNvPr>
            <p:cNvSpPr>
              <a:spLocks noChangeArrowheads="1"/>
            </p:cNvSpPr>
            <p:nvPr/>
          </p:nvSpPr>
          <p:spPr bwMode="auto">
            <a:xfrm rot="-1302080">
              <a:off x="2847" y="2643"/>
              <a:ext cx="947" cy="102"/>
            </a:xfrm>
            <a:prstGeom prst="rightArrow">
              <a:avLst>
                <a:gd name="adj1" fmla="val 50000"/>
                <a:gd name="adj2" fmla="val 232108"/>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70678" name="AutoShape 24">
              <a:extLst>
                <a:ext uri="{FF2B5EF4-FFF2-40B4-BE49-F238E27FC236}">
                  <a16:creationId xmlns:a16="http://schemas.microsoft.com/office/drawing/2014/main" id="{0863E799-DDD2-9E44-8554-DCF45BE8EC23}"/>
                </a:ext>
              </a:extLst>
            </p:cNvPr>
            <p:cNvSpPr>
              <a:spLocks noChangeArrowheads="1"/>
            </p:cNvSpPr>
            <p:nvPr/>
          </p:nvSpPr>
          <p:spPr bwMode="auto">
            <a:xfrm rot="1202984">
              <a:off x="2835" y="2280"/>
              <a:ext cx="947" cy="102"/>
            </a:xfrm>
            <a:prstGeom prst="rightArrow">
              <a:avLst>
                <a:gd name="adj1" fmla="val 50000"/>
                <a:gd name="adj2" fmla="val 232108"/>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70679" name="Line 25">
              <a:extLst>
                <a:ext uri="{FF2B5EF4-FFF2-40B4-BE49-F238E27FC236}">
                  <a16:creationId xmlns:a16="http://schemas.microsoft.com/office/drawing/2014/main" id="{3ACD4260-448F-0645-B9C7-C3D24F10D369}"/>
                </a:ext>
              </a:extLst>
            </p:cNvPr>
            <p:cNvSpPr>
              <a:spLocks noChangeShapeType="1"/>
            </p:cNvSpPr>
            <p:nvPr/>
          </p:nvSpPr>
          <p:spPr bwMode="auto">
            <a:xfrm>
              <a:off x="1701" y="2296"/>
              <a:ext cx="0" cy="545"/>
            </a:xfrm>
            <a:prstGeom prst="line">
              <a:avLst/>
            </a:prstGeom>
            <a:noFill/>
            <a:ln w="19050">
              <a:solidFill>
                <a:schemeClr val="tx1"/>
              </a:solidFill>
              <a:prstDash val="dash"/>
              <a:round/>
              <a:headEnd type="arrow" w="med" len="me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70680" name="Line 26">
              <a:extLst>
                <a:ext uri="{FF2B5EF4-FFF2-40B4-BE49-F238E27FC236}">
                  <a16:creationId xmlns:a16="http://schemas.microsoft.com/office/drawing/2014/main" id="{19EFE494-ED32-4D4F-8F37-CF0EEBD80A81}"/>
                </a:ext>
              </a:extLst>
            </p:cNvPr>
            <p:cNvSpPr>
              <a:spLocks noChangeShapeType="1"/>
            </p:cNvSpPr>
            <p:nvPr/>
          </p:nvSpPr>
          <p:spPr bwMode="auto">
            <a:xfrm>
              <a:off x="1813" y="2296"/>
              <a:ext cx="0" cy="545"/>
            </a:xfrm>
            <a:prstGeom prst="line">
              <a:avLst/>
            </a:prstGeom>
            <a:noFill/>
            <a:ln w="19050">
              <a:solidFill>
                <a:schemeClr val="tx1"/>
              </a:solidFill>
              <a:prstDash val="dash"/>
              <a:round/>
              <a:headEnd type="arrow" w="med" len="me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70681" name="Line 28">
              <a:extLst>
                <a:ext uri="{FF2B5EF4-FFF2-40B4-BE49-F238E27FC236}">
                  <a16:creationId xmlns:a16="http://schemas.microsoft.com/office/drawing/2014/main" id="{9B5E80E5-32A2-5644-A5FB-0BFD57F52705}"/>
                </a:ext>
              </a:extLst>
            </p:cNvPr>
            <p:cNvSpPr>
              <a:spLocks noChangeShapeType="1"/>
            </p:cNvSpPr>
            <p:nvPr/>
          </p:nvSpPr>
          <p:spPr bwMode="auto">
            <a:xfrm>
              <a:off x="2354" y="2296"/>
              <a:ext cx="0" cy="545"/>
            </a:xfrm>
            <a:prstGeom prst="line">
              <a:avLst/>
            </a:prstGeom>
            <a:noFill/>
            <a:ln w="19050">
              <a:solidFill>
                <a:schemeClr val="tx1"/>
              </a:solidFill>
              <a:prstDash val="dash"/>
              <a:round/>
              <a:headEnd type="arrow" w="med" len="med"/>
              <a:tailEnd type="arrow"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0671" name="Rectangle 27">
            <a:extLst>
              <a:ext uri="{FF2B5EF4-FFF2-40B4-BE49-F238E27FC236}">
                <a16:creationId xmlns:a16="http://schemas.microsoft.com/office/drawing/2014/main" id="{A3995DAC-C108-BD4C-B984-7F8EC650122F}"/>
              </a:ext>
            </a:extLst>
          </p:cNvPr>
          <p:cNvSpPr>
            <a:spLocks noChangeArrowheads="1"/>
          </p:cNvSpPr>
          <p:nvPr/>
        </p:nvSpPr>
        <p:spPr bwMode="auto">
          <a:xfrm>
            <a:off x="5778308" y="483117"/>
            <a:ext cx="2213372" cy="917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7859" tIns="33335" rIns="67859" bIns="33335"/>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1350" dirty="0">
                <a:solidFill>
                  <a:schemeClr val="hlink"/>
                </a:solidFill>
                <a:latin typeface="Tahoma" panose="020B0604030504040204" pitchFamily="34" charset="0"/>
                <a:ea typeface="宋体" panose="02010600030101010101" pitchFamily="2" charset="-122"/>
              </a:rPr>
              <a:t>1</a:t>
            </a:r>
            <a:r>
              <a:rPr lang="en-US" altLang="zh-CN" sz="1350" dirty="0">
                <a:solidFill>
                  <a:schemeClr val="tx2"/>
                </a:solidFill>
                <a:latin typeface="Tahoma" panose="020B0604030504040204" pitchFamily="34" charset="0"/>
                <a:ea typeface="宋体" panose="02010600030101010101" pitchFamily="2" charset="-122"/>
              </a:rPr>
              <a:t> </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3</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5</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7</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9</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hlink"/>
                </a:solidFill>
                <a:latin typeface="Tahoma" panose="020B0604030504040204" pitchFamily="34" charset="0"/>
                <a:ea typeface="宋体" panose="02010600030101010101" pitchFamily="2" charset="-122"/>
                <a:sym typeface="Symbol" pitchFamily="2" charset="2"/>
              </a:rPr>
              <a:t>11</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dirty="0">
                <a:solidFill>
                  <a:schemeClr val="hlink"/>
                </a:solidFill>
                <a:latin typeface="Tahoma" panose="020B0604030504040204" pitchFamily="34" charset="0"/>
                <a:ea typeface="宋体" panose="02010600030101010101" pitchFamily="2" charset="-122"/>
                <a:sym typeface="Symbol" pitchFamily="2" charset="2"/>
              </a:rPr>
              <a:t>2</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 </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3</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6</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7</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10</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hlink"/>
                </a:solidFill>
                <a:latin typeface="Tahoma" panose="020B0604030504040204" pitchFamily="34" charset="0"/>
                <a:ea typeface="宋体" panose="02010600030101010101" pitchFamily="2" charset="-122"/>
                <a:sym typeface="Symbol" pitchFamily="2" charset="2"/>
              </a:rPr>
              <a:t>11</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sym typeface="Symbol" pitchFamily="2" charset="2"/>
              </a:rPr>
              <a:t>4 </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5</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6</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7</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dirty="0">
                <a:solidFill>
                  <a:schemeClr val="hlink"/>
                </a:solidFill>
                <a:latin typeface="Tahoma" panose="020B0604030504040204" pitchFamily="34" charset="0"/>
                <a:ea typeface="宋体" panose="02010600030101010101" pitchFamily="2" charset="-122"/>
                <a:sym typeface="Symbol" pitchFamily="2" charset="2"/>
              </a:rPr>
              <a:t>8</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 </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9</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10</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hlink"/>
                </a:solidFill>
                <a:latin typeface="Tahoma" panose="020B0604030504040204" pitchFamily="34" charset="0"/>
                <a:ea typeface="宋体" panose="02010600030101010101" pitchFamily="2" charset="-122"/>
                <a:sym typeface="Symbol" pitchFamily="2" charset="2"/>
              </a:rPr>
              <a:t>11</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rPr>
              <a:t>3=1+2</a:t>
            </a:r>
            <a:r>
              <a:rPr lang="zh-CN" altLang="en-US" sz="1350" dirty="0">
                <a:solidFill>
                  <a:schemeClr val="tx2"/>
                </a:solidFill>
                <a:latin typeface="Tahoma" panose="020B0604030504040204" pitchFamily="34" charset="0"/>
                <a:ea typeface="宋体" panose="02010600030101010101" pitchFamily="2" charset="-122"/>
              </a:rPr>
              <a:t>，</a:t>
            </a:r>
            <a:r>
              <a:rPr lang="en-US" altLang="zh-CN" sz="1350" dirty="0">
                <a:solidFill>
                  <a:schemeClr val="tx2"/>
                </a:solidFill>
                <a:latin typeface="Tahoma" panose="020B0604030504040204" pitchFamily="34" charset="0"/>
                <a:ea typeface="宋体" panose="02010600030101010101" pitchFamily="2" charset="-122"/>
              </a:rPr>
              <a:t>5=1+4</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rPr>
              <a:t>6=2+4</a:t>
            </a:r>
            <a:r>
              <a:rPr lang="zh-CN" altLang="en-US" sz="1350" dirty="0">
                <a:solidFill>
                  <a:schemeClr val="tx2"/>
                </a:solidFill>
                <a:latin typeface="Tahoma" panose="020B0604030504040204" pitchFamily="34" charset="0"/>
                <a:ea typeface="宋体" panose="02010600030101010101" pitchFamily="2" charset="-122"/>
              </a:rPr>
              <a:t>，</a:t>
            </a:r>
            <a:r>
              <a:rPr lang="en-US" altLang="zh-CN" sz="1350" dirty="0">
                <a:solidFill>
                  <a:schemeClr val="tx2"/>
                </a:solidFill>
                <a:latin typeface="Tahoma" panose="020B0604030504040204" pitchFamily="34" charset="0"/>
                <a:ea typeface="宋体" panose="02010600030101010101" pitchFamily="2" charset="-122"/>
              </a:rPr>
              <a:t>7=1+2+4</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rPr>
              <a:t>9=1+8</a:t>
            </a:r>
            <a:r>
              <a:rPr lang="zh-CN" altLang="en-US" sz="1350" dirty="0">
                <a:solidFill>
                  <a:schemeClr val="tx2"/>
                </a:solidFill>
                <a:latin typeface="Tahoma" panose="020B0604030504040204" pitchFamily="34" charset="0"/>
                <a:ea typeface="宋体" panose="02010600030101010101" pitchFamily="2" charset="-122"/>
              </a:rPr>
              <a:t>，</a:t>
            </a:r>
            <a:r>
              <a:rPr lang="en-US" altLang="zh-CN" sz="1350" dirty="0">
                <a:solidFill>
                  <a:schemeClr val="tx2"/>
                </a:solidFill>
                <a:latin typeface="Tahoma" panose="020B0604030504040204" pitchFamily="34" charset="0"/>
                <a:ea typeface="宋体" panose="02010600030101010101" pitchFamily="2" charset="-122"/>
              </a:rPr>
              <a:t>10=2+8</a:t>
            </a:r>
          </a:p>
          <a:p>
            <a:pPr eaLnBrk="1" hangingPunct="1">
              <a:spcBef>
                <a:spcPct val="0"/>
              </a:spcBef>
              <a:buClrTx/>
              <a:buSzTx/>
              <a:buFontTx/>
              <a:buNone/>
            </a:pPr>
            <a:r>
              <a:rPr lang="en-US" altLang="zh-CN" sz="1350" dirty="0">
                <a:solidFill>
                  <a:schemeClr val="hlink"/>
                </a:solidFill>
                <a:latin typeface="Tahoma" panose="020B0604030504040204" pitchFamily="34" charset="0"/>
                <a:ea typeface="宋体" panose="02010600030101010101" pitchFamily="2" charset="-122"/>
              </a:rPr>
              <a:t>11=1+2+8</a:t>
            </a:r>
          </a:p>
        </p:txBody>
      </p:sp>
      <p:sp>
        <p:nvSpPr>
          <p:cNvPr id="70672" name="Text Box 30">
            <a:extLst>
              <a:ext uri="{FF2B5EF4-FFF2-40B4-BE49-F238E27FC236}">
                <a16:creationId xmlns:a16="http://schemas.microsoft.com/office/drawing/2014/main" id="{143DC947-CF88-E24B-B236-FB27EEE9FE09}"/>
              </a:ext>
            </a:extLst>
          </p:cNvPr>
          <p:cNvSpPr txBox="1">
            <a:spLocks noChangeArrowheads="1"/>
          </p:cNvSpPr>
          <p:nvPr/>
        </p:nvSpPr>
        <p:spPr bwMode="auto">
          <a:xfrm>
            <a:off x="5643292" y="3093442"/>
            <a:ext cx="3078058" cy="181588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600" dirty="0">
                <a:solidFill>
                  <a:schemeClr val="tx1"/>
                </a:solidFill>
                <a:latin typeface="微软雅黑" panose="020B0503020204020204" pitchFamily="34" charset="-122"/>
                <a:ea typeface="宋体" panose="02010600030101010101" pitchFamily="2" charset="-122"/>
              </a:rPr>
              <a:t>事实上，由于第</a:t>
            </a:r>
            <a:r>
              <a:rPr lang="en-US" altLang="zh-CN" sz="1600" dirty="0">
                <a:solidFill>
                  <a:schemeClr val="tx1"/>
                </a:solidFill>
                <a:latin typeface="微软雅黑" panose="020B0503020204020204" pitchFamily="34" charset="-122"/>
                <a:ea typeface="宋体" panose="02010600030101010101" pitchFamily="2" charset="-122"/>
              </a:rPr>
              <a:t>11</a:t>
            </a:r>
            <a:r>
              <a:rPr lang="zh-CN" altLang="en-US" sz="1600" dirty="0">
                <a:solidFill>
                  <a:schemeClr val="tx1"/>
                </a:solidFill>
                <a:latin typeface="微软雅黑" panose="020B0503020204020204" pitchFamily="34" charset="-122"/>
                <a:ea typeface="宋体" panose="02010600030101010101" pitchFamily="2" charset="-122"/>
              </a:rPr>
              <a:t>位对</a:t>
            </a:r>
            <a:r>
              <a:rPr lang="en-US" altLang="zh-CN" sz="1600" dirty="0">
                <a:solidFill>
                  <a:schemeClr val="tx1"/>
                </a:solidFill>
                <a:latin typeface="微软雅黑" panose="020B0503020204020204" pitchFamily="34" charset="-122"/>
                <a:ea typeface="宋体" panose="02010600030101010101" pitchFamily="2" charset="-122"/>
              </a:rPr>
              <a:t>1</a:t>
            </a:r>
            <a:r>
              <a:rPr lang="zh-CN" altLang="en-US" sz="1600" dirty="0">
                <a:solidFill>
                  <a:schemeClr val="tx1"/>
                </a:solidFill>
                <a:latin typeface="微软雅黑" panose="020B0503020204020204" pitchFamily="34" charset="-122"/>
                <a:ea typeface="宋体" panose="02010600030101010101" pitchFamily="2" charset="-122"/>
              </a:rPr>
              <a:t>、</a:t>
            </a:r>
            <a:r>
              <a:rPr lang="en-US" altLang="zh-CN" sz="1600" dirty="0">
                <a:solidFill>
                  <a:schemeClr val="tx1"/>
                </a:solidFill>
                <a:latin typeface="微软雅黑" panose="020B0503020204020204" pitchFamily="34" charset="-122"/>
                <a:ea typeface="宋体" panose="02010600030101010101" pitchFamily="2" charset="-122"/>
              </a:rPr>
              <a:t>2</a:t>
            </a:r>
            <a:r>
              <a:rPr lang="zh-CN" altLang="en-US" sz="1600" dirty="0">
                <a:solidFill>
                  <a:schemeClr val="tx1"/>
                </a:solidFill>
                <a:latin typeface="微软雅黑" panose="020B0503020204020204" pitchFamily="34" charset="-122"/>
                <a:ea typeface="宋体" panose="02010600030101010101" pitchFamily="2" charset="-122"/>
              </a:rPr>
              <a:t>、</a:t>
            </a:r>
            <a:r>
              <a:rPr lang="en-US" altLang="zh-CN" sz="1600" dirty="0">
                <a:solidFill>
                  <a:schemeClr val="tx1"/>
                </a:solidFill>
                <a:latin typeface="微软雅黑" panose="020B0503020204020204" pitchFamily="34" charset="-122"/>
                <a:ea typeface="宋体" panose="02010600030101010101" pitchFamily="2" charset="-122"/>
              </a:rPr>
              <a:t>8</a:t>
            </a:r>
            <a:r>
              <a:rPr lang="zh-CN" altLang="en-US" sz="1600" dirty="0">
                <a:solidFill>
                  <a:schemeClr val="tx1"/>
                </a:solidFill>
                <a:latin typeface="微软雅黑" panose="020B0503020204020204" pitchFamily="34" charset="-122"/>
                <a:ea typeface="宋体" panose="02010600030101010101" pitchFamily="2" charset="-122"/>
              </a:rPr>
              <a:t>会产生影响，而与这</a:t>
            </a:r>
            <a:r>
              <a:rPr lang="en-US" altLang="zh-CN" sz="1600" dirty="0">
                <a:solidFill>
                  <a:schemeClr val="tx1"/>
                </a:solidFill>
                <a:latin typeface="微软雅黑" panose="020B0503020204020204" pitchFamily="34" charset="-122"/>
                <a:ea typeface="宋体" panose="02010600030101010101" pitchFamily="2" charset="-122"/>
              </a:rPr>
              <a:t>3</a:t>
            </a:r>
            <a:r>
              <a:rPr lang="zh-CN" altLang="en-US" sz="1600" dirty="0">
                <a:solidFill>
                  <a:schemeClr val="tx1"/>
                </a:solidFill>
                <a:latin typeface="微软雅黑" panose="020B0503020204020204" pitchFamily="34" charset="-122"/>
                <a:ea typeface="宋体" panose="02010600030101010101" pitchFamily="2" charset="-122"/>
              </a:rPr>
              <a:t>个校验位相关的其他正确传输的数据位都不会对这</a:t>
            </a:r>
            <a:r>
              <a:rPr lang="en-US" altLang="zh-CN" sz="1600" dirty="0">
                <a:solidFill>
                  <a:schemeClr val="tx1"/>
                </a:solidFill>
                <a:latin typeface="微软雅黑" panose="020B0503020204020204" pitchFamily="34" charset="-122"/>
                <a:ea typeface="宋体" panose="02010600030101010101" pitchFamily="2" charset="-122"/>
              </a:rPr>
              <a:t>3</a:t>
            </a:r>
            <a:r>
              <a:rPr lang="zh-CN" altLang="en-US" sz="1600" dirty="0">
                <a:solidFill>
                  <a:schemeClr val="tx1"/>
                </a:solidFill>
                <a:latin typeface="微软雅黑" panose="020B0503020204020204" pitchFamily="34" charset="-122"/>
                <a:ea typeface="宋体" panose="02010600030101010101" pitchFamily="2" charset="-122"/>
              </a:rPr>
              <a:t>个校验位产生影响，故这几位的值只是会因为第</a:t>
            </a:r>
            <a:r>
              <a:rPr lang="en-US" altLang="zh-CN" sz="1600" dirty="0">
                <a:solidFill>
                  <a:schemeClr val="tx1"/>
                </a:solidFill>
                <a:latin typeface="微软雅黑" panose="020B0503020204020204" pitchFamily="34" charset="-122"/>
                <a:ea typeface="宋体" panose="02010600030101010101" pitchFamily="2" charset="-122"/>
              </a:rPr>
              <a:t>11</a:t>
            </a:r>
            <a:r>
              <a:rPr lang="zh-CN" altLang="en-US" sz="1600" dirty="0">
                <a:solidFill>
                  <a:schemeClr val="tx1"/>
                </a:solidFill>
                <a:latin typeface="微软雅黑" panose="020B0503020204020204" pitchFamily="34" charset="-122"/>
                <a:ea typeface="宋体" panose="02010600030101010101" pitchFamily="2" charset="-122"/>
              </a:rPr>
              <a:t>位的错误而导致偶校验值变反。 由此可知第</a:t>
            </a:r>
            <a:r>
              <a:rPr lang="en-US" altLang="zh-CN" sz="1600" dirty="0">
                <a:solidFill>
                  <a:schemeClr val="tx1"/>
                </a:solidFill>
                <a:latin typeface="微软雅黑" panose="020B0503020204020204" pitchFamily="34" charset="-122"/>
                <a:ea typeface="宋体" panose="02010600030101010101" pitchFamily="2" charset="-122"/>
              </a:rPr>
              <a:t>11</a:t>
            </a:r>
            <a:r>
              <a:rPr lang="zh-CN" altLang="en-US" sz="1600" dirty="0">
                <a:solidFill>
                  <a:schemeClr val="tx1"/>
                </a:solidFill>
                <a:latin typeface="微软雅黑" panose="020B0503020204020204" pitchFamily="34" charset="-122"/>
                <a:ea typeface="宋体" panose="02010600030101010101" pitchFamily="2" charset="-122"/>
              </a:rPr>
              <a:t>位出错。</a:t>
            </a:r>
          </a:p>
        </p:txBody>
      </p:sp>
    </p:spTree>
    <p:extLst>
      <p:ext uri="{BB962C8B-B14F-4D97-AF65-F5344CB8AC3E}">
        <p14:creationId xmlns:p14="http://schemas.microsoft.com/office/powerpoint/2010/main" val="10500891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63587"/>
                                        </p:tgtEl>
                                        <p:attrNameLst>
                                          <p:attrName>style.visibility</p:attrName>
                                        </p:attrNameLst>
                                      </p:cBhvr>
                                      <p:to>
                                        <p:strVal val="visible"/>
                                      </p:to>
                                    </p:set>
                                    <p:animEffect transition="in" filter="blinds(horizontal)">
                                      <p:cBhvr>
                                        <p:cTn id="7" dur="500"/>
                                        <p:tgtEl>
                                          <p:spTgt spid="9635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40" presetClass="entr" presetSubtype="0" fill="hold" grpId="0" nodeType="clickEffect">
                                  <p:stCondLst>
                                    <p:cond delay="0"/>
                                  </p:stCondLst>
                                  <p:iterate type="lt">
                                    <p:tmPct val="10000"/>
                                  </p:iterate>
                                  <p:childTnLst>
                                    <p:set>
                                      <p:cBhvr>
                                        <p:cTn id="17" dur="1" fill="hold">
                                          <p:stCondLst>
                                            <p:cond delay="0"/>
                                          </p:stCondLst>
                                        </p:cTn>
                                        <p:tgtEl>
                                          <p:spTgt spid="963588"/>
                                        </p:tgtEl>
                                        <p:attrNameLst>
                                          <p:attrName>style.visibility</p:attrName>
                                        </p:attrNameLst>
                                      </p:cBhvr>
                                      <p:to>
                                        <p:strVal val="visible"/>
                                      </p:to>
                                    </p:set>
                                    <p:animEffect transition="in" filter="fade">
                                      <p:cBhvr>
                                        <p:cTn id="18" dur="1000"/>
                                        <p:tgtEl>
                                          <p:spTgt spid="963588"/>
                                        </p:tgtEl>
                                      </p:cBhvr>
                                    </p:animEffect>
                                    <p:anim calcmode="lin" valueType="num">
                                      <p:cBhvr>
                                        <p:cTn id="19" dur="1000" fill="hold"/>
                                        <p:tgtEl>
                                          <p:spTgt spid="963588"/>
                                        </p:tgtEl>
                                        <p:attrNameLst>
                                          <p:attrName>ppt_x</p:attrName>
                                        </p:attrNameLst>
                                      </p:cBhvr>
                                      <p:tavLst>
                                        <p:tav tm="0">
                                          <p:val>
                                            <p:strVal val="#ppt_x-.1"/>
                                          </p:val>
                                        </p:tav>
                                        <p:tav tm="100000">
                                          <p:val>
                                            <p:strVal val="#ppt_x"/>
                                          </p:val>
                                        </p:tav>
                                      </p:tavLst>
                                    </p:anim>
                                    <p:anim calcmode="lin" valueType="num">
                                      <p:cBhvr>
                                        <p:cTn id="20" dur="1000" fill="hold"/>
                                        <p:tgtEl>
                                          <p:spTgt spid="963588"/>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40" presetClass="entr" presetSubtype="0" fill="hold" grpId="0" nodeType="clickEffect">
                                  <p:stCondLst>
                                    <p:cond delay="0"/>
                                  </p:stCondLst>
                                  <p:iterate type="lt">
                                    <p:tmPct val="10000"/>
                                  </p:iterate>
                                  <p:childTnLst>
                                    <p:set>
                                      <p:cBhvr>
                                        <p:cTn id="30" dur="1" fill="hold">
                                          <p:stCondLst>
                                            <p:cond delay="0"/>
                                          </p:stCondLst>
                                        </p:cTn>
                                        <p:tgtEl>
                                          <p:spTgt spid="963589"/>
                                        </p:tgtEl>
                                        <p:attrNameLst>
                                          <p:attrName>style.visibility</p:attrName>
                                        </p:attrNameLst>
                                      </p:cBhvr>
                                      <p:to>
                                        <p:strVal val="visible"/>
                                      </p:to>
                                    </p:set>
                                    <p:animEffect transition="in" filter="fade">
                                      <p:cBhvr>
                                        <p:cTn id="31" dur="1000"/>
                                        <p:tgtEl>
                                          <p:spTgt spid="963589"/>
                                        </p:tgtEl>
                                      </p:cBhvr>
                                    </p:animEffect>
                                    <p:anim calcmode="lin" valueType="num">
                                      <p:cBhvr>
                                        <p:cTn id="32" dur="1000" fill="hold"/>
                                        <p:tgtEl>
                                          <p:spTgt spid="963589"/>
                                        </p:tgtEl>
                                        <p:attrNameLst>
                                          <p:attrName>ppt_x</p:attrName>
                                        </p:attrNameLst>
                                      </p:cBhvr>
                                      <p:tavLst>
                                        <p:tav tm="0">
                                          <p:val>
                                            <p:strVal val="#ppt_x-.1"/>
                                          </p:val>
                                        </p:tav>
                                        <p:tav tm="100000">
                                          <p:val>
                                            <p:strVal val="#ppt_x"/>
                                          </p:val>
                                        </p:tav>
                                      </p:tavLst>
                                    </p:anim>
                                    <p:anim calcmode="lin" valueType="num">
                                      <p:cBhvr>
                                        <p:cTn id="33" dur="1000" fill="hold"/>
                                        <p:tgtEl>
                                          <p:spTgt spid="963589"/>
                                        </p:tgtEl>
                                        <p:attrNameLst>
                                          <p:attrName>ppt_y</p:attrName>
                                        </p:attrNameLst>
                                      </p:cBhvr>
                                      <p:tavLst>
                                        <p:tav tm="0">
                                          <p:val>
                                            <p:strVal val="#ppt_y"/>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5" presetClass="entr" presetSubtype="10" fill="hold" grpId="0" nodeType="clickEffect">
                                  <p:stCondLst>
                                    <p:cond delay="0"/>
                                  </p:stCondLst>
                                  <p:childTnLst>
                                    <p:set>
                                      <p:cBhvr>
                                        <p:cTn id="37" dur="1" fill="hold">
                                          <p:stCondLst>
                                            <p:cond delay="0"/>
                                          </p:stCondLst>
                                        </p:cTn>
                                        <p:tgtEl>
                                          <p:spTgt spid="963594"/>
                                        </p:tgtEl>
                                        <p:attrNameLst>
                                          <p:attrName>style.visibility</p:attrName>
                                        </p:attrNameLst>
                                      </p:cBhvr>
                                      <p:to>
                                        <p:strVal val="visible"/>
                                      </p:to>
                                    </p:set>
                                    <p:animEffect transition="in" filter="checkerboard(across)">
                                      <p:cBhvr>
                                        <p:cTn id="38" dur="500"/>
                                        <p:tgtEl>
                                          <p:spTgt spid="963594"/>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40" presetClass="entr" presetSubtype="0" fill="hold" grpId="0" nodeType="clickEffect">
                                  <p:stCondLst>
                                    <p:cond delay="0"/>
                                  </p:stCondLst>
                                  <p:iterate type="lt">
                                    <p:tmPct val="10000"/>
                                  </p:iterate>
                                  <p:childTnLst>
                                    <p:set>
                                      <p:cBhvr>
                                        <p:cTn id="42" dur="1" fill="hold">
                                          <p:stCondLst>
                                            <p:cond delay="0"/>
                                          </p:stCondLst>
                                        </p:cTn>
                                        <p:tgtEl>
                                          <p:spTgt spid="963593"/>
                                        </p:tgtEl>
                                        <p:attrNameLst>
                                          <p:attrName>style.visibility</p:attrName>
                                        </p:attrNameLst>
                                      </p:cBhvr>
                                      <p:to>
                                        <p:strVal val="visible"/>
                                      </p:to>
                                    </p:set>
                                    <p:animEffect transition="in" filter="fade">
                                      <p:cBhvr>
                                        <p:cTn id="43" dur="1000"/>
                                        <p:tgtEl>
                                          <p:spTgt spid="963593"/>
                                        </p:tgtEl>
                                      </p:cBhvr>
                                    </p:animEffect>
                                    <p:anim calcmode="lin" valueType="num">
                                      <p:cBhvr>
                                        <p:cTn id="44" dur="1000" fill="hold"/>
                                        <p:tgtEl>
                                          <p:spTgt spid="963593"/>
                                        </p:tgtEl>
                                        <p:attrNameLst>
                                          <p:attrName>ppt_x</p:attrName>
                                        </p:attrNameLst>
                                      </p:cBhvr>
                                      <p:tavLst>
                                        <p:tav tm="0">
                                          <p:val>
                                            <p:strVal val="#ppt_x-.1"/>
                                          </p:val>
                                        </p:tav>
                                        <p:tav tm="100000">
                                          <p:val>
                                            <p:strVal val="#ppt_x"/>
                                          </p:val>
                                        </p:tav>
                                      </p:tavLst>
                                    </p:anim>
                                    <p:anim calcmode="lin" valueType="num">
                                      <p:cBhvr>
                                        <p:cTn id="45" dur="1000" fill="hold"/>
                                        <p:tgtEl>
                                          <p:spTgt spid="963593"/>
                                        </p:tgtEl>
                                        <p:attrNameLst>
                                          <p:attrName>ppt_y</p:attrName>
                                        </p:attrNameLst>
                                      </p:cBhvr>
                                      <p:tavLst>
                                        <p:tav tm="0">
                                          <p:val>
                                            <p:strVal val="#ppt_y"/>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30" presetClass="entr" presetSubtype="0" fill="hold" nodeType="clickEffect">
                                  <p:stCondLst>
                                    <p:cond delay="0"/>
                                  </p:stCondLst>
                                  <p:childTnLst>
                                    <p:set>
                                      <p:cBhvr>
                                        <p:cTn id="49" dur="1" fill="hold">
                                          <p:stCondLst>
                                            <p:cond delay="0"/>
                                          </p:stCondLst>
                                        </p:cTn>
                                        <p:tgtEl>
                                          <p:spTgt spid="6"/>
                                        </p:tgtEl>
                                        <p:attrNameLst>
                                          <p:attrName>style.visibility</p:attrName>
                                        </p:attrNameLst>
                                      </p:cBhvr>
                                      <p:to>
                                        <p:strVal val="visible"/>
                                      </p:to>
                                    </p:set>
                                    <p:animEffect transition="in" filter="fade">
                                      <p:cBhvr>
                                        <p:cTn id="50" dur="800" decel="100000"/>
                                        <p:tgtEl>
                                          <p:spTgt spid="6"/>
                                        </p:tgtEl>
                                      </p:cBhvr>
                                    </p:animEffect>
                                    <p:anim calcmode="lin" valueType="num">
                                      <p:cBhvr>
                                        <p:cTn id="51" dur="800" decel="100000" fill="hold"/>
                                        <p:tgtEl>
                                          <p:spTgt spid="6"/>
                                        </p:tgtEl>
                                        <p:attrNameLst>
                                          <p:attrName>style.rotation</p:attrName>
                                        </p:attrNameLst>
                                      </p:cBhvr>
                                      <p:tavLst>
                                        <p:tav tm="0">
                                          <p:val>
                                            <p:fltVal val="-90"/>
                                          </p:val>
                                        </p:tav>
                                        <p:tav tm="100000">
                                          <p:val>
                                            <p:fltVal val="0"/>
                                          </p:val>
                                        </p:tav>
                                      </p:tavLst>
                                    </p:anim>
                                    <p:anim calcmode="lin" valueType="num">
                                      <p:cBhvr>
                                        <p:cTn id="52" dur="800" decel="100000" fill="hold"/>
                                        <p:tgtEl>
                                          <p:spTgt spid="6"/>
                                        </p:tgtEl>
                                        <p:attrNameLst>
                                          <p:attrName>ppt_x</p:attrName>
                                        </p:attrNameLst>
                                      </p:cBhvr>
                                      <p:tavLst>
                                        <p:tav tm="0">
                                          <p:val>
                                            <p:strVal val="#ppt_x+0.4"/>
                                          </p:val>
                                        </p:tav>
                                        <p:tav tm="100000">
                                          <p:val>
                                            <p:strVal val="#ppt_x-0.05"/>
                                          </p:val>
                                        </p:tav>
                                      </p:tavLst>
                                    </p:anim>
                                    <p:anim calcmode="lin" valueType="num">
                                      <p:cBhvr>
                                        <p:cTn id="53" dur="800" decel="100000" fill="hold"/>
                                        <p:tgtEl>
                                          <p:spTgt spid="6"/>
                                        </p:tgtEl>
                                        <p:attrNameLst>
                                          <p:attrName>ppt_y</p:attrName>
                                        </p:attrNameLst>
                                      </p:cBhvr>
                                      <p:tavLst>
                                        <p:tav tm="0">
                                          <p:val>
                                            <p:strVal val="#ppt_y-0.4"/>
                                          </p:val>
                                        </p:tav>
                                        <p:tav tm="100000">
                                          <p:val>
                                            <p:strVal val="#ppt_y+0.1"/>
                                          </p:val>
                                        </p:tav>
                                      </p:tavLst>
                                    </p:anim>
                                    <p:anim calcmode="lin" valueType="num">
                                      <p:cBhvr>
                                        <p:cTn id="54" dur="200" accel="100000" fill="hold">
                                          <p:stCondLst>
                                            <p:cond delay="800"/>
                                          </p:stCondLst>
                                        </p:cTn>
                                        <p:tgtEl>
                                          <p:spTgt spid="6"/>
                                        </p:tgtEl>
                                        <p:attrNameLst>
                                          <p:attrName>ppt_x</p:attrName>
                                        </p:attrNameLst>
                                      </p:cBhvr>
                                      <p:tavLst>
                                        <p:tav tm="0">
                                          <p:val>
                                            <p:strVal val="#ppt_x-0.05"/>
                                          </p:val>
                                        </p:tav>
                                        <p:tav tm="100000">
                                          <p:val>
                                            <p:strVal val="#ppt_x"/>
                                          </p:val>
                                        </p:tav>
                                      </p:tavLst>
                                    </p:anim>
                                    <p:anim calcmode="lin" valueType="num">
                                      <p:cBhvr>
                                        <p:cTn id="55" dur="200" accel="100000" fill="hold">
                                          <p:stCondLst>
                                            <p:cond delay="800"/>
                                          </p:stCondLst>
                                        </p:cTn>
                                        <p:tgtEl>
                                          <p:spTgt spid="6"/>
                                        </p:tgtEl>
                                        <p:attrNameLst>
                                          <p:attrName>ppt_y</p:attrName>
                                        </p:attrNameLst>
                                      </p:cBhvr>
                                      <p:tavLst>
                                        <p:tav tm="0">
                                          <p:val>
                                            <p:strVal val="#ppt_y+0.1"/>
                                          </p:val>
                                        </p:tav>
                                        <p:tav tm="100000">
                                          <p:val>
                                            <p:strVal val="#ppt_y"/>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8" presetClass="entr" presetSubtype="16" fill="hold" nodeType="clickEffect">
                                  <p:stCondLst>
                                    <p:cond delay="0"/>
                                  </p:stCondLst>
                                  <p:childTnLst>
                                    <p:set>
                                      <p:cBhvr>
                                        <p:cTn id="59" dur="1" fill="hold">
                                          <p:stCondLst>
                                            <p:cond delay="0"/>
                                          </p:stCondLst>
                                        </p:cTn>
                                        <p:tgtEl>
                                          <p:spTgt spid="3"/>
                                        </p:tgtEl>
                                        <p:attrNameLst>
                                          <p:attrName>style.visibility</p:attrName>
                                        </p:attrNameLst>
                                      </p:cBhvr>
                                      <p:to>
                                        <p:strVal val="visible"/>
                                      </p:to>
                                    </p:set>
                                    <p:animEffect transition="in" filter="diamond(in)">
                                      <p:cBhvr>
                                        <p:cTn id="60" dur="2000"/>
                                        <p:tgtEl>
                                          <p:spTgt spid="3"/>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40" presetClass="entr" presetSubtype="0" fill="hold" grpId="0" nodeType="clickEffect">
                                  <p:stCondLst>
                                    <p:cond delay="0"/>
                                  </p:stCondLst>
                                  <p:iterate type="lt">
                                    <p:tmPct val="10000"/>
                                  </p:iterate>
                                  <p:childTnLst>
                                    <p:set>
                                      <p:cBhvr>
                                        <p:cTn id="64" dur="1" fill="hold">
                                          <p:stCondLst>
                                            <p:cond delay="0"/>
                                          </p:stCondLst>
                                        </p:cTn>
                                        <p:tgtEl>
                                          <p:spTgt spid="963595"/>
                                        </p:tgtEl>
                                        <p:attrNameLst>
                                          <p:attrName>style.visibility</p:attrName>
                                        </p:attrNameLst>
                                      </p:cBhvr>
                                      <p:to>
                                        <p:strVal val="visible"/>
                                      </p:to>
                                    </p:set>
                                    <p:animEffect transition="in" filter="fade">
                                      <p:cBhvr>
                                        <p:cTn id="65" dur="1000"/>
                                        <p:tgtEl>
                                          <p:spTgt spid="963595"/>
                                        </p:tgtEl>
                                      </p:cBhvr>
                                    </p:animEffect>
                                    <p:anim calcmode="lin" valueType="num">
                                      <p:cBhvr>
                                        <p:cTn id="66" dur="1000" fill="hold"/>
                                        <p:tgtEl>
                                          <p:spTgt spid="963595"/>
                                        </p:tgtEl>
                                        <p:attrNameLst>
                                          <p:attrName>ppt_x</p:attrName>
                                        </p:attrNameLst>
                                      </p:cBhvr>
                                      <p:tavLst>
                                        <p:tav tm="0">
                                          <p:val>
                                            <p:strVal val="#ppt_x-.1"/>
                                          </p:val>
                                        </p:tav>
                                        <p:tav tm="100000">
                                          <p:val>
                                            <p:strVal val="#ppt_x"/>
                                          </p:val>
                                        </p:tav>
                                      </p:tavLst>
                                    </p:anim>
                                    <p:anim calcmode="lin" valueType="num">
                                      <p:cBhvr>
                                        <p:cTn id="67" dur="1000" fill="hold"/>
                                        <p:tgtEl>
                                          <p:spTgt spid="963595"/>
                                        </p:tgtEl>
                                        <p:attrNameLst>
                                          <p:attrName>ppt_y</p:attrName>
                                        </p:attrNameLst>
                                      </p:cBhvr>
                                      <p:tavLst>
                                        <p:tav tm="0">
                                          <p:val>
                                            <p:strVal val="#ppt_y"/>
                                          </p:val>
                                        </p:tav>
                                        <p:tav tm="100000">
                                          <p:val>
                                            <p:strVal val="#ppt_y"/>
                                          </p:val>
                                        </p:tav>
                                      </p:tavLst>
                                    </p:anim>
                                  </p:childTnLst>
                                </p:cTn>
                              </p:par>
                            </p:childTnLst>
                          </p:cTn>
                        </p:par>
                      </p:childTnLst>
                    </p:cTn>
                  </p:par>
                  <p:par>
                    <p:cTn id="68" fill="hold" nodeType="clickPar">
                      <p:stCondLst>
                        <p:cond delay="indefinite"/>
                      </p:stCondLst>
                      <p:childTnLst>
                        <p:par>
                          <p:cTn id="69" fill="hold" nodeType="withGroup">
                            <p:stCondLst>
                              <p:cond delay="0"/>
                            </p:stCondLst>
                            <p:childTnLst>
                              <p:par>
                                <p:cTn id="70" presetID="5" presetClass="entr" presetSubtype="10" fill="hold" nodeType="clickEffect">
                                  <p:stCondLst>
                                    <p:cond delay="0"/>
                                  </p:stCondLst>
                                  <p:childTnLst>
                                    <p:set>
                                      <p:cBhvr>
                                        <p:cTn id="71" dur="1" fill="hold">
                                          <p:stCondLst>
                                            <p:cond delay="0"/>
                                          </p:stCondLst>
                                        </p:cTn>
                                        <p:tgtEl>
                                          <p:spTgt spid="4"/>
                                        </p:tgtEl>
                                        <p:attrNameLst>
                                          <p:attrName>style.visibility</p:attrName>
                                        </p:attrNameLst>
                                      </p:cBhvr>
                                      <p:to>
                                        <p:strVal val="visible"/>
                                      </p:to>
                                    </p:set>
                                    <p:animEffect transition="in" filter="checkerboard(across)">
                                      <p:cBhvr>
                                        <p:cTn id="7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3587" grpId="0"/>
      <p:bldP spid="963588" grpId="0"/>
      <p:bldP spid="963589" grpId="0"/>
      <p:bldP spid="963593" grpId="0"/>
      <p:bldP spid="963594" grpId="0" animBg="1"/>
      <p:bldP spid="96359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灯片编号占位符 1">
            <a:extLst>
              <a:ext uri="{FF2B5EF4-FFF2-40B4-BE49-F238E27FC236}">
                <a16:creationId xmlns:a16="http://schemas.microsoft.com/office/drawing/2014/main" id="{DCF99DA5-6ECB-F844-BAA1-BF867163746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BBB7866-9054-4E4E-92BC-78F93B660BEE}"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28</a:t>
            </a:fld>
            <a:endParaRPr lang="en-US" altLang="zh-CN" sz="1050">
              <a:solidFill>
                <a:schemeClr val="bg2"/>
              </a:solidFill>
              <a:latin typeface="Tahoma" panose="020B0604030504040204" pitchFamily="34" charset="0"/>
              <a:ea typeface="宋体" panose="02010600030101010101" pitchFamily="2" charset="-122"/>
            </a:endParaRPr>
          </a:p>
        </p:txBody>
      </p:sp>
      <p:sp>
        <p:nvSpPr>
          <p:cNvPr id="8" name="标题 7">
            <a:extLst>
              <a:ext uri="{FF2B5EF4-FFF2-40B4-BE49-F238E27FC236}">
                <a16:creationId xmlns:a16="http://schemas.microsoft.com/office/drawing/2014/main" id="{F0A22418-78B8-9C49-8300-67E64EBDB25F}"/>
              </a:ext>
            </a:extLst>
          </p:cNvPr>
          <p:cNvSpPr>
            <a:spLocks noGrp="1"/>
          </p:cNvSpPr>
          <p:nvPr>
            <p:ph type="title"/>
          </p:nvPr>
        </p:nvSpPr>
        <p:spPr/>
        <p:txBody>
          <a:bodyPr/>
          <a:lstStyle/>
          <a:p>
            <a:r>
              <a:rPr lang="zh-CN" altLang="en-US" dirty="0">
                <a:solidFill>
                  <a:schemeClr val="folHlink"/>
                </a:solidFill>
                <a:latin typeface="微软雅黑" panose="020B0503020204020204" pitchFamily="34" charset="-122"/>
                <a:ea typeface="宋体" panose="02010600030101010101" pitchFamily="2" charset="-122"/>
              </a:rPr>
              <a:t>纠正码字中的单个校验位错</a:t>
            </a:r>
            <a:endParaRPr kumimoji="1" lang="zh-CN" altLang="en-US" dirty="0"/>
          </a:p>
        </p:txBody>
      </p:sp>
      <p:sp>
        <p:nvSpPr>
          <p:cNvPr id="72706" name="Rectangle 2">
            <a:extLst>
              <a:ext uri="{FF2B5EF4-FFF2-40B4-BE49-F238E27FC236}">
                <a16:creationId xmlns:a16="http://schemas.microsoft.com/office/drawing/2014/main" id="{2A4364B8-DE8B-0A49-AC92-30A9F4127F5D}"/>
              </a:ext>
            </a:extLst>
          </p:cNvPr>
          <p:cNvSpPr>
            <a:spLocks noChangeArrowheads="1"/>
          </p:cNvSpPr>
          <p:nvPr/>
        </p:nvSpPr>
        <p:spPr bwMode="auto">
          <a:xfrm>
            <a:off x="5787628" y="1006078"/>
            <a:ext cx="2213372" cy="917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7859" tIns="33335" rIns="67859" bIns="33335"/>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1350">
                <a:solidFill>
                  <a:schemeClr val="tx1"/>
                </a:solidFill>
                <a:latin typeface="Tahoma" panose="020B0604030504040204" pitchFamily="34" charset="0"/>
                <a:ea typeface="宋体" panose="02010600030101010101" pitchFamily="2" charset="-122"/>
              </a:rPr>
              <a:t>1 </a:t>
            </a:r>
            <a:r>
              <a:rPr lang="en-US" altLang="zh-CN" sz="1350">
                <a:solidFill>
                  <a:schemeClr val="tx1"/>
                </a:solidFill>
                <a:latin typeface="Tahoma" panose="020B0604030504040204" pitchFamily="34" charset="0"/>
                <a:ea typeface="宋体" panose="02010600030101010101" pitchFamily="2" charset="-122"/>
                <a:sym typeface="Symbol" pitchFamily="2" charset="2"/>
              </a:rPr>
              <a:t></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3</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5</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7</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9</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11</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a:solidFill>
                  <a:schemeClr val="tx1"/>
                </a:solidFill>
                <a:latin typeface="Tahoma" panose="020B0604030504040204" pitchFamily="34" charset="0"/>
                <a:ea typeface="宋体" panose="02010600030101010101" pitchFamily="2" charset="-122"/>
                <a:sym typeface="Symbol" pitchFamily="2" charset="2"/>
              </a:rPr>
              <a:t>2 </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3</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6</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7</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10</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11</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a:solidFill>
                  <a:schemeClr val="tx1"/>
                </a:solidFill>
                <a:latin typeface="Tahoma" panose="020B0604030504040204" pitchFamily="34" charset="0"/>
                <a:ea typeface="宋体" panose="02010600030101010101" pitchFamily="2" charset="-122"/>
                <a:sym typeface="Symbol" pitchFamily="2" charset="2"/>
              </a:rPr>
              <a:t>4 </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5</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6</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7</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a:solidFill>
                  <a:schemeClr val="tx1"/>
                </a:solidFill>
                <a:latin typeface="Tahoma" panose="020B0604030504040204" pitchFamily="34" charset="0"/>
                <a:ea typeface="宋体" panose="02010600030101010101" pitchFamily="2" charset="-122"/>
                <a:sym typeface="Symbol" pitchFamily="2" charset="2"/>
              </a:rPr>
              <a:t>8 </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9</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10</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11</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endParaRPr kumimoji="1" lang="zh-CN" altLang="en-US" sz="1350">
              <a:solidFill>
                <a:schemeClr val="tx1"/>
              </a:solidFill>
              <a:latin typeface="Tahoma" panose="020B0604030504040204" pitchFamily="34" charset="0"/>
              <a:ea typeface="宋体" panose="02010600030101010101" pitchFamily="2" charset="-122"/>
            </a:endParaRPr>
          </a:p>
        </p:txBody>
      </p:sp>
      <p:sp>
        <p:nvSpPr>
          <p:cNvPr id="959492" name="Rectangle 4">
            <a:extLst>
              <a:ext uri="{FF2B5EF4-FFF2-40B4-BE49-F238E27FC236}">
                <a16:creationId xmlns:a16="http://schemas.microsoft.com/office/drawing/2014/main" id="{3640D73A-EB49-4040-9E36-F67672D8E7B5}"/>
              </a:ext>
            </a:extLst>
          </p:cNvPr>
          <p:cNvSpPr>
            <a:spLocks noChangeArrowheads="1"/>
          </p:cNvSpPr>
          <p:nvPr/>
        </p:nvSpPr>
        <p:spPr bwMode="auto">
          <a:xfrm>
            <a:off x="334866" y="1495491"/>
            <a:ext cx="972741" cy="70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zh-CN" altLang="en-US" sz="1800" dirty="0">
                <a:solidFill>
                  <a:schemeClr val="tx1"/>
                </a:solidFill>
                <a:latin typeface="微软雅黑" panose="020B0503020204020204" pitchFamily="34" charset="-122"/>
                <a:ea typeface="宋体" panose="02010600030101010101" pitchFamily="2" charset="-122"/>
              </a:rPr>
              <a:t>原报文</a:t>
            </a:r>
          </a:p>
          <a:p>
            <a:pPr eaLnBrk="1" hangingPunct="1">
              <a:buSzTx/>
              <a:buFontTx/>
              <a:buNone/>
            </a:pPr>
            <a:r>
              <a:rPr kumimoji="1" lang="en-US" altLang="zh-CN" sz="1800" dirty="0">
                <a:solidFill>
                  <a:schemeClr val="tx1"/>
                </a:solidFill>
                <a:latin typeface="微软雅黑" panose="020B0503020204020204" pitchFamily="34" charset="-122"/>
                <a:ea typeface="宋体" panose="02010600030101010101" pitchFamily="2" charset="-122"/>
              </a:rPr>
              <a:t>1001000</a:t>
            </a:r>
          </a:p>
        </p:txBody>
      </p:sp>
      <p:sp>
        <p:nvSpPr>
          <p:cNvPr id="959493" name="Rectangle 5">
            <a:extLst>
              <a:ext uri="{FF2B5EF4-FFF2-40B4-BE49-F238E27FC236}">
                <a16:creationId xmlns:a16="http://schemas.microsoft.com/office/drawing/2014/main" id="{27AE79C6-DCF5-364B-A718-F26C97140AF9}"/>
              </a:ext>
            </a:extLst>
          </p:cNvPr>
          <p:cNvSpPr>
            <a:spLocks noChangeArrowheads="1"/>
          </p:cNvSpPr>
          <p:nvPr/>
        </p:nvSpPr>
        <p:spPr bwMode="auto">
          <a:xfrm>
            <a:off x="2682717" y="1314520"/>
            <a:ext cx="15656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hlink"/>
                </a:solidFill>
                <a:ea typeface="宋体" panose="02010600030101010101" pitchFamily="2" charset="-122"/>
              </a:rPr>
              <a:t>00</a:t>
            </a:r>
            <a:r>
              <a:rPr kumimoji="1" lang="en-US" altLang="zh-CN" sz="1800" b="1" dirty="0">
                <a:solidFill>
                  <a:schemeClr val="tx1"/>
                </a:solidFill>
                <a:ea typeface="宋体" panose="02010600030101010101" pitchFamily="2" charset="-122"/>
              </a:rPr>
              <a:t>1</a:t>
            </a:r>
            <a:r>
              <a:rPr kumimoji="1" lang="en-US" altLang="zh-CN" sz="1800" b="1" dirty="0">
                <a:solidFill>
                  <a:schemeClr val="hlink"/>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sp>
        <p:nvSpPr>
          <p:cNvPr id="959494" name="Rectangle 6">
            <a:extLst>
              <a:ext uri="{FF2B5EF4-FFF2-40B4-BE49-F238E27FC236}">
                <a16:creationId xmlns:a16="http://schemas.microsoft.com/office/drawing/2014/main" id="{152A2CA7-60AB-F24F-8406-A54DE0BE5FE7}"/>
              </a:ext>
            </a:extLst>
          </p:cNvPr>
          <p:cNvSpPr>
            <a:spLocks noChangeArrowheads="1"/>
          </p:cNvSpPr>
          <p:nvPr/>
        </p:nvSpPr>
        <p:spPr bwMode="auto">
          <a:xfrm>
            <a:off x="2682717" y="1963410"/>
            <a:ext cx="15272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tx2"/>
                </a:solidFill>
                <a:ea typeface="宋体" panose="02010600030101010101" pitchFamily="2" charset="-122"/>
              </a:rPr>
              <a:t>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1</a:t>
            </a:r>
            <a:r>
              <a:rPr kumimoji="1" lang="en-US" altLang="zh-CN" sz="1800" b="1" dirty="0">
                <a:solidFill>
                  <a:schemeClr val="hlink"/>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grpSp>
        <p:nvGrpSpPr>
          <p:cNvPr id="2" name="Group 7">
            <a:extLst>
              <a:ext uri="{FF2B5EF4-FFF2-40B4-BE49-F238E27FC236}">
                <a16:creationId xmlns:a16="http://schemas.microsoft.com/office/drawing/2014/main" id="{B352FA61-B735-EB47-B05A-AE857C2665A5}"/>
              </a:ext>
            </a:extLst>
          </p:cNvPr>
          <p:cNvGrpSpPr>
            <a:grpSpLocks/>
          </p:cNvGrpSpPr>
          <p:nvPr/>
        </p:nvGrpSpPr>
        <p:grpSpPr bwMode="auto">
          <a:xfrm>
            <a:off x="1283476" y="1251108"/>
            <a:ext cx="1593295" cy="468636"/>
            <a:chOff x="869" y="1235"/>
            <a:chExt cx="862" cy="427"/>
          </a:xfrm>
        </p:grpSpPr>
        <p:sp>
          <p:nvSpPr>
            <p:cNvPr id="72729" name="Text Box 8">
              <a:extLst>
                <a:ext uri="{FF2B5EF4-FFF2-40B4-BE49-F238E27FC236}">
                  <a16:creationId xmlns:a16="http://schemas.microsoft.com/office/drawing/2014/main" id="{E364E5C8-5708-DF4E-9840-CBA086139D60}"/>
                </a:ext>
              </a:extLst>
            </p:cNvPr>
            <p:cNvSpPr txBox="1">
              <a:spLocks noChangeArrowheads="1"/>
            </p:cNvSpPr>
            <p:nvPr/>
          </p:nvSpPr>
          <p:spPr bwMode="auto">
            <a:xfrm rot="21160821">
              <a:off x="869" y="1235"/>
              <a:ext cx="862"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无差错传输</a:t>
              </a:r>
              <a:endParaRPr lang="zh-CN" altLang="en-US" sz="1350" dirty="0">
                <a:solidFill>
                  <a:schemeClr val="tx1"/>
                </a:solidFill>
                <a:latin typeface="微软雅黑" panose="020B0503020204020204" pitchFamily="34" charset="-122"/>
                <a:ea typeface="宋体" panose="02010600030101010101" pitchFamily="2" charset="-122"/>
                <a:sym typeface="Symbol" pitchFamily="2" charset="2"/>
              </a:endParaRPr>
            </a:p>
          </p:txBody>
        </p:sp>
        <p:sp>
          <p:nvSpPr>
            <p:cNvPr id="72730" name="Line 9">
              <a:extLst>
                <a:ext uri="{FF2B5EF4-FFF2-40B4-BE49-F238E27FC236}">
                  <a16:creationId xmlns:a16="http://schemas.microsoft.com/office/drawing/2014/main" id="{9D8C4C2F-1103-9048-BB99-D57611A16937}"/>
                </a:ext>
              </a:extLst>
            </p:cNvPr>
            <p:cNvSpPr>
              <a:spLocks noChangeShapeType="1"/>
            </p:cNvSpPr>
            <p:nvPr/>
          </p:nvSpPr>
          <p:spPr bwMode="auto">
            <a:xfrm flipV="1">
              <a:off x="884" y="1434"/>
              <a:ext cx="680" cy="182"/>
            </a:xfrm>
            <a:prstGeom prst="line">
              <a:avLst/>
            </a:prstGeom>
            <a:noFill/>
            <a:ln w="3175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959498" name="Rectangle 10">
            <a:extLst>
              <a:ext uri="{FF2B5EF4-FFF2-40B4-BE49-F238E27FC236}">
                <a16:creationId xmlns:a16="http://schemas.microsoft.com/office/drawing/2014/main" id="{1A5D4BE2-7F97-6544-9BBD-DBDDC853D5F0}"/>
              </a:ext>
            </a:extLst>
          </p:cNvPr>
          <p:cNvSpPr>
            <a:spLocks noChangeArrowheads="1"/>
          </p:cNvSpPr>
          <p:nvPr/>
        </p:nvSpPr>
        <p:spPr bwMode="auto">
          <a:xfrm>
            <a:off x="2682717" y="2826613"/>
            <a:ext cx="15272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tx2"/>
                </a:solidFill>
                <a:ea typeface="宋体" panose="02010600030101010101" pitchFamily="2" charset="-122"/>
              </a:rPr>
              <a:t>0</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1</a:t>
            </a:r>
            <a:r>
              <a:rPr kumimoji="1" lang="en-US" altLang="zh-CN" sz="1800" b="1" dirty="0">
                <a:solidFill>
                  <a:schemeClr val="hlink"/>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sp>
        <p:nvSpPr>
          <p:cNvPr id="959499" name="AutoShape 11">
            <a:extLst>
              <a:ext uri="{FF2B5EF4-FFF2-40B4-BE49-F238E27FC236}">
                <a16:creationId xmlns:a16="http://schemas.microsoft.com/office/drawing/2014/main" id="{58B5FD26-8D45-754E-B0A1-FDBBDB7A2E8A}"/>
              </a:ext>
            </a:extLst>
          </p:cNvPr>
          <p:cNvSpPr>
            <a:spLocks noChangeArrowheads="1"/>
          </p:cNvSpPr>
          <p:nvPr/>
        </p:nvSpPr>
        <p:spPr bwMode="auto">
          <a:xfrm>
            <a:off x="2373154" y="2340838"/>
            <a:ext cx="2198846" cy="340712"/>
          </a:xfrm>
          <a:prstGeom prst="downArrow">
            <a:avLst>
              <a:gd name="adj1" fmla="val 50000"/>
              <a:gd name="adj2" fmla="val 25000"/>
            </a:avLst>
          </a:prstGeom>
          <a:noFill/>
          <a:ln w="9525">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a:solidFill>
                  <a:schemeClr val="tx1"/>
                </a:solidFill>
                <a:latin typeface="微软雅黑" panose="020B0503020204020204" pitchFamily="34" charset="-122"/>
                <a:ea typeface="宋体" panose="02010600030101010101" pitchFamily="2" charset="-122"/>
              </a:rPr>
              <a:t>计算校验位</a:t>
            </a:r>
          </a:p>
        </p:txBody>
      </p:sp>
      <p:sp>
        <p:nvSpPr>
          <p:cNvPr id="959504" name="Rectangle 16">
            <a:extLst>
              <a:ext uri="{FF2B5EF4-FFF2-40B4-BE49-F238E27FC236}">
                <a16:creationId xmlns:a16="http://schemas.microsoft.com/office/drawing/2014/main" id="{6FDCE45C-3223-C74F-981C-3CDA34071E91}"/>
              </a:ext>
            </a:extLst>
          </p:cNvPr>
          <p:cNvSpPr>
            <a:spLocks noChangeArrowheads="1"/>
          </p:cNvSpPr>
          <p:nvPr/>
        </p:nvSpPr>
        <p:spPr bwMode="auto">
          <a:xfrm>
            <a:off x="2682717" y="3420735"/>
            <a:ext cx="15272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hlink"/>
                </a:solidFill>
                <a:ea typeface="宋体" panose="02010600030101010101" pitchFamily="2" charset="-122"/>
              </a:rPr>
              <a:t>00</a:t>
            </a:r>
            <a:r>
              <a:rPr kumimoji="1" lang="en-US" altLang="zh-CN" sz="1800" b="1" dirty="0">
                <a:solidFill>
                  <a:schemeClr val="tx1"/>
                </a:solidFill>
                <a:ea typeface="宋体" panose="02010600030101010101" pitchFamily="2" charset="-122"/>
              </a:rPr>
              <a:t>1</a:t>
            </a:r>
            <a:r>
              <a:rPr kumimoji="1" lang="en-US" altLang="zh-CN" sz="1800" b="1" dirty="0">
                <a:solidFill>
                  <a:schemeClr val="hlink"/>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grpSp>
        <p:nvGrpSpPr>
          <p:cNvPr id="3" name="Group 17">
            <a:extLst>
              <a:ext uri="{FF2B5EF4-FFF2-40B4-BE49-F238E27FC236}">
                <a16:creationId xmlns:a16="http://schemas.microsoft.com/office/drawing/2014/main" id="{C7AA3C82-D334-AB4F-8BFD-E9CA2E7D9843}"/>
              </a:ext>
            </a:extLst>
          </p:cNvPr>
          <p:cNvGrpSpPr>
            <a:grpSpLocks/>
          </p:cNvGrpSpPr>
          <p:nvPr/>
        </p:nvGrpSpPr>
        <p:grpSpPr bwMode="auto">
          <a:xfrm>
            <a:off x="4194810" y="3205232"/>
            <a:ext cx="1944291" cy="432197"/>
            <a:chOff x="2880" y="2870"/>
            <a:chExt cx="1633" cy="363"/>
          </a:xfrm>
        </p:grpSpPr>
        <p:sp>
          <p:nvSpPr>
            <p:cNvPr id="72727" name="AutoShape 18">
              <a:extLst>
                <a:ext uri="{FF2B5EF4-FFF2-40B4-BE49-F238E27FC236}">
                  <a16:creationId xmlns:a16="http://schemas.microsoft.com/office/drawing/2014/main" id="{45590D40-2C5F-C745-B3B9-A8C9519FC439}"/>
                </a:ext>
              </a:extLst>
            </p:cNvPr>
            <p:cNvSpPr>
              <a:spLocks noChangeArrowheads="1"/>
            </p:cNvSpPr>
            <p:nvPr/>
          </p:nvSpPr>
          <p:spPr bwMode="auto">
            <a:xfrm rot="10800000">
              <a:off x="2880" y="2961"/>
              <a:ext cx="1633" cy="272"/>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5898240 60000 65536"/>
                <a:gd name="T10" fmla="*/ 5898240 60000 65536"/>
                <a:gd name="T11" fmla="*/ 0 60000 65536"/>
                <a:gd name="T12" fmla="*/ 12434 w 21600"/>
                <a:gd name="T13" fmla="*/ 2938 h 21600"/>
                <a:gd name="T14" fmla="*/ 18227 w 21600"/>
                <a:gd name="T15" fmla="*/ 921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72728" name="Rectangle 19">
              <a:extLst>
                <a:ext uri="{FF2B5EF4-FFF2-40B4-BE49-F238E27FC236}">
                  <a16:creationId xmlns:a16="http://schemas.microsoft.com/office/drawing/2014/main" id="{A6333B89-6F08-0944-8C5E-9B6D84232B70}"/>
                </a:ext>
              </a:extLst>
            </p:cNvPr>
            <p:cNvSpPr>
              <a:spLocks noChangeArrowheads="1"/>
            </p:cNvSpPr>
            <p:nvPr/>
          </p:nvSpPr>
          <p:spPr bwMode="auto">
            <a:xfrm>
              <a:off x="2925" y="2870"/>
              <a:ext cx="131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350">
                  <a:solidFill>
                    <a:schemeClr val="tx1"/>
                  </a:solidFill>
                  <a:latin typeface="微软雅黑" panose="020B0503020204020204" pitchFamily="34" charset="-122"/>
                  <a:ea typeface="宋体" panose="02010600030101010101" pitchFamily="2" charset="-122"/>
                </a:rPr>
                <a:t>修正出错校验位</a:t>
              </a:r>
            </a:p>
          </p:txBody>
        </p:sp>
      </p:grpSp>
      <p:grpSp>
        <p:nvGrpSpPr>
          <p:cNvPr id="4" name="Group 20">
            <a:extLst>
              <a:ext uri="{FF2B5EF4-FFF2-40B4-BE49-F238E27FC236}">
                <a16:creationId xmlns:a16="http://schemas.microsoft.com/office/drawing/2014/main" id="{6122235C-4B0D-6A4C-97A2-AE896EB5E1E7}"/>
              </a:ext>
            </a:extLst>
          </p:cNvPr>
          <p:cNvGrpSpPr>
            <a:grpSpLocks/>
          </p:cNvGrpSpPr>
          <p:nvPr/>
        </p:nvGrpSpPr>
        <p:grpSpPr bwMode="auto">
          <a:xfrm>
            <a:off x="2011204" y="3907701"/>
            <a:ext cx="2886075" cy="705141"/>
            <a:chOff x="1092" y="3460"/>
            <a:chExt cx="2424" cy="666"/>
          </a:xfrm>
        </p:grpSpPr>
        <p:sp>
          <p:nvSpPr>
            <p:cNvPr id="72725" name="Rectangle 21">
              <a:extLst>
                <a:ext uri="{FF2B5EF4-FFF2-40B4-BE49-F238E27FC236}">
                  <a16:creationId xmlns:a16="http://schemas.microsoft.com/office/drawing/2014/main" id="{C0D441EE-569E-364C-889C-87601B78475C}"/>
                </a:ext>
              </a:extLst>
            </p:cNvPr>
            <p:cNvSpPr>
              <a:spLocks noChangeArrowheads="1"/>
            </p:cNvSpPr>
            <p:nvPr/>
          </p:nvSpPr>
          <p:spPr bwMode="auto">
            <a:xfrm>
              <a:off x="1655" y="3777"/>
              <a:ext cx="1284"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hlink"/>
                  </a:solidFill>
                  <a:ea typeface="宋体" panose="02010600030101010101" pitchFamily="2" charset="-122"/>
                </a:rPr>
                <a:t>00</a:t>
              </a:r>
              <a:r>
                <a:rPr kumimoji="1" lang="en-US" altLang="zh-CN" sz="1800" b="1" dirty="0">
                  <a:solidFill>
                    <a:schemeClr val="tx2"/>
                  </a:solidFill>
                  <a:ea typeface="宋体" panose="02010600030101010101" pitchFamily="2" charset="-122"/>
                </a:rPr>
                <a:t>1</a:t>
              </a:r>
              <a:r>
                <a:rPr kumimoji="1" lang="en-US" altLang="zh-CN" sz="1800" b="1" dirty="0">
                  <a:solidFill>
                    <a:schemeClr val="hlink"/>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sp>
          <p:nvSpPr>
            <p:cNvPr id="72726" name="AutoShape 22">
              <a:extLst>
                <a:ext uri="{FF2B5EF4-FFF2-40B4-BE49-F238E27FC236}">
                  <a16:creationId xmlns:a16="http://schemas.microsoft.com/office/drawing/2014/main" id="{98BD22A5-43FF-4F41-8DB9-52CA511BFEB9}"/>
                </a:ext>
              </a:extLst>
            </p:cNvPr>
            <p:cNvSpPr>
              <a:spLocks noChangeArrowheads="1"/>
            </p:cNvSpPr>
            <p:nvPr/>
          </p:nvSpPr>
          <p:spPr bwMode="auto">
            <a:xfrm>
              <a:off x="1092" y="3460"/>
              <a:ext cx="2424" cy="322"/>
            </a:xfrm>
            <a:prstGeom prst="downArrow">
              <a:avLst>
                <a:gd name="adj1" fmla="val 50000"/>
                <a:gd name="adj2" fmla="val 25000"/>
              </a:avLst>
            </a:prstGeom>
            <a:noFill/>
            <a:ln w="9525">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重新计算校验位</a:t>
              </a:r>
            </a:p>
          </p:txBody>
        </p:sp>
      </p:grpSp>
      <p:grpSp>
        <p:nvGrpSpPr>
          <p:cNvPr id="5" name="Group 23">
            <a:extLst>
              <a:ext uri="{FF2B5EF4-FFF2-40B4-BE49-F238E27FC236}">
                <a16:creationId xmlns:a16="http://schemas.microsoft.com/office/drawing/2014/main" id="{A939970A-83D3-154C-9BD6-272ABCC0DDA5}"/>
              </a:ext>
            </a:extLst>
          </p:cNvPr>
          <p:cNvGrpSpPr>
            <a:grpSpLocks/>
          </p:cNvGrpSpPr>
          <p:nvPr/>
        </p:nvGrpSpPr>
        <p:grpSpPr bwMode="auto">
          <a:xfrm>
            <a:off x="1292585" y="1859113"/>
            <a:ext cx="1694780" cy="611982"/>
            <a:chOff x="884" y="1696"/>
            <a:chExt cx="907" cy="514"/>
          </a:xfrm>
        </p:grpSpPr>
        <p:sp>
          <p:nvSpPr>
            <p:cNvPr id="72723" name="Rectangle 24">
              <a:extLst>
                <a:ext uri="{FF2B5EF4-FFF2-40B4-BE49-F238E27FC236}">
                  <a16:creationId xmlns:a16="http://schemas.microsoft.com/office/drawing/2014/main" id="{5432F541-BCD8-2E47-B523-980767F9DF2F}"/>
                </a:ext>
              </a:extLst>
            </p:cNvPr>
            <p:cNvSpPr>
              <a:spLocks noChangeArrowheads="1"/>
            </p:cNvSpPr>
            <p:nvPr/>
          </p:nvSpPr>
          <p:spPr bwMode="auto">
            <a:xfrm rot="476612">
              <a:off x="909" y="1696"/>
              <a:ext cx="882" cy="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假设第</a:t>
              </a:r>
              <a:r>
                <a:rPr lang="en-US" altLang="zh-CN" sz="1350" dirty="0">
                  <a:solidFill>
                    <a:schemeClr val="tx1"/>
                  </a:solidFill>
                  <a:latin typeface="微软雅黑" panose="020B0503020204020204" pitchFamily="34" charset="-122"/>
                  <a:ea typeface="宋体" panose="02010600030101010101" pitchFamily="2" charset="-122"/>
                </a:rPr>
                <a:t>1</a:t>
              </a:r>
              <a:r>
                <a:rPr lang="zh-CN" altLang="en-US" sz="1350" dirty="0">
                  <a:solidFill>
                    <a:schemeClr val="tx1"/>
                  </a:solidFill>
                  <a:latin typeface="微软雅黑" panose="020B0503020204020204" pitchFamily="34" charset="-122"/>
                  <a:ea typeface="宋体" panose="02010600030101010101" pitchFamily="2" charset="-122"/>
                </a:rPr>
                <a:t>个</a:t>
              </a:r>
            </a:p>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校验位出错</a:t>
              </a:r>
            </a:p>
          </p:txBody>
        </p:sp>
        <p:sp>
          <p:nvSpPr>
            <p:cNvPr id="72724" name="Line 25">
              <a:extLst>
                <a:ext uri="{FF2B5EF4-FFF2-40B4-BE49-F238E27FC236}">
                  <a16:creationId xmlns:a16="http://schemas.microsoft.com/office/drawing/2014/main" id="{3227E7BE-C88C-6B48-9F50-5BD28B687C17}"/>
                </a:ext>
              </a:extLst>
            </p:cNvPr>
            <p:cNvSpPr>
              <a:spLocks noChangeShapeType="1"/>
            </p:cNvSpPr>
            <p:nvPr/>
          </p:nvSpPr>
          <p:spPr bwMode="auto">
            <a:xfrm>
              <a:off x="884" y="1843"/>
              <a:ext cx="726" cy="136"/>
            </a:xfrm>
            <a:prstGeom prst="line">
              <a:avLst/>
            </a:prstGeom>
            <a:noFill/>
            <a:ln w="3175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 name="Group 27">
            <a:extLst>
              <a:ext uri="{FF2B5EF4-FFF2-40B4-BE49-F238E27FC236}">
                <a16:creationId xmlns:a16="http://schemas.microsoft.com/office/drawing/2014/main" id="{C546B945-9D1A-6D4D-B707-BA13CCB92B56}"/>
              </a:ext>
            </a:extLst>
          </p:cNvPr>
          <p:cNvGrpSpPr>
            <a:grpSpLocks/>
          </p:cNvGrpSpPr>
          <p:nvPr/>
        </p:nvGrpSpPr>
        <p:grpSpPr bwMode="auto">
          <a:xfrm>
            <a:off x="2814876" y="2125335"/>
            <a:ext cx="5994797" cy="773906"/>
            <a:chOff x="1721" y="1963"/>
            <a:chExt cx="5035" cy="650"/>
          </a:xfrm>
        </p:grpSpPr>
        <p:sp>
          <p:nvSpPr>
            <p:cNvPr id="72719" name="Rectangle 13">
              <a:extLst>
                <a:ext uri="{FF2B5EF4-FFF2-40B4-BE49-F238E27FC236}">
                  <a16:creationId xmlns:a16="http://schemas.microsoft.com/office/drawing/2014/main" id="{48620C24-4386-3E40-BD86-A51FC3099984}"/>
                </a:ext>
              </a:extLst>
            </p:cNvPr>
            <p:cNvSpPr>
              <a:spLocks noChangeArrowheads="1"/>
            </p:cNvSpPr>
            <p:nvPr/>
          </p:nvSpPr>
          <p:spPr bwMode="auto">
            <a:xfrm>
              <a:off x="3787" y="1963"/>
              <a:ext cx="2969" cy="543"/>
            </a:xfrm>
            <a:prstGeom prst="rect">
              <a:avLst/>
            </a:prstGeom>
            <a:noFill/>
            <a:ln w="1905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lang="zh-CN" altLang="en-US" sz="1800" dirty="0">
                  <a:solidFill>
                    <a:schemeClr val="tx1"/>
                  </a:solidFill>
                  <a:latin typeface="微软雅黑" panose="020B0503020204020204" pitchFamily="34" charset="-122"/>
                  <a:ea typeface="宋体" panose="02010600030101010101" pitchFamily="2" charset="-122"/>
                </a:rPr>
                <a:t>对比校验位</a:t>
              </a:r>
              <a:r>
                <a:rPr lang="en-US" altLang="zh-CN" sz="1800" dirty="0">
                  <a:solidFill>
                    <a:schemeClr val="tx1"/>
                  </a:solidFill>
                  <a:latin typeface="微软雅黑" panose="020B0503020204020204" pitchFamily="34" charset="-122"/>
                  <a:ea typeface="宋体" panose="02010600030101010101" pitchFamily="2" charset="-122"/>
                </a:rPr>
                <a:t>,</a:t>
              </a:r>
              <a:r>
                <a:rPr lang="zh-CN" altLang="en-US" sz="1800" dirty="0">
                  <a:solidFill>
                    <a:schemeClr val="tx1"/>
                  </a:solidFill>
                  <a:latin typeface="微软雅黑" panose="020B0503020204020204" pitchFamily="34" charset="-122"/>
                  <a:ea typeface="宋体" panose="02010600030101010101" pitchFamily="2" charset="-122"/>
                </a:rPr>
                <a:t>只有位置</a:t>
              </a:r>
              <a:r>
                <a:rPr lang="en-US" altLang="zh-CN" sz="1800" dirty="0">
                  <a:solidFill>
                    <a:schemeClr val="tx1"/>
                  </a:solidFill>
                  <a:latin typeface="微软雅黑" panose="020B0503020204020204" pitchFamily="34" charset="-122"/>
                  <a:ea typeface="宋体" panose="02010600030101010101" pitchFamily="2" charset="-122"/>
                </a:rPr>
                <a:t>1</a:t>
              </a:r>
              <a:r>
                <a:rPr lang="zh-CN" altLang="en-US" sz="1800" dirty="0">
                  <a:solidFill>
                    <a:schemeClr val="tx1"/>
                  </a:solidFill>
                  <a:latin typeface="微软雅黑" panose="020B0503020204020204" pitchFamily="34" charset="-122"/>
                  <a:ea typeface="宋体" panose="02010600030101010101" pitchFamily="2" charset="-122"/>
                </a:rPr>
                <a:t>处的校验位不同</a:t>
              </a:r>
              <a:r>
                <a:rPr lang="en-US" altLang="zh-CN" sz="1800" dirty="0">
                  <a:solidFill>
                    <a:schemeClr val="tx1"/>
                  </a:solidFill>
                  <a:latin typeface="微软雅黑" panose="020B0503020204020204" pitchFamily="34" charset="-122"/>
                  <a:ea typeface="宋体" panose="02010600030101010101" pitchFamily="2" charset="-122"/>
                </a:rPr>
                <a:t>, </a:t>
              </a:r>
              <a:r>
                <a:rPr lang="zh-CN" altLang="en-US" sz="1800" dirty="0">
                  <a:solidFill>
                    <a:schemeClr val="tx1"/>
                  </a:solidFill>
                  <a:latin typeface="微软雅黑" panose="020B0503020204020204" pitchFamily="34" charset="-122"/>
                  <a:ea typeface="宋体" panose="02010600030101010101" pitchFamily="2" charset="-122"/>
                </a:rPr>
                <a:t>故第</a:t>
              </a:r>
              <a:r>
                <a:rPr lang="en-US" altLang="zh-CN" sz="1800" dirty="0">
                  <a:solidFill>
                    <a:schemeClr val="tx1"/>
                  </a:solidFill>
                  <a:latin typeface="微软雅黑" panose="020B0503020204020204" pitchFamily="34" charset="-122"/>
                  <a:ea typeface="宋体" panose="02010600030101010101" pitchFamily="2" charset="-122"/>
                </a:rPr>
                <a:t>1</a:t>
              </a:r>
              <a:r>
                <a:rPr lang="zh-CN" altLang="en-US" sz="1800" dirty="0">
                  <a:solidFill>
                    <a:schemeClr val="tx1"/>
                  </a:solidFill>
                  <a:latin typeface="微软雅黑" panose="020B0503020204020204" pitchFamily="34" charset="-122"/>
                  <a:ea typeface="宋体" panose="02010600030101010101" pitchFamily="2" charset="-122"/>
                </a:rPr>
                <a:t>位校验位出错</a:t>
              </a:r>
              <a:endParaRPr kumimoji="1" lang="zh-CN" altLang="en-US" sz="1800" dirty="0">
                <a:solidFill>
                  <a:schemeClr val="tx1"/>
                </a:solidFill>
                <a:latin typeface="微软雅黑" panose="020B0503020204020204" pitchFamily="34" charset="-122"/>
                <a:ea typeface="宋体" panose="02010600030101010101" pitchFamily="2" charset="-122"/>
              </a:endParaRPr>
            </a:p>
          </p:txBody>
        </p:sp>
        <p:sp>
          <p:nvSpPr>
            <p:cNvPr id="72720" name="AutoShape 14">
              <a:extLst>
                <a:ext uri="{FF2B5EF4-FFF2-40B4-BE49-F238E27FC236}">
                  <a16:creationId xmlns:a16="http://schemas.microsoft.com/office/drawing/2014/main" id="{339675DA-FAE5-AE4B-931D-BB6462F7FBEF}"/>
                </a:ext>
              </a:extLst>
            </p:cNvPr>
            <p:cNvSpPr>
              <a:spLocks noChangeArrowheads="1"/>
            </p:cNvSpPr>
            <p:nvPr/>
          </p:nvSpPr>
          <p:spPr bwMode="auto">
            <a:xfrm rot="-1302080">
              <a:off x="2847" y="2416"/>
              <a:ext cx="947" cy="102"/>
            </a:xfrm>
            <a:prstGeom prst="rightArrow">
              <a:avLst>
                <a:gd name="adj1" fmla="val 50000"/>
                <a:gd name="adj2" fmla="val 232108"/>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72721" name="AutoShape 15">
              <a:extLst>
                <a:ext uri="{FF2B5EF4-FFF2-40B4-BE49-F238E27FC236}">
                  <a16:creationId xmlns:a16="http://schemas.microsoft.com/office/drawing/2014/main" id="{B682F1AB-CF70-4B45-85B7-746880706023}"/>
                </a:ext>
              </a:extLst>
            </p:cNvPr>
            <p:cNvSpPr>
              <a:spLocks noChangeArrowheads="1"/>
            </p:cNvSpPr>
            <p:nvPr/>
          </p:nvSpPr>
          <p:spPr bwMode="auto">
            <a:xfrm rot="1202984">
              <a:off x="2835" y="2053"/>
              <a:ext cx="947" cy="102"/>
            </a:xfrm>
            <a:prstGeom prst="rightArrow">
              <a:avLst>
                <a:gd name="adj1" fmla="val 50000"/>
                <a:gd name="adj2" fmla="val 232108"/>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72722" name="Line 26">
              <a:extLst>
                <a:ext uri="{FF2B5EF4-FFF2-40B4-BE49-F238E27FC236}">
                  <a16:creationId xmlns:a16="http://schemas.microsoft.com/office/drawing/2014/main" id="{8B0EBD62-5328-A742-B208-6E72E08CD4A6}"/>
                </a:ext>
              </a:extLst>
            </p:cNvPr>
            <p:cNvSpPr>
              <a:spLocks noChangeShapeType="1"/>
            </p:cNvSpPr>
            <p:nvPr/>
          </p:nvSpPr>
          <p:spPr bwMode="auto">
            <a:xfrm>
              <a:off x="1721" y="2069"/>
              <a:ext cx="0" cy="544"/>
            </a:xfrm>
            <a:prstGeom prst="line">
              <a:avLst/>
            </a:prstGeom>
            <a:noFill/>
            <a:ln w="19050">
              <a:solidFill>
                <a:schemeClr val="tx1"/>
              </a:solidFill>
              <a:prstDash val="dash"/>
              <a:round/>
              <a:headEnd type="arrow" w="med" len="med"/>
              <a:tailEnd type="arrow" w="med" len="me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13552309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59492"/>
                                        </p:tgtEl>
                                        <p:attrNameLst>
                                          <p:attrName>style.visibility</p:attrName>
                                        </p:attrNameLst>
                                      </p:cBhvr>
                                      <p:to>
                                        <p:strVal val="visible"/>
                                      </p:to>
                                    </p:set>
                                    <p:animEffect transition="in" filter="blinds(horizontal)">
                                      <p:cBhvr>
                                        <p:cTn id="7" dur="500"/>
                                        <p:tgtEl>
                                          <p:spTgt spid="9594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40" presetClass="entr" presetSubtype="0" fill="hold" grpId="0" nodeType="clickEffect">
                                  <p:stCondLst>
                                    <p:cond delay="0"/>
                                  </p:stCondLst>
                                  <p:iterate type="lt">
                                    <p:tmPct val="10000"/>
                                  </p:iterate>
                                  <p:childTnLst>
                                    <p:set>
                                      <p:cBhvr>
                                        <p:cTn id="17" dur="1" fill="hold">
                                          <p:stCondLst>
                                            <p:cond delay="0"/>
                                          </p:stCondLst>
                                        </p:cTn>
                                        <p:tgtEl>
                                          <p:spTgt spid="959493"/>
                                        </p:tgtEl>
                                        <p:attrNameLst>
                                          <p:attrName>style.visibility</p:attrName>
                                        </p:attrNameLst>
                                      </p:cBhvr>
                                      <p:to>
                                        <p:strVal val="visible"/>
                                      </p:to>
                                    </p:set>
                                    <p:animEffect transition="in" filter="fade">
                                      <p:cBhvr>
                                        <p:cTn id="18" dur="1000"/>
                                        <p:tgtEl>
                                          <p:spTgt spid="959493"/>
                                        </p:tgtEl>
                                      </p:cBhvr>
                                    </p:animEffect>
                                    <p:anim calcmode="lin" valueType="num">
                                      <p:cBhvr>
                                        <p:cTn id="19" dur="1000" fill="hold"/>
                                        <p:tgtEl>
                                          <p:spTgt spid="959493"/>
                                        </p:tgtEl>
                                        <p:attrNameLst>
                                          <p:attrName>ppt_x</p:attrName>
                                        </p:attrNameLst>
                                      </p:cBhvr>
                                      <p:tavLst>
                                        <p:tav tm="0">
                                          <p:val>
                                            <p:strVal val="#ppt_x-.1"/>
                                          </p:val>
                                        </p:tav>
                                        <p:tav tm="100000">
                                          <p:val>
                                            <p:strVal val="#ppt_x"/>
                                          </p:val>
                                        </p:tav>
                                      </p:tavLst>
                                    </p:anim>
                                    <p:anim calcmode="lin" valueType="num">
                                      <p:cBhvr>
                                        <p:cTn id="20" dur="1000" fill="hold"/>
                                        <p:tgtEl>
                                          <p:spTgt spid="95949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40" presetClass="entr" presetSubtype="0" fill="hold" grpId="0" nodeType="clickEffect">
                                  <p:stCondLst>
                                    <p:cond delay="0"/>
                                  </p:stCondLst>
                                  <p:iterate type="lt">
                                    <p:tmPct val="10000"/>
                                  </p:iterate>
                                  <p:childTnLst>
                                    <p:set>
                                      <p:cBhvr>
                                        <p:cTn id="30" dur="1" fill="hold">
                                          <p:stCondLst>
                                            <p:cond delay="0"/>
                                          </p:stCondLst>
                                        </p:cTn>
                                        <p:tgtEl>
                                          <p:spTgt spid="959494"/>
                                        </p:tgtEl>
                                        <p:attrNameLst>
                                          <p:attrName>style.visibility</p:attrName>
                                        </p:attrNameLst>
                                      </p:cBhvr>
                                      <p:to>
                                        <p:strVal val="visible"/>
                                      </p:to>
                                    </p:set>
                                    <p:animEffect transition="in" filter="fade">
                                      <p:cBhvr>
                                        <p:cTn id="31" dur="1000"/>
                                        <p:tgtEl>
                                          <p:spTgt spid="959494"/>
                                        </p:tgtEl>
                                      </p:cBhvr>
                                    </p:animEffect>
                                    <p:anim calcmode="lin" valueType="num">
                                      <p:cBhvr>
                                        <p:cTn id="32" dur="1000" fill="hold"/>
                                        <p:tgtEl>
                                          <p:spTgt spid="959494"/>
                                        </p:tgtEl>
                                        <p:attrNameLst>
                                          <p:attrName>ppt_x</p:attrName>
                                        </p:attrNameLst>
                                      </p:cBhvr>
                                      <p:tavLst>
                                        <p:tav tm="0">
                                          <p:val>
                                            <p:strVal val="#ppt_x-.1"/>
                                          </p:val>
                                        </p:tav>
                                        <p:tav tm="100000">
                                          <p:val>
                                            <p:strVal val="#ppt_x"/>
                                          </p:val>
                                        </p:tav>
                                      </p:tavLst>
                                    </p:anim>
                                    <p:anim calcmode="lin" valueType="num">
                                      <p:cBhvr>
                                        <p:cTn id="33" dur="1000" fill="hold"/>
                                        <p:tgtEl>
                                          <p:spTgt spid="959494"/>
                                        </p:tgtEl>
                                        <p:attrNameLst>
                                          <p:attrName>ppt_y</p:attrName>
                                        </p:attrNameLst>
                                      </p:cBhvr>
                                      <p:tavLst>
                                        <p:tav tm="0">
                                          <p:val>
                                            <p:strVal val="#ppt_y"/>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5" presetClass="entr" presetSubtype="10" fill="hold" grpId="0" nodeType="clickEffect">
                                  <p:stCondLst>
                                    <p:cond delay="0"/>
                                  </p:stCondLst>
                                  <p:childTnLst>
                                    <p:set>
                                      <p:cBhvr>
                                        <p:cTn id="37" dur="1" fill="hold">
                                          <p:stCondLst>
                                            <p:cond delay="0"/>
                                          </p:stCondLst>
                                        </p:cTn>
                                        <p:tgtEl>
                                          <p:spTgt spid="959499"/>
                                        </p:tgtEl>
                                        <p:attrNameLst>
                                          <p:attrName>style.visibility</p:attrName>
                                        </p:attrNameLst>
                                      </p:cBhvr>
                                      <p:to>
                                        <p:strVal val="visible"/>
                                      </p:to>
                                    </p:set>
                                    <p:animEffect transition="in" filter="checkerboard(across)">
                                      <p:cBhvr>
                                        <p:cTn id="38" dur="500"/>
                                        <p:tgtEl>
                                          <p:spTgt spid="959499"/>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40" presetClass="entr" presetSubtype="0" fill="hold" grpId="0" nodeType="clickEffect">
                                  <p:stCondLst>
                                    <p:cond delay="0"/>
                                  </p:stCondLst>
                                  <p:iterate type="lt">
                                    <p:tmPct val="10000"/>
                                  </p:iterate>
                                  <p:childTnLst>
                                    <p:set>
                                      <p:cBhvr>
                                        <p:cTn id="42" dur="1" fill="hold">
                                          <p:stCondLst>
                                            <p:cond delay="0"/>
                                          </p:stCondLst>
                                        </p:cTn>
                                        <p:tgtEl>
                                          <p:spTgt spid="959498"/>
                                        </p:tgtEl>
                                        <p:attrNameLst>
                                          <p:attrName>style.visibility</p:attrName>
                                        </p:attrNameLst>
                                      </p:cBhvr>
                                      <p:to>
                                        <p:strVal val="visible"/>
                                      </p:to>
                                    </p:set>
                                    <p:animEffect transition="in" filter="fade">
                                      <p:cBhvr>
                                        <p:cTn id="43" dur="1000"/>
                                        <p:tgtEl>
                                          <p:spTgt spid="959498"/>
                                        </p:tgtEl>
                                      </p:cBhvr>
                                    </p:animEffect>
                                    <p:anim calcmode="lin" valueType="num">
                                      <p:cBhvr>
                                        <p:cTn id="44" dur="1000" fill="hold"/>
                                        <p:tgtEl>
                                          <p:spTgt spid="959498"/>
                                        </p:tgtEl>
                                        <p:attrNameLst>
                                          <p:attrName>ppt_x</p:attrName>
                                        </p:attrNameLst>
                                      </p:cBhvr>
                                      <p:tavLst>
                                        <p:tav tm="0">
                                          <p:val>
                                            <p:strVal val="#ppt_x-.1"/>
                                          </p:val>
                                        </p:tav>
                                        <p:tav tm="100000">
                                          <p:val>
                                            <p:strVal val="#ppt_x"/>
                                          </p:val>
                                        </p:tav>
                                      </p:tavLst>
                                    </p:anim>
                                    <p:anim calcmode="lin" valueType="num">
                                      <p:cBhvr>
                                        <p:cTn id="45" dur="1000" fill="hold"/>
                                        <p:tgtEl>
                                          <p:spTgt spid="959498"/>
                                        </p:tgtEl>
                                        <p:attrNameLst>
                                          <p:attrName>ppt_y</p:attrName>
                                        </p:attrNameLst>
                                      </p:cBhvr>
                                      <p:tavLst>
                                        <p:tav tm="0">
                                          <p:val>
                                            <p:strVal val="#ppt_y"/>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30" presetClass="entr" presetSubtype="0" fill="hold" nodeType="clickEffect">
                                  <p:stCondLst>
                                    <p:cond delay="0"/>
                                  </p:stCondLst>
                                  <p:childTnLst>
                                    <p:set>
                                      <p:cBhvr>
                                        <p:cTn id="49" dur="1" fill="hold">
                                          <p:stCondLst>
                                            <p:cond delay="0"/>
                                          </p:stCondLst>
                                        </p:cTn>
                                        <p:tgtEl>
                                          <p:spTgt spid="6"/>
                                        </p:tgtEl>
                                        <p:attrNameLst>
                                          <p:attrName>style.visibility</p:attrName>
                                        </p:attrNameLst>
                                      </p:cBhvr>
                                      <p:to>
                                        <p:strVal val="visible"/>
                                      </p:to>
                                    </p:set>
                                    <p:animEffect transition="in" filter="fade">
                                      <p:cBhvr>
                                        <p:cTn id="50" dur="800" decel="100000"/>
                                        <p:tgtEl>
                                          <p:spTgt spid="6"/>
                                        </p:tgtEl>
                                      </p:cBhvr>
                                    </p:animEffect>
                                    <p:anim calcmode="lin" valueType="num">
                                      <p:cBhvr>
                                        <p:cTn id="51" dur="800" decel="100000" fill="hold"/>
                                        <p:tgtEl>
                                          <p:spTgt spid="6"/>
                                        </p:tgtEl>
                                        <p:attrNameLst>
                                          <p:attrName>style.rotation</p:attrName>
                                        </p:attrNameLst>
                                      </p:cBhvr>
                                      <p:tavLst>
                                        <p:tav tm="0">
                                          <p:val>
                                            <p:fltVal val="-90"/>
                                          </p:val>
                                        </p:tav>
                                        <p:tav tm="100000">
                                          <p:val>
                                            <p:fltVal val="0"/>
                                          </p:val>
                                        </p:tav>
                                      </p:tavLst>
                                    </p:anim>
                                    <p:anim calcmode="lin" valueType="num">
                                      <p:cBhvr>
                                        <p:cTn id="52" dur="800" decel="100000" fill="hold"/>
                                        <p:tgtEl>
                                          <p:spTgt spid="6"/>
                                        </p:tgtEl>
                                        <p:attrNameLst>
                                          <p:attrName>ppt_x</p:attrName>
                                        </p:attrNameLst>
                                      </p:cBhvr>
                                      <p:tavLst>
                                        <p:tav tm="0">
                                          <p:val>
                                            <p:strVal val="#ppt_x+0.4"/>
                                          </p:val>
                                        </p:tav>
                                        <p:tav tm="100000">
                                          <p:val>
                                            <p:strVal val="#ppt_x-0.05"/>
                                          </p:val>
                                        </p:tav>
                                      </p:tavLst>
                                    </p:anim>
                                    <p:anim calcmode="lin" valueType="num">
                                      <p:cBhvr>
                                        <p:cTn id="53" dur="800" decel="100000" fill="hold"/>
                                        <p:tgtEl>
                                          <p:spTgt spid="6"/>
                                        </p:tgtEl>
                                        <p:attrNameLst>
                                          <p:attrName>ppt_y</p:attrName>
                                        </p:attrNameLst>
                                      </p:cBhvr>
                                      <p:tavLst>
                                        <p:tav tm="0">
                                          <p:val>
                                            <p:strVal val="#ppt_y-0.4"/>
                                          </p:val>
                                        </p:tav>
                                        <p:tav tm="100000">
                                          <p:val>
                                            <p:strVal val="#ppt_y+0.1"/>
                                          </p:val>
                                        </p:tav>
                                      </p:tavLst>
                                    </p:anim>
                                    <p:anim calcmode="lin" valueType="num">
                                      <p:cBhvr>
                                        <p:cTn id="54" dur="200" accel="100000" fill="hold">
                                          <p:stCondLst>
                                            <p:cond delay="800"/>
                                          </p:stCondLst>
                                        </p:cTn>
                                        <p:tgtEl>
                                          <p:spTgt spid="6"/>
                                        </p:tgtEl>
                                        <p:attrNameLst>
                                          <p:attrName>ppt_x</p:attrName>
                                        </p:attrNameLst>
                                      </p:cBhvr>
                                      <p:tavLst>
                                        <p:tav tm="0">
                                          <p:val>
                                            <p:strVal val="#ppt_x-0.05"/>
                                          </p:val>
                                        </p:tav>
                                        <p:tav tm="100000">
                                          <p:val>
                                            <p:strVal val="#ppt_x"/>
                                          </p:val>
                                        </p:tav>
                                      </p:tavLst>
                                    </p:anim>
                                    <p:anim calcmode="lin" valueType="num">
                                      <p:cBhvr>
                                        <p:cTn id="55" dur="200" accel="100000" fill="hold">
                                          <p:stCondLst>
                                            <p:cond delay="800"/>
                                          </p:stCondLst>
                                        </p:cTn>
                                        <p:tgtEl>
                                          <p:spTgt spid="6"/>
                                        </p:tgtEl>
                                        <p:attrNameLst>
                                          <p:attrName>ppt_y</p:attrName>
                                        </p:attrNameLst>
                                      </p:cBhvr>
                                      <p:tavLst>
                                        <p:tav tm="0">
                                          <p:val>
                                            <p:strVal val="#ppt_y+0.1"/>
                                          </p:val>
                                        </p:tav>
                                        <p:tav tm="100000">
                                          <p:val>
                                            <p:strVal val="#ppt_y"/>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8" presetClass="entr" presetSubtype="16" fill="hold" nodeType="clickEffect">
                                  <p:stCondLst>
                                    <p:cond delay="0"/>
                                  </p:stCondLst>
                                  <p:childTnLst>
                                    <p:set>
                                      <p:cBhvr>
                                        <p:cTn id="59" dur="1" fill="hold">
                                          <p:stCondLst>
                                            <p:cond delay="0"/>
                                          </p:stCondLst>
                                        </p:cTn>
                                        <p:tgtEl>
                                          <p:spTgt spid="3"/>
                                        </p:tgtEl>
                                        <p:attrNameLst>
                                          <p:attrName>style.visibility</p:attrName>
                                        </p:attrNameLst>
                                      </p:cBhvr>
                                      <p:to>
                                        <p:strVal val="visible"/>
                                      </p:to>
                                    </p:set>
                                    <p:animEffect transition="in" filter="diamond(in)">
                                      <p:cBhvr>
                                        <p:cTn id="60" dur="2000"/>
                                        <p:tgtEl>
                                          <p:spTgt spid="3"/>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40" presetClass="entr" presetSubtype="0" fill="hold" grpId="0" nodeType="clickEffect">
                                  <p:stCondLst>
                                    <p:cond delay="0"/>
                                  </p:stCondLst>
                                  <p:iterate type="lt">
                                    <p:tmPct val="10000"/>
                                  </p:iterate>
                                  <p:childTnLst>
                                    <p:set>
                                      <p:cBhvr>
                                        <p:cTn id="64" dur="1" fill="hold">
                                          <p:stCondLst>
                                            <p:cond delay="0"/>
                                          </p:stCondLst>
                                        </p:cTn>
                                        <p:tgtEl>
                                          <p:spTgt spid="959504"/>
                                        </p:tgtEl>
                                        <p:attrNameLst>
                                          <p:attrName>style.visibility</p:attrName>
                                        </p:attrNameLst>
                                      </p:cBhvr>
                                      <p:to>
                                        <p:strVal val="visible"/>
                                      </p:to>
                                    </p:set>
                                    <p:animEffect transition="in" filter="fade">
                                      <p:cBhvr>
                                        <p:cTn id="65" dur="1000"/>
                                        <p:tgtEl>
                                          <p:spTgt spid="959504"/>
                                        </p:tgtEl>
                                      </p:cBhvr>
                                    </p:animEffect>
                                    <p:anim calcmode="lin" valueType="num">
                                      <p:cBhvr>
                                        <p:cTn id="66" dur="1000" fill="hold"/>
                                        <p:tgtEl>
                                          <p:spTgt spid="959504"/>
                                        </p:tgtEl>
                                        <p:attrNameLst>
                                          <p:attrName>ppt_x</p:attrName>
                                        </p:attrNameLst>
                                      </p:cBhvr>
                                      <p:tavLst>
                                        <p:tav tm="0">
                                          <p:val>
                                            <p:strVal val="#ppt_x-.1"/>
                                          </p:val>
                                        </p:tav>
                                        <p:tav tm="100000">
                                          <p:val>
                                            <p:strVal val="#ppt_x"/>
                                          </p:val>
                                        </p:tav>
                                      </p:tavLst>
                                    </p:anim>
                                    <p:anim calcmode="lin" valueType="num">
                                      <p:cBhvr>
                                        <p:cTn id="67" dur="1000" fill="hold"/>
                                        <p:tgtEl>
                                          <p:spTgt spid="959504"/>
                                        </p:tgtEl>
                                        <p:attrNameLst>
                                          <p:attrName>ppt_y</p:attrName>
                                        </p:attrNameLst>
                                      </p:cBhvr>
                                      <p:tavLst>
                                        <p:tav tm="0">
                                          <p:val>
                                            <p:strVal val="#ppt_y"/>
                                          </p:val>
                                        </p:tav>
                                        <p:tav tm="100000">
                                          <p:val>
                                            <p:strVal val="#ppt_y"/>
                                          </p:val>
                                        </p:tav>
                                      </p:tavLst>
                                    </p:anim>
                                  </p:childTnLst>
                                </p:cTn>
                              </p:par>
                            </p:childTnLst>
                          </p:cTn>
                        </p:par>
                      </p:childTnLst>
                    </p:cTn>
                  </p:par>
                  <p:par>
                    <p:cTn id="68" fill="hold" nodeType="clickPar">
                      <p:stCondLst>
                        <p:cond delay="indefinite"/>
                      </p:stCondLst>
                      <p:childTnLst>
                        <p:par>
                          <p:cTn id="69" fill="hold" nodeType="withGroup">
                            <p:stCondLst>
                              <p:cond delay="0"/>
                            </p:stCondLst>
                            <p:childTnLst>
                              <p:par>
                                <p:cTn id="70" presetID="5" presetClass="entr" presetSubtype="10" fill="hold" nodeType="clickEffect">
                                  <p:stCondLst>
                                    <p:cond delay="0"/>
                                  </p:stCondLst>
                                  <p:childTnLst>
                                    <p:set>
                                      <p:cBhvr>
                                        <p:cTn id="71" dur="1" fill="hold">
                                          <p:stCondLst>
                                            <p:cond delay="0"/>
                                          </p:stCondLst>
                                        </p:cTn>
                                        <p:tgtEl>
                                          <p:spTgt spid="4"/>
                                        </p:tgtEl>
                                        <p:attrNameLst>
                                          <p:attrName>style.visibility</p:attrName>
                                        </p:attrNameLst>
                                      </p:cBhvr>
                                      <p:to>
                                        <p:strVal val="visible"/>
                                      </p:to>
                                    </p:set>
                                    <p:animEffect transition="in" filter="checkerboard(across)">
                                      <p:cBhvr>
                                        <p:cTn id="7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9492" grpId="0"/>
      <p:bldP spid="959493" grpId="0"/>
      <p:bldP spid="959494" grpId="0"/>
      <p:bldP spid="959498" grpId="0"/>
      <p:bldP spid="959499" grpId="0" animBg="1"/>
      <p:bldP spid="95950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灯片编号占位符 3">
            <a:extLst>
              <a:ext uri="{FF2B5EF4-FFF2-40B4-BE49-F238E27FC236}">
                <a16:creationId xmlns:a16="http://schemas.microsoft.com/office/drawing/2014/main" id="{5E5D2923-2C55-D949-ABED-DF35D630A8B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8963E17-65B9-9144-9CB4-390FAF707D16}"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29</a:t>
            </a:fld>
            <a:endParaRPr lang="en-US" altLang="zh-CN" sz="1050">
              <a:solidFill>
                <a:schemeClr val="bg2"/>
              </a:solidFill>
              <a:latin typeface="Tahoma" panose="020B0604030504040204" pitchFamily="34" charset="0"/>
              <a:ea typeface="宋体" panose="02010600030101010101" pitchFamily="2" charset="-122"/>
            </a:endParaRPr>
          </a:p>
        </p:txBody>
      </p:sp>
      <p:sp>
        <p:nvSpPr>
          <p:cNvPr id="62466" name="Rectangle 2">
            <a:extLst>
              <a:ext uri="{FF2B5EF4-FFF2-40B4-BE49-F238E27FC236}">
                <a16:creationId xmlns:a16="http://schemas.microsoft.com/office/drawing/2014/main" id="{82F0C0C2-C80D-9840-91EC-5BE127AC47AC}"/>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3.	</a:t>
            </a:r>
            <a:r>
              <a:rPr lang="zh-CN" altLang="en-US">
                <a:latin typeface="微软雅黑" panose="020B0503020204020204" pitchFamily="34" charset="-122"/>
                <a:ea typeface="宋体" panose="02010600030101010101" pitchFamily="2" charset="-122"/>
              </a:rPr>
              <a:t>错误检测和纠正（</a:t>
            </a:r>
            <a:r>
              <a:rPr lang="en-US" altLang="zh-CN">
                <a:latin typeface="微软雅黑" panose="020B0503020204020204" pitchFamily="34" charset="-122"/>
                <a:ea typeface="宋体" panose="02010600030101010101" pitchFamily="2" charset="-122"/>
              </a:rPr>
              <a:t>6</a:t>
            </a:r>
            <a:r>
              <a:rPr lang="zh-CN" altLang="en-US">
                <a:latin typeface="微软雅黑" panose="020B0503020204020204" pitchFamily="34" charset="-122"/>
                <a:ea typeface="宋体" panose="02010600030101010101" pitchFamily="2" charset="-122"/>
              </a:rPr>
              <a:t>）</a:t>
            </a:r>
          </a:p>
        </p:txBody>
      </p:sp>
      <p:sp>
        <p:nvSpPr>
          <p:cNvPr id="62467" name="Rectangle 3">
            <a:extLst>
              <a:ext uri="{FF2B5EF4-FFF2-40B4-BE49-F238E27FC236}">
                <a16:creationId xmlns:a16="http://schemas.microsoft.com/office/drawing/2014/main" id="{F8E833EE-F49F-5E42-80D9-16BEB60418EF}"/>
              </a:ext>
            </a:extLst>
          </p:cNvPr>
          <p:cNvSpPr>
            <a:spLocks noGrp="1" noChangeArrowheads="1"/>
          </p:cNvSpPr>
          <p:nvPr>
            <p:ph type="body" idx="1"/>
          </p:nvPr>
        </p:nvSpPr>
        <p:spPr/>
        <p:txBody>
          <a:bodyPr/>
          <a:lstStyle/>
          <a:p>
            <a:pPr eaLnBrk="1" hangingPunct="1"/>
            <a:r>
              <a:rPr lang="zh-CN" altLang="en-US">
                <a:latin typeface="微软雅黑" panose="020B0503020204020204" pitchFamily="34" charset="-122"/>
                <a:ea typeface="宋体" panose="02010600030101010101" pitchFamily="2" charset="-122"/>
              </a:rPr>
              <a:t>使用海明码纠正突发错误</a:t>
            </a:r>
          </a:p>
          <a:p>
            <a:pPr lvl="1" eaLnBrk="1" hangingPunct="1"/>
            <a:r>
              <a:rPr lang="zh-CN" altLang="en-US">
                <a:latin typeface="微软雅黑" panose="020B0503020204020204" pitchFamily="34" charset="-122"/>
                <a:ea typeface="宋体" panose="02010600030101010101" pitchFamily="2" charset="-122"/>
              </a:rPr>
              <a:t>可采用</a:t>
            </a:r>
            <a:r>
              <a:rPr lang="en-US" altLang="zh-CN">
                <a:latin typeface="微软雅黑" panose="020B0503020204020204" pitchFamily="34" charset="-122"/>
                <a:ea typeface="宋体" panose="02010600030101010101" pitchFamily="2" charset="-122"/>
              </a:rPr>
              <a:t>k</a:t>
            </a:r>
            <a:r>
              <a:rPr lang="zh-CN" altLang="en-US">
                <a:latin typeface="微软雅黑" panose="020B0503020204020204" pitchFamily="34" charset="-122"/>
                <a:ea typeface="宋体" panose="02010600030101010101" pitchFamily="2" charset="-122"/>
              </a:rPr>
              <a:t>个码字（</a:t>
            </a:r>
            <a:r>
              <a:rPr lang="en-US" altLang="zh-CN">
                <a:latin typeface="微软雅黑" panose="020B0503020204020204" pitchFamily="34" charset="-122"/>
                <a:ea typeface="宋体" panose="02010600030101010101" pitchFamily="2" charset="-122"/>
              </a:rPr>
              <a:t>n = m + r</a:t>
            </a:r>
            <a:r>
              <a:rPr lang="zh-CN" altLang="en-US">
                <a:latin typeface="微软雅黑" panose="020B0503020204020204" pitchFamily="34" charset="-122"/>
                <a:ea typeface="宋体" panose="02010600030101010101" pitchFamily="2" charset="-122"/>
              </a:rPr>
              <a:t>）组成 </a:t>
            </a:r>
            <a:r>
              <a:rPr lang="en-US" altLang="zh-CN">
                <a:latin typeface="微软雅黑" panose="020B0503020204020204" pitchFamily="34" charset="-122"/>
                <a:ea typeface="宋体" panose="02010600030101010101" pitchFamily="2" charset="-122"/>
              </a:rPr>
              <a:t>k </a:t>
            </a:r>
            <a:r>
              <a:rPr lang="en-US" altLang="zh-CN">
                <a:latin typeface="微软雅黑" panose="020B0503020204020204" pitchFamily="34" charset="-122"/>
                <a:ea typeface="宋体" panose="02010600030101010101" pitchFamily="2" charset="-122"/>
                <a:sym typeface="Symbol" pitchFamily="2" charset="2"/>
              </a:rPr>
              <a:t> n </a:t>
            </a:r>
            <a:r>
              <a:rPr lang="zh-CN" altLang="en-US">
                <a:latin typeface="微软雅黑" panose="020B0503020204020204" pitchFamily="34" charset="-122"/>
                <a:ea typeface="宋体" panose="02010600030101010101" pitchFamily="2" charset="-122"/>
                <a:sym typeface="Symbol" pitchFamily="2" charset="2"/>
              </a:rPr>
              <a:t>矩阵，按列发送，接收方恢复成</a:t>
            </a:r>
            <a:r>
              <a:rPr lang="zh-CN" altLang="en-US">
                <a:latin typeface="微软雅黑" panose="020B0503020204020204" pitchFamily="34" charset="-122"/>
                <a:ea typeface="宋体" panose="02010600030101010101" pitchFamily="2" charset="-122"/>
              </a:rPr>
              <a:t> </a:t>
            </a:r>
            <a:r>
              <a:rPr lang="en-US" altLang="zh-CN">
                <a:latin typeface="微软雅黑" panose="020B0503020204020204" pitchFamily="34" charset="-122"/>
                <a:ea typeface="宋体" panose="02010600030101010101" pitchFamily="2" charset="-122"/>
              </a:rPr>
              <a:t>k </a:t>
            </a:r>
            <a:r>
              <a:rPr lang="en-US" altLang="zh-CN">
                <a:latin typeface="微软雅黑" panose="020B0503020204020204" pitchFamily="34" charset="-122"/>
                <a:ea typeface="宋体" panose="02010600030101010101" pitchFamily="2" charset="-122"/>
                <a:sym typeface="Symbol" pitchFamily="2" charset="2"/>
              </a:rPr>
              <a:t> n </a:t>
            </a:r>
            <a:r>
              <a:rPr lang="zh-CN" altLang="en-US">
                <a:latin typeface="微软雅黑" panose="020B0503020204020204" pitchFamily="34" charset="-122"/>
                <a:ea typeface="宋体" panose="02010600030101010101" pitchFamily="2" charset="-122"/>
                <a:sym typeface="Symbol" pitchFamily="2" charset="2"/>
              </a:rPr>
              <a:t>矩阵</a:t>
            </a:r>
          </a:p>
          <a:p>
            <a:pPr lvl="1" eaLnBrk="1" hangingPunct="1"/>
            <a:r>
              <a:rPr lang="en-US" altLang="zh-CN">
                <a:latin typeface="微软雅黑" panose="020B0503020204020204" pitchFamily="34" charset="-122"/>
                <a:ea typeface="宋体" panose="02010600030101010101" pitchFamily="2" charset="-122"/>
                <a:sym typeface="Symbol" pitchFamily="2" charset="2"/>
              </a:rPr>
              <a:t>kr</a:t>
            </a:r>
            <a:r>
              <a:rPr lang="zh-CN" altLang="en-US">
                <a:latin typeface="微软雅黑" panose="020B0503020204020204" pitchFamily="34" charset="-122"/>
                <a:ea typeface="宋体" panose="02010600030101010101" pitchFamily="2" charset="-122"/>
                <a:sym typeface="Symbol" pitchFamily="2" charset="2"/>
              </a:rPr>
              <a:t>个校验位，</a:t>
            </a:r>
            <a:r>
              <a:rPr lang="en-US" altLang="zh-CN">
                <a:latin typeface="微软雅黑" panose="020B0503020204020204" pitchFamily="34" charset="-122"/>
                <a:ea typeface="宋体" panose="02010600030101010101" pitchFamily="2" charset="-122"/>
                <a:sym typeface="Symbol" pitchFamily="2" charset="2"/>
              </a:rPr>
              <a:t>km</a:t>
            </a:r>
            <a:r>
              <a:rPr lang="zh-CN" altLang="en-US">
                <a:latin typeface="微软雅黑" panose="020B0503020204020204" pitchFamily="34" charset="-122"/>
                <a:ea typeface="宋体" panose="02010600030101010101" pitchFamily="2" charset="-122"/>
                <a:sym typeface="Symbol" pitchFamily="2" charset="2"/>
              </a:rPr>
              <a:t>个数据位，可纠正最多为</a:t>
            </a:r>
            <a:r>
              <a:rPr lang="en-US" altLang="zh-CN">
                <a:latin typeface="微软雅黑" panose="020B0503020204020204" pitchFamily="34" charset="-122"/>
                <a:ea typeface="宋体" panose="02010600030101010101" pitchFamily="2" charset="-122"/>
                <a:sym typeface="Symbol" pitchFamily="2" charset="2"/>
              </a:rPr>
              <a:t>k</a:t>
            </a:r>
            <a:r>
              <a:rPr lang="zh-CN" altLang="en-US">
                <a:latin typeface="微软雅黑" panose="020B0503020204020204" pitchFamily="34" charset="-122"/>
                <a:ea typeface="宋体" panose="02010600030101010101" pitchFamily="2" charset="-122"/>
                <a:sym typeface="Symbol" pitchFamily="2" charset="2"/>
              </a:rPr>
              <a:t>个的突发性连续比特错。</a:t>
            </a:r>
          </a:p>
        </p:txBody>
      </p:sp>
      <p:sp>
        <p:nvSpPr>
          <p:cNvPr id="5" name="Text Box 6">
            <a:extLst>
              <a:ext uri="{FF2B5EF4-FFF2-40B4-BE49-F238E27FC236}">
                <a16:creationId xmlns:a16="http://schemas.microsoft.com/office/drawing/2014/main" id="{2D6BB788-102C-BD4E-8C64-1A2D8E709389}"/>
              </a:ext>
            </a:extLst>
          </p:cNvPr>
          <p:cNvSpPr txBox="1">
            <a:spLocks noChangeArrowheads="1"/>
          </p:cNvSpPr>
          <p:nvPr/>
        </p:nvSpPr>
        <p:spPr bwMode="auto">
          <a:xfrm>
            <a:off x="1106329" y="3064906"/>
            <a:ext cx="2158604" cy="1858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en-US" altLang="zh-CN" sz="1350" dirty="0">
                <a:solidFill>
                  <a:schemeClr val="tx1"/>
                </a:solidFill>
                <a:latin typeface="宋体" panose="02010600030101010101" pitchFamily="2" charset="-122"/>
                <a:ea typeface="宋体" panose="02010600030101010101" pitchFamily="2" charset="-122"/>
              </a:rPr>
              <a:t>X X X X X X</a:t>
            </a:r>
            <a:r>
              <a:rPr lang="en-US" altLang="zh-CN" sz="1350" dirty="0">
                <a:solidFill>
                  <a:schemeClr val="tx1"/>
                </a:solidFill>
                <a:latin typeface="Arial" panose="020B0604020202020204" pitchFamily="34" charset="0"/>
                <a:ea typeface="宋体" panose="02010600030101010101" pitchFamily="2" charset="-122"/>
              </a:rPr>
              <a:t>……</a:t>
            </a:r>
            <a:r>
              <a:rPr lang="en-US" altLang="zh-CN" sz="1350" dirty="0">
                <a:solidFill>
                  <a:schemeClr val="tx1"/>
                </a:solidFill>
                <a:latin typeface="宋体" panose="02010600030101010101" pitchFamily="2" charset="-122"/>
                <a:ea typeface="宋体" panose="02010600030101010101" pitchFamily="2" charset="-122"/>
              </a:rPr>
              <a:t>X</a:t>
            </a:r>
          </a:p>
          <a:p>
            <a:pPr eaLnBrk="1" hangingPunct="1">
              <a:spcBef>
                <a:spcPct val="50000"/>
              </a:spcBef>
              <a:buClrTx/>
              <a:buSzTx/>
              <a:buFontTx/>
              <a:buNone/>
            </a:pPr>
            <a:r>
              <a:rPr lang="en-US" altLang="zh-CN" sz="1350" dirty="0">
                <a:solidFill>
                  <a:schemeClr val="tx1"/>
                </a:solidFill>
                <a:latin typeface="宋体" panose="02010600030101010101" pitchFamily="2" charset="-122"/>
                <a:ea typeface="宋体" panose="02010600030101010101" pitchFamily="2" charset="-122"/>
              </a:rPr>
              <a:t>X X X X X X</a:t>
            </a:r>
            <a:r>
              <a:rPr lang="en-US" altLang="zh-CN" sz="1350" dirty="0">
                <a:solidFill>
                  <a:schemeClr val="tx1"/>
                </a:solidFill>
                <a:latin typeface="Arial" panose="020B0604020202020204" pitchFamily="34" charset="0"/>
                <a:ea typeface="宋体" panose="02010600030101010101" pitchFamily="2" charset="-122"/>
              </a:rPr>
              <a:t>……</a:t>
            </a:r>
            <a:r>
              <a:rPr lang="en-US" altLang="zh-CN" sz="1350" dirty="0">
                <a:solidFill>
                  <a:schemeClr val="tx1"/>
                </a:solidFill>
                <a:latin typeface="宋体" panose="02010600030101010101" pitchFamily="2" charset="-122"/>
                <a:ea typeface="宋体" panose="02010600030101010101" pitchFamily="2" charset="-122"/>
              </a:rPr>
              <a:t>X</a:t>
            </a:r>
          </a:p>
          <a:p>
            <a:pPr eaLnBrk="1" hangingPunct="1">
              <a:spcBef>
                <a:spcPct val="50000"/>
              </a:spcBef>
              <a:buClrTx/>
              <a:buSzTx/>
              <a:buFontTx/>
              <a:buNone/>
            </a:pPr>
            <a:r>
              <a:rPr lang="en-US" altLang="zh-CN" sz="1350" dirty="0">
                <a:solidFill>
                  <a:schemeClr val="tx1"/>
                </a:solidFill>
                <a:latin typeface="宋体" panose="02010600030101010101" pitchFamily="2" charset="-122"/>
                <a:ea typeface="宋体" panose="02010600030101010101" pitchFamily="2" charset="-122"/>
              </a:rPr>
              <a:t>X X X X X X</a:t>
            </a:r>
            <a:r>
              <a:rPr lang="en-US" altLang="zh-CN" sz="1350" dirty="0">
                <a:solidFill>
                  <a:schemeClr val="tx1"/>
                </a:solidFill>
                <a:latin typeface="Arial" panose="020B0604020202020204" pitchFamily="34" charset="0"/>
                <a:ea typeface="宋体" panose="02010600030101010101" pitchFamily="2" charset="-122"/>
              </a:rPr>
              <a:t>……</a:t>
            </a:r>
            <a:r>
              <a:rPr lang="en-US" altLang="zh-CN" sz="1350" dirty="0">
                <a:solidFill>
                  <a:schemeClr val="tx1"/>
                </a:solidFill>
                <a:latin typeface="宋体" panose="02010600030101010101" pitchFamily="2" charset="-122"/>
                <a:ea typeface="宋体" panose="02010600030101010101" pitchFamily="2" charset="-122"/>
              </a:rPr>
              <a:t>X</a:t>
            </a:r>
          </a:p>
          <a:p>
            <a:pPr eaLnBrk="1" hangingPunct="1">
              <a:spcBef>
                <a:spcPct val="50000"/>
              </a:spcBef>
              <a:buClrTx/>
              <a:buSzTx/>
              <a:buFontTx/>
              <a:buNone/>
            </a:pPr>
            <a:r>
              <a:rPr lang="en-US" altLang="zh-CN" sz="1350" dirty="0">
                <a:solidFill>
                  <a:schemeClr val="tx1"/>
                </a:solidFill>
                <a:latin typeface="Arial" panose="020B0604020202020204" pitchFamily="34" charset="0"/>
                <a:ea typeface="宋体" panose="02010600030101010101" pitchFamily="2" charset="-122"/>
              </a:rPr>
              <a:t>……</a:t>
            </a:r>
            <a:endParaRPr lang="en-US" altLang="zh-CN" sz="1350" dirty="0">
              <a:solidFill>
                <a:schemeClr val="tx1"/>
              </a:solidFill>
              <a:latin typeface="宋体" panose="02010600030101010101" pitchFamily="2" charset="-122"/>
              <a:ea typeface="宋体" panose="02010600030101010101" pitchFamily="2" charset="-122"/>
            </a:endParaRPr>
          </a:p>
          <a:p>
            <a:pPr eaLnBrk="1" hangingPunct="1">
              <a:spcBef>
                <a:spcPct val="50000"/>
              </a:spcBef>
              <a:buClrTx/>
              <a:buSzTx/>
              <a:buFontTx/>
              <a:buNone/>
            </a:pPr>
            <a:r>
              <a:rPr lang="en-US" altLang="zh-CN" sz="1350" dirty="0">
                <a:solidFill>
                  <a:schemeClr val="tx1"/>
                </a:solidFill>
                <a:latin typeface="宋体" panose="02010600030101010101" pitchFamily="2" charset="-122"/>
                <a:ea typeface="宋体" panose="02010600030101010101" pitchFamily="2" charset="-122"/>
              </a:rPr>
              <a:t>X X X X X X</a:t>
            </a:r>
            <a:r>
              <a:rPr lang="en-US" altLang="zh-CN" sz="1350" dirty="0">
                <a:solidFill>
                  <a:schemeClr val="tx1"/>
                </a:solidFill>
                <a:latin typeface="Arial" panose="020B0604020202020204" pitchFamily="34" charset="0"/>
                <a:ea typeface="宋体" panose="02010600030101010101" pitchFamily="2" charset="-122"/>
              </a:rPr>
              <a:t>……</a:t>
            </a:r>
            <a:r>
              <a:rPr lang="en-US" altLang="zh-CN" sz="1350" dirty="0">
                <a:solidFill>
                  <a:schemeClr val="tx1"/>
                </a:solidFill>
                <a:latin typeface="宋体" panose="02010600030101010101" pitchFamily="2" charset="-122"/>
                <a:ea typeface="宋体" panose="02010600030101010101" pitchFamily="2" charset="-122"/>
              </a:rPr>
              <a:t>X</a:t>
            </a:r>
          </a:p>
          <a:p>
            <a:pPr eaLnBrk="1" hangingPunct="1">
              <a:spcBef>
                <a:spcPct val="50000"/>
              </a:spcBef>
              <a:buClrTx/>
              <a:buSzTx/>
              <a:buFontTx/>
              <a:buNone/>
            </a:pPr>
            <a:r>
              <a:rPr lang="en-US" altLang="zh-CN" sz="1350" dirty="0">
                <a:solidFill>
                  <a:schemeClr val="hlink"/>
                </a:solidFill>
                <a:latin typeface="宋体" panose="02010600030101010101" pitchFamily="2" charset="-122"/>
                <a:ea typeface="宋体" panose="02010600030101010101" pitchFamily="2" charset="-122"/>
              </a:rPr>
              <a:t>R R R R R R.</a:t>
            </a:r>
            <a:r>
              <a:rPr lang="en-US" altLang="zh-CN" sz="1350" dirty="0">
                <a:solidFill>
                  <a:schemeClr val="hlink"/>
                </a:solidFill>
                <a:latin typeface="Arial" panose="020B0604020202020204" pitchFamily="34" charset="0"/>
                <a:ea typeface="宋体" panose="02010600030101010101" pitchFamily="2" charset="-122"/>
              </a:rPr>
              <a:t>…</a:t>
            </a:r>
            <a:r>
              <a:rPr lang="en-US" altLang="zh-CN" sz="1350" dirty="0">
                <a:solidFill>
                  <a:schemeClr val="hlink"/>
                </a:solidFill>
                <a:latin typeface="宋体" panose="02010600030101010101" pitchFamily="2" charset="-122"/>
                <a:ea typeface="宋体" panose="02010600030101010101" pitchFamily="2" charset="-122"/>
              </a:rPr>
              <a:t>.R</a:t>
            </a:r>
            <a:r>
              <a:rPr lang="en-US" altLang="zh-CN" sz="1350" dirty="0">
                <a:solidFill>
                  <a:schemeClr val="tx1"/>
                </a:solidFill>
                <a:latin typeface="宋体" panose="02010600030101010101" pitchFamily="2" charset="-122"/>
                <a:ea typeface="宋体" panose="02010600030101010101" pitchFamily="2" charset="-122"/>
              </a:rPr>
              <a:t> </a:t>
            </a:r>
            <a:r>
              <a:rPr lang="zh-CN" altLang="en-US" sz="1350" dirty="0">
                <a:solidFill>
                  <a:schemeClr val="tx1"/>
                </a:solidFill>
                <a:latin typeface="宋体" panose="02010600030101010101" pitchFamily="2" charset="-122"/>
                <a:ea typeface="宋体" panose="02010600030101010101" pitchFamily="2" charset="-122"/>
              </a:rPr>
              <a:t>奇偶位</a:t>
            </a:r>
          </a:p>
        </p:txBody>
      </p:sp>
      <p:sp>
        <p:nvSpPr>
          <p:cNvPr id="6" name="AutoShape 7">
            <a:extLst>
              <a:ext uri="{FF2B5EF4-FFF2-40B4-BE49-F238E27FC236}">
                <a16:creationId xmlns:a16="http://schemas.microsoft.com/office/drawing/2014/main" id="{349CB779-7AF7-E742-A4F5-0608C672DC02}"/>
              </a:ext>
            </a:extLst>
          </p:cNvPr>
          <p:cNvSpPr>
            <a:spLocks/>
          </p:cNvSpPr>
          <p:nvPr/>
        </p:nvSpPr>
        <p:spPr bwMode="auto">
          <a:xfrm>
            <a:off x="2592229" y="3179206"/>
            <a:ext cx="228600" cy="1314450"/>
          </a:xfrm>
          <a:prstGeom prst="rightBrace">
            <a:avLst>
              <a:gd name="adj1" fmla="val 47917"/>
              <a:gd name="adj2" fmla="val 50727"/>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7" name="Text Box 8">
            <a:extLst>
              <a:ext uri="{FF2B5EF4-FFF2-40B4-BE49-F238E27FC236}">
                <a16:creationId xmlns:a16="http://schemas.microsoft.com/office/drawing/2014/main" id="{71E37AC5-8AB4-624D-A896-E29C97B86320}"/>
              </a:ext>
            </a:extLst>
          </p:cNvPr>
          <p:cNvSpPr txBox="1">
            <a:spLocks noChangeArrowheads="1"/>
          </p:cNvSpPr>
          <p:nvPr/>
        </p:nvSpPr>
        <p:spPr bwMode="auto">
          <a:xfrm>
            <a:off x="2820829" y="3693556"/>
            <a:ext cx="51435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en-US" altLang="zh-CN" sz="1350">
                <a:solidFill>
                  <a:schemeClr val="tx1"/>
                </a:solidFill>
                <a:latin typeface="Tahoma" panose="020B0604030504040204" pitchFamily="34" charset="0"/>
                <a:ea typeface="宋体" panose="02010600030101010101" pitchFamily="2" charset="-122"/>
              </a:rPr>
              <a:t>K</a:t>
            </a:r>
            <a:r>
              <a:rPr lang="zh-CN" altLang="en-US" sz="1350">
                <a:solidFill>
                  <a:schemeClr val="tx1"/>
                </a:solidFill>
                <a:latin typeface="Tahoma" panose="020B0604030504040204" pitchFamily="34" charset="0"/>
                <a:ea typeface="宋体" panose="02010600030101010101" pitchFamily="2" charset="-122"/>
              </a:rPr>
              <a:t>行</a:t>
            </a:r>
          </a:p>
        </p:txBody>
      </p:sp>
      <p:sp>
        <p:nvSpPr>
          <p:cNvPr id="8" name="AutoShape 9">
            <a:extLst>
              <a:ext uri="{FF2B5EF4-FFF2-40B4-BE49-F238E27FC236}">
                <a16:creationId xmlns:a16="http://schemas.microsoft.com/office/drawing/2014/main" id="{714A6835-0B2C-E543-93ED-6B7BF587C00C}"/>
              </a:ext>
            </a:extLst>
          </p:cNvPr>
          <p:cNvSpPr>
            <a:spLocks/>
          </p:cNvSpPr>
          <p:nvPr/>
        </p:nvSpPr>
        <p:spPr bwMode="auto">
          <a:xfrm rot="16200000">
            <a:off x="1763554" y="2293381"/>
            <a:ext cx="228600" cy="1314450"/>
          </a:xfrm>
          <a:prstGeom prst="rightBrace">
            <a:avLst>
              <a:gd name="adj1" fmla="val 47917"/>
              <a:gd name="adj2" fmla="val 50727"/>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9" name="Text Box 10">
            <a:extLst>
              <a:ext uri="{FF2B5EF4-FFF2-40B4-BE49-F238E27FC236}">
                <a16:creationId xmlns:a16="http://schemas.microsoft.com/office/drawing/2014/main" id="{0CC46B79-426C-084B-8AB5-893B85145062}"/>
              </a:ext>
            </a:extLst>
          </p:cNvPr>
          <p:cNvSpPr txBox="1">
            <a:spLocks noChangeArrowheads="1"/>
          </p:cNvSpPr>
          <p:nvPr/>
        </p:nvSpPr>
        <p:spPr bwMode="auto">
          <a:xfrm>
            <a:off x="1682592" y="2561272"/>
            <a:ext cx="51435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en-US" altLang="zh-CN" sz="1350">
                <a:solidFill>
                  <a:schemeClr val="tx1"/>
                </a:solidFill>
                <a:latin typeface="Tahoma" panose="020B0604030504040204" pitchFamily="34" charset="0"/>
                <a:ea typeface="宋体" panose="02010600030101010101" pitchFamily="2" charset="-122"/>
              </a:rPr>
              <a:t>n</a:t>
            </a:r>
            <a:r>
              <a:rPr lang="zh-CN" altLang="en-US" sz="1350">
                <a:solidFill>
                  <a:schemeClr val="tx1"/>
                </a:solidFill>
                <a:latin typeface="Tahoma" panose="020B0604030504040204" pitchFamily="34" charset="0"/>
                <a:ea typeface="宋体" panose="02010600030101010101" pitchFamily="2" charset="-122"/>
              </a:rPr>
              <a:t>列</a:t>
            </a:r>
          </a:p>
        </p:txBody>
      </p:sp>
      <p:sp>
        <p:nvSpPr>
          <p:cNvPr id="10" name="Text Box 11">
            <a:extLst>
              <a:ext uri="{FF2B5EF4-FFF2-40B4-BE49-F238E27FC236}">
                <a16:creationId xmlns:a16="http://schemas.microsoft.com/office/drawing/2014/main" id="{800644D4-ABBC-684C-9D34-6E5483A623CB}"/>
              </a:ext>
            </a:extLst>
          </p:cNvPr>
          <p:cNvSpPr txBox="1">
            <a:spLocks noChangeArrowheads="1"/>
          </p:cNvSpPr>
          <p:nvPr/>
        </p:nvSpPr>
        <p:spPr bwMode="auto">
          <a:xfrm>
            <a:off x="3563779" y="2561272"/>
            <a:ext cx="4817269"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61938" indent="-261938">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500" dirty="0">
                <a:solidFill>
                  <a:schemeClr val="tx2"/>
                </a:solidFill>
                <a:latin typeface="微软雅黑" panose="020B0503020204020204" pitchFamily="34" charset="-122"/>
                <a:ea typeface="宋体" panose="02010600030101010101" pitchFamily="2" charset="-122"/>
              </a:rPr>
              <a:t>检错率：</a:t>
            </a:r>
          </a:p>
          <a:p>
            <a:pPr eaLnBrk="1" hangingPunct="1">
              <a:spcBef>
                <a:spcPct val="50000"/>
              </a:spcBef>
              <a:buClrTx/>
              <a:buSzTx/>
              <a:buFontTx/>
              <a:buNone/>
            </a:pPr>
            <a:r>
              <a:rPr lang="en-US" altLang="zh-CN" sz="1500" dirty="0">
                <a:solidFill>
                  <a:schemeClr val="tx2"/>
                </a:solidFill>
                <a:latin typeface="微软雅黑" panose="020B0503020204020204" pitchFamily="34" charset="-122"/>
                <a:ea typeface="宋体" panose="02010600030101010101" pitchFamily="2" charset="-122"/>
              </a:rPr>
              <a:t>1.</a:t>
            </a:r>
            <a:r>
              <a:rPr lang="zh-CN" altLang="en-US" sz="1500" dirty="0">
                <a:solidFill>
                  <a:schemeClr val="tx2"/>
                </a:solidFill>
                <a:latin typeface="微软雅黑" panose="020B0503020204020204" pitchFamily="34" charset="-122"/>
                <a:ea typeface="宋体" panose="02010600030101010101" pitchFamily="2" charset="-122"/>
              </a:rPr>
              <a:t>该方法可以检测长度为</a:t>
            </a:r>
            <a:r>
              <a:rPr lang="en-US" altLang="zh-CN" sz="1500" dirty="0">
                <a:solidFill>
                  <a:schemeClr val="tx2"/>
                </a:solidFill>
                <a:latin typeface="微软雅黑" panose="020B0503020204020204" pitchFamily="34" charset="-122"/>
                <a:ea typeface="宋体" panose="02010600030101010101" pitchFamily="2" charset="-122"/>
              </a:rPr>
              <a:t>n</a:t>
            </a:r>
            <a:r>
              <a:rPr lang="zh-CN" altLang="en-US" sz="1500" dirty="0">
                <a:solidFill>
                  <a:schemeClr val="tx2"/>
                </a:solidFill>
                <a:latin typeface="微软雅黑" panose="020B0503020204020204" pitchFamily="34" charset="-122"/>
                <a:ea typeface="宋体" panose="02010600030101010101" pitchFamily="2" charset="-122"/>
              </a:rPr>
              <a:t>的突发性错误，但不能检测长度为</a:t>
            </a:r>
            <a:r>
              <a:rPr lang="en-US" altLang="zh-CN" sz="1500" dirty="0">
                <a:solidFill>
                  <a:schemeClr val="tx2"/>
                </a:solidFill>
                <a:latin typeface="微软雅黑" panose="020B0503020204020204" pitchFamily="34" charset="-122"/>
                <a:ea typeface="宋体" panose="02010600030101010101" pitchFamily="2" charset="-122"/>
              </a:rPr>
              <a:t>n+1</a:t>
            </a:r>
            <a:r>
              <a:rPr lang="zh-CN" altLang="en-US" sz="1500" dirty="0">
                <a:solidFill>
                  <a:schemeClr val="tx2"/>
                </a:solidFill>
                <a:latin typeface="微软雅黑" panose="020B0503020204020204" pitchFamily="34" charset="-122"/>
                <a:ea typeface="宋体" panose="02010600030101010101" pitchFamily="2" charset="-122"/>
              </a:rPr>
              <a:t>的突发性错误。</a:t>
            </a:r>
          </a:p>
          <a:p>
            <a:pPr eaLnBrk="1" hangingPunct="1">
              <a:spcBef>
                <a:spcPct val="50000"/>
              </a:spcBef>
              <a:buClrTx/>
              <a:buSzTx/>
              <a:buFontTx/>
              <a:buNone/>
            </a:pPr>
            <a:r>
              <a:rPr lang="en-US" altLang="zh-CN" sz="1500" dirty="0">
                <a:solidFill>
                  <a:schemeClr val="tx2"/>
                </a:solidFill>
                <a:latin typeface="微软雅黑" panose="020B0503020204020204" pitchFamily="34" charset="-122"/>
                <a:ea typeface="宋体" panose="02010600030101010101" pitchFamily="2" charset="-122"/>
              </a:rPr>
              <a:t>2.</a:t>
            </a:r>
            <a:r>
              <a:rPr lang="zh-CN" altLang="en-US" sz="1500" dirty="0">
                <a:solidFill>
                  <a:schemeClr val="tx2"/>
                </a:solidFill>
                <a:latin typeface="微软雅黑" panose="020B0503020204020204" pitchFamily="34" charset="-122"/>
                <a:ea typeface="宋体" panose="02010600030101010101" pitchFamily="2" charset="-122"/>
              </a:rPr>
              <a:t>假设</a:t>
            </a:r>
            <a:r>
              <a:rPr lang="en-US" altLang="zh-CN" sz="1500" dirty="0">
                <a:solidFill>
                  <a:schemeClr val="tx2"/>
                </a:solidFill>
                <a:latin typeface="微软雅黑" panose="020B0503020204020204" pitchFamily="34" charset="-122"/>
                <a:ea typeface="宋体" panose="02010600030101010101" pitchFamily="2" charset="-122"/>
              </a:rPr>
              <a:t>n</a:t>
            </a:r>
            <a:r>
              <a:rPr lang="zh-CN" altLang="en-US" sz="1500" dirty="0">
                <a:solidFill>
                  <a:schemeClr val="tx2"/>
                </a:solidFill>
                <a:latin typeface="微软雅黑" panose="020B0503020204020204" pitchFamily="34" charset="-122"/>
                <a:ea typeface="宋体" panose="02010600030101010101" pitchFamily="2" charset="-122"/>
              </a:rPr>
              <a:t>列中任意一列检测出错的概率为</a:t>
            </a:r>
            <a:r>
              <a:rPr lang="en-US" altLang="zh-CN" sz="1500" dirty="0">
                <a:solidFill>
                  <a:schemeClr val="tx2"/>
                </a:solidFill>
                <a:latin typeface="微软雅黑" panose="020B0503020204020204" pitchFamily="34" charset="-122"/>
                <a:ea typeface="宋体" panose="02010600030101010101" pitchFamily="2" charset="-122"/>
              </a:rPr>
              <a:t>1/2</a:t>
            </a:r>
            <a:r>
              <a:rPr lang="zh-CN" altLang="en-US" sz="1500" dirty="0">
                <a:solidFill>
                  <a:schemeClr val="tx2"/>
                </a:solidFill>
                <a:latin typeface="微软雅黑" panose="020B0503020204020204" pitchFamily="34" charset="-122"/>
                <a:ea typeface="宋体" panose="02010600030101010101" pitchFamily="2" charset="-122"/>
              </a:rPr>
              <a:t>，那么，整个数据块的错判率为（</a:t>
            </a:r>
            <a:r>
              <a:rPr lang="en-US" altLang="zh-CN" sz="1500" dirty="0">
                <a:solidFill>
                  <a:schemeClr val="tx2"/>
                </a:solidFill>
                <a:latin typeface="微软雅黑" panose="020B0503020204020204" pitchFamily="34" charset="-122"/>
                <a:ea typeface="宋体" panose="02010600030101010101" pitchFamily="2" charset="-122"/>
              </a:rPr>
              <a:t>1/2</a:t>
            </a:r>
            <a:r>
              <a:rPr lang="zh-CN" altLang="en-US" sz="1500" dirty="0">
                <a:solidFill>
                  <a:schemeClr val="tx2"/>
                </a:solidFill>
                <a:latin typeface="微软雅黑" panose="020B0503020204020204" pitchFamily="34" charset="-122"/>
                <a:ea typeface="宋体" panose="02010600030101010101" pitchFamily="2" charset="-122"/>
              </a:rPr>
              <a:t>）</a:t>
            </a:r>
            <a:r>
              <a:rPr lang="en-US" altLang="zh-CN" sz="1500" baseline="30000" dirty="0">
                <a:solidFill>
                  <a:schemeClr val="tx2"/>
                </a:solidFill>
                <a:latin typeface="微软雅黑" panose="020B0503020204020204" pitchFamily="34" charset="-122"/>
                <a:ea typeface="宋体" panose="02010600030101010101" pitchFamily="2" charset="-122"/>
              </a:rPr>
              <a:t>n </a:t>
            </a:r>
            <a:r>
              <a:rPr lang="zh-CN" altLang="en-US" sz="1500" dirty="0">
                <a:solidFill>
                  <a:schemeClr val="tx2"/>
                </a:solidFill>
                <a:latin typeface="微软雅黑" panose="020B0503020204020204" pitchFamily="34" charset="-122"/>
                <a:ea typeface="宋体" panose="02010600030101010101" pitchFamily="2" charset="-122"/>
              </a:rPr>
              <a:t>。</a:t>
            </a:r>
          </a:p>
        </p:txBody>
      </p:sp>
      <p:sp>
        <p:nvSpPr>
          <p:cNvPr id="11" name="Text Box 12">
            <a:extLst>
              <a:ext uri="{FF2B5EF4-FFF2-40B4-BE49-F238E27FC236}">
                <a16:creationId xmlns:a16="http://schemas.microsoft.com/office/drawing/2014/main" id="{5842E28C-F69E-434E-BF0F-61EFD276F989}"/>
              </a:ext>
            </a:extLst>
          </p:cNvPr>
          <p:cNvSpPr txBox="1">
            <a:spLocks noChangeArrowheads="1"/>
          </p:cNvSpPr>
          <p:nvPr/>
        </p:nvSpPr>
        <p:spPr bwMode="auto">
          <a:xfrm>
            <a:off x="4225766" y="4493656"/>
            <a:ext cx="3493294" cy="3693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800">
                <a:solidFill>
                  <a:schemeClr val="tx1"/>
                </a:solidFill>
                <a:latin typeface="微软雅黑" panose="020B0503020204020204" pitchFamily="34" charset="-122"/>
                <a:ea typeface="宋体" panose="02010600030101010101" pitchFamily="2" charset="-122"/>
              </a:rPr>
              <a:t>该方法用在</a:t>
            </a:r>
            <a:r>
              <a:rPr lang="en-US" altLang="zh-CN" sz="1800">
                <a:solidFill>
                  <a:schemeClr val="tx1"/>
                </a:solidFill>
                <a:latin typeface="微软雅黑" panose="020B0503020204020204" pitchFamily="34" charset="-122"/>
                <a:ea typeface="宋体" panose="02010600030101010101" pitchFamily="2" charset="-122"/>
              </a:rPr>
              <a:t>ICMP</a:t>
            </a:r>
            <a:r>
              <a:rPr lang="zh-CN" altLang="en-US" sz="1800">
                <a:solidFill>
                  <a:schemeClr val="tx1"/>
                </a:solidFill>
                <a:latin typeface="微软雅黑" panose="020B0503020204020204" pitchFamily="34" charset="-122"/>
                <a:ea typeface="宋体" panose="02010600030101010101" pitchFamily="2" charset="-122"/>
              </a:rPr>
              <a:t>报头检验中。</a:t>
            </a:r>
          </a:p>
        </p:txBody>
      </p:sp>
    </p:spTree>
    <p:extLst>
      <p:ext uri="{BB962C8B-B14F-4D97-AF65-F5344CB8AC3E}">
        <p14:creationId xmlns:p14="http://schemas.microsoft.com/office/powerpoint/2010/main" val="22796036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灯片编号占位符 3">
            <a:extLst>
              <a:ext uri="{FF2B5EF4-FFF2-40B4-BE49-F238E27FC236}">
                <a16:creationId xmlns:a16="http://schemas.microsoft.com/office/drawing/2014/main" id="{B3523915-96D4-9E44-999F-C2C55BA1CF3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9922E53-B0F8-CA45-9D95-E530132458CA}"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30</a:t>
            </a:fld>
            <a:endParaRPr lang="en-US" altLang="zh-CN" sz="1050">
              <a:solidFill>
                <a:schemeClr val="bg2"/>
              </a:solidFill>
              <a:latin typeface="Tahoma" panose="020B0604030504040204" pitchFamily="34" charset="0"/>
              <a:ea typeface="宋体" panose="02010600030101010101" pitchFamily="2" charset="-122"/>
            </a:endParaRPr>
          </a:p>
        </p:txBody>
      </p:sp>
      <p:sp>
        <p:nvSpPr>
          <p:cNvPr id="74754" name="Rectangle 2">
            <a:extLst>
              <a:ext uri="{FF2B5EF4-FFF2-40B4-BE49-F238E27FC236}">
                <a16:creationId xmlns:a16="http://schemas.microsoft.com/office/drawing/2014/main" id="{56BED687-0AA4-5649-8A6F-274786B0C69A}"/>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纠错码与检错码</a:t>
            </a:r>
          </a:p>
        </p:txBody>
      </p:sp>
      <p:sp>
        <p:nvSpPr>
          <p:cNvPr id="74755" name="Rectangle 4">
            <a:extLst>
              <a:ext uri="{FF2B5EF4-FFF2-40B4-BE49-F238E27FC236}">
                <a16:creationId xmlns:a16="http://schemas.microsoft.com/office/drawing/2014/main" id="{B8D6D84D-BA57-DD43-8B1D-6710A794D3F7}"/>
              </a:ext>
            </a:extLst>
          </p:cNvPr>
          <p:cNvSpPr>
            <a:spLocks noGrp="1" noChangeArrowheads="1"/>
          </p:cNvSpPr>
          <p:nvPr>
            <p:ph type="body" idx="1"/>
          </p:nvPr>
        </p:nvSpPr>
        <p:spPr/>
        <p:txBody>
          <a:bodyPr/>
          <a:lstStyle/>
          <a:p>
            <a:pPr eaLnBrk="1" hangingPunct="1"/>
            <a:r>
              <a:rPr lang="zh-CN" altLang="en-US" sz="2100">
                <a:latin typeface="微软雅黑" panose="020B0503020204020204" pitchFamily="34" charset="-122"/>
                <a:ea typeface="宋体" panose="02010600030101010101" pitchFamily="2" charset="-122"/>
              </a:rPr>
              <a:t>在实际通信中使用纠错码好还是检错码好呢？</a:t>
            </a:r>
          </a:p>
          <a:p>
            <a:pPr eaLnBrk="1" hangingPunct="1"/>
            <a:r>
              <a:rPr lang="zh-CN" altLang="en-US" sz="2100">
                <a:latin typeface="微软雅黑" panose="020B0503020204020204" pitchFamily="34" charset="-122"/>
                <a:ea typeface="宋体" panose="02010600030101010101" pitchFamily="2" charset="-122"/>
              </a:rPr>
              <a:t>例如：假设一个信道误码率是</a:t>
            </a:r>
            <a:r>
              <a:rPr lang="en-US" altLang="zh-CN" sz="2100">
                <a:latin typeface="微软雅黑" panose="020B0503020204020204" pitchFamily="34" charset="-122"/>
                <a:ea typeface="宋体" panose="02010600030101010101" pitchFamily="2" charset="-122"/>
              </a:rPr>
              <a:t>10</a:t>
            </a:r>
            <a:r>
              <a:rPr lang="en-US" altLang="zh-CN" sz="2100" baseline="30000">
                <a:latin typeface="微软雅黑" panose="020B0503020204020204" pitchFamily="34" charset="-122"/>
                <a:ea typeface="宋体" panose="02010600030101010101" pitchFamily="2" charset="-122"/>
              </a:rPr>
              <a:t>-6</a:t>
            </a:r>
            <a:r>
              <a:rPr lang="zh-CN" altLang="en-US" sz="2100">
                <a:latin typeface="微软雅黑" panose="020B0503020204020204" pitchFamily="34" charset="-122"/>
                <a:ea typeface="宋体" panose="02010600030101010101" pitchFamily="2" charset="-122"/>
              </a:rPr>
              <a:t>，且出错是孤立产生的（即只有单比特错），数据块长度为</a:t>
            </a:r>
            <a:r>
              <a:rPr lang="en-US" altLang="zh-CN" sz="2100">
                <a:latin typeface="微软雅黑" panose="020B0503020204020204" pitchFamily="34" charset="-122"/>
                <a:ea typeface="宋体" panose="02010600030101010101" pitchFamily="2" charset="-122"/>
              </a:rPr>
              <a:t>1000</a:t>
            </a:r>
            <a:r>
              <a:rPr lang="zh-CN" altLang="en-US" sz="2100">
                <a:latin typeface="微软雅黑" panose="020B0503020204020204" pitchFamily="34" charset="-122"/>
                <a:ea typeface="宋体" panose="02010600030101010101" pitchFamily="2" charset="-122"/>
              </a:rPr>
              <a:t>比特，如果采用纠错编码，需要</a:t>
            </a:r>
            <a:r>
              <a:rPr lang="en-US" altLang="zh-CN" sz="2100">
                <a:latin typeface="微软雅黑" panose="020B0503020204020204" pitchFamily="34" charset="-122"/>
                <a:ea typeface="宋体" panose="02010600030101010101" pitchFamily="2" charset="-122"/>
              </a:rPr>
              <a:t>10</a:t>
            </a:r>
            <a:r>
              <a:rPr lang="zh-CN" altLang="en-US" sz="2100">
                <a:latin typeface="微软雅黑" panose="020B0503020204020204" pitchFamily="34" charset="-122"/>
                <a:ea typeface="宋体" panose="02010600030101010101" pitchFamily="2" charset="-122"/>
              </a:rPr>
              <a:t>个校验位（</a:t>
            </a:r>
            <a:r>
              <a:rPr lang="en-US" altLang="zh-CN" sz="2100">
                <a:latin typeface="微软雅黑" panose="020B0503020204020204" pitchFamily="34" charset="-122"/>
                <a:ea typeface="宋体" panose="02010600030101010101" pitchFamily="2" charset="-122"/>
              </a:rPr>
              <a:t>2</a:t>
            </a:r>
            <a:r>
              <a:rPr lang="en-US" altLang="zh-CN" sz="2100" baseline="30000">
                <a:latin typeface="微软雅黑" panose="020B0503020204020204" pitchFamily="34" charset="-122"/>
                <a:ea typeface="宋体" panose="02010600030101010101" pitchFamily="2" charset="-122"/>
              </a:rPr>
              <a:t>10</a:t>
            </a:r>
            <a:r>
              <a:rPr lang="en-US" altLang="zh-CN" sz="2100">
                <a:latin typeface="微软雅黑" panose="020B0503020204020204" pitchFamily="34" charset="-122"/>
                <a:ea typeface="宋体" panose="02010600030101010101" pitchFamily="2" charset="-122"/>
              </a:rPr>
              <a:t>&gt;1011</a:t>
            </a:r>
            <a:r>
              <a:rPr lang="zh-CN" altLang="en-US" sz="2100">
                <a:latin typeface="微软雅黑" panose="020B0503020204020204" pitchFamily="34" charset="-122"/>
                <a:ea typeface="宋体" panose="02010600030101010101" pitchFamily="2" charset="-122"/>
              </a:rPr>
              <a:t>），传送</a:t>
            </a:r>
            <a:r>
              <a:rPr lang="en-US" altLang="zh-CN" sz="2100">
                <a:latin typeface="微软雅黑" panose="020B0503020204020204" pitchFamily="34" charset="-122"/>
                <a:ea typeface="宋体" panose="02010600030101010101" pitchFamily="2" charset="-122"/>
              </a:rPr>
              <a:t>1M</a:t>
            </a:r>
            <a:r>
              <a:rPr lang="zh-CN" altLang="en-US" sz="2100">
                <a:latin typeface="微软雅黑" panose="020B0503020204020204" pitchFamily="34" charset="-122"/>
                <a:ea typeface="宋体" panose="02010600030101010101" pitchFamily="2" charset="-122"/>
              </a:rPr>
              <a:t>数据需要</a:t>
            </a:r>
            <a:r>
              <a:rPr lang="en-US" altLang="zh-CN" sz="2100">
                <a:latin typeface="微软雅黑" panose="020B0503020204020204" pitchFamily="34" charset="-122"/>
                <a:ea typeface="宋体" panose="02010600030101010101" pitchFamily="2" charset="-122"/>
              </a:rPr>
              <a:t>10000</a:t>
            </a:r>
            <a:r>
              <a:rPr lang="zh-CN" altLang="en-US" sz="2100">
                <a:latin typeface="微软雅黑" panose="020B0503020204020204" pitchFamily="34" charset="-122"/>
                <a:ea typeface="宋体" panose="02010600030101010101" pitchFamily="2" charset="-122"/>
              </a:rPr>
              <a:t>个校验位；如果采用检错编码，每个数据块只需一个奇偶校验位，传送</a:t>
            </a:r>
            <a:r>
              <a:rPr lang="en-US" altLang="zh-CN" sz="2100">
                <a:latin typeface="微软雅黑" panose="020B0503020204020204" pitchFamily="34" charset="-122"/>
                <a:ea typeface="宋体" panose="02010600030101010101" pitchFamily="2" charset="-122"/>
              </a:rPr>
              <a:t>1M</a:t>
            </a:r>
            <a:r>
              <a:rPr lang="zh-CN" altLang="en-US" sz="2100">
                <a:latin typeface="微软雅黑" panose="020B0503020204020204" pitchFamily="34" charset="-122"/>
                <a:ea typeface="宋体" panose="02010600030101010101" pitchFamily="2" charset="-122"/>
              </a:rPr>
              <a:t>数据只需</a:t>
            </a:r>
            <a:r>
              <a:rPr lang="en-US" altLang="zh-CN" sz="2100">
                <a:latin typeface="微软雅黑" panose="020B0503020204020204" pitchFamily="34" charset="-122"/>
                <a:ea typeface="宋体" panose="02010600030101010101" pitchFamily="2" charset="-122"/>
              </a:rPr>
              <a:t>1000</a:t>
            </a:r>
            <a:r>
              <a:rPr lang="zh-CN" altLang="en-US" sz="2100">
                <a:latin typeface="微软雅黑" panose="020B0503020204020204" pitchFamily="34" charset="-122"/>
                <a:ea typeface="宋体" panose="02010600030101010101" pitchFamily="2" charset="-122"/>
              </a:rPr>
              <a:t>个校验位和一个重传的数据</a:t>
            </a:r>
            <a:r>
              <a:rPr lang="en-US" altLang="zh-CN" sz="2100">
                <a:latin typeface="微软雅黑" panose="020B0503020204020204" pitchFamily="34" charset="-122"/>
                <a:ea typeface="宋体" panose="02010600030101010101" pitchFamily="2" charset="-122"/>
              </a:rPr>
              <a:t>1001</a:t>
            </a:r>
            <a:r>
              <a:rPr lang="zh-CN" altLang="en-US" sz="2100">
                <a:latin typeface="微软雅黑" panose="020B0503020204020204" pitchFamily="34" charset="-122"/>
                <a:ea typeface="宋体" panose="02010600030101010101" pitchFamily="2" charset="-122"/>
              </a:rPr>
              <a:t>位，共需要</a:t>
            </a:r>
            <a:r>
              <a:rPr lang="en-US" altLang="zh-CN" sz="2100">
                <a:latin typeface="微软雅黑" panose="020B0503020204020204" pitchFamily="34" charset="-122"/>
                <a:ea typeface="宋体" panose="02010600030101010101" pitchFamily="2" charset="-122"/>
              </a:rPr>
              <a:t>2001</a:t>
            </a:r>
            <a:r>
              <a:rPr lang="zh-CN" altLang="en-US" sz="2100">
                <a:latin typeface="微软雅黑" panose="020B0503020204020204" pitchFamily="34" charset="-122"/>
                <a:ea typeface="宋体" panose="02010600030101010101" pitchFamily="2" charset="-122"/>
              </a:rPr>
              <a:t>比特的额外开销。</a:t>
            </a:r>
          </a:p>
          <a:p>
            <a:pPr eaLnBrk="1" hangingPunct="1"/>
            <a:r>
              <a:rPr lang="zh-CN" altLang="en-US" sz="2100">
                <a:latin typeface="微软雅黑" panose="020B0503020204020204" pitchFamily="34" charset="-122"/>
                <a:ea typeface="宋体" panose="02010600030101010101" pitchFamily="2" charset="-122"/>
              </a:rPr>
              <a:t>在多数通信中采用检错编码，但在单工信道中需要纠错编码。</a:t>
            </a:r>
          </a:p>
        </p:txBody>
      </p:sp>
    </p:spTree>
    <p:extLst>
      <p:ext uri="{BB962C8B-B14F-4D97-AF65-F5344CB8AC3E}">
        <p14:creationId xmlns:p14="http://schemas.microsoft.com/office/powerpoint/2010/main" val="15146375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灯片编号占位符 3">
            <a:extLst>
              <a:ext uri="{FF2B5EF4-FFF2-40B4-BE49-F238E27FC236}">
                <a16:creationId xmlns:a16="http://schemas.microsoft.com/office/drawing/2014/main" id="{FD52ADF7-BDDA-2A41-A429-E6F3AEE19A7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818E451-5B64-B64D-8196-87F2BDAF0A96}"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31</a:t>
            </a:fld>
            <a:endParaRPr lang="en-US" altLang="zh-CN" sz="1050">
              <a:solidFill>
                <a:schemeClr val="bg2"/>
              </a:solidFill>
              <a:latin typeface="Tahoma" panose="020B0604030504040204" pitchFamily="34" charset="0"/>
              <a:ea typeface="宋体" panose="02010600030101010101" pitchFamily="2" charset="-122"/>
            </a:endParaRPr>
          </a:p>
        </p:txBody>
      </p:sp>
      <p:sp>
        <p:nvSpPr>
          <p:cNvPr id="78850" name="Rectangle 2">
            <a:extLst>
              <a:ext uri="{FF2B5EF4-FFF2-40B4-BE49-F238E27FC236}">
                <a16:creationId xmlns:a16="http://schemas.microsoft.com/office/drawing/2014/main" id="{10D58D7C-DFC4-FA4E-A988-E931545F59F1}"/>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3.	</a:t>
            </a:r>
            <a:r>
              <a:rPr lang="zh-CN" altLang="en-US">
                <a:latin typeface="微软雅黑" panose="020B0503020204020204" pitchFamily="34" charset="-122"/>
                <a:ea typeface="宋体" panose="02010600030101010101" pitchFamily="2" charset="-122"/>
              </a:rPr>
              <a:t>错误检测和纠正（</a:t>
            </a:r>
            <a:r>
              <a:rPr lang="en-US" altLang="zh-CN">
                <a:latin typeface="微软雅黑" panose="020B0503020204020204" pitchFamily="34" charset="-122"/>
                <a:ea typeface="宋体" panose="02010600030101010101" pitchFamily="2" charset="-122"/>
              </a:rPr>
              <a:t>7</a:t>
            </a:r>
            <a:r>
              <a:rPr lang="zh-CN" altLang="en-US">
                <a:latin typeface="微软雅黑" panose="020B0503020204020204" pitchFamily="34" charset="-122"/>
                <a:ea typeface="宋体" panose="02010600030101010101" pitchFamily="2" charset="-122"/>
              </a:rPr>
              <a:t>）</a:t>
            </a:r>
          </a:p>
        </p:txBody>
      </p:sp>
      <p:sp>
        <p:nvSpPr>
          <p:cNvPr id="78851" name="Rectangle 3">
            <a:extLst>
              <a:ext uri="{FF2B5EF4-FFF2-40B4-BE49-F238E27FC236}">
                <a16:creationId xmlns:a16="http://schemas.microsoft.com/office/drawing/2014/main" id="{C6DE1E8D-C9D0-DC48-87D1-EEC771409425}"/>
              </a:ext>
            </a:extLst>
          </p:cNvPr>
          <p:cNvSpPr>
            <a:spLocks noGrp="1" noChangeArrowheads="1"/>
          </p:cNvSpPr>
          <p:nvPr>
            <p:ph type="body" idx="1"/>
          </p:nvPr>
        </p:nvSpPr>
        <p:spPr/>
        <p:txBody>
          <a:bodyPr/>
          <a:lstStyle/>
          <a:p>
            <a:pPr eaLnBrk="1" hangingPunct="1">
              <a:buFont typeface="Wingdings" pitchFamily="2" charset="2"/>
              <a:buNone/>
            </a:pPr>
            <a:r>
              <a:rPr lang="en-US" altLang="zh-CN" sz="2700" dirty="0">
                <a:solidFill>
                  <a:srgbClr val="FF0000"/>
                </a:solidFill>
                <a:latin typeface="微软雅黑" panose="020B0503020204020204" pitchFamily="34" charset="-122"/>
                <a:ea typeface="宋体" panose="02010600030101010101" pitchFamily="2" charset="-122"/>
                <a:sym typeface="Symbol" pitchFamily="2" charset="2"/>
              </a:rPr>
              <a:t>2.  </a:t>
            </a:r>
            <a:r>
              <a:rPr lang="zh-CN" altLang="en-US" sz="2700" dirty="0">
                <a:solidFill>
                  <a:srgbClr val="FF0000"/>
                </a:solidFill>
                <a:latin typeface="微软雅黑" panose="020B0503020204020204" pitchFamily="34" charset="-122"/>
                <a:ea typeface="宋体" panose="02010600030101010101" pitchFamily="2" charset="-122"/>
                <a:sym typeface="Symbol" pitchFamily="2" charset="2"/>
              </a:rPr>
              <a:t>检错码</a:t>
            </a:r>
          </a:p>
          <a:p>
            <a:pPr eaLnBrk="1" hangingPunct="1"/>
            <a:r>
              <a:rPr lang="zh-CN" altLang="en-US" dirty="0">
                <a:latin typeface="微软雅黑" panose="020B0503020204020204" pitchFamily="34" charset="-122"/>
                <a:ea typeface="宋体" panose="02010600030101010101" pitchFamily="2" charset="-122"/>
                <a:sym typeface="Symbol" pitchFamily="2" charset="2"/>
              </a:rPr>
              <a:t>使用纠错码传数据，效率低，适用于不可能重传的场合；大多数情况采用检错码加重传。</a:t>
            </a:r>
          </a:p>
          <a:p>
            <a:pPr eaLnBrk="1" hangingPunct="1"/>
            <a:r>
              <a:rPr lang="zh-CN" altLang="en-US" dirty="0">
                <a:latin typeface="微软雅黑" panose="020B0503020204020204" pitchFamily="34" charset="-122"/>
                <a:ea typeface="宋体" panose="02010600030101010101" pitchFamily="2" charset="-122"/>
                <a:sym typeface="Symbol" pitchFamily="2" charset="2"/>
              </a:rPr>
              <a:t>循环冗余码（</a:t>
            </a:r>
            <a:r>
              <a:rPr lang="en-US" altLang="zh-CN" dirty="0">
                <a:latin typeface="微软雅黑" panose="020B0503020204020204" pitchFamily="34" charset="-122"/>
                <a:ea typeface="宋体" panose="02010600030101010101" pitchFamily="2" charset="-122"/>
                <a:sym typeface="Symbol" pitchFamily="2" charset="2"/>
              </a:rPr>
              <a:t>CRC</a:t>
            </a:r>
            <a:r>
              <a:rPr lang="zh-CN" altLang="en-US" dirty="0">
                <a:latin typeface="微软雅黑" panose="020B0503020204020204" pitchFamily="34" charset="-122"/>
                <a:ea typeface="宋体" panose="02010600030101010101" pitchFamily="2" charset="-122"/>
                <a:sym typeface="Symbol" pitchFamily="2" charset="2"/>
              </a:rPr>
              <a:t>码，多项式编码）</a:t>
            </a:r>
          </a:p>
          <a:p>
            <a:pPr lvl="1" eaLnBrk="1" hangingPunct="1"/>
            <a:r>
              <a:rPr lang="en-US" altLang="zh-CN" dirty="0">
                <a:latin typeface="微软雅黑" panose="020B0503020204020204" pitchFamily="34" charset="-122"/>
                <a:ea typeface="宋体" panose="02010600030101010101" pitchFamily="2" charset="-122"/>
                <a:sym typeface="Symbol" pitchFamily="2" charset="2"/>
              </a:rPr>
              <a:t>110001</a:t>
            </a:r>
            <a:r>
              <a:rPr lang="zh-CN" altLang="en-US" dirty="0">
                <a:latin typeface="微软雅黑" panose="020B0503020204020204" pitchFamily="34" charset="-122"/>
                <a:ea typeface="宋体" panose="02010600030101010101" pitchFamily="2" charset="-122"/>
                <a:sym typeface="Symbol" pitchFamily="2" charset="2"/>
              </a:rPr>
              <a:t>，表示成多项式 </a:t>
            </a:r>
            <a:r>
              <a:rPr lang="en-US" altLang="zh-CN" dirty="0">
                <a:latin typeface="微软雅黑" panose="020B0503020204020204" pitchFamily="34" charset="-122"/>
                <a:ea typeface="宋体" panose="02010600030101010101" pitchFamily="2" charset="-122"/>
                <a:sym typeface="Symbol" pitchFamily="2" charset="2"/>
              </a:rPr>
              <a:t>x</a:t>
            </a:r>
            <a:r>
              <a:rPr lang="en-US" altLang="zh-CN" baseline="30000" dirty="0">
                <a:latin typeface="微软雅黑" panose="020B0503020204020204" pitchFamily="34" charset="-122"/>
                <a:ea typeface="宋体" panose="02010600030101010101" pitchFamily="2" charset="-122"/>
                <a:sym typeface="Symbol" pitchFamily="2" charset="2"/>
              </a:rPr>
              <a:t>5</a:t>
            </a:r>
            <a:r>
              <a:rPr lang="en-US" altLang="zh-CN" dirty="0">
                <a:latin typeface="微软雅黑" panose="020B0503020204020204" pitchFamily="34" charset="-122"/>
                <a:ea typeface="宋体" panose="02010600030101010101" pitchFamily="2" charset="-122"/>
                <a:sym typeface="Symbol" pitchFamily="2" charset="2"/>
              </a:rPr>
              <a:t> + x</a:t>
            </a:r>
            <a:r>
              <a:rPr lang="en-US" altLang="zh-CN" baseline="30000" dirty="0">
                <a:latin typeface="微软雅黑" panose="020B0503020204020204" pitchFamily="34" charset="-122"/>
                <a:ea typeface="宋体" panose="02010600030101010101" pitchFamily="2" charset="-122"/>
                <a:sym typeface="Symbol" pitchFamily="2" charset="2"/>
              </a:rPr>
              <a:t>4</a:t>
            </a:r>
            <a:r>
              <a:rPr lang="en-US" altLang="zh-CN" dirty="0">
                <a:latin typeface="微软雅黑" panose="020B0503020204020204" pitchFamily="34" charset="-122"/>
                <a:ea typeface="宋体" panose="02010600030101010101" pitchFamily="2" charset="-122"/>
                <a:sym typeface="Symbol" pitchFamily="2" charset="2"/>
              </a:rPr>
              <a:t> + 1</a:t>
            </a:r>
          </a:p>
          <a:p>
            <a:pPr eaLnBrk="1" hangingPunct="1"/>
            <a:r>
              <a:rPr lang="zh-CN" altLang="en-US" dirty="0">
                <a:latin typeface="微软雅黑" panose="020B0503020204020204" pitchFamily="34" charset="-122"/>
                <a:ea typeface="宋体" panose="02010600030101010101" pitchFamily="2" charset="-122"/>
                <a:sym typeface="Symbol" pitchFamily="2" charset="2"/>
              </a:rPr>
              <a:t>生成多项式</a:t>
            </a:r>
            <a:r>
              <a:rPr lang="en-US" altLang="zh-CN" dirty="0">
                <a:latin typeface="微软雅黑" panose="020B0503020204020204" pitchFamily="34" charset="-122"/>
                <a:ea typeface="宋体" panose="02010600030101010101" pitchFamily="2" charset="-122"/>
                <a:sym typeface="Symbol" pitchFamily="2" charset="2"/>
              </a:rPr>
              <a:t>G(x)</a:t>
            </a:r>
          </a:p>
          <a:p>
            <a:pPr lvl="1" eaLnBrk="1" hangingPunct="1"/>
            <a:r>
              <a:rPr lang="zh-CN" altLang="en-US" dirty="0">
                <a:latin typeface="微软雅黑" panose="020B0503020204020204" pitchFamily="34" charset="-122"/>
                <a:ea typeface="宋体" panose="02010600030101010101" pitchFamily="2" charset="-122"/>
                <a:sym typeface="Symbol" pitchFamily="2" charset="2"/>
              </a:rPr>
              <a:t>发方、收方事前商定；</a:t>
            </a:r>
          </a:p>
          <a:p>
            <a:pPr lvl="1" eaLnBrk="1" hangingPunct="1"/>
            <a:r>
              <a:rPr lang="zh-CN" altLang="en-US" dirty="0">
                <a:latin typeface="微软雅黑" panose="020B0503020204020204" pitchFamily="34" charset="-122"/>
                <a:ea typeface="宋体" panose="02010600030101010101" pitchFamily="2" charset="-122"/>
                <a:sym typeface="Symbol" pitchFamily="2" charset="2"/>
              </a:rPr>
              <a:t>生成多项式的高位和低位必须为</a:t>
            </a:r>
            <a:r>
              <a:rPr lang="en-US" altLang="zh-CN" dirty="0">
                <a:latin typeface="微软雅黑" panose="020B0503020204020204" pitchFamily="34" charset="-122"/>
                <a:ea typeface="宋体" panose="02010600030101010101" pitchFamily="2" charset="-122"/>
                <a:sym typeface="Symbol" pitchFamily="2" charset="2"/>
              </a:rPr>
              <a:t>1</a:t>
            </a:r>
          </a:p>
          <a:p>
            <a:pPr lvl="1" eaLnBrk="1" hangingPunct="1"/>
            <a:r>
              <a:rPr lang="zh-CN" altLang="en-US" dirty="0">
                <a:latin typeface="微软雅黑" panose="020B0503020204020204" pitchFamily="34" charset="-122"/>
                <a:ea typeface="宋体" panose="02010600030101010101" pitchFamily="2" charset="-122"/>
                <a:sym typeface="Symbol" pitchFamily="2" charset="2"/>
              </a:rPr>
              <a:t>生成多项式必须比传输信息对应的多项式短。</a:t>
            </a:r>
            <a:endParaRPr lang="zh-CN" altLang="en-US" dirty="0">
              <a:latin typeface="微软雅黑" panose="020B0503020204020204" pitchFamily="34" charset="-122"/>
              <a:ea typeface="宋体" panose="02010600030101010101" pitchFamily="2" charset="-122"/>
            </a:endParaRPr>
          </a:p>
        </p:txBody>
      </p:sp>
    </p:spTree>
    <p:extLst>
      <p:ext uri="{BB962C8B-B14F-4D97-AF65-F5344CB8AC3E}">
        <p14:creationId xmlns:p14="http://schemas.microsoft.com/office/powerpoint/2010/main" val="33184022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灯片编号占位符 3">
            <a:extLst>
              <a:ext uri="{FF2B5EF4-FFF2-40B4-BE49-F238E27FC236}">
                <a16:creationId xmlns:a16="http://schemas.microsoft.com/office/drawing/2014/main" id="{44AE7B24-290F-4348-9E09-FEE4AB15F9F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D822A7C-A3CA-2049-9420-879271DE9413}"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32</a:t>
            </a:fld>
            <a:endParaRPr lang="en-US" altLang="zh-CN" sz="1050">
              <a:solidFill>
                <a:schemeClr val="bg2"/>
              </a:solidFill>
              <a:latin typeface="Tahoma" panose="020B0604030504040204" pitchFamily="34" charset="0"/>
              <a:ea typeface="宋体" panose="02010600030101010101" pitchFamily="2" charset="-122"/>
            </a:endParaRPr>
          </a:p>
        </p:txBody>
      </p:sp>
      <p:sp>
        <p:nvSpPr>
          <p:cNvPr id="80898" name="Rectangle 2">
            <a:extLst>
              <a:ext uri="{FF2B5EF4-FFF2-40B4-BE49-F238E27FC236}">
                <a16:creationId xmlns:a16="http://schemas.microsoft.com/office/drawing/2014/main" id="{DD336A32-B086-1944-9CCC-8119DD24578D}"/>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3.	</a:t>
            </a:r>
            <a:r>
              <a:rPr lang="zh-CN" altLang="en-US">
                <a:latin typeface="微软雅黑" panose="020B0503020204020204" pitchFamily="34" charset="-122"/>
                <a:ea typeface="宋体" panose="02010600030101010101" pitchFamily="2" charset="-122"/>
              </a:rPr>
              <a:t>错误检测和纠正（</a:t>
            </a:r>
            <a:r>
              <a:rPr lang="en-US" altLang="zh-CN">
                <a:latin typeface="微软雅黑" panose="020B0503020204020204" pitchFamily="34" charset="-122"/>
                <a:ea typeface="宋体" panose="02010600030101010101" pitchFamily="2" charset="-122"/>
              </a:rPr>
              <a:t>8</a:t>
            </a:r>
            <a:r>
              <a:rPr lang="zh-CN" altLang="en-US">
                <a:latin typeface="微软雅黑" panose="020B0503020204020204" pitchFamily="34" charset="-122"/>
                <a:ea typeface="宋体" panose="02010600030101010101" pitchFamily="2" charset="-122"/>
              </a:rPr>
              <a:t>）</a:t>
            </a:r>
          </a:p>
        </p:txBody>
      </p:sp>
      <p:sp>
        <p:nvSpPr>
          <p:cNvPr id="80899" name="Rectangle 3">
            <a:extLst>
              <a:ext uri="{FF2B5EF4-FFF2-40B4-BE49-F238E27FC236}">
                <a16:creationId xmlns:a16="http://schemas.microsoft.com/office/drawing/2014/main" id="{D5666C6E-4BF9-DA41-9416-0CCBC1ECADB6}"/>
              </a:ext>
            </a:extLst>
          </p:cNvPr>
          <p:cNvSpPr>
            <a:spLocks noGrp="1" noChangeArrowheads="1"/>
          </p:cNvSpPr>
          <p:nvPr>
            <p:ph type="body" idx="1"/>
          </p:nvPr>
        </p:nvSpPr>
        <p:spPr>
          <a:xfrm>
            <a:off x="240030" y="1006079"/>
            <a:ext cx="8698485" cy="4083844"/>
          </a:xfrm>
        </p:spPr>
        <p:txBody>
          <a:bodyPr/>
          <a:lstStyle/>
          <a:p>
            <a:pPr eaLnBrk="1" hangingPunct="1">
              <a:lnSpc>
                <a:spcPct val="90000"/>
              </a:lnSpc>
            </a:pPr>
            <a:r>
              <a:rPr lang="en-US" altLang="zh-CN" dirty="0">
                <a:latin typeface="微软雅黑" panose="020B0503020204020204" pitchFamily="34" charset="-122"/>
                <a:ea typeface="宋体" panose="02010600030101010101" pitchFamily="2" charset="-122"/>
                <a:sym typeface="Symbol" pitchFamily="2" charset="2"/>
              </a:rPr>
              <a:t>CRC</a:t>
            </a:r>
            <a:r>
              <a:rPr lang="zh-CN" altLang="en-US" dirty="0">
                <a:latin typeface="微软雅黑" panose="020B0503020204020204" pitchFamily="34" charset="-122"/>
                <a:ea typeface="宋体" panose="02010600030101010101" pitchFamily="2" charset="-122"/>
                <a:sym typeface="Symbol" pitchFamily="2" charset="2"/>
              </a:rPr>
              <a:t>码基本思想</a:t>
            </a:r>
          </a:p>
          <a:p>
            <a:pPr lvl="1" eaLnBrk="1" hangingPunct="1">
              <a:lnSpc>
                <a:spcPct val="90000"/>
              </a:lnSpc>
            </a:pPr>
            <a:r>
              <a:rPr lang="zh-CN" altLang="en-US" dirty="0">
                <a:latin typeface="微软雅黑" panose="020B0503020204020204" pitchFamily="34" charset="-122"/>
                <a:ea typeface="宋体" panose="02010600030101010101" pitchFamily="2" charset="-122"/>
                <a:sym typeface="Symbol" pitchFamily="2" charset="2"/>
              </a:rPr>
              <a:t>校验和（</a:t>
            </a:r>
            <a:r>
              <a:rPr lang="en-US" altLang="zh-CN" dirty="0">
                <a:latin typeface="微软雅黑" panose="020B0503020204020204" pitchFamily="34" charset="-122"/>
                <a:ea typeface="宋体" panose="02010600030101010101" pitchFamily="2" charset="-122"/>
                <a:sym typeface="Symbol" pitchFamily="2" charset="2"/>
              </a:rPr>
              <a:t>checksum</a:t>
            </a:r>
            <a:r>
              <a:rPr lang="zh-CN" altLang="en-US" dirty="0">
                <a:latin typeface="微软雅黑" panose="020B0503020204020204" pitchFamily="34" charset="-122"/>
                <a:ea typeface="宋体" panose="02010600030101010101" pitchFamily="2" charset="-122"/>
                <a:sym typeface="Symbol" pitchFamily="2" charset="2"/>
              </a:rPr>
              <a:t>）加在帧尾，使带校验和的帧的多项式能被</a:t>
            </a:r>
            <a:r>
              <a:rPr lang="en-US" altLang="zh-CN" dirty="0">
                <a:latin typeface="微软雅黑" panose="020B0503020204020204" pitchFamily="34" charset="-122"/>
                <a:ea typeface="宋体" panose="02010600030101010101" pitchFamily="2" charset="-122"/>
                <a:sym typeface="Symbol" pitchFamily="2" charset="2"/>
              </a:rPr>
              <a:t>G(x)</a:t>
            </a:r>
            <a:r>
              <a:rPr lang="zh-CN" altLang="en-US" dirty="0">
                <a:latin typeface="微软雅黑" panose="020B0503020204020204" pitchFamily="34" charset="-122"/>
                <a:ea typeface="宋体" panose="02010600030101010101" pitchFamily="2" charset="-122"/>
                <a:sym typeface="Symbol" pitchFamily="2" charset="2"/>
              </a:rPr>
              <a:t>除尽；收方接收时，用</a:t>
            </a:r>
            <a:r>
              <a:rPr lang="en-US" altLang="zh-CN" dirty="0">
                <a:latin typeface="微软雅黑" panose="020B0503020204020204" pitchFamily="34" charset="-122"/>
                <a:ea typeface="宋体" panose="02010600030101010101" pitchFamily="2" charset="-122"/>
                <a:sym typeface="Symbol" pitchFamily="2" charset="2"/>
              </a:rPr>
              <a:t>G(x)</a:t>
            </a:r>
            <a:r>
              <a:rPr lang="zh-CN" altLang="en-US" dirty="0">
                <a:latin typeface="微软雅黑" panose="020B0503020204020204" pitchFamily="34" charset="-122"/>
                <a:ea typeface="宋体" panose="02010600030101010101" pitchFamily="2" charset="-122"/>
                <a:sym typeface="Symbol" pitchFamily="2" charset="2"/>
              </a:rPr>
              <a:t>去除它，若有余数，则传输出错。</a:t>
            </a:r>
            <a:endParaRPr lang="zh-CN" altLang="en-US" dirty="0">
              <a:latin typeface="微软雅黑" panose="020B0503020204020204" pitchFamily="34" charset="-122"/>
              <a:ea typeface="宋体" panose="02010600030101010101" pitchFamily="2" charset="-122"/>
            </a:endParaRPr>
          </a:p>
          <a:p>
            <a:pPr eaLnBrk="1" hangingPunct="1">
              <a:lnSpc>
                <a:spcPct val="90000"/>
              </a:lnSpc>
            </a:pPr>
            <a:r>
              <a:rPr lang="zh-CN" altLang="en-US" dirty="0">
                <a:latin typeface="微软雅黑" panose="020B0503020204020204" pitchFamily="34" charset="-122"/>
                <a:ea typeface="宋体" panose="02010600030101010101" pitchFamily="2" charset="-122"/>
              </a:rPr>
              <a:t>校验和计算算法</a:t>
            </a:r>
          </a:p>
          <a:p>
            <a:pPr lvl="1" eaLnBrk="1" hangingPunct="1">
              <a:lnSpc>
                <a:spcPct val="90000"/>
              </a:lnSpc>
            </a:pPr>
            <a:r>
              <a:rPr lang="zh-CN" altLang="en-US" dirty="0">
                <a:latin typeface="微软雅黑" panose="020B0503020204020204" pitchFamily="34" charset="-122"/>
                <a:ea typeface="宋体" panose="02010600030101010101" pitchFamily="2" charset="-122"/>
              </a:rPr>
              <a:t>设</a:t>
            </a:r>
            <a:r>
              <a:rPr lang="en-US" altLang="zh-CN" dirty="0">
                <a:latin typeface="微软雅黑" panose="020B0503020204020204" pitchFamily="34" charset="-122"/>
                <a:ea typeface="宋体" panose="02010600030101010101" pitchFamily="2" charset="-122"/>
              </a:rPr>
              <a:t>G(x)</a:t>
            </a:r>
            <a:r>
              <a:rPr lang="zh-CN" altLang="en-US" dirty="0">
                <a:latin typeface="微软雅黑" panose="020B0503020204020204" pitchFamily="34" charset="-122"/>
                <a:ea typeface="宋体" panose="02010600030101010101" pitchFamily="2" charset="-122"/>
              </a:rPr>
              <a:t>为 </a:t>
            </a:r>
            <a:r>
              <a:rPr lang="en-US" altLang="zh-CN" dirty="0">
                <a:latin typeface="微软雅黑" panose="020B0503020204020204" pitchFamily="34" charset="-122"/>
                <a:ea typeface="宋体" panose="02010600030101010101" pitchFamily="2" charset="-122"/>
              </a:rPr>
              <a:t>r </a:t>
            </a:r>
            <a:r>
              <a:rPr lang="zh-CN" altLang="en-US" dirty="0">
                <a:latin typeface="微软雅黑" panose="020B0503020204020204" pitchFamily="34" charset="-122"/>
                <a:ea typeface="宋体" panose="02010600030101010101" pitchFamily="2" charset="-122"/>
              </a:rPr>
              <a:t>阶，在</a:t>
            </a:r>
            <a:r>
              <a:rPr lang="zh-CN" altLang="en-US" dirty="0">
                <a:latin typeface="微软雅黑" panose="020B0503020204020204" pitchFamily="34" charset="-122"/>
                <a:ea typeface="宋体" panose="02010600030101010101" pitchFamily="2" charset="-122"/>
                <a:sym typeface="Symbol" pitchFamily="2" charset="2"/>
              </a:rPr>
              <a:t>帧的末尾加 </a:t>
            </a:r>
            <a:r>
              <a:rPr lang="en-US" altLang="zh-CN" dirty="0">
                <a:latin typeface="微软雅黑" panose="020B0503020204020204" pitchFamily="34" charset="-122"/>
                <a:ea typeface="宋体" panose="02010600030101010101" pitchFamily="2" charset="-122"/>
                <a:sym typeface="Symbol" pitchFamily="2" charset="2"/>
              </a:rPr>
              <a:t>r </a:t>
            </a:r>
            <a:r>
              <a:rPr lang="zh-CN" altLang="en-US" dirty="0">
                <a:latin typeface="微软雅黑" panose="020B0503020204020204" pitchFamily="34" charset="-122"/>
                <a:ea typeface="宋体" panose="02010600030101010101" pitchFamily="2" charset="-122"/>
                <a:sym typeface="Symbol" pitchFamily="2" charset="2"/>
              </a:rPr>
              <a:t>个</a:t>
            </a:r>
            <a:r>
              <a:rPr lang="en-US" altLang="zh-CN" dirty="0">
                <a:latin typeface="微软雅黑" panose="020B0503020204020204" pitchFamily="34" charset="-122"/>
                <a:ea typeface="宋体" panose="02010600030101010101" pitchFamily="2" charset="-122"/>
                <a:sym typeface="Symbol" pitchFamily="2" charset="2"/>
              </a:rPr>
              <a:t>0</a:t>
            </a:r>
            <a:r>
              <a:rPr lang="zh-CN" altLang="en-US" dirty="0">
                <a:latin typeface="微软雅黑" panose="020B0503020204020204" pitchFamily="34" charset="-122"/>
                <a:ea typeface="宋体" panose="02010600030101010101" pitchFamily="2" charset="-122"/>
                <a:sym typeface="Symbol" pitchFamily="2" charset="2"/>
              </a:rPr>
              <a:t>，使帧为</a:t>
            </a:r>
            <a:r>
              <a:rPr lang="en-US" altLang="zh-CN" dirty="0" err="1">
                <a:latin typeface="微软雅黑" panose="020B0503020204020204" pitchFamily="34" charset="-122"/>
                <a:ea typeface="宋体" panose="02010600030101010101" pitchFamily="2" charset="-122"/>
                <a:sym typeface="Symbol" pitchFamily="2" charset="2"/>
              </a:rPr>
              <a:t>m+r</a:t>
            </a:r>
            <a:r>
              <a:rPr lang="zh-CN" altLang="en-US" dirty="0">
                <a:latin typeface="微软雅黑" panose="020B0503020204020204" pitchFamily="34" charset="-122"/>
                <a:ea typeface="宋体" panose="02010600030101010101" pitchFamily="2" charset="-122"/>
                <a:sym typeface="Symbol" pitchFamily="2" charset="2"/>
              </a:rPr>
              <a:t>位，相应多项式为</a:t>
            </a:r>
            <a:r>
              <a:rPr lang="en-US" altLang="zh-CN" dirty="0" err="1">
                <a:latin typeface="微软雅黑" panose="020B0503020204020204" pitchFamily="34" charset="-122"/>
                <a:ea typeface="宋体" panose="02010600030101010101" pitchFamily="2" charset="-122"/>
                <a:sym typeface="Symbol" pitchFamily="2" charset="2"/>
              </a:rPr>
              <a:t>x</a:t>
            </a:r>
            <a:r>
              <a:rPr lang="en-US" altLang="zh-CN" baseline="30000" dirty="0" err="1">
                <a:latin typeface="微软雅黑" panose="020B0503020204020204" pitchFamily="34" charset="-122"/>
                <a:ea typeface="宋体" panose="02010600030101010101" pitchFamily="2" charset="-122"/>
                <a:sym typeface="Symbol" pitchFamily="2" charset="2"/>
              </a:rPr>
              <a:t>r</a:t>
            </a:r>
            <a:r>
              <a:rPr lang="en-US" altLang="zh-CN" dirty="0" err="1">
                <a:latin typeface="微软雅黑" panose="020B0503020204020204" pitchFamily="34" charset="-122"/>
                <a:ea typeface="宋体" panose="02010600030101010101" pitchFamily="2" charset="-122"/>
                <a:sym typeface="Symbol" pitchFamily="2" charset="2"/>
              </a:rPr>
              <a:t>M</a:t>
            </a:r>
            <a:r>
              <a:rPr lang="en-US" altLang="zh-CN" dirty="0">
                <a:latin typeface="微软雅黑" panose="020B0503020204020204" pitchFamily="34" charset="-122"/>
                <a:ea typeface="宋体" panose="02010600030101010101" pitchFamily="2" charset="-122"/>
                <a:sym typeface="Symbol" pitchFamily="2" charset="2"/>
              </a:rPr>
              <a:t>(x)</a:t>
            </a:r>
            <a:r>
              <a:rPr lang="zh-CN" altLang="en-US" dirty="0">
                <a:latin typeface="微软雅黑" panose="020B0503020204020204" pitchFamily="34" charset="-122"/>
                <a:ea typeface="宋体" panose="02010600030101010101" pitchFamily="2" charset="-122"/>
                <a:sym typeface="Symbol" pitchFamily="2" charset="2"/>
              </a:rPr>
              <a:t>；</a:t>
            </a:r>
          </a:p>
          <a:p>
            <a:pPr lvl="1" eaLnBrk="1" hangingPunct="1">
              <a:lnSpc>
                <a:spcPct val="90000"/>
              </a:lnSpc>
            </a:pPr>
            <a:r>
              <a:rPr lang="zh-CN" altLang="en-US" dirty="0">
                <a:latin typeface="微软雅黑" panose="020B0503020204020204" pitchFamily="34" charset="-122"/>
                <a:ea typeface="宋体" panose="02010600030101010101" pitchFamily="2" charset="-122"/>
                <a:sym typeface="Symbol" pitchFamily="2" charset="2"/>
              </a:rPr>
              <a:t>按模</a:t>
            </a:r>
            <a:r>
              <a:rPr lang="en-US" altLang="zh-CN" dirty="0">
                <a:latin typeface="微软雅黑" panose="020B0503020204020204" pitchFamily="34" charset="-122"/>
                <a:ea typeface="宋体" panose="02010600030101010101" pitchFamily="2" charset="-122"/>
                <a:sym typeface="Symbol" pitchFamily="2" charset="2"/>
              </a:rPr>
              <a:t>2</a:t>
            </a:r>
            <a:r>
              <a:rPr lang="zh-CN" altLang="en-US" dirty="0">
                <a:latin typeface="微软雅黑" panose="020B0503020204020204" pitchFamily="34" charset="-122"/>
                <a:ea typeface="宋体" panose="02010600030101010101" pitchFamily="2" charset="-122"/>
                <a:sym typeface="Symbol" pitchFamily="2" charset="2"/>
              </a:rPr>
              <a:t>除法用对应于</a:t>
            </a:r>
            <a:r>
              <a:rPr lang="en-US" altLang="zh-CN" dirty="0">
                <a:latin typeface="微软雅黑" panose="020B0503020204020204" pitchFamily="34" charset="-122"/>
                <a:ea typeface="宋体" panose="02010600030101010101" pitchFamily="2" charset="-122"/>
                <a:sym typeface="Symbol" pitchFamily="2" charset="2"/>
              </a:rPr>
              <a:t>G(x)</a:t>
            </a:r>
            <a:r>
              <a:rPr lang="zh-CN" altLang="en-US" dirty="0">
                <a:latin typeface="微软雅黑" panose="020B0503020204020204" pitchFamily="34" charset="-122"/>
                <a:ea typeface="宋体" panose="02010600030101010101" pitchFamily="2" charset="-122"/>
                <a:sym typeface="Symbol" pitchFamily="2" charset="2"/>
              </a:rPr>
              <a:t>的位串去除对应于</a:t>
            </a:r>
            <a:r>
              <a:rPr lang="en-US" altLang="zh-CN" dirty="0" err="1">
                <a:latin typeface="微软雅黑" panose="020B0503020204020204" pitchFamily="34" charset="-122"/>
                <a:ea typeface="宋体" panose="02010600030101010101" pitchFamily="2" charset="-122"/>
                <a:sym typeface="Symbol" pitchFamily="2" charset="2"/>
              </a:rPr>
              <a:t>x</a:t>
            </a:r>
            <a:r>
              <a:rPr lang="en-US" altLang="zh-CN" baseline="30000" dirty="0" err="1">
                <a:latin typeface="微软雅黑" panose="020B0503020204020204" pitchFamily="34" charset="-122"/>
                <a:ea typeface="宋体" panose="02010600030101010101" pitchFamily="2" charset="-122"/>
                <a:sym typeface="Symbol" pitchFamily="2" charset="2"/>
              </a:rPr>
              <a:t>r</a:t>
            </a:r>
            <a:r>
              <a:rPr lang="en-US" altLang="zh-CN" dirty="0" err="1">
                <a:latin typeface="微软雅黑" panose="020B0503020204020204" pitchFamily="34" charset="-122"/>
                <a:ea typeface="宋体" panose="02010600030101010101" pitchFamily="2" charset="-122"/>
                <a:sym typeface="Symbol" pitchFamily="2" charset="2"/>
              </a:rPr>
              <a:t>M</a:t>
            </a:r>
            <a:r>
              <a:rPr lang="en-US" altLang="zh-CN" dirty="0">
                <a:latin typeface="微软雅黑" panose="020B0503020204020204" pitchFamily="34" charset="-122"/>
                <a:ea typeface="宋体" panose="02010600030101010101" pitchFamily="2" charset="-122"/>
                <a:sym typeface="Symbol" pitchFamily="2" charset="2"/>
              </a:rPr>
              <a:t>(x)</a:t>
            </a:r>
            <a:r>
              <a:rPr lang="zh-CN" altLang="en-US" dirty="0">
                <a:latin typeface="微软雅黑" panose="020B0503020204020204" pitchFamily="34" charset="-122"/>
                <a:ea typeface="宋体" panose="02010600030101010101" pitchFamily="2" charset="-122"/>
                <a:sym typeface="Symbol" pitchFamily="2" charset="2"/>
              </a:rPr>
              <a:t>的位串；</a:t>
            </a:r>
          </a:p>
          <a:p>
            <a:pPr lvl="1" eaLnBrk="1" hangingPunct="1">
              <a:lnSpc>
                <a:spcPct val="90000"/>
              </a:lnSpc>
            </a:pPr>
            <a:r>
              <a:rPr lang="zh-CN" altLang="en-US" dirty="0">
                <a:latin typeface="微软雅黑" panose="020B0503020204020204" pitchFamily="34" charset="-122"/>
                <a:ea typeface="宋体" panose="02010600030101010101" pitchFamily="2" charset="-122"/>
                <a:sym typeface="Symbol" pitchFamily="2" charset="2"/>
              </a:rPr>
              <a:t>按模</a:t>
            </a:r>
            <a:r>
              <a:rPr lang="en-US" altLang="zh-CN" dirty="0">
                <a:latin typeface="微软雅黑" panose="020B0503020204020204" pitchFamily="34" charset="-122"/>
                <a:ea typeface="宋体" panose="02010600030101010101" pitchFamily="2" charset="-122"/>
                <a:sym typeface="Symbol" pitchFamily="2" charset="2"/>
              </a:rPr>
              <a:t>2</a:t>
            </a:r>
            <a:r>
              <a:rPr lang="zh-CN" altLang="en-US" dirty="0">
                <a:latin typeface="微软雅黑" panose="020B0503020204020204" pitchFamily="34" charset="-122"/>
                <a:ea typeface="宋体" panose="02010600030101010101" pitchFamily="2" charset="-122"/>
                <a:sym typeface="Symbol" pitchFamily="2" charset="2"/>
              </a:rPr>
              <a:t>减法从对应于</a:t>
            </a:r>
            <a:r>
              <a:rPr lang="en-US" altLang="zh-CN" dirty="0" err="1">
                <a:latin typeface="微软雅黑" panose="020B0503020204020204" pitchFamily="34" charset="-122"/>
                <a:ea typeface="宋体" panose="02010600030101010101" pitchFamily="2" charset="-122"/>
                <a:sym typeface="Symbol" pitchFamily="2" charset="2"/>
              </a:rPr>
              <a:t>x</a:t>
            </a:r>
            <a:r>
              <a:rPr lang="en-US" altLang="zh-CN" baseline="30000" dirty="0" err="1">
                <a:latin typeface="微软雅黑" panose="020B0503020204020204" pitchFamily="34" charset="-122"/>
                <a:ea typeface="宋体" panose="02010600030101010101" pitchFamily="2" charset="-122"/>
                <a:sym typeface="Symbol" pitchFamily="2" charset="2"/>
              </a:rPr>
              <a:t>r</a:t>
            </a:r>
            <a:r>
              <a:rPr lang="en-US" altLang="zh-CN" dirty="0" err="1">
                <a:latin typeface="微软雅黑" panose="020B0503020204020204" pitchFamily="34" charset="-122"/>
                <a:ea typeface="宋体" panose="02010600030101010101" pitchFamily="2" charset="-122"/>
                <a:sym typeface="Symbol" pitchFamily="2" charset="2"/>
              </a:rPr>
              <a:t>M</a:t>
            </a:r>
            <a:r>
              <a:rPr lang="en-US" altLang="zh-CN" dirty="0">
                <a:latin typeface="微软雅黑" panose="020B0503020204020204" pitchFamily="34" charset="-122"/>
                <a:ea typeface="宋体" panose="02010600030101010101" pitchFamily="2" charset="-122"/>
                <a:sym typeface="Symbol" pitchFamily="2" charset="2"/>
              </a:rPr>
              <a:t>(x)</a:t>
            </a:r>
            <a:r>
              <a:rPr lang="zh-CN" altLang="en-US" dirty="0">
                <a:latin typeface="微软雅黑" panose="020B0503020204020204" pitchFamily="34" charset="-122"/>
                <a:ea typeface="宋体" panose="02010600030101010101" pitchFamily="2" charset="-122"/>
                <a:sym typeface="Symbol" pitchFamily="2" charset="2"/>
              </a:rPr>
              <a:t>的位串中减去余数</a:t>
            </a:r>
            <a:r>
              <a:rPr lang="en-US" altLang="zh-CN" dirty="0">
                <a:latin typeface="微软雅黑" panose="020B0503020204020204" pitchFamily="34" charset="-122"/>
                <a:ea typeface="宋体" panose="02010600030101010101" pitchFamily="2" charset="-122"/>
                <a:sym typeface="Symbol" pitchFamily="2" charset="2"/>
              </a:rPr>
              <a:t>(</a:t>
            </a:r>
            <a:r>
              <a:rPr lang="zh-CN" altLang="en-US" dirty="0">
                <a:latin typeface="微软雅黑" panose="020B0503020204020204" pitchFamily="34" charset="-122"/>
                <a:ea typeface="宋体" panose="02010600030101010101" pitchFamily="2" charset="-122"/>
                <a:sym typeface="Symbol" pitchFamily="2" charset="2"/>
              </a:rPr>
              <a:t>等于或小于</a:t>
            </a:r>
            <a:r>
              <a:rPr lang="en-US" altLang="zh-CN" dirty="0">
                <a:latin typeface="微软雅黑" panose="020B0503020204020204" pitchFamily="34" charset="-122"/>
                <a:ea typeface="宋体" panose="02010600030101010101" pitchFamily="2" charset="-122"/>
                <a:sym typeface="Symbol" pitchFamily="2" charset="2"/>
              </a:rPr>
              <a:t>r</a:t>
            </a:r>
            <a:r>
              <a:rPr lang="zh-CN" altLang="en-US" dirty="0">
                <a:latin typeface="微软雅黑" panose="020B0503020204020204" pitchFamily="34" charset="-122"/>
                <a:ea typeface="宋体" panose="02010600030101010101" pitchFamily="2" charset="-122"/>
                <a:sym typeface="Symbol" pitchFamily="2" charset="2"/>
              </a:rPr>
              <a:t>位</a:t>
            </a:r>
            <a:r>
              <a:rPr lang="en-US" altLang="zh-CN" dirty="0">
                <a:latin typeface="微软雅黑" panose="020B0503020204020204" pitchFamily="34" charset="-122"/>
                <a:ea typeface="宋体" panose="02010600030101010101" pitchFamily="2" charset="-122"/>
                <a:sym typeface="Symbol" pitchFamily="2" charset="2"/>
              </a:rPr>
              <a:t>)</a:t>
            </a:r>
            <a:r>
              <a:rPr lang="zh-CN" altLang="en-US" dirty="0">
                <a:latin typeface="微软雅黑" panose="020B0503020204020204" pitchFamily="34" charset="-122"/>
                <a:ea typeface="宋体" panose="02010600030101010101" pitchFamily="2" charset="-122"/>
                <a:sym typeface="Symbol" pitchFamily="2" charset="2"/>
              </a:rPr>
              <a:t>，结果就是要传送的带校验和的多项式</a:t>
            </a:r>
            <a:r>
              <a:rPr lang="en-US" altLang="zh-CN" dirty="0">
                <a:latin typeface="微软雅黑" panose="020B0503020204020204" pitchFamily="34" charset="-122"/>
                <a:ea typeface="宋体" panose="02010600030101010101" pitchFamily="2" charset="-122"/>
                <a:sym typeface="Symbol" pitchFamily="2" charset="2"/>
              </a:rPr>
              <a:t>T(x)</a:t>
            </a:r>
            <a:r>
              <a:rPr lang="zh-CN" altLang="en-US" dirty="0">
                <a:latin typeface="微软雅黑" panose="020B0503020204020204" pitchFamily="34" charset="-122"/>
                <a:ea typeface="宋体" panose="02010600030101010101" pitchFamily="2" charset="-122"/>
                <a:sym typeface="Symbol" pitchFamily="2" charset="2"/>
              </a:rPr>
              <a:t>。</a:t>
            </a:r>
          </a:p>
        </p:txBody>
      </p:sp>
    </p:spTree>
    <p:extLst>
      <p:ext uri="{BB962C8B-B14F-4D97-AF65-F5344CB8AC3E}">
        <p14:creationId xmlns:p14="http://schemas.microsoft.com/office/powerpoint/2010/main" val="31051726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2945" name="Picture 2" descr="3-8">
            <a:extLst>
              <a:ext uri="{FF2B5EF4-FFF2-40B4-BE49-F238E27FC236}">
                <a16:creationId xmlns:a16="http://schemas.microsoft.com/office/drawing/2014/main" id="{AD244C58-ED89-D740-8025-104EE7F7B5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7348" y="0"/>
            <a:ext cx="4861322"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6" name="Text Box 3">
            <a:extLst>
              <a:ext uri="{FF2B5EF4-FFF2-40B4-BE49-F238E27FC236}">
                <a16:creationId xmlns:a16="http://schemas.microsoft.com/office/drawing/2014/main" id="{65AD814E-26D0-BC4D-92C3-F589FDFB5D5C}"/>
              </a:ext>
            </a:extLst>
          </p:cNvPr>
          <p:cNvSpPr txBox="1">
            <a:spLocks noChangeArrowheads="1"/>
          </p:cNvSpPr>
          <p:nvPr/>
        </p:nvSpPr>
        <p:spPr bwMode="auto">
          <a:xfrm>
            <a:off x="0" y="2360058"/>
            <a:ext cx="210621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2400" dirty="0">
                <a:solidFill>
                  <a:schemeClr val="tx1"/>
                </a:solidFill>
                <a:latin typeface="微软雅黑" panose="020B0503020204020204" pitchFamily="34" charset="-122"/>
                <a:ea typeface="宋体" panose="02010600030101010101" pitchFamily="2" charset="-122"/>
              </a:rPr>
              <a:t>多项式编码校验和计算示例</a:t>
            </a:r>
          </a:p>
        </p:txBody>
      </p:sp>
      <p:sp>
        <p:nvSpPr>
          <p:cNvPr id="82947" name="Text Box 5">
            <a:extLst>
              <a:ext uri="{FF2B5EF4-FFF2-40B4-BE49-F238E27FC236}">
                <a16:creationId xmlns:a16="http://schemas.microsoft.com/office/drawing/2014/main" id="{113A8DCF-17C1-C244-8247-6CBABF21A804}"/>
              </a:ext>
            </a:extLst>
          </p:cNvPr>
          <p:cNvSpPr txBox="1">
            <a:spLocks noChangeArrowheads="1"/>
          </p:cNvSpPr>
          <p:nvPr/>
        </p:nvSpPr>
        <p:spPr bwMode="auto">
          <a:xfrm>
            <a:off x="5202079" y="4868466"/>
            <a:ext cx="64770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en-US" altLang="zh-CN" sz="1350">
                <a:solidFill>
                  <a:schemeClr val="tx1"/>
                </a:solidFill>
                <a:latin typeface="Tahoma" panose="020B0604030504040204" pitchFamily="34" charset="0"/>
                <a:ea typeface="宋体" panose="02010600030101010101" pitchFamily="2" charset="-122"/>
              </a:rPr>
              <a:t>(</a:t>
            </a:r>
            <a:r>
              <a:rPr lang="en-US" altLang="zh-CN" sz="1350" b="1">
                <a:solidFill>
                  <a:schemeClr val="hlink"/>
                </a:solidFill>
                <a:latin typeface="Tahoma" panose="020B0604030504040204" pitchFamily="34" charset="0"/>
                <a:ea typeface="宋体" panose="02010600030101010101" pitchFamily="2" charset="-122"/>
              </a:rPr>
              <a:t>T(X)</a:t>
            </a:r>
            <a:r>
              <a:rPr lang="en-US" altLang="zh-CN" sz="1350">
                <a:solidFill>
                  <a:schemeClr val="tx1"/>
                </a:solidFill>
                <a:latin typeface="Tahoma" panose="020B0604030504040204" pitchFamily="34" charset="0"/>
                <a:ea typeface="宋体" panose="02010600030101010101" pitchFamily="2" charset="-122"/>
              </a:rPr>
              <a:t>)</a:t>
            </a:r>
          </a:p>
        </p:txBody>
      </p:sp>
      <p:sp>
        <p:nvSpPr>
          <p:cNvPr id="82948" name="Text Box 6">
            <a:extLst>
              <a:ext uri="{FF2B5EF4-FFF2-40B4-BE49-F238E27FC236}">
                <a16:creationId xmlns:a16="http://schemas.microsoft.com/office/drawing/2014/main" id="{79F51387-0D21-1B4A-9267-D9B5911E5CF6}"/>
              </a:ext>
            </a:extLst>
          </p:cNvPr>
          <p:cNvSpPr txBox="1">
            <a:spLocks noChangeArrowheads="1"/>
          </p:cNvSpPr>
          <p:nvPr/>
        </p:nvSpPr>
        <p:spPr bwMode="auto">
          <a:xfrm>
            <a:off x="3042286" y="195262"/>
            <a:ext cx="91797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en-US" altLang="zh-CN" sz="1350">
                <a:solidFill>
                  <a:schemeClr val="tx1"/>
                </a:solidFill>
                <a:latin typeface="Tahoma" panose="020B0604030504040204" pitchFamily="34" charset="0"/>
                <a:ea typeface="宋体" panose="02010600030101010101" pitchFamily="2" charset="-122"/>
              </a:rPr>
              <a:t>(</a:t>
            </a:r>
            <a:r>
              <a:rPr lang="en-US" altLang="zh-CN" sz="1350" b="1">
                <a:solidFill>
                  <a:schemeClr val="hlink"/>
                </a:solidFill>
                <a:latin typeface="Tahoma" panose="020B0604030504040204" pitchFamily="34" charset="0"/>
                <a:ea typeface="宋体" panose="02010600030101010101" pitchFamily="2" charset="-122"/>
              </a:rPr>
              <a:t>G(X)</a:t>
            </a:r>
            <a:r>
              <a:rPr lang="en-US" altLang="zh-CN" sz="1350">
                <a:solidFill>
                  <a:schemeClr val="tx1"/>
                </a:solidFill>
                <a:latin typeface="Tahoma" panose="020B0604030504040204" pitchFamily="34" charset="0"/>
                <a:ea typeface="宋体" panose="02010600030101010101" pitchFamily="2" charset="-122"/>
              </a:rPr>
              <a:t>)</a:t>
            </a:r>
          </a:p>
        </p:txBody>
      </p:sp>
      <p:sp>
        <p:nvSpPr>
          <p:cNvPr id="82949" name="Text Box 7">
            <a:extLst>
              <a:ext uri="{FF2B5EF4-FFF2-40B4-BE49-F238E27FC236}">
                <a16:creationId xmlns:a16="http://schemas.microsoft.com/office/drawing/2014/main" id="{9A2A6ADE-8226-1944-9CB5-04E1CD912DA0}"/>
              </a:ext>
            </a:extLst>
          </p:cNvPr>
          <p:cNvSpPr txBox="1">
            <a:spLocks noChangeArrowheads="1"/>
          </p:cNvSpPr>
          <p:nvPr/>
        </p:nvSpPr>
        <p:spPr bwMode="auto">
          <a:xfrm>
            <a:off x="6011704" y="357187"/>
            <a:ext cx="102631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en-US" altLang="zh-CN" sz="1350">
                <a:solidFill>
                  <a:schemeClr val="tx1"/>
                </a:solidFill>
                <a:latin typeface="Tahoma" panose="020B0604030504040204" pitchFamily="34" charset="0"/>
                <a:ea typeface="宋体" panose="02010600030101010101" pitchFamily="2" charset="-122"/>
              </a:rPr>
              <a:t>(</a:t>
            </a:r>
            <a:r>
              <a:rPr lang="en-US" altLang="zh-CN" sz="1350" b="1">
                <a:solidFill>
                  <a:schemeClr val="hlink"/>
                </a:solidFill>
                <a:latin typeface="Tahoma" panose="020B0604030504040204" pitchFamily="34" charset="0"/>
                <a:ea typeface="宋体" panose="02010600030101010101" pitchFamily="2" charset="-122"/>
              </a:rPr>
              <a:t>M(X)*X</a:t>
            </a:r>
            <a:r>
              <a:rPr lang="en-US" altLang="zh-CN" sz="1350" b="1" baseline="30000">
                <a:solidFill>
                  <a:schemeClr val="hlink"/>
                </a:solidFill>
                <a:latin typeface="Tahoma" panose="020B0604030504040204" pitchFamily="34" charset="0"/>
                <a:ea typeface="宋体" panose="02010600030101010101" pitchFamily="2" charset="-122"/>
              </a:rPr>
              <a:t>r</a:t>
            </a:r>
            <a:r>
              <a:rPr lang="en-US" altLang="zh-CN" sz="1350">
                <a:solidFill>
                  <a:schemeClr val="tx1"/>
                </a:solidFill>
                <a:latin typeface="Tahoma" panose="020B0604030504040204" pitchFamily="34" charset="0"/>
                <a:ea typeface="宋体" panose="02010600030101010101" pitchFamily="2" charset="-122"/>
              </a:rPr>
              <a:t>)</a:t>
            </a:r>
          </a:p>
        </p:txBody>
      </p:sp>
      <p:sp>
        <p:nvSpPr>
          <p:cNvPr id="82950" name="Text Box 8">
            <a:extLst>
              <a:ext uri="{FF2B5EF4-FFF2-40B4-BE49-F238E27FC236}">
                <a16:creationId xmlns:a16="http://schemas.microsoft.com/office/drawing/2014/main" id="{88B26E93-C1F6-C540-B4BC-57750A21F9BA}"/>
              </a:ext>
            </a:extLst>
          </p:cNvPr>
          <p:cNvSpPr txBox="1">
            <a:spLocks noChangeArrowheads="1"/>
          </p:cNvSpPr>
          <p:nvPr/>
        </p:nvSpPr>
        <p:spPr bwMode="auto">
          <a:xfrm>
            <a:off x="3636407" y="-25004"/>
            <a:ext cx="97155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en-US" altLang="zh-CN" sz="1350">
                <a:solidFill>
                  <a:schemeClr val="tx1"/>
                </a:solidFill>
                <a:latin typeface="Tahoma" panose="020B0604030504040204" pitchFamily="34" charset="0"/>
                <a:ea typeface="宋体" panose="02010600030101010101" pitchFamily="2" charset="-122"/>
              </a:rPr>
              <a:t>(</a:t>
            </a:r>
            <a:r>
              <a:rPr lang="en-US" altLang="zh-CN" sz="1350" b="1">
                <a:solidFill>
                  <a:schemeClr val="hlink"/>
                </a:solidFill>
                <a:latin typeface="Tahoma" panose="020B0604030504040204" pitchFamily="34" charset="0"/>
                <a:ea typeface="宋体" panose="02010600030101010101" pitchFamily="2" charset="-122"/>
              </a:rPr>
              <a:t>M(X)</a:t>
            </a:r>
            <a:r>
              <a:rPr lang="en-US" altLang="zh-CN" sz="1350">
                <a:solidFill>
                  <a:schemeClr val="tx1"/>
                </a:solidFill>
                <a:latin typeface="Tahoma" panose="020B0604030504040204" pitchFamily="34" charset="0"/>
                <a:ea typeface="宋体" panose="02010600030101010101" pitchFamily="2" charset="-122"/>
              </a:rPr>
              <a:t>)</a:t>
            </a:r>
          </a:p>
        </p:txBody>
      </p:sp>
    </p:spTree>
    <p:extLst>
      <p:ext uri="{BB962C8B-B14F-4D97-AF65-F5344CB8AC3E}">
        <p14:creationId xmlns:p14="http://schemas.microsoft.com/office/powerpoint/2010/main" val="1197582017"/>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灯片编号占位符 3">
            <a:extLst>
              <a:ext uri="{FF2B5EF4-FFF2-40B4-BE49-F238E27FC236}">
                <a16:creationId xmlns:a16="http://schemas.microsoft.com/office/drawing/2014/main" id="{8D4725DF-7536-1844-8EB5-988851A3F8A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C87B652-3505-E54E-9406-FBDAE171ED0D}"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34</a:t>
            </a:fld>
            <a:endParaRPr lang="en-US" altLang="zh-CN" sz="1050">
              <a:solidFill>
                <a:schemeClr val="bg2"/>
              </a:solidFill>
              <a:latin typeface="Tahoma" panose="020B0604030504040204" pitchFamily="34" charset="0"/>
              <a:ea typeface="宋体" panose="02010600030101010101" pitchFamily="2" charset="-122"/>
            </a:endParaRPr>
          </a:p>
        </p:txBody>
      </p:sp>
      <p:sp>
        <p:nvSpPr>
          <p:cNvPr id="84994" name="Rectangle 2">
            <a:extLst>
              <a:ext uri="{FF2B5EF4-FFF2-40B4-BE49-F238E27FC236}">
                <a16:creationId xmlns:a16="http://schemas.microsoft.com/office/drawing/2014/main" id="{70FC13DB-0C2F-F044-9D8B-039613870C86}"/>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3.	</a:t>
            </a:r>
            <a:r>
              <a:rPr lang="zh-CN" altLang="en-US">
                <a:latin typeface="微软雅黑" panose="020B0503020204020204" pitchFamily="34" charset="-122"/>
                <a:ea typeface="宋体" panose="02010600030101010101" pitchFamily="2" charset="-122"/>
              </a:rPr>
              <a:t>错误检测和纠正（</a:t>
            </a:r>
            <a:r>
              <a:rPr lang="en-US" altLang="zh-CN">
                <a:latin typeface="微软雅黑" panose="020B0503020204020204" pitchFamily="34" charset="-122"/>
                <a:ea typeface="宋体" panose="02010600030101010101" pitchFamily="2" charset="-122"/>
              </a:rPr>
              <a:t>9</a:t>
            </a:r>
            <a:r>
              <a:rPr lang="zh-CN" altLang="en-US">
                <a:latin typeface="微软雅黑" panose="020B0503020204020204" pitchFamily="34" charset="-122"/>
                <a:ea typeface="宋体" panose="02010600030101010101" pitchFamily="2" charset="-122"/>
              </a:rPr>
              <a:t>）</a:t>
            </a:r>
          </a:p>
        </p:txBody>
      </p:sp>
      <p:sp>
        <p:nvSpPr>
          <p:cNvPr id="84995" name="Rectangle 3">
            <a:extLst>
              <a:ext uri="{FF2B5EF4-FFF2-40B4-BE49-F238E27FC236}">
                <a16:creationId xmlns:a16="http://schemas.microsoft.com/office/drawing/2014/main" id="{A4CCA3C3-A3CF-5744-9CE6-F0A4029A0016}"/>
              </a:ext>
            </a:extLst>
          </p:cNvPr>
          <p:cNvSpPr>
            <a:spLocks noGrp="1" noChangeArrowheads="1"/>
          </p:cNvSpPr>
          <p:nvPr>
            <p:ph type="body" idx="1"/>
          </p:nvPr>
        </p:nvSpPr>
        <p:spPr/>
        <p:txBody>
          <a:bodyPr/>
          <a:lstStyle/>
          <a:p>
            <a:pPr eaLnBrk="1" hangingPunct="1"/>
            <a:r>
              <a:rPr lang="en-US" altLang="zh-CN">
                <a:latin typeface="微软雅黑" panose="020B0503020204020204" pitchFamily="34" charset="-122"/>
                <a:ea typeface="宋体" panose="02010600030101010101" pitchFamily="2" charset="-122"/>
              </a:rPr>
              <a:t>CRC</a:t>
            </a:r>
            <a:r>
              <a:rPr lang="zh-CN" altLang="en-US">
                <a:latin typeface="微软雅黑" panose="020B0503020204020204" pitchFamily="34" charset="-122"/>
                <a:ea typeface="宋体" panose="02010600030101010101" pitchFamily="2" charset="-122"/>
              </a:rPr>
              <a:t>的检错能力</a:t>
            </a:r>
            <a:endParaRPr lang="zh-CN" altLang="zh-CN">
              <a:latin typeface="微软雅黑" panose="020B0503020204020204" pitchFamily="34" charset="-122"/>
              <a:ea typeface="宋体" panose="02010600030101010101" pitchFamily="2" charset="-122"/>
            </a:endParaRPr>
          </a:p>
          <a:p>
            <a:pPr lvl="1" eaLnBrk="1" hangingPunct="1"/>
            <a:r>
              <a:rPr lang="zh-CN" altLang="en-US">
                <a:latin typeface="微软雅黑" panose="020B0503020204020204" pitchFamily="34" charset="-122"/>
                <a:ea typeface="宋体" panose="02010600030101010101" pitchFamily="2" charset="-122"/>
              </a:rPr>
              <a:t>发送：</a:t>
            </a:r>
            <a:r>
              <a:rPr lang="en-US" altLang="zh-CN">
                <a:latin typeface="微软雅黑" panose="020B0503020204020204" pitchFamily="34" charset="-122"/>
                <a:ea typeface="宋体" panose="02010600030101010101" pitchFamily="2" charset="-122"/>
              </a:rPr>
              <a:t>T(x)</a:t>
            </a:r>
            <a:r>
              <a:rPr lang="zh-CN" altLang="en-US">
                <a:latin typeface="微软雅黑" panose="020B0503020204020204" pitchFamily="34" charset="-122"/>
                <a:ea typeface="宋体" panose="02010600030101010101" pitchFamily="2" charset="-122"/>
              </a:rPr>
              <a:t>；接收：</a:t>
            </a:r>
            <a:r>
              <a:rPr lang="en-US" altLang="zh-CN">
                <a:latin typeface="微软雅黑" panose="020B0503020204020204" pitchFamily="34" charset="-122"/>
                <a:ea typeface="宋体" panose="02010600030101010101" pitchFamily="2" charset="-122"/>
              </a:rPr>
              <a:t>T(x) + E(x), E(x) </a:t>
            </a:r>
            <a:r>
              <a:rPr lang="en-US" altLang="zh-CN">
                <a:latin typeface="微软雅黑" panose="020B0503020204020204" pitchFamily="34" charset="-122"/>
                <a:ea typeface="宋体" panose="02010600030101010101" pitchFamily="2" charset="-122"/>
                <a:sym typeface="Symbol" pitchFamily="2" charset="2"/>
              </a:rPr>
              <a:t> 0</a:t>
            </a:r>
            <a:r>
              <a:rPr lang="zh-CN" altLang="en-US">
                <a:latin typeface="微软雅黑" panose="020B0503020204020204" pitchFamily="34" charset="-122"/>
                <a:ea typeface="宋体" panose="02010600030101010101" pitchFamily="2" charset="-122"/>
              </a:rPr>
              <a:t>；</a:t>
            </a:r>
          </a:p>
          <a:p>
            <a:pPr lvl="1" eaLnBrk="1" hangingPunct="1"/>
            <a:r>
              <a:rPr lang="zh-CN" altLang="en-US">
                <a:latin typeface="微软雅黑" panose="020B0503020204020204" pitchFamily="34" charset="-122"/>
                <a:ea typeface="宋体" panose="02010600030101010101" pitchFamily="2" charset="-122"/>
              </a:rPr>
              <a:t>余数</a:t>
            </a:r>
            <a:r>
              <a:rPr lang="en-US" altLang="zh-CN">
                <a:latin typeface="微软雅黑" panose="020B0503020204020204" pitchFamily="34" charset="-122"/>
                <a:ea typeface="宋体" panose="02010600030101010101" pitchFamily="2" charset="-122"/>
              </a:rPr>
              <a:t>((T(x) + E(x)) / G(x)) = 0 + </a:t>
            </a:r>
            <a:r>
              <a:rPr lang="zh-CN" altLang="en-US">
                <a:latin typeface="微软雅黑" panose="020B0503020204020204" pitchFamily="34" charset="-122"/>
                <a:ea typeface="宋体" panose="02010600030101010101" pitchFamily="2" charset="-122"/>
              </a:rPr>
              <a:t>余数</a:t>
            </a:r>
            <a:r>
              <a:rPr lang="en-US" altLang="zh-CN">
                <a:latin typeface="微软雅黑" panose="020B0503020204020204" pitchFamily="34" charset="-122"/>
                <a:ea typeface="宋体" panose="02010600030101010101" pitchFamily="2" charset="-122"/>
              </a:rPr>
              <a:t>(E(x) / G(x))</a:t>
            </a:r>
          </a:p>
          <a:p>
            <a:pPr lvl="1" eaLnBrk="1" hangingPunct="1"/>
            <a:r>
              <a:rPr lang="zh-CN" altLang="en-US">
                <a:latin typeface="微软雅黑" panose="020B0503020204020204" pitchFamily="34" charset="-122"/>
                <a:ea typeface="宋体" panose="02010600030101010101" pitchFamily="2" charset="-122"/>
              </a:rPr>
              <a:t>若余数</a:t>
            </a:r>
            <a:r>
              <a:rPr lang="en-US" altLang="zh-CN">
                <a:latin typeface="微软雅黑" panose="020B0503020204020204" pitchFamily="34" charset="-122"/>
                <a:ea typeface="宋体" panose="02010600030101010101" pitchFamily="2" charset="-122"/>
              </a:rPr>
              <a:t>(E(x) / G(x)) = 0</a:t>
            </a:r>
            <a:r>
              <a:rPr lang="zh-CN" altLang="en-US">
                <a:latin typeface="微软雅黑" panose="020B0503020204020204" pitchFamily="34" charset="-122"/>
                <a:ea typeface="宋体" panose="02010600030101010101" pitchFamily="2" charset="-122"/>
              </a:rPr>
              <a:t>，则差错不能发现；否则，可以发现。</a:t>
            </a:r>
          </a:p>
        </p:txBody>
      </p:sp>
    </p:spTree>
    <p:extLst>
      <p:ext uri="{BB962C8B-B14F-4D97-AF65-F5344CB8AC3E}">
        <p14:creationId xmlns:p14="http://schemas.microsoft.com/office/powerpoint/2010/main" val="28003736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灯片编号占位符 3">
            <a:extLst>
              <a:ext uri="{FF2B5EF4-FFF2-40B4-BE49-F238E27FC236}">
                <a16:creationId xmlns:a16="http://schemas.microsoft.com/office/drawing/2014/main" id="{1B98C873-D8CB-614A-A13F-7D47EF738DF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046988D-0518-884C-B57D-AFDA46E29438}"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35</a:t>
            </a:fld>
            <a:endParaRPr lang="en-US" altLang="zh-CN" sz="1050">
              <a:solidFill>
                <a:schemeClr val="bg2"/>
              </a:solidFill>
              <a:latin typeface="Tahoma" panose="020B0604030504040204" pitchFamily="34" charset="0"/>
              <a:ea typeface="宋体" panose="02010600030101010101" pitchFamily="2" charset="-122"/>
            </a:endParaRPr>
          </a:p>
        </p:txBody>
      </p:sp>
      <p:sp>
        <p:nvSpPr>
          <p:cNvPr id="91138" name="Rectangle 2">
            <a:extLst>
              <a:ext uri="{FF2B5EF4-FFF2-40B4-BE49-F238E27FC236}">
                <a16:creationId xmlns:a16="http://schemas.microsoft.com/office/drawing/2014/main" id="{E3E25893-1693-F640-BDF0-2687CE1FA113}"/>
              </a:ext>
            </a:extLst>
          </p:cNvPr>
          <p:cNvSpPr>
            <a:spLocks noGrp="1" noChangeArrowheads="1"/>
          </p:cNvSpPr>
          <p:nvPr>
            <p:ph type="title"/>
          </p:nvPr>
        </p:nvSpPr>
        <p:spPr>
          <a:xfrm>
            <a:off x="160020" y="195263"/>
            <a:ext cx="7354015" cy="683419"/>
          </a:xfrm>
        </p:spPr>
        <p:txBody>
          <a:bodyPr/>
          <a:lstStyle/>
          <a:p>
            <a:pPr eaLnBrk="1" hangingPunct="1"/>
            <a:r>
              <a:rPr lang="zh-CN" altLang="en-US" dirty="0">
                <a:latin typeface="微软雅黑" panose="020B0503020204020204" pitchFamily="34" charset="-122"/>
                <a:ea typeface="宋体" panose="02010600030101010101" pitchFamily="2" charset="-122"/>
              </a:rPr>
              <a:t>帧检验序列 </a:t>
            </a:r>
            <a:r>
              <a:rPr lang="en-US" altLang="zh-CN" dirty="0">
                <a:latin typeface="微软雅黑" panose="020B0503020204020204" pitchFamily="34" charset="-122"/>
                <a:ea typeface="宋体" panose="02010600030101010101" pitchFamily="2" charset="-122"/>
              </a:rPr>
              <a:t>FCS </a:t>
            </a:r>
          </a:p>
        </p:txBody>
      </p:sp>
      <p:sp>
        <p:nvSpPr>
          <p:cNvPr id="91139" name="Rectangle 3">
            <a:extLst>
              <a:ext uri="{FF2B5EF4-FFF2-40B4-BE49-F238E27FC236}">
                <a16:creationId xmlns:a16="http://schemas.microsoft.com/office/drawing/2014/main" id="{EB0BF276-D0C7-894D-ABBF-2652649D29AC}"/>
              </a:ext>
            </a:extLst>
          </p:cNvPr>
          <p:cNvSpPr>
            <a:spLocks noGrp="1" noChangeArrowheads="1"/>
          </p:cNvSpPr>
          <p:nvPr>
            <p:ph type="body" idx="1"/>
          </p:nvPr>
        </p:nvSpPr>
        <p:spPr>
          <a:xfrm>
            <a:off x="160020" y="1113235"/>
            <a:ext cx="8778240" cy="3673078"/>
          </a:xfrm>
        </p:spPr>
        <p:txBody>
          <a:bodyPr/>
          <a:lstStyle/>
          <a:p>
            <a:pPr eaLnBrk="1" hangingPunct="1"/>
            <a:r>
              <a:rPr lang="zh-CN" altLang="en-US" dirty="0">
                <a:latin typeface="微软雅黑" panose="020B0503020204020204" pitchFamily="34" charset="-122"/>
                <a:ea typeface="宋体" panose="02010600030101010101" pitchFamily="2" charset="-122"/>
              </a:rPr>
              <a:t>在数据后面添加上的冗余码称为</a:t>
            </a:r>
            <a:r>
              <a:rPr lang="zh-CN" altLang="en-US" dirty="0">
                <a:solidFill>
                  <a:schemeClr val="hlink"/>
                </a:solidFill>
                <a:latin typeface="微软雅黑" panose="020B0503020204020204" pitchFamily="34" charset="-122"/>
                <a:ea typeface="宋体" panose="02010600030101010101" pitchFamily="2" charset="-122"/>
              </a:rPr>
              <a:t>帧检验序列</a:t>
            </a:r>
            <a:r>
              <a:rPr lang="zh-CN" altLang="en-US" dirty="0">
                <a:latin typeface="微软雅黑" panose="020B0503020204020204" pitchFamily="34" charset="-122"/>
                <a:ea typeface="宋体" panose="02010600030101010101" pitchFamily="2" charset="-122"/>
              </a:rPr>
              <a:t> </a:t>
            </a:r>
            <a:r>
              <a:rPr lang="en-US" altLang="zh-CN" dirty="0">
                <a:latin typeface="微软雅黑" panose="020B0503020204020204" pitchFamily="34" charset="-122"/>
                <a:ea typeface="宋体" panose="02010600030101010101" pitchFamily="2" charset="-122"/>
              </a:rPr>
              <a:t>FCS (Frame Check Sequence)</a:t>
            </a:r>
            <a:r>
              <a:rPr lang="zh-CN" altLang="en-US" dirty="0">
                <a:latin typeface="微软雅黑" panose="020B0503020204020204" pitchFamily="34" charset="-122"/>
                <a:ea typeface="宋体" panose="02010600030101010101" pitchFamily="2" charset="-122"/>
              </a:rPr>
              <a:t>。</a:t>
            </a:r>
          </a:p>
          <a:p>
            <a:pPr eaLnBrk="1" hangingPunct="1"/>
            <a:r>
              <a:rPr lang="zh-CN" altLang="en-US" dirty="0">
                <a:latin typeface="微软雅黑" panose="020B0503020204020204" pitchFamily="34" charset="-122"/>
                <a:ea typeface="宋体" panose="02010600030101010101" pitchFamily="2" charset="-122"/>
              </a:rPr>
              <a:t>循环冗余检验 </a:t>
            </a:r>
            <a:r>
              <a:rPr lang="en-US" altLang="zh-CN" dirty="0">
                <a:latin typeface="微软雅黑" panose="020B0503020204020204" pitchFamily="34" charset="-122"/>
                <a:ea typeface="宋体" panose="02010600030101010101" pitchFamily="2" charset="-122"/>
              </a:rPr>
              <a:t>CRC </a:t>
            </a:r>
            <a:r>
              <a:rPr lang="zh-CN" altLang="en-US" dirty="0">
                <a:latin typeface="微软雅黑" panose="020B0503020204020204" pitchFamily="34" charset="-122"/>
                <a:ea typeface="宋体" panose="02010600030101010101" pitchFamily="2" charset="-122"/>
              </a:rPr>
              <a:t>和帧检验序列 </a:t>
            </a:r>
            <a:r>
              <a:rPr lang="en-US" altLang="zh-CN" dirty="0">
                <a:latin typeface="微软雅黑" panose="020B0503020204020204" pitchFamily="34" charset="-122"/>
                <a:ea typeface="宋体" panose="02010600030101010101" pitchFamily="2" charset="-122"/>
              </a:rPr>
              <a:t>FCS</a:t>
            </a:r>
            <a:r>
              <a:rPr lang="zh-CN" altLang="en-US" dirty="0">
                <a:latin typeface="微软雅黑" panose="020B0503020204020204" pitchFamily="34" charset="-122"/>
                <a:ea typeface="宋体" panose="02010600030101010101" pitchFamily="2" charset="-122"/>
              </a:rPr>
              <a:t>并不等同。</a:t>
            </a:r>
          </a:p>
          <a:p>
            <a:pPr lvl="1" eaLnBrk="1" hangingPunct="1"/>
            <a:r>
              <a:rPr lang="en-US" altLang="zh-CN" dirty="0">
                <a:solidFill>
                  <a:srgbClr val="333399"/>
                </a:solidFill>
                <a:latin typeface="微软雅黑" panose="020B0503020204020204" pitchFamily="34" charset="-122"/>
                <a:ea typeface="宋体" panose="02010600030101010101" pitchFamily="2" charset="-122"/>
              </a:rPr>
              <a:t>CRC </a:t>
            </a:r>
            <a:r>
              <a:rPr lang="zh-CN" altLang="en-US" dirty="0">
                <a:solidFill>
                  <a:srgbClr val="333399"/>
                </a:solidFill>
                <a:latin typeface="微软雅黑" panose="020B0503020204020204" pitchFamily="34" charset="-122"/>
                <a:ea typeface="宋体" panose="02010600030101010101" pitchFamily="2" charset="-122"/>
              </a:rPr>
              <a:t>是一种常用的</a:t>
            </a:r>
            <a:r>
              <a:rPr lang="zh-CN" altLang="en-US" dirty="0">
                <a:solidFill>
                  <a:srgbClr val="FF0000"/>
                </a:solidFill>
                <a:latin typeface="微软雅黑" panose="020B0503020204020204" pitchFamily="34" charset="-122"/>
                <a:ea typeface="宋体" panose="02010600030101010101" pitchFamily="2" charset="-122"/>
              </a:rPr>
              <a:t>检错方法</a:t>
            </a:r>
            <a:r>
              <a:rPr lang="zh-CN" altLang="en-US" dirty="0">
                <a:solidFill>
                  <a:srgbClr val="333399"/>
                </a:solidFill>
                <a:latin typeface="微软雅黑" panose="020B0503020204020204" pitchFamily="34" charset="-122"/>
                <a:ea typeface="宋体" panose="02010600030101010101" pitchFamily="2" charset="-122"/>
              </a:rPr>
              <a:t>，而 </a:t>
            </a:r>
            <a:r>
              <a:rPr lang="en-US" altLang="zh-CN" dirty="0">
                <a:solidFill>
                  <a:srgbClr val="333399"/>
                </a:solidFill>
                <a:latin typeface="微软雅黑" panose="020B0503020204020204" pitchFamily="34" charset="-122"/>
                <a:ea typeface="宋体" panose="02010600030101010101" pitchFamily="2" charset="-122"/>
              </a:rPr>
              <a:t>FCS </a:t>
            </a:r>
            <a:r>
              <a:rPr lang="zh-CN" altLang="en-US" dirty="0">
                <a:solidFill>
                  <a:srgbClr val="333399"/>
                </a:solidFill>
                <a:latin typeface="微软雅黑" panose="020B0503020204020204" pitchFamily="34" charset="-122"/>
                <a:ea typeface="宋体" panose="02010600030101010101" pitchFamily="2" charset="-122"/>
              </a:rPr>
              <a:t>是添加在数据后面的</a:t>
            </a:r>
            <a:r>
              <a:rPr lang="zh-CN" altLang="en-US" dirty="0">
                <a:solidFill>
                  <a:srgbClr val="FF0000"/>
                </a:solidFill>
                <a:latin typeface="微软雅黑" panose="020B0503020204020204" pitchFamily="34" charset="-122"/>
                <a:ea typeface="宋体" panose="02010600030101010101" pitchFamily="2" charset="-122"/>
              </a:rPr>
              <a:t>冗余码</a:t>
            </a:r>
            <a:r>
              <a:rPr lang="zh-CN" altLang="en-US" dirty="0">
                <a:solidFill>
                  <a:srgbClr val="333399"/>
                </a:solidFill>
                <a:latin typeface="微软雅黑" panose="020B0503020204020204" pitchFamily="34" charset="-122"/>
                <a:ea typeface="宋体" panose="02010600030101010101" pitchFamily="2" charset="-122"/>
              </a:rPr>
              <a:t>。</a:t>
            </a:r>
          </a:p>
          <a:p>
            <a:pPr lvl="1" eaLnBrk="1" hangingPunct="1"/>
            <a:r>
              <a:rPr lang="en-US" altLang="zh-CN" dirty="0">
                <a:solidFill>
                  <a:srgbClr val="333399"/>
                </a:solidFill>
                <a:latin typeface="微软雅黑" panose="020B0503020204020204" pitchFamily="34" charset="-122"/>
                <a:ea typeface="宋体" panose="02010600030101010101" pitchFamily="2" charset="-122"/>
              </a:rPr>
              <a:t>FCS </a:t>
            </a:r>
            <a:r>
              <a:rPr lang="zh-CN" altLang="en-US" dirty="0">
                <a:solidFill>
                  <a:srgbClr val="333399"/>
                </a:solidFill>
                <a:latin typeface="微软雅黑" panose="020B0503020204020204" pitchFamily="34" charset="-122"/>
                <a:ea typeface="宋体" panose="02010600030101010101" pitchFamily="2" charset="-122"/>
              </a:rPr>
              <a:t>可以用 </a:t>
            </a:r>
            <a:r>
              <a:rPr lang="en-US" altLang="zh-CN" dirty="0">
                <a:solidFill>
                  <a:srgbClr val="333399"/>
                </a:solidFill>
                <a:latin typeface="微软雅黑" panose="020B0503020204020204" pitchFamily="34" charset="-122"/>
                <a:ea typeface="宋体" panose="02010600030101010101" pitchFamily="2" charset="-122"/>
              </a:rPr>
              <a:t>CRC </a:t>
            </a:r>
            <a:r>
              <a:rPr lang="zh-CN" altLang="en-US" dirty="0">
                <a:solidFill>
                  <a:srgbClr val="333399"/>
                </a:solidFill>
                <a:latin typeface="微软雅黑" panose="020B0503020204020204" pitchFamily="34" charset="-122"/>
                <a:ea typeface="宋体" panose="02010600030101010101" pitchFamily="2" charset="-122"/>
              </a:rPr>
              <a:t>这种方法得出，但 </a:t>
            </a:r>
            <a:r>
              <a:rPr lang="en-US" altLang="zh-CN" dirty="0">
                <a:solidFill>
                  <a:srgbClr val="333399"/>
                </a:solidFill>
                <a:latin typeface="微软雅黑" panose="020B0503020204020204" pitchFamily="34" charset="-122"/>
                <a:ea typeface="宋体" panose="02010600030101010101" pitchFamily="2" charset="-122"/>
              </a:rPr>
              <a:t>CRC </a:t>
            </a:r>
            <a:r>
              <a:rPr lang="zh-CN" altLang="en-US" dirty="0">
                <a:solidFill>
                  <a:srgbClr val="333399"/>
                </a:solidFill>
                <a:latin typeface="微软雅黑" panose="020B0503020204020204" pitchFamily="34" charset="-122"/>
                <a:ea typeface="宋体" panose="02010600030101010101" pitchFamily="2" charset="-122"/>
              </a:rPr>
              <a:t>并非用来获得 </a:t>
            </a:r>
            <a:r>
              <a:rPr lang="en-US" altLang="zh-CN" dirty="0">
                <a:solidFill>
                  <a:srgbClr val="333399"/>
                </a:solidFill>
                <a:latin typeface="微软雅黑" panose="020B0503020204020204" pitchFamily="34" charset="-122"/>
                <a:ea typeface="宋体" panose="02010600030101010101" pitchFamily="2" charset="-122"/>
              </a:rPr>
              <a:t>FCS </a:t>
            </a:r>
            <a:r>
              <a:rPr lang="zh-CN" altLang="en-US" dirty="0">
                <a:solidFill>
                  <a:srgbClr val="333399"/>
                </a:solidFill>
                <a:latin typeface="微软雅黑" panose="020B0503020204020204" pitchFamily="34" charset="-122"/>
                <a:ea typeface="宋体" panose="02010600030101010101" pitchFamily="2" charset="-122"/>
              </a:rPr>
              <a:t>的惟一方法。</a:t>
            </a:r>
            <a:r>
              <a:rPr lang="zh-CN" altLang="en-US" dirty="0">
                <a:latin typeface="微软雅黑" panose="020B0503020204020204" pitchFamily="34" charset="-122"/>
                <a:ea typeface="宋体" panose="02010600030101010101" pitchFamily="2" charset="-122"/>
              </a:rPr>
              <a:t>  </a:t>
            </a:r>
          </a:p>
        </p:txBody>
      </p:sp>
    </p:spTree>
    <p:extLst>
      <p:ext uri="{BB962C8B-B14F-4D97-AF65-F5344CB8AC3E}">
        <p14:creationId xmlns:p14="http://schemas.microsoft.com/office/powerpoint/2010/main" val="169968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灯片编号占位符 3">
            <a:extLst>
              <a:ext uri="{FF2B5EF4-FFF2-40B4-BE49-F238E27FC236}">
                <a16:creationId xmlns:a16="http://schemas.microsoft.com/office/drawing/2014/main" id="{B60D7FA8-5D1F-1045-964F-3613A692E54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A440F5A-704A-924B-96EE-7EA659D1E13A}"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36</a:t>
            </a:fld>
            <a:endParaRPr lang="en-US" altLang="zh-CN" sz="1050">
              <a:solidFill>
                <a:schemeClr val="bg2"/>
              </a:solidFill>
              <a:latin typeface="Tahoma" panose="020B0604030504040204" pitchFamily="34" charset="0"/>
              <a:ea typeface="宋体" panose="02010600030101010101" pitchFamily="2" charset="-122"/>
            </a:endParaRPr>
          </a:p>
        </p:txBody>
      </p:sp>
      <p:sp>
        <p:nvSpPr>
          <p:cNvPr id="93186" name="Rectangle 2">
            <a:extLst>
              <a:ext uri="{FF2B5EF4-FFF2-40B4-BE49-F238E27FC236}">
                <a16:creationId xmlns:a16="http://schemas.microsoft.com/office/drawing/2014/main" id="{2F8A1413-7CDA-9E4A-899E-1666CFF5E48C}"/>
              </a:ext>
            </a:extLst>
          </p:cNvPr>
          <p:cNvSpPr>
            <a:spLocks noGrp="1" noChangeArrowheads="1"/>
          </p:cNvSpPr>
          <p:nvPr>
            <p:ph type="title"/>
          </p:nvPr>
        </p:nvSpPr>
        <p:spPr>
          <a:xfrm>
            <a:off x="160020" y="195263"/>
            <a:ext cx="7300437" cy="683419"/>
          </a:xfrm>
        </p:spPr>
        <p:txBody>
          <a:bodyPr/>
          <a:lstStyle/>
          <a:p>
            <a:pPr eaLnBrk="1" hangingPunct="1"/>
            <a:r>
              <a:rPr lang="zh-CN" altLang="en-US" dirty="0">
                <a:latin typeface="微软雅黑" panose="020B0503020204020204" pitchFamily="34" charset="-122"/>
                <a:ea typeface="宋体" panose="02010600030101010101" pitchFamily="2" charset="-122"/>
              </a:rPr>
              <a:t>检测出差错 </a:t>
            </a:r>
          </a:p>
        </p:txBody>
      </p:sp>
      <p:sp>
        <p:nvSpPr>
          <p:cNvPr id="93187" name="Rectangle 3">
            <a:extLst>
              <a:ext uri="{FF2B5EF4-FFF2-40B4-BE49-F238E27FC236}">
                <a16:creationId xmlns:a16="http://schemas.microsoft.com/office/drawing/2014/main" id="{880F7344-FE86-2641-98B3-1BFABC1D8432}"/>
              </a:ext>
            </a:extLst>
          </p:cNvPr>
          <p:cNvSpPr>
            <a:spLocks noGrp="1" noChangeArrowheads="1"/>
          </p:cNvSpPr>
          <p:nvPr>
            <p:ph type="body" idx="1"/>
          </p:nvPr>
        </p:nvSpPr>
        <p:spPr>
          <a:xfrm>
            <a:off x="160020" y="1059657"/>
            <a:ext cx="8766810" cy="3726656"/>
          </a:xfrm>
        </p:spPr>
        <p:txBody>
          <a:bodyPr/>
          <a:lstStyle/>
          <a:p>
            <a:pPr algn="just" eaLnBrk="1" hangingPunct="1"/>
            <a:r>
              <a:rPr lang="zh-CN" altLang="en-US" dirty="0">
                <a:latin typeface="微软雅黑" panose="020B0503020204020204" pitchFamily="34" charset="-122"/>
                <a:ea typeface="宋体" panose="02010600030101010101" pitchFamily="2" charset="-122"/>
              </a:rPr>
              <a:t>只要得出的余数</a:t>
            </a:r>
            <a:r>
              <a:rPr lang="en-US" altLang="zh-CN" i="1" dirty="0">
                <a:latin typeface="微软雅黑" panose="020B0503020204020204" pitchFamily="34" charset="-122"/>
                <a:ea typeface="宋体" panose="02010600030101010101" pitchFamily="2" charset="-122"/>
              </a:rPr>
              <a:t>R</a:t>
            </a:r>
            <a:r>
              <a:rPr lang="zh-CN" altLang="en-US" i="1" dirty="0">
                <a:latin typeface="微软雅黑" panose="020B0503020204020204" pitchFamily="34" charset="-122"/>
                <a:ea typeface="宋体" panose="02010600030101010101" pitchFamily="2" charset="-122"/>
              </a:rPr>
              <a:t> </a:t>
            </a:r>
            <a:r>
              <a:rPr lang="zh-CN" altLang="en-US" dirty="0">
                <a:latin typeface="微软雅黑" panose="020B0503020204020204" pitchFamily="34" charset="-122"/>
                <a:ea typeface="宋体" panose="02010600030101010101" pitchFamily="2" charset="-122"/>
              </a:rPr>
              <a:t>不为</a:t>
            </a:r>
            <a:r>
              <a:rPr lang="en-US" altLang="zh-CN" dirty="0">
                <a:latin typeface="微软雅黑" panose="020B0503020204020204" pitchFamily="34" charset="-122"/>
                <a:ea typeface="宋体" panose="02010600030101010101" pitchFamily="2" charset="-122"/>
              </a:rPr>
              <a:t>0</a:t>
            </a:r>
            <a:r>
              <a:rPr lang="zh-CN" altLang="en-US" dirty="0">
                <a:latin typeface="微软雅黑" panose="020B0503020204020204" pitchFamily="34" charset="-122"/>
                <a:ea typeface="宋体" panose="02010600030101010101" pitchFamily="2" charset="-122"/>
              </a:rPr>
              <a:t>，就表示检测到了</a:t>
            </a:r>
            <a:r>
              <a:rPr lang="zh-CN" altLang="en-US" dirty="0">
                <a:solidFill>
                  <a:srgbClr val="FF0000"/>
                </a:solidFill>
                <a:latin typeface="微软雅黑" panose="020B0503020204020204" pitchFamily="34" charset="-122"/>
                <a:ea typeface="宋体" panose="02010600030101010101" pitchFamily="2" charset="-122"/>
              </a:rPr>
              <a:t>差错</a:t>
            </a:r>
            <a:r>
              <a:rPr lang="zh-CN" altLang="en-US" dirty="0">
                <a:latin typeface="微软雅黑" panose="020B0503020204020204" pitchFamily="34" charset="-122"/>
                <a:ea typeface="宋体" panose="02010600030101010101" pitchFamily="2" charset="-122"/>
              </a:rPr>
              <a:t>。</a:t>
            </a:r>
          </a:p>
          <a:p>
            <a:pPr algn="just" eaLnBrk="1" hangingPunct="1"/>
            <a:r>
              <a:rPr lang="zh-CN" altLang="en-US" dirty="0">
                <a:latin typeface="微软雅黑" panose="020B0503020204020204" pitchFamily="34" charset="-122"/>
                <a:ea typeface="宋体" panose="02010600030101010101" pitchFamily="2" charset="-122"/>
              </a:rPr>
              <a:t>但这种检测方法并不能确定究竟是哪一个或哪几个比特出现了差错。</a:t>
            </a:r>
          </a:p>
          <a:p>
            <a:pPr algn="just" eaLnBrk="1" hangingPunct="1"/>
            <a:r>
              <a:rPr lang="zh-CN" altLang="en-US" dirty="0">
                <a:latin typeface="微软雅黑" panose="020B0503020204020204" pitchFamily="34" charset="-122"/>
                <a:ea typeface="宋体" panose="02010600030101010101" pitchFamily="2" charset="-122"/>
              </a:rPr>
              <a:t>一旦检测出差错，就</a:t>
            </a:r>
            <a:r>
              <a:rPr lang="zh-CN" altLang="en-US" dirty="0">
                <a:solidFill>
                  <a:srgbClr val="FF0000"/>
                </a:solidFill>
                <a:latin typeface="微软雅黑" panose="020B0503020204020204" pitchFamily="34" charset="-122"/>
                <a:ea typeface="宋体" panose="02010600030101010101" pitchFamily="2" charset="-122"/>
              </a:rPr>
              <a:t>丢弃</a:t>
            </a:r>
            <a:r>
              <a:rPr lang="zh-CN" altLang="en-US" dirty="0">
                <a:latin typeface="微软雅黑" panose="020B0503020204020204" pitchFamily="34" charset="-122"/>
                <a:ea typeface="宋体" panose="02010600030101010101" pitchFamily="2" charset="-122"/>
              </a:rPr>
              <a:t>这个出现差错的帧。</a:t>
            </a:r>
          </a:p>
          <a:p>
            <a:pPr algn="just" eaLnBrk="1" hangingPunct="1"/>
            <a:r>
              <a:rPr lang="zh-CN" altLang="en-US" dirty="0">
                <a:latin typeface="微软雅黑" panose="020B0503020204020204" pitchFamily="34" charset="-122"/>
                <a:ea typeface="宋体" panose="02010600030101010101" pitchFamily="2" charset="-122"/>
              </a:rPr>
              <a:t>只要经过严格的挑选，并使用位数足够多的除数</a:t>
            </a:r>
            <a:r>
              <a:rPr lang="en-US" altLang="zh-CN" i="1" dirty="0">
                <a:latin typeface="微软雅黑" panose="020B0503020204020204" pitchFamily="34" charset="-122"/>
                <a:ea typeface="宋体" panose="02010600030101010101" pitchFamily="2" charset="-122"/>
              </a:rPr>
              <a:t>P</a:t>
            </a:r>
            <a:r>
              <a:rPr lang="zh-CN" altLang="en-US" dirty="0">
                <a:latin typeface="微软雅黑" panose="020B0503020204020204" pitchFamily="34" charset="-122"/>
                <a:ea typeface="宋体" panose="02010600030101010101" pitchFamily="2" charset="-122"/>
              </a:rPr>
              <a:t>，那么出现检测不到的差错的概率就很小很小。 </a:t>
            </a:r>
          </a:p>
        </p:txBody>
      </p:sp>
    </p:spTree>
    <p:extLst>
      <p:ext uri="{BB962C8B-B14F-4D97-AF65-F5344CB8AC3E}">
        <p14:creationId xmlns:p14="http://schemas.microsoft.com/office/powerpoint/2010/main" val="29830145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灯片编号占位符 3">
            <a:extLst>
              <a:ext uri="{FF2B5EF4-FFF2-40B4-BE49-F238E27FC236}">
                <a16:creationId xmlns:a16="http://schemas.microsoft.com/office/drawing/2014/main" id="{1A19AFF8-836B-4E46-AF87-891B6C750C6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20F10CC-93DA-D245-A6BD-4199DBB774C4}"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37</a:t>
            </a:fld>
            <a:endParaRPr lang="en-US" altLang="zh-CN" sz="1050">
              <a:solidFill>
                <a:schemeClr val="bg2"/>
              </a:solidFill>
              <a:latin typeface="Tahoma" panose="020B0604030504040204" pitchFamily="34" charset="0"/>
              <a:ea typeface="宋体" panose="02010600030101010101" pitchFamily="2" charset="-122"/>
            </a:endParaRPr>
          </a:p>
        </p:txBody>
      </p:sp>
      <p:sp>
        <p:nvSpPr>
          <p:cNvPr id="95234" name="Rectangle 2">
            <a:extLst>
              <a:ext uri="{FF2B5EF4-FFF2-40B4-BE49-F238E27FC236}">
                <a16:creationId xmlns:a16="http://schemas.microsoft.com/office/drawing/2014/main" id="{41A5AA99-0337-EA4E-B405-E48D05AD7363}"/>
              </a:ext>
            </a:extLst>
          </p:cNvPr>
          <p:cNvSpPr>
            <a:spLocks noGrp="1" noChangeArrowheads="1"/>
          </p:cNvSpPr>
          <p:nvPr>
            <p:ph type="title"/>
          </p:nvPr>
        </p:nvSpPr>
        <p:spPr>
          <a:xfrm>
            <a:off x="148590" y="250032"/>
            <a:ext cx="7420214" cy="683419"/>
          </a:xfrm>
        </p:spPr>
        <p:txBody>
          <a:bodyPr/>
          <a:lstStyle/>
          <a:p>
            <a:pPr eaLnBrk="1" hangingPunct="1"/>
            <a:r>
              <a:rPr lang="zh-CN" altLang="en-US" dirty="0">
                <a:latin typeface="微软雅黑" panose="020B0503020204020204" pitchFamily="34" charset="-122"/>
                <a:ea typeface="宋体" panose="02010600030101010101" pitchFamily="2" charset="-122"/>
              </a:rPr>
              <a:t>应当注意 </a:t>
            </a:r>
          </a:p>
        </p:txBody>
      </p:sp>
      <p:sp>
        <p:nvSpPr>
          <p:cNvPr id="95235" name="Rectangle 3">
            <a:extLst>
              <a:ext uri="{FF2B5EF4-FFF2-40B4-BE49-F238E27FC236}">
                <a16:creationId xmlns:a16="http://schemas.microsoft.com/office/drawing/2014/main" id="{01B07FCC-686F-C042-A50C-20D115EDAE22}"/>
              </a:ext>
            </a:extLst>
          </p:cNvPr>
          <p:cNvSpPr>
            <a:spLocks noGrp="1" noChangeArrowheads="1"/>
          </p:cNvSpPr>
          <p:nvPr>
            <p:ph type="body" idx="1"/>
          </p:nvPr>
        </p:nvSpPr>
        <p:spPr>
          <a:xfrm>
            <a:off x="148590" y="1059657"/>
            <a:ext cx="8755379" cy="3726656"/>
          </a:xfrm>
        </p:spPr>
        <p:txBody>
          <a:bodyPr/>
          <a:lstStyle/>
          <a:p>
            <a:pPr algn="just" eaLnBrk="1" hangingPunct="1"/>
            <a:r>
              <a:rPr lang="zh-CN" altLang="en-US" dirty="0">
                <a:latin typeface="微软雅黑" panose="020B0503020204020204" pitchFamily="34" charset="-122"/>
                <a:ea typeface="宋体" panose="02010600030101010101" pitchFamily="2" charset="-122"/>
              </a:rPr>
              <a:t>仅用循环冗余检验 </a:t>
            </a:r>
            <a:r>
              <a:rPr lang="en-US" altLang="zh-CN" dirty="0">
                <a:latin typeface="微软雅黑" panose="020B0503020204020204" pitchFamily="34" charset="-122"/>
                <a:ea typeface="宋体" panose="02010600030101010101" pitchFamily="2" charset="-122"/>
              </a:rPr>
              <a:t>CRC </a:t>
            </a:r>
            <a:r>
              <a:rPr lang="zh-CN" altLang="en-US" dirty="0">
                <a:latin typeface="微软雅黑" panose="020B0503020204020204" pitchFamily="34" charset="-122"/>
                <a:ea typeface="宋体" panose="02010600030101010101" pitchFamily="2" charset="-122"/>
              </a:rPr>
              <a:t>差错检测技术只能做到无差错</a:t>
            </a:r>
            <a:r>
              <a:rPr lang="zh-CN" altLang="en-US" dirty="0">
                <a:solidFill>
                  <a:schemeClr val="hlink"/>
                </a:solidFill>
                <a:latin typeface="微软雅黑" panose="020B0503020204020204" pitchFamily="34" charset="-122"/>
                <a:ea typeface="宋体" panose="02010600030101010101" pitchFamily="2" charset="-122"/>
              </a:rPr>
              <a:t>接受</a:t>
            </a:r>
            <a:r>
              <a:rPr lang="en-US" altLang="zh-CN" dirty="0">
                <a:latin typeface="微软雅黑" panose="020B0503020204020204" pitchFamily="34" charset="-122"/>
                <a:ea typeface="宋体" panose="02010600030101010101" pitchFamily="2" charset="-122"/>
              </a:rPr>
              <a:t>(accept)</a:t>
            </a:r>
            <a:r>
              <a:rPr lang="zh-CN" altLang="en-US" dirty="0">
                <a:latin typeface="微软雅黑" panose="020B0503020204020204" pitchFamily="34" charset="-122"/>
                <a:ea typeface="宋体" panose="02010600030101010101" pitchFamily="2" charset="-122"/>
              </a:rPr>
              <a:t>。</a:t>
            </a:r>
          </a:p>
          <a:p>
            <a:pPr algn="just" eaLnBrk="1" hangingPunct="1"/>
            <a:r>
              <a:rPr lang="zh-CN" altLang="en-US" dirty="0">
                <a:latin typeface="Arial" panose="020B0604020202020204" pitchFamily="34" charset="0"/>
                <a:ea typeface="宋体" panose="02010600030101010101" pitchFamily="2" charset="-122"/>
              </a:rPr>
              <a:t>“</a:t>
            </a:r>
            <a:r>
              <a:rPr lang="zh-CN" altLang="en-US" dirty="0">
                <a:latin typeface="微软雅黑" panose="020B0503020204020204" pitchFamily="34" charset="-122"/>
                <a:ea typeface="宋体" panose="02010600030101010101" pitchFamily="2" charset="-122"/>
              </a:rPr>
              <a:t>无差错接受</a:t>
            </a:r>
            <a:r>
              <a:rPr lang="zh-CN" altLang="en-US" dirty="0">
                <a:latin typeface="Arial" panose="020B0604020202020204" pitchFamily="34" charset="0"/>
                <a:ea typeface="宋体" panose="02010600030101010101" pitchFamily="2" charset="-122"/>
              </a:rPr>
              <a:t>”</a:t>
            </a:r>
            <a:r>
              <a:rPr lang="zh-CN" altLang="en-US" dirty="0">
                <a:latin typeface="微软雅黑" panose="020B0503020204020204" pitchFamily="34" charset="-122"/>
                <a:ea typeface="宋体" panose="02010600030101010101" pitchFamily="2" charset="-122"/>
              </a:rPr>
              <a:t>是指：</a:t>
            </a:r>
            <a:r>
              <a:rPr lang="zh-CN" altLang="en-US" dirty="0">
                <a:latin typeface="Arial" panose="020B0604020202020204" pitchFamily="34" charset="0"/>
                <a:ea typeface="宋体" panose="02010600030101010101" pitchFamily="2" charset="-122"/>
              </a:rPr>
              <a:t>“</a:t>
            </a:r>
            <a:r>
              <a:rPr lang="zh-CN" altLang="en-US" dirty="0">
                <a:latin typeface="微软雅黑" panose="020B0503020204020204" pitchFamily="34" charset="-122"/>
                <a:ea typeface="宋体" panose="02010600030101010101" pitchFamily="2" charset="-122"/>
              </a:rPr>
              <a:t>凡是接受的帧（即</a:t>
            </a:r>
            <a:r>
              <a:rPr lang="zh-CN" altLang="en-US" dirty="0">
                <a:solidFill>
                  <a:schemeClr val="hlink"/>
                </a:solidFill>
                <a:latin typeface="微软雅黑" panose="020B0503020204020204" pitchFamily="34" charset="-122"/>
                <a:ea typeface="宋体" panose="02010600030101010101" pitchFamily="2" charset="-122"/>
              </a:rPr>
              <a:t>不包括丢弃的帧</a:t>
            </a:r>
            <a:r>
              <a:rPr lang="zh-CN" altLang="en-US" dirty="0">
                <a:latin typeface="微软雅黑" panose="020B0503020204020204" pitchFamily="34" charset="-122"/>
                <a:ea typeface="宋体" panose="02010600030101010101" pitchFamily="2" charset="-122"/>
              </a:rPr>
              <a:t>），我们都能以非常接近于</a:t>
            </a:r>
            <a:r>
              <a:rPr lang="zh-CN" altLang="en-US" sz="1500" dirty="0">
                <a:latin typeface="微软雅黑" panose="020B0503020204020204" pitchFamily="34" charset="-122"/>
                <a:ea typeface="宋体" panose="02010600030101010101" pitchFamily="2" charset="-122"/>
              </a:rPr>
              <a:t> </a:t>
            </a:r>
            <a:r>
              <a:rPr lang="en-US" altLang="zh-CN" dirty="0">
                <a:latin typeface="微软雅黑" panose="020B0503020204020204" pitchFamily="34" charset="-122"/>
                <a:ea typeface="宋体" panose="02010600030101010101" pitchFamily="2" charset="-122"/>
              </a:rPr>
              <a:t>1</a:t>
            </a:r>
            <a:r>
              <a:rPr lang="en-US" altLang="zh-CN" sz="1500" dirty="0">
                <a:latin typeface="微软雅黑" panose="020B0503020204020204" pitchFamily="34" charset="-122"/>
                <a:ea typeface="宋体" panose="02010600030101010101" pitchFamily="2" charset="-122"/>
              </a:rPr>
              <a:t> </a:t>
            </a:r>
            <a:r>
              <a:rPr lang="zh-CN" altLang="en-US" dirty="0">
                <a:latin typeface="微软雅黑" panose="020B0503020204020204" pitchFamily="34" charset="-122"/>
                <a:ea typeface="宋体" panose="02010600030101010101" pitchFamily="2" charset="-122"/>
              </a:rPr>
              <a:t>的概率认为这些帧在传输过程中没有产生差错</a:t>
            </a:r>
            <a:r>
              <a:rPr lang="zh-CN" altLang="en-US" dirty="0">
                <a:latin typeface="Arial" panose="020B0604020202020204" pitchFamily="34" charset="0"/>
                <a:ea typeface="宋体" panose="02010600030101010101" pitchFamily="2" charset="-122"/>
              </a:rPr>
              <a:t>”</a:t>
            </a:r>
            <a:r>
              <a:rPr lang="zh-CN" altLang="en-US" dirty="0">
                <a:latin typeface="微软雅黑" panose="020B0503020204020204" pitchFamily="34" charset="-122"/>
                <a:ea typeface="宋体" panose="02010600030101010101" pitchFamily="2" charset="-122"/>
              </a:rPr>
              <a:t>。</a:t>
            </a:r>
          </a:p>
          <a:p>
            <a:pPr algn="just" eaLnBrk="1" hangingPunct="1"/>
            <a:r>
              <a:rPr lang="zh-CN" altLang="en-US" dirty="0">
                <a:latin typeface="微软雅黑" panose="020B0503020204020204" pitchFamily="34" charset="-122"/>
                <a:ea typeface="宋体" panose="02010600030101010101" pitchFamily="2" charset="-122"/>
              </a:rPr>
              <a:t>也就是说：</a:t>
            </a:r>
            <a:r>
              <a:rPr lang="zh-CN" altLang="en-US" dirty="0">
                <a:latin typeface="Arial" panose="020B0604020202020204" pitchFamily="34" charset="0"/>
                <a:ea typeface="宋体" panose="02010600030101010101" pitchFamily="2" charset="-122"/>
              </a:rPr>
              <a:t>“</a:t>
            </a:r>
            <a:r>
              <a:rPr lang="zh-CN" altLang="en-US" dirty="0">
                <a:latin typeface="微软雅黑" panose="020B0503020204020204" pitchFamily="34" charset="-122"/>
                <a:ea typeface="宋体" panose="02010600030101010101" pitchFamily="2" charset="-122"/>
              </a:rPr>
              <a:t>凡是接受的帧都没有传输差错</a:t>
            </a:r>
            <a:r>
              <a:rPr lang="zh-CN" altLang="en-US" dirty="0">
                <a:latin typeface="Arial" panose="020B0604020202020204" pitchFamily="34" charset="0"/>
                <a:ea typeface="宋体" panose="02010600030101010101" pitchFamily="2" charset="-122"/>
              </a:rPr>
              <a:t>”</a:t>
            </a:r>
            <a:r>
              <a:rPr lang="zh-CN" altLang="en-US" dirty="0">
                <a:latin typeface="微软雅黑" panose="020B0503020204020204" pitchFamily="34" charset="-122"/>
                <a:ea typeface="宋体" panose="02010600030101010101" pitchFamily="2" charset="-122"/>
              </a:rPr>
              <a:t>（有差错的帧就丢弃而不接受）。</a:t>
            </a:r>
          </a:p>
          <a:p>
            <a:pPr algn="just" eaLnBrk="1" hangingPunct="1"/>
            <a:r>
              <a:rPr lang="zh-CN" altLang="en-US" dirty="0">
                <a:latin typeface="微软雅黑" panose="020B0503020204020204" pitchFamily="34" charset="-122"/>
                <a:ea typeface="宋体" panose="02010600030101010101" pitchFamily="2" charset="-122"/>
              </a:rPr>
              <a:t>要做到</a:t>
            </a:r>
            <a:r>
              <a:rPr lang="zh-CN" altLang="en-US" dirty="0">
                <a:latin typeface="Arial" panose="020B0604020202020204" pitchFamily="34" charset="0"/>
                <a:ea typeface="宋体" panose="02010600030101010101" pitchFamily="2" charset="-122"/>
              </a:rPr>
              <a:t>“</a:t>
            </a:r>
            <a:r>
              <a:rPr lang="zh-CN" altLang="en-US" dirty="0">
                <a:solidFill>
                  <a:schemeClr val="hlink"/>
                </a:solidFill>
                <a:latin typeface="微软雅黑" panose="020B0503020204020204" pitchFamily="34" charset="-122"/>
                <a:ea typeface="宋体" panose="02010600030101010101" pitchFamily="2" charset="-122"/>
              </a:rPr>
              <a:t>可靠传输</a:t>
            </a:r>
            <a:r>
              <a:rPr lang="zh-CN" altLang="en-US" dirty="0">
                <a:latin typeface="Arial" panose="020B0604020202020204" pitchFamily="34" charset="0"/>
                <a:ea typeface="宋体" panose="02010600030101010101" pitchFamily="2" charset="-122"/>
              </a:rPr>
              <a:t>”</a:t>
            </a:r>
            <a:r>
              <a:rPr lang="zh-CN" altLang="en-US" dirty="0">
                <a:latin typeface="微软雅黑" panose="020B0503020204020204" pitchFamily="34" charset="-122"/>
                <a:ea typeface="宋体" panose="02010600030101010101" pitchFamily="2" charset="-122"/>
              </a:rPr>
              <a:t>（即发送什么就收到什么）就必须再加上</a:t>
            </a:r>
            <a:r>
              <a:rPr lang="zh-CN" altLang="en-US" dirty="0">
                <a:solidFill>
                  <a:schemeClr val="hlink"/>
                </a:solidFill>
                <a:latin typeface="微软雅黑" panose="020B0503020204020204" pitchFamily="34" charset="-122"/>
                <a:ea typeface="宋体" panose="02010600030101010101" pitchFamily="2" charset="-122"/>
              </a:rPr>
              <a:t>确认</a:t>
            </a:r>
            <a:r>
              <a:rPr lang="zh-CN" altLang="en-US" dirty="0">
                <a:latin typeface="微软雅黑" panose="020B0503020204020204" pitchFamily="34" charset="-122"/>
                <a:ea typeface="宋体" panose="02010600030101010101" pitchFamily="2" charset="-122"/>
              </a:rPr>
              <a:t>和</a:t>
            </a:r>
            <a:r>
              <a:rPr lang="zh-CN" altLang="en-US" dirty="0">
                <a:solidFill>
                  <a:schemeClr val="hlink"/>
                </a:solidFill>
                <a:latin typeface="微软雅黑" panose="020B0503020204020204" pitchFamily="34" charset="-122"/>
                <a:ea typeface="宋体" panose="02010600030101010101" pitchFamily="2" charset="-122"/>
              </a:rPr>
              <a:t>重传</a:t>
            </a:r>
            <a:r>
              <a:rPr lang="zh-CN" altLang="en-US" dirty="0">
                <a:latin typeface="微软雅黑" panose="020B0503020204020204" pitchFamily="34" charset="-122"/>
                <a:ea typeface="宋体" panose="02010600030101010101" pitchFamily="2" charset="-122"/>
              </a:rPr>
              <a:t>机制。  </a:t>
            </a:r>
          </a:p>
        </p:txBody>
      </p:sp>
    </p:spTree>
    <p:extLst>
      <p:ext uri="{BB962C8B-B14F-4D97-AF65-F5344CB8AC3E}">
        <p14:creationId xmlns:p14="http://schemas.microsoft.com/office/powerpoint/2010/main" val="14120754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a:extLst>
              <a:ext uri="{FF2B5EF4-FFF2-40B4-BE49-F238E27FC236}">
                <a16:creationId xmlns:a16="http://schemas.microsoft.com/office/drawing/2014/main" id="{66E18DB7-6D5F-1744-BBEE-4580B5152C38}"/>
              </a:ext>
            </a:extLst>
          </p:cNvPr>
          <p:cNvSpPr>
            <a:spLocks noGrp="1" noChangeArrowheads="1"/>
          </p:cNvSpPr>
          <p:nvPr>
            <p:ph type="title"/>
          </p:nvPr>
        </p:nvSpPr>
        <p:spPr>
          <a:xfrm>
            <a:off x="194311" y="195263"/>
            <a:ext cx="7428072" cy="845344"/>
          </a:xfrm>
        </p:spPr>
        <p:txBody>
          <a:bodyPr/>
          <a:lstStyle/>
          <a:p>
            <a:pPr eaLnBrk="1" hangingPunct="1"/>
            <a:r>
              <a:rPr lang="en-US" altLang="zh-CN" dirty="0">
                <a:latin typeface="Times New Roman" panose="02020603050405020304" pitchFamily="18" charset="0"/>
                <a:ea typeface="宋体" panose="02010600030101010101" pitchFamily="2" charset="-122"/>
              </a:rPr>
              <a:t>3.2  </a:t>
            </a:r>
            <a:r>
              <a:rPr lang="zh-CN" altLang="en-US" dirty="0">
                <a:latin typeface="Times New Roman" panose="02020603050405020304" pitchFamily="18" charset="0"/>
                <a:ea typeface="宋体" panose="02010600030101010101" pitchFamily="2" charset="-122"/>
              </a:rPr>
              <a:t>点对点协议 </a:t>
            </a:r>
            <a:r>
              <a:rPr lang="en-US" altLang="zh-CN" dirty="0">
                <a:latin typeface="Times New Roman" panose="02020603050405020304" pitchFamily="18" charset="0"/>
                <a:ea typeface="宋体" panose="02010600030101010101" pitchFamily="2" charset="-122"/>
              </a:rPr>
              <a:t>PPP</a:t>
            </a:r>
            <a:endParaRPr lang="zh-CN" altLang="en-US" sz="3000" dirty="0">
              <a:ea typeface="宋体" panose="02010600030101010101" pitchFamily="2" charset="-122"/>
            </a:endParaRPr>
          </a:p>
        </p:txBody>
      </p:sp>
      <p:sp>
        <p:nvSpPr>
          <p:cNvPr id="190467" name="Rectangle 3">
            <a:extLst>
              <a:ext uri="{FF2B5EF4-FFF2-40B4-BE49-F238E27FC236}">
                <a16:creationId xmlns:a16="http://schemas.microsoft.com/office/drawing/2014/main" id="{8E6605E3-1592-F744-98C2-8E37B83F1E73}"/>
              </a:ext>
            </a:extLst>
          </p:cNvPr>
          <p:cNvSpPr>
            <a:spLocks noGrp="1" noChangeArrowheads="1"/>
          </p:cNvSpPr>
          <p:nvPr>
            <p:ph type="body" idx="1"/>
          </p:nvPr>
        </p:nvSpPr>
        <p:spPr>
          <a:xfrm>
            <a:off x="194310" y="1827054"/>
            <a:ext cx="8721089" cy="3041809"/>
          </a:xfrm>
        </p:spPr>
        <p:txBody>
          <a:bodyPr/>
          <a:lstStyle/>
          <a:p>
            <a:pPr eaLnBrk="1" hangingPunct="1"/>
            <a:r>
              <a:rPr lang="zh-CN" altLang="en-US" dirty="0">
                <a:latin typeface="Times New Roman" panose="02020603050405020304" pitchFamily="18" charset="0"/>
                <a:ea typeface="宋体" panose="02010600030101010101" pitchFamily="2" charset="-122"/>
              </a:rPr>
              <a:t>现在全世界使用得最多的数据链路层协议是</a:t>
            </a:r>
            <a:r>
              <a:rPr lang="zh-CN" altLang="en-US" dirty="0">
                <a:solidFill>
                  <a:schemeClr val="hlink"/>
                </a:solidFill>
                <a:latin typeface="Times New Roman" panose="02020603050405020304" pitchFamily="18" charset="0"/>
                <a:ea typeface="宋体" panose="02010600030101010101" pitchFamily="2" charset="-122"/>
              </a:rPr>
              <a:t>点对点协议</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PPP (Point-to-Point Protocol)</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用户使用拨号电话线接入因特网时，一般都是使用 </a:t>
            </a:r>
            <a:r>
              <a:rPr lang="en-US" altLang="zh-CN" dirty="0">
                <a:latin typeface="Times New Roman" panose="02020603050405020304" pitchFamily="18" charset="0"/>
                <a:ea typeface="宋体" panose="02010600030101010101" pitchFamily="2" charset="-122"/>
              </a:rPr>
              <a:t>PPP </a:t>
            </a:r>
            <a:r>
              <a:rPr lang="zh-CN" altLang="en-US" dirty="0">
                <a:latin typeface="Times New Roman" panose="02020603050405020304" pitchFamily="18" charset="0"/>
                <a:ea typeface="宋体" panose="02010600030101010101" pitchFamily="2" charset="-122"/>
              </a:rPr>
              <a:t>协议。  </a:t>
            </a:r>
          </a:p>
        </p:txBody>
      </p:sp>
      <p:sp>
        <p:nvSpPr>
          <p:cNvPr id="97283" name="幻灯片编号占位符 1">
            <a:extLst>
              <a:ext uri="{FF2B5EF4-FFF2-40B4-BE49-F238E27FC236}">
                <a16:creationId xmlns:a16="http://schemas.microsoft.com/office/drawing/2014/main" id="{A0F6C3A9-86A3-2245-A3F2-9639F7AA4BF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B5CC2C1-4207-AF46-8F6C-9A3CE00DAF1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38</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82310665-4A1C-404E-971E-A844A99E88C9}"/>
              </a:ext>
            </a:extLst>
          </p:cNvPr>
          <p:cNvSpPr/>
          <p:nvPr/>
        </p:nvSpPr>
        <p:spPr>
          <a:xfrm>
            <a:off x="194310" y="1040607"/>
            <a:ext cx="4572000" cy="523220"/>
          </a:xfrm>
          <a:prstGeom prst="rect">
            <a:avLst/>
          </a:prstGeom>
        </p:spPr>
        <p:txBody>
          <a:bodyPr>
            <a:spAutoFit/>
          </a:bodyPr>
          <a:lstStyle/>
          <a:p>
            <a:r>
              <a:rPr lang="en-US" altLang="zh-CN" sz="2800" dirty="0"/>
              <a:t>3.2.1 PPP </a:t>
            </a:r>
            <a:r>
              <a:rPr lang="zh-CN" altLang="en-US" sz="2800" dirty="0"/>
              <a:t>协议的特点 </a:t>
            </a:r>
          </a:p>
        </p:txBody>
      </p:sp>
    </p:spTree>
    <p:extLst>
      <p:ext uri="{BB962C8B-B14F-4D97-AF65-F5344CB8AC3E}">
        <p14:creationId xmlns:p14="http://schemas.microsoft.com/office/powerpoint/2010/main" val="848449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046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7"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2">
            <a:extLst>
              <a:ext uri="{FF2B5EF4-FFF2-40B4-BE49-F238E27FC236}">
                <a16:creationId xmlns:a16="http://schemas.microsoft.com/office/drawing/2014/main" id="{0A1C5CF8-98E4-A149-A936-9097AAD80C3E}"/>
              </a:ext>
            </a:extLst>
          </p:cNvPr>
          <p:cNvSpPr>
            <a:spLocks noGrp="1" noChangeArrowheads="1"/>
          </p:cNvSpPr>
          <p:nvPr>
            <p:ph type="title"/>
          </p:nvPr>
        </p:nvSpPr>
        <p:spPr>
          <a:xfrm>
            <a:off x="160020" y="278607"/>
            <a:ext cx="7408784" cy="609599"/>
          </a:xfrm>
        </p:spPr>
        <p:txBody>
          <a:bodyPr/>
          <a:lstStyle/>
          <a:p>
            <a:pPr eaLnBrk="1" hangingPunct="1"/>
            <a:r>
              <a:rPr lang="zh-CN" altLang="en-US" sz="2700" dirty="0">
                <a:ea typeface="宋体" panose="02010600030101010101" pitchFamily="2" charset="-122"/>
              </a:rPr>
              <a:t>用户到 </a:t>
            </a:r>
            <a:r>
              <a:rPr lang="en-US" altLang="zh-CN" sz="2700" dirty="0">
                <a:ea typeface="宋体" panose="02010600030101010101" pitchFamily="2" charset="-122"/>
              </a:rPr>
              <a:t>ISP </a:t>
            </a:r>
            <a:r>
              <a:rPr lang="zh-CN" altLang="en-US" sz="2700" dirty="0">
                <a:ea typeface="宋体" panose="02010600030101010101" pitchFamily="2" charset="-122"/>
              </a:rPr>
              <a:t>的链路使用 </a:t>
            </a:r>
            <a:r>
              <a:rPr lang="en-US" altLang="zh-CN" sz="2700" dirty="0">
                <a:ea typeface="宋体" panose="02010600030101010101" pitchFamily="2" charset="-122"/>
              </a:rPr>
              <a:t>PPP </a:t>
            </a:r>
            <a:r>
              <a:rPr lang="zh-CN" altLang="en-US" sz="2700" dirty="0">
                <a:ea typeface="宋体" panose="02010600030101010101" pitchFamily="2" charset="-122"/>
              </a:rPr>
              <a:t>协议 </a:t>
            </a:r>
          </a:p>
        </p:txBody>
      </p:sp>
      <p:sp>
        <p:nvSpPr>
          <p:cNvPr id="99330" name="Line 53">
            <a:extLst>
              <a:ext uri="{FF2B5EF4-FFF2-40B4-BE49-F238E27FC236}">
                <a16:creationId xmlns:a16="http://schemas.microsoft.com/office/drawing/2014/main" id="{03FB5546-C5D5-7646-B3E7-B12EC2CFBEAE}"/>
              </a:ext>
            </a:extLst>
          </p:cNvPr>
          <p:cNvSpPr>
            <a:spLocks noChangeShapeType="1"/>
          </p:cNvSpPr>
          <p:nvPr/>
        </p:nvSpPr>
        <p:spPr bwMode="auto">
          <a:xfrm>
            <a:off x="1871662" y="3750469"/>
            <a:ext cx="3024188" cy="0"/>
          </a:xfrm>
          <a:prstGeom prst="line">
            <a:avLst/>
          </a:prstGeom>
          <a:noFill/>
          <a:ln w="9525">
            <a:solidFill>
              <a:schemeClr val="folHlink"/>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9331" name="Oval 54">
            <a:extLst>
              <a:ext uri="{FF2B5EF4-FFF2-40B4-BE49-F238E27FC236}">
                <a16:creationId xmlns:a16="http://schemas.microsoft.com/office/drawing/2014/main" id="{71B78964-E05F-9E4A-AD48-2EA58173942C}"/>
              </a:ext>
            </a:extLst>
          </p:cNvPr>
          <p:cNvSpPr>
            <a:spLocks noChangeArrowheads="1"/>
          </p:cNvSpPr>
          <p:nvPr/>
        </p:nvSpPr>
        <p:spPr bwMode="auto">
          <a:xfrm>
            <a:off x="3006329" y="1644253"/>
            <a:ext cx="702469" cy="1890713"/>
          </a:xfrm>
          <a:prstGeom prst="ellipse">
            <a:avLst/>
          </a:prstGeom>
          <a:solidFill>
            <a:srgbClr val="CCFFFF">
              <a:alpha val="50195"/>
            </a:srgbClr>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99332" name="Text Box 55">
            <a:extLst>
              <a:ext uri="{FF2B5EF4-FFF2-40B4-BE49-F238E27FC236}">
                <a16:creationId xmlns:a16="http://schemas.microsoft.com/office/drawing/2014/main" id="{A01CF63D-6021-5F4A-88F4-08211EC85B63}"/>
              </a:ext>
            </a:extLst>
          </p:cNvPr>
          <p:cNvSpPr txBox="1">
            <a:spLocks noChangeArrowheads="1"/>
          </p:cNvSpPr>
          <p:nvPr/>
        </p:nvSpPr>
        <p:spPr bwMode="auto">
          <a:xfrm>
            <a:off x="1277541" y="2301479"/>
            <a:ext cx="357790" cy="715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用</a:t>
            </a:r>
          </a:p>
          <a:p>
            <a:pPr eaLnBrk="1" hangingPunct="1">
              <a:spcBef>
                <a:spcPct val="0"/>
              </a:spcBef>
              <a:buClrTx/>
              <a:buSzTx/>
              <a:buFontTx/>
              <a:buNone/>
            </a:pPr>
            <a:endParaRPr kumimoji="1" lang="zh-CN" altLang="en-US" sz="1350">
              <a:solidFill>
                <a:schemeClr val="folHlink"/>
              </a:solidFill>
              <a:latin typeface="Arial" panose="020B0604020202020204" pitchFamily="34" charset="0"/>
              <a:ea typeface="宋体" panose="02010600030101010101" pitchFamily="2" charset="-122"/>
            </a:endParaRPr>
          </a:p>
          <a:p>
            <a:pP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户</a:t>
            </a:r>
          </a:p>
        </p:txBody>
      </p:sp>
      <p:sp>
        <p:nvSpPr>
          <p:cNvPr id="99333" name="Text Box 56">
            <a:extLst>
              <a:ext uri="{FF2B5EF4-FFF2-40B4-BE49-F238E27FC236}">
                <a16:creationId xmlns:a16="http://schemas.microsoft.com/office/drawing/2014/main" id="{75894707-1EC0-7846-AF1D-88033856FEF4}"/>
              </a:ext>
            </a:extLst>
          </p:cNvPr>
          <p:cNvSpPr txBox="1">
            <a:spLocks noChangeArrowheads="1"/>
          </p:cNvSpPr>
          <p:nvPr/>
        </p:nvSpPr>
        <p:spPr bwMode="auto">
          <a:xfrm>
            <a:off x="6956823" y="2380060"/>
            <a:ext cx="87716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至因特网</a:t>
            </a:r>
          </a:p>
        </p:txBody>
      </p:sp>
      <p:pic>
        <p:nvPicPr>
          <p:cNvPr id="99334" name="Picture 57">
            <a:extLst>
              <a:ext uri="{FF2B5EF4-FFF2-40B4-BE49-F238E27FC236}">
                <a16:creationId xmlns:a16="http://schemas.microsoft.com/office/drawing/2014/main" id="{50EC11FA-54FC-8A4F-825D-DBEDA95D8A7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6160" y="1752600"/>
            <a:ext cx="282178" cy="301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2570" name="Rectangle 58">
            <a:extLst>
              <a:ext uri="{FF2B5EF4-FFF2-40B4-BE49-F238E27FC236}">
                <a16:creationId xmlns:a16="http://schemas.microsoft.com/office/drawing/2014/main" id="{A073DBFE-0357-1248-9C08-3794C0ADBC2C}"/>
              </a:ext>
            </a:extLst>
          </p:cNvPr>
          <p:cNvSpPr>
            <a:spLocks noChangeArrowheads="1"/>
          </p:cNvSpPr>
          <p:nvPr/>
        </p:nvSpPr>
        <p:spPr bwMode="auto">
          <a:xfrm>
            <a:off x="4918472" y="1807369"/>
            <a:ext cx="1651397" cy="1674019"/>
          </a:xfrm>
          <a:prstGeom prst="rect">
            <a:avLst/>
          </a:prstGeom>
          <a:solidFill>
            <a:srgbClr val="FFCCFF"/>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99336" name="Text Box 59">
            <a:extLst>
              <a:ext uri="{FF2B5EF4-FFF2-40B4-BE49-F238E27FC236}">
                <a16:creationId xmlns:a16="http://schemas.microsoft.com/office/drawing/2014/main" id="{5126AC8F-A062-6A4C-AAEE-D1289340C430}"/>
              </a:ext>
            </a:extLst>
          </p:cNvPr>
          <p:cNvSpPr txBox="1">
            <a:spLocks noChangeArrowheads="1"/>
          </p:cNvSpPr>
          <p:nvPr/>
        </p:nvSpPr>
        <p:spPr bwMode="auto">
          <a:xfrm>
            <a:off x="4890042" y="1837135"/>
            <a:ext cx="1742785"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已向因特网管理机构</a:t>
            </a:r>
          </a:p>
          <a:p>
            <a:pPr algn="ct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申请到一批</a:t>
            </a:r>
            <a:r>
              <a:rPr kumimoji="1" lang="zh-CN" altLang="en-US" sz="1350" b="1">
                <a:solidFill>
                  <a:schemeClr val="folHlink"/>
                </a:solidFill>
                <a:latin typeface="Arial" panose="020B0604020202020204" pitchFamily="34" charset="0"/>
                <a:ea typeface="宋体" panose="02010600030101010101" pitchFamily="2" charset="-122"/>
              </a:rPr>
              <a:t> </a:t>
            </a:r>
            <a:r>
              <a:rPr kumimoji="1" lang="en-US" altLang="zh-CN" sz="1350" b="1">
                <a:solidFill>
                  <a:schemeClr val="folHlink"/>
                </a:solidFill>
                <a:latin typeface="Arial" panose="020B0604020202020204" pitchFamily="34" charset="0"/>
                <a:ea typeface="宋体" panose="02010600030101010101" pitchFamily="2" charset="-122"/>
              </a:rPr>
              <a:t>IP </a:t>
            </a:r>
            <a:r>
              <a:rPr kumimoji="1" lang="zh-CN" altLang="en-US" sz="1350">
                <a:solidFill>
                  <a:schemeClr val="folHlink"/>
                </a:solidFill>
                <a:latin typeface="Arial" panose="020B0604020202020204" pitchFamily="34" charset="0"/>
                <a:ea typeface="宋体" panose="02010600030101010101" pitchFamily="2" charset="-122"/>
              </a:rPr>
              <a:t>地址</a:t>
            </a:r>
          </a:p>
        </p:txBody>
      </p:sp>
      <p:sp>
        <p:nvSpPr>
          <p:cNvPr id="99337" name="Text Box 60">
            <a:extLst>
              <a:ext uri="{FF2B5EF4-FFF2-40B4-BE49-F238E27FC236}">
                <a16:creationId xmlns:a16="http://schemas.microsoft.com/office/drawing/2014/main" id="{5351AEA9-C6D6-3644-B6EC-C488E6DFF4D7}"/>
              </a:ext>
            </a:extLst>
          </p:cNvPr>
          <p:cNvSpPr txBox="1">
            <a:spLocks noChangeArrowheads="1"/>
          </p:cNvSpPr>
          <p:nvPr/>
        </p:nvSpPr>
        <p:spPr bwMode="auto">
          <a:xfrm>
            <a:off x="5564981" y="2499122"/>
            <a:ext cx="463588"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b="1">
                <a:solidFill>
                  <a:schemeClr val="folHlink"/>
                </a:solidFill>
                <a:latin typeface="Arial" panose="020B0604020202020204" pitchFamily="34" charset="0"/>
                <a:ea typeface="宋体" panose="02010600030101010101" pitchFamily="2" charset="-122"/>
              </a:rPr>
              <a:t>ISP</a:t>
            </a:r>
          </a:p>
        </p:txBody>
      </p:sp>
      <p:sp>
        <p:nvSpPr>
          <p:cNvPr id="99338" name="Freeform 61">
            <a:extLst>
              <a:ext uri="{FF2B5EF4-FFF2-40B4-BE49-F238E27FC236}">
                <a16:creationId xmlns:a16="http://schemas.microsoft.com/office/drawing/2014/main" id="{CE743B44-8712-4E47-A64B-1710096E49AA}"/>
              </a:ext>
            </a:extLst>
          </p:cNvPr>
          <p:cNvSpPr>
            <a:spLocks/>
          </p:cNvSpPr>
          <p:nvPr/>
        </p:nvSpPr>
        <p:spPr bwMode="auto">
          <a:xfrm>
            <a:off x="6574631" y="2670572"/>
            <a:ext cx="1129904" cy="85725"/>
          </a:xfrm>
          <a:custGeom>
            <a:avLst/>
            <a:gdLst>
              <a:gd name="T0" fmla="*/ 0 w 949"/>
              <a:gd name="T1" fmla="*/ 0 h 72"/>
              <a:gd name="T2" fmla="*/ 2147483646 w 949"/>
              <a:gd name="T3" fmla="*/ 0 h 72"/>
              <a:gd name="T4" fmla="*/ 2147483646 w 949"/>
              <a:gd name="T5" fmla="*/ 2147483646 h 72"/>
              <a:gd name="T6" fmla="*/ 2147483646 w 949"/>
              <a:gd name="T7" fmla="*/ 2147483646 h 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49" h="72">
                <a:moveTo>
                  <a:pt x="0" y="0"/>
                </a:moveTo>
                <a:lnTo>
                  <a:pt x="379" y="0"/>
                </a:lnTo>
                <a:lnTo>
                  <a:pt x="297" y="72"/>
                </a:lnTo>
                <a:lnTo>
                  <a:pt x="949" y="62"/>
                </a:lnTo>
              </a:path>
            </a:pathLst>
          </a:custGeom>
          <a:noFill/>
          <a:ln w="57150">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pic>
        <p:nvPicPr>
          <p:cNvPr id="99339" name="Picture 62">
            <a:extLst>
              <a:ext uri="{FF2B5EF4-FFF2-40B4-BE49-F238E27FC236}">
                <a16:creationId xmlns:a16="http://schemas.microsoft.com/office/drawing/2014/main" id="{8CF24CAC-5D2A-CF43-9DAD-A0C1393132D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6160" y="2108598"/>
            <a:ext cx="282178" cy="301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340" name="Picture 63">
            <a:extLst>
              <a:ext uri="{FF2B5EF4-FFF2-40B4-BE49-F238E27FC236}">
                <a16:creationId xmlns:a16="http://schemas.microsoft.com/office/drawing/2014/main" id="{9B00F3E5-A8E1-A04C-9206-5E90E131FCE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6160" y="2465785"/>
            <a:ext cx="282178" cy="301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341" name="Picture 64">
            <a:extLst>
              <a:ext uri="{FF2B5EF4-FFF2-40B4-BE49-F238E27FC236}">
                <a16:creationId xmlns:a16="http://schemas.microsoft.com/office/drawing/2014/main" id="{0D8F18AE-D81D-4C4A-A9F1-115C070617B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6160" y="2822973"/>
            <a:ext cx="282178" cy="301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342" name="Picture 65">
            <a:extLst>
              <a:ext uri="{FF2B5EF4-FFF2-40B4-BE49-F238E27FC236}">
                <a16:creationId xmlns:a16="http://schemas.microsoft.com/office/drawing/2014/main" id="{550AEB66-F25E-4D4A-AAF1-E3747A67192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6160" y="3180160"/>
            <a:ext cx="282178" cy="301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343" name="Line 66">
            <a:extLst>
              <a:ext uri="{FF2B5EF4-FFF2-40B4-BE49-F238E27FC236}">
                <a16:creationId xmlns:a16="http://schemas.microsoft.com/office/drawing/2014/main" id="{D24426EE-67F6-1547-8A99-F69ABB448DA7}"/>
              </a:ext>
            </a:extLst>
          </p:cNvPr>
          <p:cNvSpPr>
            <a:spLocks noChangeShapeType="1"/>
          </p:cNvSpPr>
          <p:nvPr/>
        </p:nvSpPr>
        <p:spPr bwMode="auto">
          <a:xfrm>
            <a:off x="1871662" y="1914525"/>
            <a:ext cx="3024188" cy="216694"/>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44" name="Text Box 67">
            <a:extLst>
              <a:ext uri="{FF2B5EF4-FFF2-40B4-BE49-F238E27FC236}">
                <a16:creationId xmlns:a16="http://schemas.microsoft.com/office/drawing/2014/main" id="{7C3FB684-03D6-AF44-AD37-485D9AF5E631}"/>
              </a:ext>
            </a:extLst>
          </p:cNvPr>
          <p:cNvSpPr txBox="1">
            <a:spLocks noChangeArrowheads="1"/>
          </p:cNvSpPr>
          <p:nvPr/>
        </p:nvSpPr>
        <p:spPr bwMode="auto">
          <a:xfrm>
            <a:off x="3059907" y="2380060"/>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接入网</a:t>
            </a:r>
          </a:p>
        </p:txBody>
      </p:sp>
      <p:sp>
        <p:nvSpPr>
          <p:cNvPr id="99345" name="Line 68">
            <a:extLst>
              <a:ext uri="{FF2B5EF4-FFF2-40B4-BE49-F238E27FC236}">
                <a16:creationId xmlns:a16="http://schemas.microsoft.com/office/drawing/2014/main" id="{9EB1725D-964C-3647-BA5C-62D6142059AF}"/>
              </a:ext>
            </a:extLst>
          </p:cNvPr>
          <p:cNvSpPr>
            <a:spLocks noChangeShapeType="1"/>
          </p:cNvSpPr>
          <p:nvPr/>
        </p:nvSpPr>
        <p:spPr bwMode="auto">
          <a:xfrm>
            <a:off x="1871662" y="2293144"/>
            <a:ext cx="3024188" cy="107156"/>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46" name="Line 69">
            <a:extLst>
              <a:ext uri="{FF2B5EF4-FFF2-40B4-BE49-F238E27FC236}">
                <a16:creationId xmlns:a16="http://schemas.microsoft.com/office/drawing/2014/main" id="{10DD72B9-1CBD-2D43-97EA-DDEB13E6452B}"/>
              </a:ext>
            </a:extLst>
          </p:cNvPr>
          <p:cNvSpPr>
            <a:spLocks noChangeShapeType="1"/>
          </p:cNvSpPr>
          <p:nvPr/>
        </p:nvSpPr>
        <p:spPr bwMode="auto">
          <a:xfrm>
            <a:off x="1871662" y="2670572"/>
            <a:ext cx="3024188"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47" name="Line 70">
            <a:extLst>
              <a:ext uri="{FF2B5EF4-FFF2-40B4-BE49-F238E27FC236}">
                <a16:creationId xmlns:a16="http://schemas.microsoft.com/office/drawing/2014/main" id="{BA53FB84-32FA-BA44-AB17-7C79E8CD10EB}"/>
              </a:ext>
            </a:extLst>
          </p:cNvPr>
          <p:cNvSpPr>
            <a:spLocks noChangeShapeType="1"/>
          </p:cNvSpPr>
          <p:nvPr/>
        </p:nvSpPr>
        <p:spPr bwMode="auto">
          <a:xfrm flipV="1">
            <a:off x="1871663" y="2889647"/>
            <a:ext cx="3037285" cy="104775"/>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48" name="Line 71">
            <a:extLst>
              <a:ext uri="{FF2B5EF4-FFF2-40B4-BE49-F238E27FC236}">
                <a16:creationId xmlns:a16="http://schemas.microsoft.com/office/drawing/2014/main" id="{AC51C6E2-2447-5C44-B310-2F5B57B1FB42}"/>
              </a:ext>
            </a:extLst>
          </p:cNvPr>
          <p:cNvSpPr>
            <a:spLocks noChangeShapeType="1"/>
          </p:cNvSpPr>
          <p:nvPr/>
        </p:nvSpPr>
        <p:spPr bwMode="auto">
          <a:xfrm flipV="1">
            <a:off x="1871662" y="3156348"/>
            <a:ext cx="3024188" cy="216694"/>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49" name="Text Box 72">
            <a:extLst>
              <a:ext uri="{FF2B5EF4-FFF2-40B4-BE49-F238E27FC236}">
                <a16:creationId xmlns:a16="http://schemas.microsoft.com/office/drawing/2014/main" id="{F1577282-7457-7346-B7B7-53E198011E26}"/>
              </a:ext>
            </a:extLst>
          </p:cNvPr>
          <p:cNvSpPr txBox="1">
            <a:spLocks noChangeArrowheads="1"/>
          </p:cNvSpPr>
          <p:nvPr/>
        </p:nvSpPr>
        <p:spPr bwMode="auto">
          <a:xfrm>
            <a:off x="3006329" y="3596878"/>
            <a:ext cx="925253" cy="30008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b="1">
                <a:solidFill>
                  <a:schemeClr val="folHlink"/>
                </a:solidFill>
                <a:latin typeface="Arial" panose="020B0604020202020204" pitchFamily="34" charset="0"/>
                <a:ea typeface="宋体" panose="02010600030101010101" pitchFamily="2" charset="-122"/>
              </a:rPr>
              <a:t>PPP</a:t>
            </a:r>
            <a:r>
              <a:rPr kumimoji="1" lang="en-US" altLang="zh-CN" sz="1350">
                <a:solidFill>
                  <a:schemeClr val="folHlink"/>
                </a:solidFill>
                <a:latin typeface="Arial" panose="020B0604020202020204" pitchFamily="34" charset="0"/>
                <a:ea typeface="宋体" panose="02010600030101010101" pitchFamily="2" charset="-122"/>
              </a:rPr>
              <a:t> </a:t>
            </a:r>
            <a:r>
              <a:rPr kumimoji="1" lang="zh-CN" altLang="en-US" sz="1350">
                <a:solidFill>
                  <a:schemeClr val="folHlink"/>
                </a:solidFill>
                <a:latin typeface="Arial" panose="020B0604020202020204" pitchFamily="34" charset="0"/>
                <a:ea typeface="宋体" panose="02010600030101010101" pitchFamily="2" charset="-122"/>
              </a:rPr>
              <a:t>协议</a:t>
            </a:r>
          </a:p>
        </p:txBody>
      </p:sp>
      <p:sp>
        <p:nvSpPr>
          <p:cNvPr id="99350" name="幻灯片编号占位符 1">
            <a:extLst>
              <a:ext uri="{FF2B5EF4-FFF2-40B4-BE49-F238E27FC236}">
                <a16:creationId xmlns:a16="http://schemas.microsoft.com/office/drawing/2014/main" id="{10DF1C71-065C-D245-9242-94D49901DDA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947A689-F4A4-6343-92EC-40EF49BBE0D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0478591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2">
            <a:extLst>
              <a:ext uri="{FF2B5EF4-FFF2-40B4-BE49-F238E27FC236}">
                <a16:creationId xmlns:a16="http://schemas.microsoft.com/office/drawing/2014/main" id="{54B29C42-574A-4042-9CE7-61B53DF0F978}"/>
              </a:ext>
            </a:extLst>
          </p:cNvPr>
          <p:cNvSpPr>
            <a:spLocks noGrp="1" noChangeArrowheads="1"/>
          </p:cNvSpPr>
          <p:nvPr>
            <p:ph type="title"/>
          </p:nvPr>
        </p:nvSpPr>
        <p:spPr/>
        <p:txBody>
          <a:bodyPr/>
          <a:lstStyle/>
          <a:p>
            <a:pPr eaLnBrk="1" hangingPunct="1"/>
            <a:r>
              <a:rPr lang="en-US" altLang="zh-CN">
                <a:latin typeface="Times New Roman" panose="02020603050405020304" pitchFamily="18" charset="0"/>
                <a:ea typeface="宋体" panose="02010600030101010101" pitchFamily="2" charset="-122"/>
              </a:rPr>
              <a:t>1. PPP </a:t>
            </a:r>
            <a:r>
              <a:rPr lang="zh-CN" altLang="en-US">
                <a:latin typeface="Times New Roman" panose="02020603050405020304" pitchFamily="18" charset="0"/>
                <a:ea typeface="宋体" panose="02010600030101010101" pitchFamily="2" charset="-122"/>
              </a:rPr>
              <a:t>协议应满足的需求 </a:t>
            </a:r>
          </a:p>
        </p:txBody>
      </p:sp>
      <p:sp>
        <p:nvSpPr>
          <p:cNvPr id="101378" name="Rectangle 3">
            <a:extLst>
              <a:ext uri="{FF2B5EF4-FFF2-40B4-BE49-F238E27FC236}">
                <a16:creationId xmlns:a16="http://schemas.microsoft.com/office/drawing/2014/main" id="{4FE125E0-D58A-444C-B411-C391B9F53435}"/>
              </a:ext>
            </a:extLst>
          </p:cNvPr>
          <p:cNvSpPr>
            <a:spLocks noGrp="1" noChangeArrowheads="1"/>
          </p:cNvSpPr>
          <p:nvPr>
            <p:ph type="body" idx="1"/>
          </p:nvPr>
        </p:nvSpPr>
        <p:spPr>
          <a:xfrm>
            <a:off x="217170" y="1049497"/>
            <a:ext cx="8606790" cy="3671888"/>
          </a:xfrm>
        </p:spPr>
        <p:txBody>
          <a:bodyPr/>
          <a:lstStyle/>
          <a:p>
            <a:pPr eaLnBrk="1" hangingPunct="1">
              <a:lnSpc>
                <a:spcPct val="80000"/>
              </a:lnSpc>
            </a:pPr>
            <a:r>
              <a:rPr lang="zh-CN" altLang="en-US" sz="2100" dirty="0">
                <a:ea typeface="宋体" panose="02010600030101010101" pitchFamily="2" charset="-122"/>
              </a:rPr>
              <a:t>简单</a:t>
            </a:r>
            <a:r>
              <a:rPr lang="en-US" altLang="zh-CN" sz="2100" dirty="0">
                <a:ea typeface="宋体" panose="02010600030101010101" pitchFamily="2" charset="-122"/>
              </a:rPr>
              <a:t>——</a:t>
            </a:r>
            <a:r>
              <a:rPr lang="zh-CN" altLang="en-US" sz="2100" dirty="0">
                <a:ea typeface="宋体" panose="02010600030101010101" pitchFamily="2" charset="-122"/>
              </a:rPr>
              <a:t>这是</a:t>
            </a:r>
            <a:r>
              <a:rPr lang="zh-CN" altLang="en-US" sz="2100" dirty="0">
                <a:solidFill>
                  <a:schemeClr val="hlink"/>
                </a:solidFill>
                <a:ea typeface="宋体" panose="02010600030101010101" pitchFamily="2" charset="-122"/>
              </a:rPr>
              <a:t>首要的要求</a:t>
            </a:r>
          </a:p>
          <a:p>
            <a:pPr eaLnBrk="1" hangingPunct="1">
              <a:lnSpc>
                <a:spcPct val="80000"/>
              </a:lnSpc>
            </a:pPr>
            <a:r>
              <a:rPr lang="zh-CN" altLang="en-US" sz="2100" dirty="0">
                <a:ea typeface="宋体" panose="02010600030101010101" pitchFamily="2" charset="-122"/>
              </a:rPr>
              <a:t>封装成帧 </a:t>
            </a:r>
          </a:p>
          <a:p>
            <a:pPr eaLnBrk="1" hangingPunct="1">
              <a:lnSpc>
                <a:spcPct val="80000"/>
              </a:lnSpc>
            </a:pPr>
            <a:r>
              <a:rPr lang="zh-CN" altLang="en-US" sz="2100" dirty="0">
                <a:ea typeface="宋体" panose="02010600030101010101" pitchFamily="2" charset="-122"/>
              </a:rPr>
              <a:t>透明性 </a:t>
            </a:r>
          </a:p>
          <a:p>
            <a:pPr eaLnBrk="1" hangingPunct="1">
              <a:lnSpc>
                <a:spcPct val="80000"/>
              </a:lnSpc>
            </a:pPr>
            <a:r>
              <a:rPr lang="zh-CN" altLang="en-US" sz="2100" dirty="0">
                <a:ea typeface="宋体" panose="02010600030101010101" pitchFamily="2" charset="-122"/>
              </a:rPr>
              <a:t>多种网络层协议 </a:t>
            </a:r>
          </a:p>
          <a:p>
            <a:pPr eaLnBrk="1" hangingPunct="1">
              <a:lnSpc>
                <a:spcPct val="80000"/>
              </a:lnSpc>
            </a:pPr>
            <a:r>
              <a:rPr lang="zh-CN" altLang="en-US" sz="2100" dirty="0">
                <a:ea typeface="宋体" panose="02010600030101010101" pitchFamily="2" charset="-122"/>
              </a:rPr>
              <a:t>多种类型链路 </a:t>
            </a:r>
          </a:p>
          <a:p>
            <a:pPr eaLnBrk="1" hangingPunct="1">
              <a:lnSpc>
                <a:spcPct val="80000"/>
              </a:lnSpc>
            </a:pPr>
            <a:r>
              <a:rPr lang="zh-CN" altLang="en-US" sz="2100" dirty="0">
                <a:ea typeface="宋体" panose="02010600030101010101" pitchFamily="2" charset="-122"/>
              </a:rPr>
              <a:t>差错检测 </a:t>
            </a:r>
          </a:p>
          <a:p>
            <a:pPr eaLnBrk="1" hangingPunct="1">
              <a:lnSpc>
                <a:spcPct val="80000"/>
              </a:lnSpc>
            </a:pPr>
            <a:r>
              <a:rPr lang="zh-CN" altLang="en-US" sz="2100" dirty="0">
                <a:ea typeface="宋体" panose="02010600030101010101" pitchFamily="2" charset="-122"/>
              </a:rPr>
              <a:t>检测连接状态 </a:t>
            </a:r>
          </a:p>
          <a:p>
            <a:pPr eaLnBrk="1" hangingPunct="1">
              <a:lnSpc>
                <a:spcPct val="80000"/>
              </a:lnSpc>
            </a:pPr>
            <a:r>
              <a:rPr lang="zh-CN" altLang="en-US" sz="2100" dirty="0">
                <a:ea typeface="宋体" panose="02010600030101010101" pitchFamily="2" charset="-122"/>
              </a:rPr>
              <a:t>最大传送单元 </a:t>
            </a:r>
          </a:p>
          <a:p>
            <a:pPr eaLnBrk="1" hangingPunct="1">
              <a:lnSpc>
                <a:spcPct val="80000"/>
              </a:lnSpc>
            </a:pPr>
            <a:r>
              <a:rPr lang="zh-CN" altLang="en-US" sz="2100" dirty="0">
                <a:ea typeface="宋体" panose="02010600030101010101" pitchFamily="2" charset="-122"/>
              </a:rPr>
              <a:t>网络层地址协商 </a:t>
            </a:r>
          </a:p>
          <a:p>
            <a:pPr eaLnBrk="1" hangingPunct="1">
              <a:lnSpc>
                <a:spcPct val="80000"/>
              </a:lnSpc>
            </a:pPr>
            <a:r>
              <a:rPr lang="zh-CN" altLang="en-US" sz="2100" dirty="0">
                <a:ea typeface="宋体" panose="02010600030101010101" pitchFamily="2" charset="-122"/>
              </a:rPr>
              <a:t>数据压缩协商  </a:t>
            </a:r>
          </a:p>
        </p:txBody>
      </p:sp>
      <p:sp>
        <p:nvSpPr>
          <p:cNvPr id="101379" name="幻灯片编号占位符 1">
            <a:extLst>
              <a:ext uri="{FF2B5EF4-FFF2-40B4-BE49-F238E27FC236}">
                <a16:creationId xmlns:a16="http://schemas.microsoft.com/office/drawing/2014/main" id="{2DE976A8-3669-4E4B-B8A3-87CBEEF6A4D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8A8B67D-26FA-D246-BF79-32E0A3AD04F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5328321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a:extLst>
              <a:ext uri="{FF2B5EF4-FFF2-40B4-BE49-F238E27FC236}">
                <a16:creationId xmlns:a16="http://schemas.microsoft.com/office/drawing/2014/main" id="{58A9FEAB-A505-344A-B60A-2C5C66F9AFD9}"/>
              </a:ext>
            </a:extLst>
          </p:cNvPr>
          <p:cNvSpPr>
            <a:spLocks noGrp="1" noChangeArrowheads="1"/>
          </p:cNvSpPr>
          <p:nvPr>
            <p:ph type="title"/>
          </p:nvPr>
        </p:nvSpPr>
        <p:spPr>
          <a:xfrm>
            <a:off x="133563" y="195262"/>
            <a:ext cx="6895887" cy="776288"/>
          </a:xfrm>
        </p:spPr>
        <p:txBody>
          <a:bodyPr/>
          <a:lstStyle/>
          <a:p>
            <a:pPr eaLnBrk="1" hangingPunct="1"/>
            <a:r>
              <a:rPr lang="en-US" altLang="zh-CN" dirty="0">
                <a:latin typeface="Times New Roman" panose="02020603050405020304" pitchFamily="18" charset="0"/>
                <a:ea typeface="宋体" panose="02010600030101010101" pitchFamily="2" charset="-122"/>
              </a:rPr>
              <a:t>2. PPP </a:t>
            </a:r>
            <a:r>
              <a:rPr lang="zh-CN" altLang="en-US" dirty="0">
                <a:latin typeface="Times New Roman" panose="02020603050405020304" pitchFamily="18" charset="0"/>
                <a:ea typeface="宋体" panose="02010600030101010101" pitchFamily="2" charset="-122"/>
              </a:rPr>
              <a:t>协议不需要的功能</a:t>
            </a:r>
          </a:p>
        </p:txBody>
      </p:sp>
      <p:sp>
        <p:nvSpPr>
          <p:cNvPr id="103426" name="Rectangle 3">
            <a:extLst>
              <a:ext uri="{FF2B5EF4-FFF2-40B4-BE49-F238E27FC236}">
                <a16:creationId xmlns:a16="http://schemas.microsoft.com/office/drawing/2014/main" id="{6B51A53E-D5D5-CB43-B9A4-4F737E82568A}"/>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纠错 </a:t>
            </a:r>
          </a:p>
          <a:p>
            <a:pPr eaLnBrk="1" hangingPunct="1"/>
            <a:r>
              <a:rPr lang="zh-CN" altLang="en-US">
                <a:latin typeface="Times New Roman" panose="02020603050405020304" pitchFamily="18" charset="0"/>
                <a:ea typeface="宋体" panose="02010600030101010101" pitchFamily="2" charset="-122"/>
              </a:rPr>
              <a:t>流量控制 </a:t>
            </a:r>
          </a:p>
          <a:p>
            <a:pPr eaLnBrk="1" hangingPunct="1"/>
            <a:r>
              <a:rPr lang="zh-CN" altLang="en-US">
                <a:latin typeface="Times New Roman" panose="02020603050405020304" pitchFamily="18" charset="0"/>
                <a:ea typeface="宋体" panose="02010600030101010101" pitchFamily="2" charset="-122"/>
              </a:rPr>
              <a:t>序号 </a:t>
            </a:r>
          </a:p>
          <a:p>
            <a:pPr eaLnBrk="1" hangingPunct="1"/>
            <a:r>
              <a:rPr lang="zh-CN" altLang="en-US">
                <a:latin typeface="Times New Roman" panose="02020603050405020304" pitchFamily="18" charset="0"/>
                <a:ea typeface="宋体" panose="02010600030101010101" pitchFamily="2" charset="-122"/>
              </a:rPr>
              <a:t>多点线路 </a:t>
            </a:r>
          </a:p>
          <a:p>
            <a:pPr eaLnBrk="1" hangingPunct="1"/>
            <a:r>
              <a:rPr lang="zh-CN" altLang="en-US">
                <a:latin typeface="Times New Roman" panose="02020603050405020304" pitchFamily="18" charset="0"/>
                <a:ea typeface="宋体" panose="02010600030101010101" pitchFamily="2" charset="-122"/>
              </a:rPr>
              <a:t>半双工或单工链路 </a:t>
            </a:r>
          </a:p>
        </p:txBody>
      </p:sp>
      <p:sp>
        <p:nvSpPr>
          <p:cNvPr id="103427" name="幻灯片编号占位符 1">
            <a:extLst>
              <a:ext uri="{FF2B5EF4-FFF2-40B4-BE49-F238E27FC236}">
                <a16:creationId xmlns:a16="http://schemas.microsoft.com/office/drawing/2014/main" id="{223DCB93-B630-B143-87E8-13A3C240B7A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652028D-F88D-294A-972C-9AD4A09AB89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2668983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2">
            <a:extLst>
              <a:ext uri="{FF2B5EF4-FFF2-40B4-BE49-F238E27FC236}">
                <a16:creationId xmlns:a16="http://schemas.microsoft.com/office/drawing/2014/main" id="{4BDF1E9A-10F4-CF48-84BE-3C91BCABB6D8}"/>
              </a:ext>
            </a:extLst>
          </p:cNvPr>
          <p:cNvSpPr>
            <a:spLocks noGrp="1" noChangeArrowheads="1"/>
          </p:cNvSpPr>
          <p:nvPr>
            <p:ph type="title"/>
          </p:nvPr>
        </p:nvSpPr>
        <p:spPr>
          <a:xfrm>
            <a:off x="182881" y="160735"/>
            <a:ext cx="7439502" cy="790575"/>
          </a:xfrm>
        </p:spPr>
        <p:txBody>
          <a:bodyPr/>
          <a:lstStyle/>
          <a:p>
            <a:pPr eaLnBrk="1" hangingPunct="1"/>
            <a:r>
              <a:rPr lang="en-US" altLang="zh-CN" dirty="0">
                <a:latin typeface="Times New Roman" panose="02020603050405020304" pitchFamily="18" charset="0"/>
                <a:ea typeface="宋体" panose="02010600030101010101" pitchFamily="2" charset="-122"/>
              </a:rPr>
              <a:t>3.  PPP </a:t>
            </a:r>
            <a:r>
              <a:rPr lang="zh-CN" altLang="en-US" dirty="0">
                <a:latin typeface="Times New Roman" panose="02020603050405020304" pitchFamily="18" charset="0"/>
                <a:ea typeface="宋体" panose="02010600030101010101" pitchFamily="2" charset="-122"/>
              </a:rPr>
              <a:t>协议的组成 </a:t>
            </a:r>
          </a:p>
        </p:txBody>
      </p:sp>
      <p:sp>
        <p:nvSpPr>
          <p:cNvPr id="193539" name="Rectangle 3">
            <a:extLst>
              <a:ext uri="{FF2B5EF4-FFF2-40B4-BE49-F238E27FC236}">
                <a16:creationId xmlns:a16="http://schemas.microsoft.com/office/drawing/2014/main" id="{23F4EEB4-61EE-6C4F-8E50-5822A5B5EC51}"/>
              </a:ext>
            </a:extLst>
          </p:cNvPr>
          <p:cNvSpPr>
            <a:spLocks noGrp="1" noChangeArrowheads="1"/>
          </p:cNvSpPr>
          <p:nvPr>
            <p:ph type="body" idx="1"/>
          </p:nvPr>
        </p:nvSpPr>
        <p:spPr>
          <a:xfrm>
            <a:off x="261460" y="1131570"/>
            <a:ext cx="8642509" cy="3761899"/>
          </a:xfrm>
        </p:spPr>
        <p:txBody>
          <a:bodyPr/>
          <a:lstStyle/>
          <a:p>
            <a:pPr eaLnBrk="1" hangingPunct="1"/>
            <a:r>
              <a:rPr lang="en-US" altLang="zh-CN">
                <a:latin typeface="Times New Roman" panose="02020603050405020304" pitchFamily="18" charset="0"/>
                <a:ea typeface="宋体" panose="02010600030101010101" pitchFamily="2" charset="-122"/>
              </a:rPr>
              <a:t>1992 </a:t>
            </a:r>
            <a:r>
              <a:rPr lang="zh-CN" altLang="en-US">
                <a:latin typeface="Times New Roman" panose="02020603050405020304" pitchFamily="18" charset="0"/>
                <a:ea typeface="宋体" panose="02010600030101010101" pitchFamily="2" charset="-122"/>
              </a:rPr>
              <a:t>年制订了 </a:t>
            </a:r>
            <a:r>
              <a:rPr lang="en-US" altLang="zh-CN">
                <a:latin typeface="Times New Roman" panose="02020603050405020304" pitchFamily="18" charset="0"/>
                <a:ea typeface="宋体" panose="02010600030101010101" pitchFamily="2" charset="-122"/>
              </a:rPr>
              <a:t>PPP </a:t>
            </a:r>
            <a:r>
              <a:rPr lang="zh-CN" altLang="en-US">
                <a:latin typeface="Times New Roman" panose="02020603050405020304" pitchFamily="18" charset="0"/>
                <a:ea typeface="宋体" panose="02010600030101010101" pitchFamily="2" charset="-122"/>
              </a:rPr>
              <a:t>协议。经过 </a:t>
            </a:r>
            <a:r>
              <a:rPr lang="en-US" altLang="zh-CN">
                <a:latin typeface="Times New Roman" panose="02020603050405020304" pitchFamily="18" charset="0"/>
                <a:ea typeface="宋体" panose="02010600030101010101" pitchFamily="2" charset="-122"/>
              </a:rPr>
              <a:t>1993 </a:t>
            </a:r>
            <a:r>
              <a:rPr lang="zh-CN" altLang="en-US">
                <a:latin typeface="Times New Roman" panose="02020603050405020304" pitchFamily="18" charset="0"/>
                <a:ea typeface="宋体" panose="02010600030101010101" pitchFamily="2" charset="-122"/>
              </a:rPr>
              <a:t>年和 </a:t>
            </a:r>
            <a:r>
              <a:rPr lang="en-US" altLang="zh-CN">
                <a:latin typeface="Times New Roman" panose="02020603050405020304" pitchFamily="18" charset="0"/>
                <a:ea typeface="宋体" panose="02010600030101010101" pitchFamily="2" charset="-122"/>
              </a:rPr>
              <a:t>1994 </a:t>
            </a:r>
            <a:r>
              <a:rPr lang="zh-CN" altLang="en-US">
                <a:latin typeface="Times New Roman" panose="02020603050405020304" pitchFamily="18" charset="0"/>
                <a:ea typeface="宋体" panose="02010600030101010101" pitchFamily="2" charset="-122"/>
              </a:rPr>
              <a:t>年的修订，现在的 </a:t>
            </a:r>
            <a:r>
              <a:rPr lang="en-US" altLang="zh-CN">
                <a:latin typeface="Times New Roman" panose="02020603050405020304" pitchFamily="18" charset="0"/>
                <a:ea typeface="宋体" panose="02010600030101010101" pitchFamily="2" charset="-122"/>
              </a:rPr>
              <a:t>PPP </a:t>
            </a:r>
            <a:r>
              <a:rPr lang="zh-CN" altLang="en-US">
                <a:latin typeface="Times New Roman" panose="02020603050405020304" pitchFamily="18" charset="0"/>
                <a:ea typeface="宋体" panose="02010600030101010101" pitchFamily="2" charset="-122"/>
              </a:rPr>
              <a:t>协议已成为因特网的正式标准</a:t>
            </a:r>
            <a:r>
              <a:rPr lang="en-US" altLang="zh-CN">
                <a:latin typeface="Times New Roman" panose="02020603050405020304" pitchFamily="18" charset="0"/>
                <a:ea typeface="宋体" panose="02010600030101010101" pitchFamily="2" charset="-122"/>
              </a:rPr>
              <a:t>[RFC 1661]</a:t>
            </a:r>
            <a:r>
              <a:rPr lang="zh-CN" altLang="en-US">
                <a:latin typeface="Times New Roman" panose="02020603050405020304" pitchFamily="18" charset="0"/>
                <a:ea typeface="宋体" panose="02010600030101010101" pitchFamily="2" charset="-122"/>
              </a:rPr>
              <a:t>。 </a:t>
            </a:r>
            <a:endParaRPr lang="zh-CN" altLang="en-US" sz="2700">
              <a:ea typeface="宋体" panose="02010600030101010101" pitchFamily="2" charset="-122"/>
            </a:endParaRPr>
          </a:p>
          <a:p>
            <a:pPr eaLnBrk="1" hangingPunct="1"/>
            <a:r>
              <a:rPr lang="en-US" altLang="zh-CN">
                <a:latin typeface="Times New Roman" panose="02020603050405020304" pitchFamily="18" charset="0"/>
                <a:ea typeface="宋体" panose="02010600030101010101" pitchFamily="2" charset="-122"/>
              </a:rPr>
              <a:t>PPP </a:t>
            </a:r>
            <a:r>
              <a:rPr lang="zh-CN" altLang="en-US">
                <a:latin typeface="Times New Roman" panose="02020603050405020304" pitchFamily="18" charset="0"/>
                <a:ea typeface="宋体" panose="02010600030101010101" pitchFamily="2" charset="-122"/>
              </a:rPr>
              <a:t>协议有三个组成部分 </a:t>
            </a:r>
          </a:p>
          <a:p>
            <a:pPr lvl="1" eaLnBrk="1" hangingPunct="1"/>
            <a:r>
              <a:rPr lang="zh-CN" altLang="en-US">
                <a:solidFill>
                  <a:srgbClr val="333399"/>
                </a:solidFill>
                <a:latin typeface="Arial" panose="020B0604020202020204" pitchFamily="34" charset="0"/>
                <a:ea typeface="宋体" panose="02010600030101010101" pitchFamily="2" charset="-122"/>
              </a:rPr>
              <a:t>一个将 </a:t>
            </a:r>
            <a:r>
              <a:rPr lang="en-US" altLang="zh-CN">
                <a:solidFill>
                  <a:srgbClr val="333399"/>
                </a:solidFill>
                <a:latin typeface="Arial" panose="020B0604020202020204" pitchFamily="34" charset="0"/>
                <a:ea typeface="宋体" panose="02010600030101010101" pitchFamily="2" charset="-122"/>
              </a:rPr>
              <a:t>IP </a:t>
            </a:r>
            <a:r>
              <a:rPr lang="zh-CN" altLang="en-US">
                <a:solidFill>
                  <a:srgbClr val="333399"/>
                </a:solidFill>
                <a:latin typeface="Arial" panose="020B0604020202020204" pitchFamily="34" charset="0"/>
                <a:ea typeface="宋体" panose="02010600030101010101" pitchFamily="2" charset="-122"/>
              </a:rPr>
              <a:t>数据报封装到串行链路的方法。</a:t>
            </a:r>
          </a:p>
          <a:p>
            <a:pPr lvl="1" eaLnBrk="1" hangingPunct="1"/>
            <a:r>
              <a:rPr lang="zh-CN" altLang="en-US">
                <a:solidFill>
                  <a:schemeClr val="hlink"/>
                </a:solidFill>
                <a:latin typeface="Arial" panose="020B0604020202020204" pitchFamily="34" charset="0"/>
                <a:ea typeface="宋体" panose="02010600030101010101" pitchFamily="2" charset="-122"/>
              </a:rPr>
              <a:t>链路控制协议</a:t>
            </a:r>
            <a:r>
              <a:rPr lang="zh-CN" altLang="en-US">
                <a:solidFill>
                  <a:srgbClr val="333399"/>
                </a:solidFill>
                <a:latin typeface="Arial" panose="020B0604020202020204" pitchFamily="34" charset="0"/>
                <a:ea typeface="宋体" panose="02010600030101010101" pitchFamily="2" charset="-122"/>
              </a:rPr>
              <a:t> </a:t>
            </a:r>
            <a:r>
              <a:rPr lang="en-US" altLang="zh-CN">
                <a:solidFill>
                  <a:srgbClr val="333399"/>
                </a:solidFill>
                <a:latin typeface="Arial" panose="020B0604020202020204" pitchFamily="34" charset="0"/>
                <a:ea typeface="宋体" panose="02010600030101010101" pitchFamily="2" charset="-122"/>
              </a:rPr>
              <a:t>LCP (Link Control Protocol)</a:t>
            </a:r>
            <a:r>
              <a:rPr lang="zh-CN" altLang="en-US">
                <a:solidFill>
                  <a:srgbClr val="333399"/>
                </a:solidFill>
                <a:latin typeface="Arial" panose="020B0604020202020204" pitchFamily="34" charset="0"/>
                <a:ea typeface="宋体" panose="02010600030101010101" pitchFamily="2" charset="-122"/>
              </a:rPr>
              <a:t>。</a:t>
            </a:r>
          </a:p>
          <a:p>
            <a:pPr lvl="1" eaLnBrk="1" hangingPunct="1"/>
            <a:r>
              <a:rPr lang="zh-CN" altLang="en-US">
                <a:solidFill>
                  <a:schemeClr val="hlink"/>
                </a:solidFill>
                <a:latin typeface="Arial" panose="020B0604020202020204" pitchFamily="34" charset="0"/>
                <a:ea typeface="宋体" panose="02010600030101010101" pitchFamily="2" charset="-122"/>
              </a:rPr>
              <a:t>网络控制协议</a:t>
            </a:r>
            <a:r>
              <a:rPr lang="zh-CN" altLang="en-US">
                <a:solidFill>
                  <a:srgbClr val="333399"/>
                </a:solidFill>
                <a:latin typeface="Arial" panose="020B0604020202020204" pitchFamily="34" charset="0"/>
                <a:ea typeface="宋体" panose="02010600030101010101" pitchFamily="2" charset="-122"/>
              </a:rPr>
              <a:t> </a:t>
            </a:r>
            <a:r>
              <a:rPr lang="en-US" altLang="zh-CN">
                <a:solidFill>
                  <a:srgbClr val="333399"/>
                </a:solidFill>
                <a:latin typeface="Arial" panose="020B0604020202020204" pitchFamily="34" charset="0"/>
                <a:ea typeface="宋体" panose="02010600030101010101" pitchFamily="2" charset="-122"/>
              </a:rPr>
              <a:t>NCP (Network Control Protocol)</a:t>
            </a:r>
            <a:r>
              <a:rPr lang="zh-CN" altLang="en-US">
                <a:solidFill>
                  <a:srgbClr val="333399"/>
                </a:solidFill>
                <a:latin typeface="Arial" panose="020B0604020202020204" pitchFamily="34"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   </a:t>
            </a:r>
          </a:p>
        </p:txBody>
      </p:sp>
      <p:sp>
        <p:nvSpPr>
          <p:cNvPr id="105475" name="幻灯片编号占位符 1">
            <a:extLst>
              <a:ext uri="{FF2B5EF4-FFF2-40B4-BE49-F238E27FC236}">
                <a16:creationId xmlns:a16="http://schemas.microsoft.com/office/drawing/2014/main" id="{03DEA052-39D2-F545-B209-141B026BCC1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CAC4DDC-38D8-FE44-A244-84CA212DE03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6491072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3539">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3539">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539">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353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39"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2">
            <a:extLst>
              <a:ext uri="{FF2B5EF4-FFF2-40B4-BE49-F238E27FC236}">
                <a16:creationId xmlns:a16="http://schemas.microsoft.com/office/drawing/2014/main" id="{73C4B5CE-B7F7-824D-AD6C-9C78F4D148CE}"/>
              </a:ext>
            </a:extLst>
          </p:cNvPr>
          <p:cNvSpPr>
            <a:spLocks noGrp="1" noChangeArrowheads="1"/>
          </p:cNvSpPr>
          <p:nvPr>
            <p:ph type="title"/>
          </p:nvPr>
        </p:nvSpPr>
        <p:spPr>
          <a:xfrm>
            <a:off x="171450" y="160735"/>
            <a:ext cx="7559279" cy="736997"/>
          </a:xfrm>
        </p:spPr>
        <p:txBody>
          <a:bodyPr/>
          <a:lstStyle/>
          <a:p>
            <a:pPr eaLnBrk="1" hangingPunct="1"/>
            <a:r>
              <a:rPr lang="en-US" altLang="zh-CN" dirty="0">
                <a:latin typeface="Times New Roman" panose="02020603050405020304" pitchFamily="18" charset="0"/>
                <a:ea typeface="宋体" panose="02010600030101010101" pitchFamily="2" charset="-122"/>
              </a:rPr>
              <a:t>3.2.2   PPP </a:t>
            </a:r>
            <a:r>
              <a:rPr lang="zh-CN" altLang="en-US" dirty="0">
                <a:latin typeface="Times New Roman" panose="02020603050405020304" pitchFamily="18" charset="0"/>
                <a:ea typeface="宋体" panose="02010600030101010101" pitchFamily="2" charset="-122"/>
              </a:rPr>
              <a:t>协议的帧格式</a:t>
            </a:r>
          </a:p>
        </p:txBody>
      </p:sp>
      <p:sp>
        <p:nvSpPr>
          <p:cNvPr id="195587" name="Rectangle 3">
            <a:extLst>
              <a:ext uri="{FF2B5EF4-FFF2-40B4-BE49-F238E27FC236}">
                <a16:creationId xmlns:a16="http://schemas.microsoft.com/office/drawing/2014/main" id="{B1EC535F-2D40-8144-A36E-69C381350D8D}"/>
              </a:ext>
            </a:extLst>
          </p:cNvPr>
          <p:cNvSpPr>
            <a:spLocks noGrp="1" noChangeArrowheads="1"/>
          </p:cNvSpPr>
          <p:nvPr>
            <p:ph type="body" idx="1"/>
          </p:nvPr>
        </p:nvSpPr>
        <p:spPr>
          <a:xfrm>
            <a:off x="171450" y="1142999"/>
            <a:ext cx="8721090" cy="3750469"/>
          </a:xfrm>
        </p:spPr>
        <p:txBody>
          <a:bodyPr/>
          <a:lstStyle/>
          <a:p>
            <a:pPr eaLnBrk="1" hangingPunct="1"/>
            <a:r>
              <a:rPr lang="zh-CN" altLang="en-US">
                <a:latin typeface="Times New Roman" panose="02020603050405020304" pitchFamily="18" charset="0"/>
                <a:ea typeface="宋体" panose="02010600030101010101" pitchFamily="2" charset="-122"/>
              </a:rPr>
              <a:t>标志字段</a:t>
            </a:r>
            <a:r>
              <a:rPr lang="zh-CN" altLang="en-US" sz="1500">
                <a:ea typeface="宋体" panose="02010600030101010101" pitchFamily="2" charset="-122"/>
              </a:rPr>
              <a:t> </a:t>
            </a:r>
            <a:r>
              <a:rPr lang="en-US" altLang="zh-CN">
                <a:latin typeface="Times New Roman" panose="02020603050405020304" pitchFamily="18" charset="0"/>
                <a:ea typeface="宋体" panose="02010600030101010101" pitchFamily="2" charset="-122"/>
              </a:rPr>
              <a:t>F</a:t>
            </a:r>
            <a:r>
              <a:rPr lang="en-US" altLang="zh-CN" sz="1500">
                <a:ea typeface="宋体" panose="02010600030101010101" pitchFamily="2" charset="-122"/>
              </a:rPr>
              <a:t> </a:t>
            </a:r>
            <a:r>
              <a:rPr lang="en-US" altLang="zh-CN">
                <a:latin typeface="Times New Roman" panose="02020603050405020304" pitchFamily="18" charset="0"/>
                <a:ea typeface="宋体" panose="02010600030101010101" pitchFamily="2" charset="-122"/>
              </a:rPr>
              <a:t>= 0x7E </a:t>
            </a:r>
            <a:r>
              <a:rPr lang="zh-CN" altLang="en-US">
                <a:latin typeface="Times New Roman" panose="02020603050405020304" pitchFamily="18" charset="0"/>
                <a:ea typeface="宋体" panose="02010600030101010101" pitchFamily="2" charset="-122"/>
              </a:rPr>
              <a:t>（符号“</a:t>
            </a:r>
            <a:r>
              <a:rPr lang="en-US" altLang="zh-CN">
                <a:latin typeface="Times New Roman" panose="02020603050405020304" pitchFamily="18" charset="0"/>
                <a:ea typeface="宋体" panose="02010600030101010101" pitchFamily="2" charset="-122"/>
              </a:rPr>
              <a:t>0x”</a:t>
            </a:r>
            <a:r>
              <a:rPr lang="zh-CN" altLang="en-US">
                <a:latin typeface="Times New Roman" panose="02020603050405020304" pitchFamily="18" charset="0"/>
                <a:ea typeface="宋体" panose="02010600030101010101" pitchFamily="2" charset="-122"/>
              </a:rPr>
              <a:t>表示后面的字符是用十六进制表示。十六进制的</a:t>
            </a:r>
            <a:r>
              <a:rPr lang="zh-CN" altLang="en-US" sz="1500">
                <a:ea typeface="宋体" panose="02010600030101010101" pitchFamily="2" charset="-122"/>
              </a:rPr>
              <a:t> </a:t>
            </a:r>
            <a:r>
              <a:rPr lang="en-US" altLang="zh-CN">
                <a:latin typeface="Times New Roman" panose="02020603050405020304" pitchFamily="18" charset="0"/>
                <a:ea typeface="宋体" panose="02010600030101010101" pitchFamily="2" charset="-122"/>
              </a:rPr>
              <a:t>7E</a:t>
            </a:r>
            <a:r>
              <a:rPr lang="en-US" altLang="zh-CN" sz="1500">
                <a:ea typeface="宋体" panose="02010600030101010101" pitchFamily="2" charset="-122"/>
              </a:rPr>
              <a:t> </a:t>
            </a:r>
            <a:r>
              <a:rPr lang="zh-CN" altLang="en-US">
                <a:latin typeface="Times New Roman" panose="02020603050405020304" pitchFamily="18" charset="0"/>
                <a:ea typeface="宋体" panose="02010600030101010101" pitchFamily="2" charset="-122"/>
              </a:rPr>
              <a:t>的二进制表示是 </a:t>
            </a:r>
            <a:r>
              <a:rPr lang="en-US" altLang="zh-CN">
                <a:latin typeface="Times New Roman" panose="02020603050405020304" pitchFamily="18" charset="0"/>
                <a:ea typeface="宋体" panose="02010600030101010101" pitchFamily="2" charset="-122"/>
              </a:rPr>
              <a:t>01111110</a:t>
            </a:r>
            <a:r>
              <a:rPr lang="zh-CN" altLang="en-US">
                <a:latin typeface="Times New Roman" panose="02020603050405020304" pitchFamily="18" charset="0"/>
                <a:ea typeface="宋体" panose="02010600030101010101" pitchFamily="2" charset="-122"/>
              </a:rPr>
              <a:t>）。</a:t>
            </a:r>
          </a:p>
          <a:p>
            <a:pPr eaLnBrk="1" hangingPunct="1"/>
            <a:r>
              <a:rPr lang="zh-CN" altLang="en-US">
                <a:latin typeface="Times New Roman" panose="02020603050405020304" pitchFamily="18" charset="0"/>
                <a:ea typeface="宋体" panose="02010600030101010101" pitchFamily="2" charset="-122"/>
              </a:rPr>
              <a:t>地址字段</a:t>
            </a:r>
            <a:r>
              <a:rPr lang="zh-CN" altLang="en-US" sz="1500">
                <a:ea typeface="宋体" panose="02010600030101010101" pitchFamily="2" charset="-122"/>
              </a:rPr>
              <a:t> </a:t>
            </a:r>
            <a:r>
              <a:rPr lang="en-US" altLang="zh-CN">
                <a:latin typeface="Times New Roman" panose="02020603050405020304" pitchFamily="18" charset="0"/>
                <a:ea typeface="宋体" panose="02010600030101010101" pitchFamily="2" charset="-122"/>
              </a:rPr>
              <a:t>A</a:t>
            </a:r>
            <a:r>
              <a:rPr lang="en-US" altLang="zh-CN" sz="1500">
                <a:ea typeface="宋体" panose="02010600030101010101" pitchFamily="2" charset="-122"/>
              </a:rPr>
              <a:t> </a:t>
            </a:r>
            <a:r>
              <a:rPr lang="zh-CN" altLang="en-US">
                <a:latin typeface="Times New Roman" panose="02020603050405020304" pitchFamily="18" charset="0"/>
                <a:ea typeface="宋体" panose="02010600030101010101" pitchFamily="2" charset="-122"/>
              </a:rPr>
              <a:t>只置为 </a:t>
            </a:r>
            <a:r>
              <a:rPr lang="en-US" altLang="zh-CN">
                <a:latin typeface="Times New Roman" panose="02020603050405020304" pitchFamily="18" charset="0"/>
                <a:ea typeface="宋体" panose="02010600030101010101" pitchFamily="2" charset="-122"/>
              </a:rPr>
              <a:t>0xFF</a:t>
            </a:r>
            <a:r>
              <a:rPr lang="zh-CN" altLang="en-US">
                <a:latin typeface="Times New Roman" panose="02020603050405020304" pitchFamily="18" charset="0"/>
                <a:ea typeface="宋体" panose="02010600030101010101" pitchFamily="2" charset="-122"/>
              </a:rPr>
              <a:t>。地址字段实际上并不起作用。</a:t>
            </a:r>
          </a:p>
          <a:p>
            <a:pPr eaLnBrk="1" hangingPunct="1"/>
            <a:r>
              <a:rPr lang="zh-CN" altLang="en-US">
                <a:latin typeface="Times New Roman" panose="02020603050405020304" pitchFamily="18" charset="0"/>
                <a:ea typeface="宋体" panose="02010600030101010101" pitchFamily="2" charset="-122"/>
              </a:rPr>
              <a:t>控制字段</a:t>
            </a:r>
            <a:r>
              <a:rPr lang="zh-CN" altLang="en-US" sz="1500">
                <a:ea typeface="宋体" panose="02010600030101010101" pitchFamily="2" charset="-122"/>
              </a:rPr>
              <a:t> </a:t>
            </a:r>
            <a:r>
              <a:rPr lang="en-US" altLang="zh-CN">
                <a:latin typeface="Times New Roman" panose="02020603050405020304" pitchFamily="18" charset="0"/>
                <a:ea typeface="宋体" panose="02010600030101010101" pitchFamily="2" charset="-122"/>
              </a:rPr>
              <a:t>C</a:t>
            </a:r>
            <a:r>
              <a:rPr lang="en-US" altLang="zh-CN" sz="1500">
                <a:ea typeface="宋体" panose="02010600030101010101" pitchFamily="2" charset="-122"/>
              </a:rPr>
              <a:t> </a:t>
            </a:r>
            <a:r>
              <a:rPr lang="zh-CN" altLang="en-US">
                <a:latin typeface="Times New Roman" panose="02020603050405020304" pitchFamily="18" charset="0"/>
                <a:ea typeface="宋体" panose="02010600030101010101" pitchFamily="2" charset="-122"/>
              </a:rPr>
              <a:t>通常置为 </a:t>
            </a:r>
            <a:r>
              <a:rPr lang="en-US" altLang="zh-CN">
                <a:latin typeface="Times New Roman" panose="02020603050405020304" pitchFamily="18" charset="0"/>
                <a:ea typeface="宋体" panose="02010600030101010101" pitchFamily="2" charset="-122"/>
              </a:rPr>
              <a:t>0x03</a:t>
            </a:r>
            <a:r>
              <a:rPr lang="zh-CN" altLang="en-US">
                <a:latin typeface="Times New Roman" panose="02020603050405020304" pitchFamily="18" charset="0"/>
                <a:ea typeface="宋体" panose="02010600030101010101" pitchFamily="2" charset="-122"/>
              </a:rPr>
              <a:t>。</a:t>
            </a:r>
          </a:p>
          <a:p>
            <a:pPr eaLnBrk="1" hangingPunct="1"/>
            <a:r>
              <a:rPr lang="en-US" altLang="zh-CN">
                <a:latin typeface="Times New Roman" panose="02020603050405020304" pitchFamily="18" charset="0"/>
                <a:ea typeface="宋体" panose="02010600030101010101" pitchFamily="2" charset="-122"/>
              </a:rPr>
              <a:t>PPP </a:t>
            </a:r>
            <a:r>
              <a:rPr lang="zh-CN" altLang="en-US">
                <a:latin typeface="Times New Roman" panose="02020603050405020304" pitchFamily="18" charset="0"/>
                <a:ea typeface="宋体" panose="02010600030101010101" pitchFamily="2" charset="-122"/>
              </a:rPr>
              <a:t>是面向字节的，所有的 </a:t>
            </a:r>
            <a:r>
              <a:rPr lang="en-US" altLang="zh-CN">
                <a:latin typeface="Times New Roman" panose="02020603050405020304" pitchFamily="18" charset="0"/>
                <a:ea typeface="宋体" panose="02010600030101010101" pitchFamily="2" charset="-122"/>
              </a:rPr>
              <a:t>PPP</a:t>
            </a:r>
            <a:r>
              <a:rPr lang="en-US" altLang="zh-CN" b="1">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帧的长度都是整数字节。     </a:t>
            </a:r>
          </a:p>
        </p:txBody>
      </p:sp>
      <p:sp>
        <p:nvSpPr>
          <p:cNvPr id="107523" name="幻灯片编号占位符 1">
            <a:extLst>
              <a:ext uri="{FF2B5EF4-FFF2-40B4-BE49-F238E27FC236}">
                <a16:creationId xmlns:a16="http://schemas.microsoft.com/office/drawing/2014/main" id="{6BC02F64-4271-5347-9578-A6747FF43C9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A5B4FF5-6D09-7D41-84EC-70D71D41BD7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8856436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558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558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558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558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7"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2">
            <a:extLst>
              <a:ext uri="{FF2B5EF4-FFF2-40B4-BE49-F238E27FC236}">
                <a16:creationId xmlns:a16="http://schemas.microsoft.com/office/drawing/2014/main" id="{C4460A0A-85A6-7D47-A13B-BF6581E723F7}"/>
              </a:ext>
            </a:extLst>
          </p:cNvPr>
          <p:cNvSpPr>
            <a:spLocks noGrp="1" noChangeArrowheads="1"/>
          </p:cNvSpPr>
          <p:nvPr>
            <p:ph type="title"/>
          </p:nvPr>
        </p:nvSpPr>
        <p:spPr>
          <a:xfrm>
            <a:off x="165031" y="160735"/>
            <a:ext cx="7457352" cy="839390"/>
          </a:xfrm>
        </p:spPr>
        <p:txBody>
          <a:bodyPr/>
          <a:lstStyle/>
          <a:p>
            <a:pPr eaLnBrk="1" hangingPunct="1"/>
            <a:r>
              <a:rPr lang="en-US" altLang="zh-CN" dirty="0">
                <a:latin typeface="Times New Roman" panose="02020603050405020304" pitchFamily="18" charset="0"/>
                <a:ea typeface="宋体" panose="02010600030101010101" pitchFamily="2" charset="-122"/>
              </a:rPr>
              <a:t>PPP </a:t>
            </a:r>
            <a:r>
              <a:rPr lang="zh-CN" altLang="en-US" dirty="0">
                <a:latin typeface="Times New Roman" panose="02020603050405020304" pitchFamily="18" charset="0"/>
                <a:ea typeface="宋体" panose="02010600030101010101" pitchFamily="2" charset="-122"/>
              </a:rPr>
              <a:t>协议的帧格式</a:t>
            </a:r>
          </a:p>
        </p:txBody>
      </p:sp>
      <p:sp>
        <p:nvSpPr>
          <p:cNvPr id="194563" name="Rectangle 3">
            <a:extLst>
              <a:ext uri="{FF2B5EF4-FFF2-40B4-BE49-F238E27FC236}">
                <a16:creationId xmlns:a16="http://schemas.microsoft.com/office/drawing/2014/main" id="{03231D09-06CC-8042-A718-E16175C9B097}"/>
              </a:ext>
            </a:extLst>
          </p:cNvPr>
          <p:cNvSpPr>
            <a:spLocks noGrp="1" noChangeArrowheads="1"/>
          </p:cNvSpPr>
          <p:nvPr>
            <p:ph type="body" idx="1"/>
          </p:nvPr>
        </p:nvSpPr>
        <p:spPr>
          <a:xfrm>
            <a:off x="897730" y="3294964"/>
            <a:ext cx="7943850" cy="1674019"/>
          </a:xfrm>
          <a:ln>
            <a:solidFill>
              <a:srgbClr val="333399"/>
            </a:solidFill>
            <a:miter lim="800000"/>
            <a:headEnd/>
            <a:tailEnd/>
          </a:ln>
        </p:spPr>
        <p:txBody>
          <a:bodyPr/>
          <a:lstStyle/>
          <a:p>
            <a:pPr eaLnBrk="1" hangingPunct="1"/>
            <a:r>
              <a:rPr lang="en-US" altLang="zh-CN" sz="2100" dirty="0">
                <a:ea typeface="宋体" panose="02010600030101010101" pitchFamily="2" charset="-122"/>
              </a:rPr>
              <a:t>PPP </a:t>
            </a:r>
            <a:r>
              <a:rPr lang="zh-CN" altLang="en-US" sz="2100" dirty="0">
                <a:ea typeface="宋体" panose="02010600030101010101" pitchFamily="2" charset="-122"/>
              </a:rPr>
              <a:t>有一个 </a:t>
            </a:r>
            <a:r>
              <a:rPr lang="en-US" altLang="zh-CN" sz="2100" dirty="0">
                <a:ea typeface="宋体" panose="02010600030101010101" pitchFamily="2" charset="-122"/>
              </a:rPr>
              <a:t>2 </a:t>
            </a:r>
            <a:r>
              <a:rPr lang="zh-CN" altLang="en-US" sz="2100" dirty="0">
                <a:ea typeface="宋体" panose="02010600030101010101" pitchFamily="2" charset="-122"/>
              </a:rPr>
              <a:t>个字节的协议字段。</a:t>
            </a:r>
          </a:p>
          <a:p>
            <a:pPr lvl="1" eaLnBrk="1" hangingPunct="1"/>
            <a:r>
              <a:rPr lang="zh-CN" altLang="en-US" sz="1800" dirty="0">
                <a:solidFill>
                  <a:srgbClr val="333399"/>
                </a:solidFill>
                <a:latin typeface="Arial" panose="020B0604020202020204" pitchFamily="34" charset="0"/>
                <a:ea typeface="宋体" panose="02010600030101010101" pitchFamily="2" charset="-122"/>
              </a:rPr>
              <a:t>当协议字段为 </a:t>
            </a:r>
            <a:r>
              <a:rPr lang="en-US" altLang="zh-CN" sz="1800" dirty="0">
                <a:solidFill>
                  <a:srgbClr val="333399"/>
                </a:solidFill>
                <a:latin typeface="Arial" panose="020B0604020202020204" pitchFamily="34" charset="0"/>
                <a:ea typeface="宋体" panose="02010600030101010101" pitchFamily="2" charset="-122"/>
              </a:rPr>
              <a:t>0x0021 </a:t>
            </a:r>
            <a:r>
              <a:rPr lang="zh-CN" altLang="en-US" sz="1800" dirty="0">
                <a:solidFill>
                  <a:srgbClr val="333399"/>
                </a:solidFill>
                <a:latin typeface="Arial" panose="020B0604020202020204" pitchFamily="34" charset="0"/>
                <a:ea typeface="宋体" panose="02010600030101010101" pitchFamily="2" charset="-122"/>
              </a:rPr>
              <a:t>时，</a:t>
            </a:r>
            <a:r>
              <a:rPr lang="en-US" altLang="zh-CN" sz="1800" dirty="0">
                <a:solidFill>
                  <a:srgbClr val="333399"/>
                </a:solidFill>
                <a:latin typeface="Arial" panose="020B0604020202020204" pitchFamily="34" charset="0"/>
                <a:ea typeface="宋体" panose="02010600030101010101" pitchFamily="2" charset="-122"/>
              </a:rPr>
              <a:t>PPP </a:t>
            </a:r>
            <a:r>
              <a:rPr lang="zh-CN" altLang="en-US" sz="1800" dirty="0">
                <a:solidFill>
                  <a:srgbClr val="333399"/>
                </a:solidFill>
                <a:latin typeface="Arial" panose="020B0604020202020204" pitchFamily="34" charset="0"/>
                <a:ea typeface="宋体" panose="02010600030101010101" pitchFamily="2" charset="-122"/>
              </a:rPr>
              <a:t>帧的信息字段就是</a:t>
            </a:r>
            <a:r>
              <a:rPr lang="en-US" altLang="zh-CN" sz="1800" dirty="0">
                <a:solidFill>
                  <a:srgbClr val="333399"/>
                </a:solidFill>
                <a:latin typeface="Arial" panose="020B0604020202020204" pitchFamily="34" charset="0"/>
                <a:ea typeface="宋体" panose="02010600030101010101" pitchFamily="2" charset="-122"/>
              </a:rPr>
              <a:t>IP </a:t>
            </a:r>
            <a:r>
              <a:rPr lang="zh-CN" altLang="en-US" sz="1800" dirty="0">
                <a:solidFill>
                  <a:srgbClr val="333399"/>
                </a:solidFill>
                <a:latin typeface="Arial" panose="020B0604020202020204" pitchFamily="34" charset="0"/>
                <a:ea typeface="宋体" panose="02010600030101010101" pitchFamily="2" charset="-122"/>
              </a:rPr>
              <a:t>数据报。</a:t>
            </a:r>
          </a:p>
          <a:p>
            <a:pPr lvl="1" eaLnBrk="1" hangingPunct="1"/>
            <a:r>
              <a:rPr lang="zh-CN" altLang="en-US" sz="1800" dirty="0">
                <a:solidFill>
                  <a:srgbClr val="333399"/>
                </a:solidFill>
                <a:latin typeface="Arial" panose="020B0604020202020204" pitchFamily="34" charset="0"/>
                <a:ea typeface="宋体" panose="02010600030101010101" pitchFamily="2" charset="-122"/>
              </a:rPr>
              <a:t>若为 </a:t>
            </a:r>
            <a:r>
              <a:rPr lang="en-US" altLang="zh-CN" sz="1800" dirty="0">
                <a:solidFill>
                  <a:srgbClr val="333399"/>
                </a:solidFill>
                <a:latin typeface="Arial" panose="020B0604020202020204" pitchFamily="34" charset="0"/>
                <a:ea typeface="宋体" panose="02010600030101010101" pitchFamily="2" charset="-122"/>
              </a:rPr>
              <a:t>0xC021, </a:t>
            </a:r>
            <a:r>
              <a:rPr lang="zh-CN" altLang="en-US" sz="1800" dirty="0">
                <a:solidFill>
                  <a:srgbClr val="333399"/>
                </a:solidFill>
                <a:latin typeface="Arial" panose="020B0604020202020204" pitchFamily="34" charset="0"/>
                <a:ea typeface="宋体" panose="02010600030101010101" pitchFamily="2" charset="-122"/>
              </a:rPr>
              <a:t>则信息字段是 </a:t>
            </a:r>
            <a:r>
              <a:rPr lang="en-US" altLang="zh-CN" sz="1800" dirty="0">
                <a:solidFill>
                  <a:srgbClr val="333399"/>
                </a:solidFill>
                <a:latin typeface="Arial" panose="020B0604020202020204" pitchFamily="34" charset="0"/>
                <a:ea typeface="宋体" panose="02010600030101010101" pitchFamily="2" charset="-122"/>
              </a:rPr>
              <a:t>PPP </a:t>
            </a:r>
            <a:r>
              <a:rPr lang="zh-CN" altLang="en-US" sz="1800" dirty="0">
                <a:solidFill>
                  <a:srgbClr val="333399"/>
                </a:solidFill>
                <a:latin typeface="Arial" panose="020B0604020202020204" pitchFamily="34" charset="0"/>
                <a:ea typeface="宋体" panose="02010600030101010101" pitchFamily="2" charset="-122"/>
              </a:rPr>
              <a:t>链路控制数据。</a:t>
            </a:r>
          </a:p>
          <a:p>
            <a:pPr lvl="1" eaLnBrk="1" hangingPunct="1"/>
            <a:r>
              <a:rPr lang="zh-CN" altLang="en-US" sz="1800" dirty="0">
                <a:solidFill>
                  <a:srgbClr val="333399"/>
                </a:solidFill>
                <a:latin typeface="Arial" panose="020B0604020202020204" pitchFamily="34" charset="0"/>
                <a:ea typeface="宋体" panose="02010600030101010101" pitchFamily="2" charset="-122"/>
              </a:rPr>
              <a:t>若为 </a:t>
            </a:r>
            <a:r>
              <a:rPr lang="en-US" altLang="zh-CN" sz="1800" dirty="0">
                <a:solidFill>
                  <a:srgbClr val="333399"/>
                </a:solidFill>
                <a:latin typeface="Arial" panose="020B0604020202020204" pitchFamily="34" charset="0"/>
                <a:ea typeface="宋体" panose="02010600030101010101" pitchFamily="2" charset="-122"/>
              </a:rPr>
              <a:t>0x8021</a:t>
            </a:r>
            <a:r>
              <a:rPr lang="zh-CN" altLang="en-US" sz="1800" dirty="0">
                <a:solidFill>
                  <a:srgbClr val="333399"/>
                </a:solidFill>
                <a:latin typeface="Arial" panose="020B0604020202020204" pitchFamily="34" charset="0"/>
                <a:ea typeface="宋体" panose="02010600030101010101" pitchFamily="2" charset="-122"/>
              </a:rPr>
              <a:t>，则表示这是网络控制数据。</a:t>
            </a:r>
            <a:r>
              <a:rPr lang="zh-CN" altLang="en-US" sz="1800" dirty="0">
                <a:ea typeface="宋体" panose="02010600030101010101" pitchFamily="2" charset="-122"/>
              </a:rPr>
              <a:t>  </a:t>
            </a:r>
          </a:p>
        </p:txBody>
      </p:sp>
      <p:sp>
        <p:nvSpPr>
          <p:cNvPr id="194564" name="Rectangle 4">
            <a:extLst>
              <a:ext uri="{FF2B5EF4-FFF2-40B4-BE49-F238E27FC236}">
                <a16:creationId xmlns:a16="http://schemas.microsoft.com/office/drawing/2014/main" id="{75192A67-3939-4748-9306-39ADEBD85B82}"/>
              </a:ext>
            </a:extLst>
          </p:cNvPr>
          <p:cNvSpPr>
            <a:spLocks noChangeArrowheads="1"/>
          </p:cNvSpPr>
          <p:nvPr/>
        </p:nvSpPr>
        <p:spPr bwMode="auto">
          <a:xfrm>
            <a:off x="4067176" y="1446610"/>
            <a:ext cx="2174081" cy="348853"/>
          </a:xfrm>
          <a:prstGeom prst="rect">
            <a:avLst/>
          </a:prstGeom>
          <a:solidFill>
            <a:srgbClr val="FFCCFF"/>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500">
                <a:solidFill>
                  <a:srgbClr val="333399"/>
                </a:solidFill>
                <a:latin typeface="Arial" panose="020B0604020202020204" pitchFamily="34" charset="0"/>
              </a:rPr>
              <a:t>IP </a:t>
            </a:r>
            <a:r>
              <a:rPr kumimoji="1" lang="zh-CN" altLang="en-US" sz="1500">
                <a:solidFill>
                  <a:srgbClr val="333399"/>
                </a:solidFill>
                <a:latin typeface="Arial" panose="020B0604020202020204" pitchFamily="34" charset="0"/>
              </a:rPr>
              <a:t>数据报</a:t>
            </a:r>
          </a:p>
        </p:txBody>
      </p:sp>
      <p:sp>
        <p:nvSpPr>
          <p:cNvPr id="109572" name="Text Box 9">
            <a:extLst>
              <a:ext uri="{FF2B5EF4-FFF2-40B4-BE49-F238E27FC236}">
                <a16:creationId xmlns:a16="http://schemas.microsoft.com/office/drawing/2014/main" id="{CA5DED69-5341-E94D-AC6B-7DA6E66D2F29}"/>
              </a:ext>
            </a:extLst>
          </p:cNvPr>
          <p:cNvSpPr txBox="1">
            <a:spLocks noChangeArrowheads="1"/>
          </p:cNvSpPr>
          <p:nvPr/>
        </p:nvSpPr>
        <p:spPr bwMode="auto">
          <a:xfrm>
            <a:off x="2096691" y="25229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109573" name="Text Box 10">
            <a:extLst>
              <a:ext uri="{FF2B5EF4-FFF2-40B4-BE49-F238E27FC236}">
                <a16:creationId xmlns:a16="http://schemas.microsoft.com/office/drawing/2014/main" id="{B84077D6-EF47-914A-B2E2-115EF08E7688}"/>
              </a:ext>
            </a:extLst>
          </p:cNvPr>
          <p:cNvSpPr txBox="1">
            <a:spLocks noChangeArrowheads="1"/>
          </p:cNvSpPr>
          <p:nvPr/>
        </p:nvSpPr>
        <p:spPr bwMode="auto">
          <a:xfrm>
            <a:off x="3592116" y="25229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109574" name="Text Box 11">
            <a:extLst>
              <a:ext uri="{FF2B5EF4-FFF2-40B4-BE49-F238E27FC236}">
                <a16:creationId xmlns:a16="http://schemas.microsoft.com/office/drawing/2014/main" id="{DC00A40C-4CAE-CF4D-8FC1-E13B52CEFC92}"/>
              </a:ext>
            </a:extLst>
          </p:cNvPr>
          <p:cNvSpPr txBox="1">
            <a:spLocks noChangeArrowheads="1"/>
          </p:cNvSpPr>
          <p:nvPr/>
        </p:nvSpPr>
        <p:spPr bwMode="auto">
          <a:xfrm>
            <a:off x="2505075" y="25229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109575" name="Text Box 12">
            <a:extLst>
              <a:ext uri="{FF2B5EF4-FFF2-40B4-BE49-F238E27FC236}">
                <a16:creationId xmlns:a16="http://schemas.microsoft.com/office/drawing/2014/main" id="{C145214E-BC58-FE4A-BF4A-7F25E7380B35}"/>
              </a:ext>
            </a:extLst>
          </p:cNvPr>
          <p:cNvSpPr txBox="1">
            <a:spLocks noChangeArrowheads="1"/>
          </p:cNvSpPr>
          <p:nvPr/>
        </p:nvSpPr>
        <p:spPr bwMode="auto">
          <a:xfrm>
            <a:off x="7191375" y="25229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109576" name="Text Box 13">
            <a:extLst>
              <a:ext uri="{FF2B5EF4-FFF2-40B4-BE49-F238E27FC236}">
                <a16:creationId xmlns:a16="http://schemas.microsoft.com/office/drawing/2014/main" id="{0AFFC778-6E16-4840-A0CB-B96B8C8AA24A}"/>
              </a:ext>
            </a:extLst>
          </p:cNvPr>
          <p:cNvSpPr txBox="1">
            <a:spLocks noChangeArrowheads="1"/>
          </p:cNvSpPr>
          <p:nvPr/>
        </p:nvSpPr>
        <p:spPr bwMode="auto">
          <a:xfrm>
            <a:off x="1485901" y="2522935"/>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字节</a:t>
            </a:r>
          </a:p>
        </p:txBody>
      </p:sp>
      <p:sp>
        <p:nvSpPr>
          <p:cNvPr id="109577" name="Text Box 18">
            <a:extLst>
              <a:ext uri="{FF2B5EF4-FFF2-40B4-BE49-F238E27FC236}">
                <a16:creationId xmlns:a16="http://schemas.microsoft.com/office/drawing/2014/main" id="{31E02FBD-5674-724E-B6E6-F37364AF95E5}"/>
              </a:ext>
            </a:extLst>
          </p:cNvPr>
          <p:cNvSpPr txBox="1">
            <a:spLocks noChangeArrowheads="1"/>
          </p:cNvSpPr>
          <p:nvPr/>
        </p:nvSpPr>
        <p:spPr bwMode="auto">
          <a:xfrm>
            <a:off x="2912269" y="25229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109578" name="Text Box 23">
            <a:extLst>
              <a:ext uri="{FF2B5EF4-FFF2-40B4-BE49-F238E27FC236}">
                <a16:creationId xmlns:a16="http://schemas.microsoft.com/office/drawing/2014/main" id="{E8FAF977-30C9-9942-B3D0-289BDEFC2852}"/>
              </a:ext>
            </a:extLst>
          </p:cNvPr>
          <p:cNvSpPr txBox="1">
            <a:spLocks noChangeArrowheads="1"/>
          </p:cNvSpPr>
          <p:nvPr/>
        </p:nvSpPr>
        <p:spPr bwMode="auto">
          <a:xfrm>
            <a:off x="6512719" y="25229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109579" name="Line 26">
            <a:extLst>
              <a:ext uri="{FF2B5EF4-FFF2-40B4-BE49-F238E27FC236}">
                <a16:creationId xmlns:a16="http://schemas.microsoft.com/office/drawing/2014/main" id="{EDD04EF4-7222-5445-A915-2805081ACB55}"/>
              </a:ext>
            </a:extLst>
          </p:cNvPr>
          <p:cNvSpPr>
            <a:spLocks noChangeShapeType="1"/>
          </p:cNvSpPr>
          <p:nvPr/>
        </p:nvSpPr>
        <p:spPr bwMode="auto">
          <a:xfrm>
            <a:off x="4067176" y="1437085"/>
            <a:ext cx="13097" cy="69294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580" name="Line 27">
            <a:extLst>
              <a:ext uri="{FF2B5EF4-FFF2-40B4-BE49-F238E27FC236}">
                <a16:creationId xmlns:a16="http://schemas.microsoft.com/office/drawing/2014/main" id="{5C5C69C4-FB4B-6E42-88D9-BC7AD0B43BF6}"/>
              </a:ext>
            </a:extLst>
          </p:cNvPr>
          <p:cNvSpPr>
            <a:spLocks noChangeShapeType="1"/>
          </p:cNvSpPr>
          <p:nvPr/>
        </p:nvSpPr>
        <p:spPr bwMode="auto">
          <a:xfrm>
            <a:off x="6241256" y="1437085"/>
            <a:ext cx="0" cy="66675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581" name="Text Box 31">
            <a:extLst>
              <a:ext uri="{FF2B5EF4-FFF2-40B4-BE49-F238E27FC236}">
                <a16:creationId xmlns:a16="http://schemas.microsoft.com/office/drawing/2014/main" id="{713249D2-BFE8-544D-9A3E-734FED6DC558}"/>
              </a:ext>
            </a:extLst>
          </p:cNvPr>
          <p:cNvSpPr txBox="1">
            <a:spLocks noChangeArrowheads="1"/>
          </p:cNvSpPr>
          <p:nvPr/>
        </p:nvSpPr>
        <p:spPr bwMode="auto">
          <a:xfrm>
            <a:off x="4338638" y="2522935"/>
            <a:ext cx="168187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不超过 </a:t>
            </a:r>
            <a:r>
              <a:rPr kumimoji="1" lang="en-US" altLang="zh-CN" sz="1500">
                <a:latin typeface="Arial" panose="020B0604020202020204" pitchFamily="34" charset="0"/>
                <a:ea typeface="宋体" panose="02010600030101010101" pitchFamily="2" charset="-122"/>
              </a:rPr>
              <a:t>1500 </a:t>
            </a:r>
            <a:r>
              <a:rPr kumimoji="1" lang="zh-CN" altLang="en-US" sz="1500">
                <a:latin typeface="Arial" panose="020B0604020202020204" pitchFamily="34" charset="0"/>
                <a:ea typeface="宋体" panose="02010600030101010101" pitchFamily="2" charset="-122"/>
              </a:rPr>
              <a:t>字节</a:t>
            </a:r>
          </a:p>
        </p:txBody>
      </p:sp>
      <p:sp>
        <p:nvSpPr>
          <p:cNvPr id="109582" name="Line 32">
            <a:extLst>
              <a:ext uri="{FF2B5EF4-FFF2-40B4-BE49-F238E27FC236}">
                <a16:creationId xmlns:a16="http://schemas.microsoft.com/office/drawing/2014/main" id="{5082A7F7-F885-C848-A7CC-338CCC02B18C}"/>
              </a:ext>
            </a:extLst>
          </p:cNvPr>
          <p:cNvSpPr>
            <a:spLocks noChangeShapeType="1"/>
          </p:cNvSpPr>
          <p:nvPr/>
        </p:nvSpPr>
        <p:spPr bwMode="auto">
          <a:xfrm>
            <a:off x="2040731" y="2934891"/>
            <a:ext cx="5501879"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9583" name="Text Box 33">
            <a:extLst>
              <a:ext uri="{FF2B5EF4-FFF2-40B4-BE49-F238E27FC236}">
                <a16:creationId xmlns:a16="http://schemas.microsoft.com/office/drawing/2014/main" id="{6A5F5FC2-2616-354A-944D-ED3776CE2E20}"/>
              </a:ext>
            </a:extLst>
          </p:cNvPr>
          <p:cNvSpPr txBox="1">
            <a:spLocks noChangeArrowheads="1"/>
          </p:cNvSpPr>
          <p:nvPr/>
        </p:nvSpPr>
        <p:spPr bwMode="auto">
          <a:xfrm>
            <a:off x="4310063" y="2768204"/>
            <a:ext cx="811184" cy="3231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PPP </a:t>
            </a:r>
            <a:r>
              <a:rPr kumimoji="1" lang="zh-CN" altLang="en-US" sz="1500">
                <a:latin typeface="Arial" panose="020B0604020202020204" pitchFamily="34" charset="0"/>
                <a:ea typeface="宋体" panose="02010600030101010101" pitchFamily="2" charset="-122"/>
              </a:rPr>
              <a:t>帧</a:t>
            </a:r>
          </a:p>
        </p:txBody>
      </p:sp>
      <p:sp>
        <p:nvSpPr>
          <p:cNvPr id="109584" name="Text Box 39">
            <a:extLst>
              <a:ext uri="{FF2B5EF4-FFF2-40B4-BE49-F238E27FC236}">
                <a16:creationId xmlns:a16="http://schemas.microsoft.com/office/drawing/2014/main" id="{39714834-71E8-AF4E-BC23-300774C881B5}"/>
              </a:ext>
            </a:extLst>
          </p:cNvPr>
          <p:cNvSpPr txBox="1">
            <a:spLocks noChangeArrowheads="1"/>
          </p:cNvSpPr>
          <p:nvPr/>
        </p:nvSpPr>
        <p:spPr bwMode="auto">
          <a:xfrm>
            <a:off x="1331119" y="1633538"/>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先发送</a:t>
            </a:r>
          </a:p>
        </p:txBody>
      </p:sp>
      <p:sp>
        <p:nvSpPr>
          <p:cNvPr id="194565" name="Rectangle 5">
            <a:extLst>
              <a:ext uri="{FF2B5EF4-FFF2-40B4-BE49-F238E27FC236}">
                <a16:creationId xmlns:a16="http://schemas.microsoft.com/office/drawing/2014/main" id="{B0CFF69B-BD25-4149-A2B7-00A04E50BFDC}"/>
              </a:ext>
            </a:extLst>
          </p:cNvPr>
          <p:cNvSpPr>
            <a:spLocks noChangeArrowheads="1"/>
          </p:cNvSpPr>
          <p:nvPr/>
        </p:nvSpPr>
        <p:spPr bwMode="auto">
          <a:xfrm>
            <a:off x="2028825" y="2072879"/>
            <a:ext cx="5501879" cy="425053"/>
          </a:xfrm>
          <a:prstGeom prst="rect">
            <a:avLst/>
          </a:prstGeom>
          <a:solidFill>
            <a:srgbClr val="FFFFCC"/>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500">
              <a:solidFill>
                <a:srgbClr val="333399"/>
              </a:solidFill>
              <a:latin typeface="Arial" panose="020B0604020202020204" pitchFamily="34" charset="0"/>
              <a:ea typeface="黑体" panose="02010609060101010101" pitchFamily="49" charset="-122"/>
              <a:cs typeface="黑体" panose="02010609060101010101" pitchFamily="49" charset="-122"/>
            </a:endParaRPr>
          </a:p>
        </p:txBody>
      </p:sp>
      <p:sp>
        <p:nvSpPr>
          <p:cNvPr id="109586" name="Line 6">
            <a:extLst>
              <a:ext uri="{FF2B5EF4-FFF2-40B4-BE49-F238E27FC236}">
                <a16:creationId xmlns:a16="http://schemas.microsoft.com/office/drawing/2014/main" id="{D39DEAAA-4495-1747-944B-ADA906F808AE}"/>
              </a:ext>
            </a:extLst>
          </p:cNvPr>
          <p:cNvSpPr>
            <a:spLocks noChangeShapeType="1"/>
          </p:cNvSpPr>
          <p:nvPr/>
        </p:nvSpPr>
        <p:spPr bwMode="auto">
          <a:xfrm>
            <a:off x="2437210" y="2072879"/>
            <a:ext cx="0" cy="42505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587" name="Line 7">
            <a:extLst>
              <a:ext uri="{FF2B5EF4-FFF2-40B4-BE49-F238E27FC236}">
                <a16:creationId xmlns:a16="http://schemas.microsoft.com/office/drawing/2014/main" id="{0320152E-AE0B-0A4A-842D-ECDF8B73593E}"/>
              </a:ext>
            </a:extLst>
          </p:cNvPr>
          <p:cNvSpPr>
            <a:spLocks noChangeShapeType="1"/>
          </p:cNvSpPr>
          <p:nvPr/>
        </p:nvSpPr>
        <p:spPr bwMode="auto">
          <a:xfrm>
            <a:off x="7055644" y="2081213"/>
            <a:ext cx="0" cy="41671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588" name="Text Box 8">
            <a:extLst>
              <a:ext uri="{FF2B5EF4-FFF2-40B4-BE49-F238E27FC236}">
                <a16:creationId xmlns:a16="http://schemas.microsoft.com/office/drawing/2014/main" id="{CD5A2CC9-B290-4B47-A3E8-0A1840BE5A5A}"/>
              </a:ext>
            </a:extLst>
          </p:cNvPr>
          <p:cNvSpPr txBox="1">
            <a:spLocks noChangeArrowheads="1"/>
          </p:cNvSpPr>
          <p:nvPr/>
        </p:nvSpPr>
        <p:spPr bwMode="auto">
          <a:xfrm>
            <a:off x="2026444" y="2225279"/>
            <a:ext cx="42030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b="1">
                <a:latin typeface="Arial" panose="020B0604020202020204" pitchFamily="34" charset="0"/>
                <a:ea typeface="宋体" panose="02010600030101010101" pitchFamily="2" charset="-122"/>
              </a:rPr>
              <a:t>7E</a:t>
            </a:r>
          </a:p>
        </p:txBody>
      </p:sp>
      <p:sp>
        <p:nvSpPr>
          <p:cNvPr id="109589" name="Line 14">
            <a:extLst>
              <a:ext uri="{FF2B5EF4-FFF2-40B4-BE49-F238E27FC236}">
                <a16:creationId xmlns:a16="http://schemas.microsoft.com/office/drawing/2014/main" id="{7FFB44E7-70D3-8B42-914C-0064E8DFC280}"/>
              </a:ext>
            </a:extLst>
          </p:cNvPr>
          <p:cNvSpPr>
            <a:spLocks noChangeShapeType="1"/>
          </p:cNvSpPr>
          <p:nvPr/>
        </p:nvSpPr>
        <p:spPr bwMode="auto">
          <a:xfrm>
            <a:off x="2844404" y="2081213"/>
            <a:ext cx="0" cy="41671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590" name="Line 15">
            <a:extLst>
              <a:ext uri="{FF2B5EF4-FFF2-40B4-BE49-F238E27FC236}">
                <a16:creationId xmlns:a16="http://schemas.microsoft.com/office/drawing/2014/main" id="{B6FA5E4A-599B-E445-A8E8-E5D3252FF2D1}"/>
              </a:ext>
            </a:extLst>
          </p:cNvPr>
          <p:cNvSpPr>
            <a:spLocks noChangeShapeType="1"/>
          </p:cNvSpPr>
          <p:nvPr/>
        </p:nvSpPr>
        <p:spPr bwMode="auto">
          <a:xfrm>
            <a:off x="3251597" y="2072879"/>
            <a:ext cx="0" cy="42505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591" name="Text Box 16">
            <a:extLst>
              <a:ext uri="{FF2B5EF4-FFF2-40B4-BE49-F238E27FC236}">
                <a16:creationId xmlns:a16="http://schemas.microsoft.com/office/drawing/2014/main" id="{A7FFEE75-649B-9342-AE9F-459B9FD89779}"/>
              </a:ext>
            </a:extLst>
          </p:cNvPr>
          <p:cNvSpPr txBox="1">
            <a:spLocks noChangeArrowheads="1"/>
          </p:cNvSpPr>
          <p:nvPr/>
        </p:nvSpPr>
        <p:spPr bwMode="auto">
          <a:xfrm>
            <a:off x="2433638" y="2225279"/>
            <a:ext cx="41870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b="1">
                <a:latin typeface="Arial" panose="020B0604020202020204" pitchFamily="34" charset="0"/>
                <a:ea typeface="宋体" panose="02010600030101010101" pitchFamily="2" charset="-122"/>
              </a:rPr>
              <a:t>FF</a:t>
            </a:r>
          </a:p>
        </p:txBody>
      </p:sp>
      <p:sp>
        <p:nvSpPr>
          <p:cNvPr id="109592" name="Text Box 17">
            <a:extLst>
              <a:ext uri="{FF2B5EF4-FFF2-40B4-BE49-F238E27FC236}">
                <a16:creationId xmlns:a16="http://schemas.microsoft.com/office/drawing/2014/main" id="{C96024EE-64E5-6D41-82A1-0E36CD1F87FD}"/>
              </a:ext>
            </a:extLst>
          </p:cNvPr>
          <p:cNvSpPr txBox="1">
            <a:spLocks noChangeArrowheads="1"/>
          </p:cNvSpPr>
          <p:nvPr/>
        </p:nvSpPr>
        <p:spPr bwMode="auto">
          <a:xfrm>
            <a:off x="2836069" y="2225279"/>
            <a:ext cx="3994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b="1">
                <a:latin typeface="Arial" panose="020B0604020202020204" pitchFamily="34" charset="0"/>
                <a:ea typeface="宋体" panose="02010600030101010101" pitchFamily="2" charset="-122"/>
              </a:rPr>
              <a:t>03</a:t>
            </a:r>
          </a:p>
        </p:txBody>
      </p:sp>
      <p:sp>
        <p:nvSpPr>
          <p:cNvPr id="109593" name="Text Box 19">
            <a:extLst>
              <a:ext uri="{FF2B5EF4-FFF2-40B4-BE49-F238E27FC236}">
                <a16:creationId xmlns:a16="http://schemas.microsoft.com/office/drawing/2014/main" id="{16789AB7-FA19-3941-A069-7F807CCB18FB}"/>
              </a:ext>
            </a:extLst>
          </p:cNvPr>
          <p:cNvSpPr txBox="1">
            <a:spLocks noChangeArrowheads="1"/>
          </p:cNvSpPr>
          <p:nvPr/>
        </p:nvSpPr>
        <p:spPr bwMode="auto">
          <a:xfrm>
            <a:off x="2083594" y="2047875"/>
            <a:ext cx="30168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F</a:t>
            </a:r>
          </a:p>
        </p:txBody>
      </p:sp>
      <p:sp>
        <p:nvSpPr>
          <p:cNvPr id="109594" name="Text Box 20">
            <a:extLst>
              <a:ext uri="{FF2B5EF4-FFF2-40B4-BE49-F238E27FC236}">
                <a16:creationId xmlns:a16="http://schemas.microsoft.com/office/drawing/2014/main" id="{C87C58A7-C49B-C84C-9171-26B70ED2A9B7}"/>
              </a:ext>
            </a:extLst>
          </p:cNvPr>
          <p:cNvSpPr txBox="1">
            <a:spLocks noChangeArrowheads="1"/>
          </p:cNvSpPr>
          <p:nvPr/>
        </p:nvSpPr>
        <p:spPr bwMode="auto">
          <a:xfrm>
            <a:off x="2464594" y="2046685"/>
            <a:ext cx="31290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p>
        </p:txBody>
      </p:sp>
      <p:sp>
        <p:nvSpPr>
          <p:cNvPr id="109595" name="Text Box 21">
            <a:extLst>
              <a:ext uri="{FF2B5EF4-FFF2-40B4-BE49-F238E27FC236}">
                <a16:creationId xmlns:a16="http://schemas.microsoft.com/office/drawing/2014/main" id="{6F45D852-EC30-5B46-BE13-5017526C043D}"/>
              </a:ext>
            </a:extLst>
          </p:cNvPr>
          <p:cNvSpPr txBox="1">
            <a:spLocks noChangeArrowheads="1"/>
          </p:cNvSpPr>
          <p:nvPr/>
        </p:nvSpPr>
        <p:spPr bwMode="auto">
          <a:xfrm>
            <a:off x="2846785" y="2047875"/>
            <a:ext cx="3241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C</a:t>
            </a:r>
          </a:p>
        </p:txBody>
      </p:sp>
      <p:sp>
        <p:nvSpPr>
          <p:cNvPr id="109596" name="Text Box 22">
            <a:extLst>
              <a:ext uri="{FF2B5EF4-FFF2-40B4-BE49-F238E27FC236}">
                <a16:creationId xmlns:a16="http://schemas.microsoft.com/office/drawing/2014/main" id="{4BAD04C3-5AE6-E348-A08E-F2A1D0DECF83}"/>
              </a:ext>
            </a:extLst>
          </p:cNvPr>
          <p:cNvSpPr txBox="1">
            <a:spLocks noChangeArrowheads="1"/>
          </p:cNvSpPr>
          <p:nvPr/>
        </p:nvSpPr>
        <p:spPr bwMode="auto">
          <a:xfrm>
            <a:off x="6391276" y="2121694"/>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FCS</a:t>
            </a:r>
          </a:p>
        </p:txBody>
      </p:sp>
      <p:sp>
        <p:nvSpPr>
          <p:cNvPr id="109597" name="Text Box 24">
            <a:extLst>
              <a:ext uri="{FF2B5EF4-FFF2-40B4-BE49-F238E27FC236}">
                <a16:creationId xmlns:a16="http://schemas.microsoft.com/office/drawing/2014/main" id="{749061B1-BFB1-004E-9CFA-52AFBE7629B5}"/>
              </a:ext>
            </a:extLst>
          </p:cNvPr>
          <p:cNvSpPr txBox="1">
            <a:spLocks noChangeArrowheads="1"/>
          </p:cNvSpPr>
          <p:nvPr/>
        </p:nvSpPr>
        <p:spPr bwMode="auto">
          <a:xfrm>
            <a:off x="7143750" y="2063354"/>
            <a:ext cx="30168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F</a:t>
            </a:r>
          </a:p>
        </p:txBody>
      </p:sp>
      <p:sp>
        <p:nvSpPr>
          <p:cNvPr id="109598" name="Text Box 25">
            <a:extLst>
              <a:ext uri="{FF2B5EF4-FFF2-40B4-BE49-F238E27FC236}">
                <a16:creationId xmlns:a16="http://schemas.microsoft.com/office/drawing/2014/main" id="{589C4EC1-9801-C442-A07A-3D9BA2BB9B5F}"/>
              </a:ext>
            </a:extLst>
          </p:cNvPr>
          <p:cNvSpPr txBox="1">
            <a:spLocks noChangeArrowheads="1"/>
          </p:cNvSpPr>
          <p:nvPr/>
        </p:nvSpPr>
        <p:spPr bwMode="auto">
          <a:xfrm>
            <a:off x="7098506" y="2225279"/>
            <a:ext cx="42030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b="1">
                <a:latin typeface="Arial" panose="020B0604020202020204" pitchFamily="34" charset="0"/>
                <a:ea typeface="宋体" panose="02010600030101010101" pitchFamily="2" charset="-122"/>
              </a:rPr>
              <a:t>7E</a:t>
            </a:r>
          </a:p>
        </p:txBody>
      </p:sp>
      <p:sp>
        <p:nvSpPr>
          <p:cNvPr id="109599" name="Rectangle 28">
            <a:extLst>
              <a:ext uri="{FF2B5EF4-FFF2-40B4-BE49-F238E27FC236}">
                <a16:creationId xmlns:a16="http://schemas.microsoft.com/office/drawing/2014/main" id="{E2E81B1A-928B-E04A-83FE-4BC5A41CFEBC}"/>
              </a:ext>
            </a:extLst>
          </p:cNvPr>
          <p:cNvSpPr>
            <a:spLocks noChangeArrowheads="1"/>
          </p:cNvSpPr>
          <p:nvPr/>
        </p:nvSpPr>
        <p:spPr bwMode="auto">
          <a:xfrm>
            <a:off x="4067176" y="2093119"/>
            <a:ext cx="2174081" cy="38933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09600" name="Text Box 29">
            <a:extLst>
              <a:ext uri="{FF2B5EF4-FFF2-40B4-BE49-F238E27FC236}">
                <a16:creationId xmlns:a16="http://schemas.microsoft.com/office/drawing/2014/main" id="{11C08D32-32B4-C249-BAEE-15928B4BF9EE}"/>
              </a:ext>
            </a:extLst>
          </p:cNvPr>
          <p:cNvSpPr txBox="1">
            <a:spLocks noChangeArrowheads="1"/>
          </p:cNvSpPr>
          <p:nvPr/>
        </p:nvSpPr>
        <p:spPr bwMode="auto">
          <a:xfrm>
            <a:off x="3362326" y="2109788"/>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协议</a:t>
            </a:r>
          </a:p>
        </p:txBody>
      </p:sp>
      <p:sp>
        <p:nvSpPr>
          <p:cNvPr id="109601" name="Text Box 30">
            <a:extLst>
              <a:ext uri="{FF2B5EF4-FFF2-40B4-BE49-F238E27FC236}">
                <a16:creationId xmlns:a16="http://schemas.microsoft.com/office/drawing/2014/main" id="{88C9D9D3-A1D9-B745-AF67-D0EA0880298C}"/>
              </a:ext>
            </a:extLst>
          </p:cNvPr>
          <p:cNvSpPr txBox="1">
            <a:spLocks noChangeArrowheads="1"/>
          </p:cNvSpPr>
          <p:nvPr/>
        </p:nvSpPr>
        <p:spPr bwMode="auto">
          <a:xfrm>
            <a:off x="4338638" y="2127648"/>
            <a:ext cx="158889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信    息    部    分</a:t>
            </a:r>
          </a:p>
        </p:txBody>
      </p:sp>
      <p:sp>
        <p:nvSpPr>
          <p:cNvPr id="109602" name="AutoShape 34">
            <a:extLst>
              <a:ext uri="{FF2B5EF4-FFF2-40B4-BE49-F238E27FC236}">
                <a16:creationId xmlns:a16="http://schemas.microsoft.com/office/drawing/2014/main" id="{5164C844-6686-754F-B02A-5EA2FA423DAF}"/>
              </a:ext>
            </a:extLst>
          </p:cNvPr>
          <p:cNvSpPr>
            <a:spLocks/>
          </p:cNvSpPr>
          <p:nvPr/>
        </p:nvSpPr>
        <p:spPr bwMode="auto">
          <a:xfrm rot="5400000">
            <a:off x="2981920" y="987624"/>
            <a:ext cx="132160" cy="2038350"/>
          </a:xfrm>
          <a:prstGeom prst="leftBrace">
            <a:avLst>
              <a:gd name="adj1" fmla="val 128528"/>
              <a:gd name="adj2" fmla="val 50069"/>
            </a:avLst>
          </a:pr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09603" name="AutoShape 35">
            <a:extLst>
              <a:ext uri="{FF2B5EF4-FFF2-40B4-BE49-F238E27FC236}">
                <a16:creationId xmlns:a16="http://schemas.microsoft.com/office/drawing/2014/main" id="{9F879323-3AE3-8D47-9D44-C2B1C757132E}"/>
              </a:ext>
            </a:extLst>
          </p:cNvPr>
          <p:cNvSpPr>
            <a:spLocks/>
          </p:cNvSpPr>
          <p:nvPr/>
        </p:nvSpPr>
        <p:spPr bwMode="auto">
          <a:xfrm rot="5400000">
            <a:off x="6825258" y="1367434"/>
            <a:ext cx="121444" cy="1289447"/>
          </a:xfrm>
          <a:prstGeom prst="leftBrace">
            <a:avLst>
              <a:gd name="adj1" fmla="val 8848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09604" name="Text Box 36">
            <a:extLst>
              <a:ext uri="{FF2B5EF4-FFF2-40B4-BE49-F238E27FC236}">
                <a16:creationId xmlns:a16="http://schemas.microsoft.com/office/drawing/2014/main" id="{25DDA6EB-D059-0046-9A28-07726B670DC3}"/>
              </a:ext>
            </a:extLst>
          </p:cNvPr>
          <p:cNvSpPr txBox="1">
            <a:spLocks noChangeArrowheads="1"/>
          </p:cNvSpPr>
          <p:nvPr/>
        </p:nvSpPr>
        <p:spPr bwMode="auto">
          <a:xfrm>
            <a:off x="2776538" y="1694260"/>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首部</a:t>
            </a:r>
          </a:p>
        </p:txBody>
      </p:sp>
      <p:sp>
        <p:nvSpPr>
          <p:cNvPr id="109605" name="Text Box 37">
            <a:extLst>
              <a:ext uri="{FF2B5EF4-FFF2-40B4-BE49-F238E27FC236}">
                <a16:creationId xmlns:a16="http://schemas.microsoft.com/office/drawing/2014/main" id="{A4BD6FA0-20B3-5147-97A4-B192A152FA26}"/>
              </a:ext>
            </a:extLst>
          </p:cNvPr>
          <p:cNvSpPr txBox="1">
            <a:spLocks noChangeArrowheads="1"/>
          </p:cNvSpPr>
          <p:nvPr/>
        </p:nvSpPr>
        <p:spPr bwMode="auto">
          <a:xfrm>
            <a:off x="6619876" y="1694260"/>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尾部</a:t>
            </a:r>
          </a:p>
        </p:txBody>
      </p:sp>
      <p:sp>
        <p:nvSpPr>
          <p:cNvPr id="109606" name="Line 38">
            <a:extLst>
              <a:ext uri="{FF2B5EF4-FFF2-40B4-BE49-F238E27FC236}">
                <a16:creationId xmlns:a16="http://schemas.microsoft.com/office/drawing/2014/main" id="{8A1A169C-135D-BC43-85B4-D4A4F6F3C3D8}"/>
              </a:ext>
            </a:extLst>
          </p:cNvPr>
          <p:cNvSpPr>
            <a:spLocks noChangeShapeType="1"/>
          </p:cNvSpPr>
          <p:nvPr/>
        </p:nvSpPr>
        <p:spPr bwMode="auto">
          <a:xfrm>
            <a:off x="2028825" y="1646635"/>
            <a:ext cx="0" cy="364331"/>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9607" name="Line 40">
            <a:extLst>
              <a:ext uri="{FF2B5EF4-FFF2-40B4-BE49-F238E27FC236}">
                <a16:creationId xmlns:a16="http://schemas.microsoft.com/office/drawing/2014/main" id="{92A0D140-1EC9-E04E-86DC-694263CD1FF0}"/>
              </a:ext>
            </a:extLst>
          </p:cNvPr>
          <p:cNvSpPr>
            <a:spLocks noChangeShapeType="1"/>
          </p:cNvSpPr>
          <p:nvPr/>
        </p:nvSpPr>
        <p:spPr bwMode="auto">
          <a:xfrm>
            <a:off x="6241256" y="2051447"/>
            <a:ext cx="0" cy="4464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608" name="Line 41">
            <a:extLst>
              <a:ext uri="{FF2B5EF4-FFF2-40B4-BE49-F238E27FC236}">
                <a16:creationId xmlns:a16="http://schemas.microsoft.com/office/drawing/2014/main" id="{F71F4AF6-59B1-2A43-9148-525AA196DCA5}"/>
              </a:ext>
            </a:extLst>
          </p:cNvPr>
          <p:cNvSpPr>
            <a:spLocks noChangeShapeType="1"/>
          </p:cNvSpPr>
          <p:nvPr/>
        </p:nvSpPr>
        <p:spPr bwMode="auto">
          <a:xfrm>
            <a:off x="4067175" y="2081213"/>
            <a:ext cx="0" cy="41671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609" name="AutoShape 42">
            <a:extLst>
              <a:ext uri="{FF2B5EF4-FFF2-40B4-BE49-F238E27FC236}">
                <a16:creationId xmlns:a16="http://schemas.microsoft.com/office/drawing/2014/main" id="{8C3689C3-732C-E443-A60A-CC37FB2A94A5}"/>
              </a:ext>
            </a:extLst>
          </p:cNvPr>
          <p:cNvSpPr>
            <a:spLocks noChangeArrowheads="1"/>
          </p:cNvSpPr>
          <p:nvPr/>
        </p:nvSpPr>
        <p:spPr bwMode="auto">
          <a:xfrm>
            <a:off x="5018485" y="1749029"/>
            <a:ext cx="203597" cy="425053"/>
          </a:xfrm>
          <a:prstGeom prst="downArrow">
            <a:avLst>
              <a:gd name="adj1" fmla="val 50000"/>
              <a:gd name="adj2" fmla="val 78290"/>
            </a:avLst>
          </a:prstGeom>
          <a:solidFill>
            <a:schemeClr val="accent1"/>
          </a:solidFill>
          <a:ln w="1905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09610" name="幻灯片编号占位符 1">
            <a:extLst>
              <a:ext uri="{FF2B5EF4-FFF2-40B4-BE49-F238E27FC236}">
                <a16:creationId xmlns:a16="http://schemas.microsoft.com/office/drawing/2014/main" id="{42FEF3F1-CB01-4A47-829E-1FBF9734176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E3DE52F-BBD2-6E48-AC86-93B33335A10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7041891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563">
                                            <p:bg/>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456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563">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456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456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63" grpId="0" build="p"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2">
            <a:extLst>
              <a:ext uri="{FF2B5EF4-FFF2-40B4-BE49-F238E27FC236}">
                <a16:creationId xmlns:a16="http://schemas.microsoft.com/office/drawing/2014/main" id="{D1F79C22-3534-9949-B037-1CED7A7575D0}"/>
              </a:ext>
            </a:extLst>
          </p:cNvPr>
          <p:cNvSpPr>
            <a:spLocks noGrp="1" noChangeArrowheads="1"/>
          </p:cNvSpPr>
          <p:nvPr>
            <p:ph type="title"/>
          </p:nvPr>
        </p:nvSpPr>
        <p:spPr>
          <a:xfrm>
            <a:off x="171450" y="195263"/>
            <a:ext cx="7514035" cy="673417"/>
          </a:xfrm>
        </p:spPr>
        <p:txBody>
          <a:bodyPr/>
          <a:lstStyle/>
          <a:p>
            <a:pPr eaLnBrk="1" hangingPunct="1"/>
            <a:r>
              <a:rPr lang="zh-CN" altLang="en-US" sz="3600" dirty="0">
                <a:ea typeface="宋体" panose="02010600030101010101" pitchFamily="2" charset="-122"/>
              </a:rPr>
              <a:t>透明传输问题 </a:t>
            </a:r>
          </a:p>
        </p:txBody>
      </p:sp>
      <p:sp>
        <p:nvSpPr>
          <p:cNvPr id="196611" name="Rectangle 3">
            <a:extLst>
              <a:ext uri="{FF2B5EF4-FFF2-40B4-BE49-F238E27FC236}">
                <a16:creationId xmlns:a16="http://schemas.microsoft.com/office/drawing/2014/main" id="{51A786AF-210C-944F-9AA2-68BF477E015D}"/>
              </a:ext>
            </a:extLst>
          </p:cNvPr>
          <p:cNvSpPr>
            <a:spLocks noGrp="1" noChangeArrowheads="1"/>
          </p:cNvSpPr>
          <p:nvPr>
            <p:ph type="body" idx="1"/>
          </p:nvPr>
        </p:nvSpPr>
        <p:spPr>
          <a:xfrm>
            <a:off x="186928" y="1085850"/>
            <a:ext cx="8808482" cy="3807619"/>
          </a:xfrm>
        </p:spPr>
        <p:txBody>
          <a:bodyPr/>
          <a:lstStyle/>
          <a:p>
            <a:pPr eaLnBrk="1" hangingPunct="1"/>
            <a:r>
              <a:rPr lang="zh-CN" altLang="en-US" dirty="0">
                <a:latin typeface="Times New Roman" panose="02020603050405020304" pitchFamily="18" charset="0"/>
                <a:ea typeface="宋体" panose="02010600030101010101" pitchFamily="2" charset="-122"/>
              </a:rPr>
              <a:t>当 </a:t>
            </a:r>
            <a:r>
              <a:rPr lang="en-US" altLang="zh-CN" dirty="0">
                <a:latin typeface="Times New Roman" panose="02020603050405020304" pitchFamily="18" charset="0"/>
                <a:ea typeface="宋体" panose="02010600030101010101" pitchFamily="2" charset="-122"/>
              </a:rPr>
              <a:t>PPP </a:t>
            </a:r>
            <a:r>
              <a:rPr lang="zh-CN" altLang="en-US" dirty="0">
                <a:latin typeface="Times New Roman" panose="02020603050405020304" pitchFamily="18" charset="0"/>
                <a:ea typeface="宋体" panose="02010600030101010101" pitchFamily="2" charset="-122"/>
              </a:rPr>
              <a:t>用在同步传输链路时，协议规定采用硬件来完成比特填充（和 </a:t>
            </a:r>
            <a:r>
              <a:rPr lang="en-US" altLang="zh-CN" dirty="0">
                <a:latin typeface="Times New Roman" panose="02020603050405020304" pitchFamily="18" charset="0"/>
                <a:ea typeface="宋体" panose="02010600030101010101" pitchFamily="2" charset="-122"/>
              </a:rPr>
              <a:t>HDLC </a:t>
            </a:r>
            <a:r>
              <a:rPr lang="zh-CN" altLang="en-US" dirty="0">
                <a:latin typeface="Times New Roman" panose="02020603050405020304" pitchFamily="18" charset="0"/>
                <a:ea typeface="宋体" panose="02010600030101010101" pitchFamily="2" charset="-122"/>
              </a:rPr>
              <a:t>的做法一样）。 </a:t>
            </a:r>
            <a:endParaRPr lang="zh-CN" altLang="en-US" sz="2700" dirty="0">
              <a:ea typeface="宋体" panose="02010600030101010101" pitchFamily="2" charset="-122"/>
            </a:endParaRPr>
          </a:p>
          <a:p>
            <a:pPr eaLnBrk="1" hangingPunct="1"/>
            <a:r>
              <a:rPr lang="zh-CN" altLang="en-US" dirty="0">
                <a:latin typeface="Times New Roman" panose="02020603050405020304" pitchFamily="18" charset="0"/>
                <a:ea typeface="宋体" panose="02010600030101010101" pitchFamily="2" charset="-122"/>
              </a:rPr>
              <a:t>当 </a:t>
            </a:r>
            <a:r>
              <a:rPr lang="en-US" altLang="zh-CN" dirty="0">
                <a:latin typeface="Times New Roman" panose="02020603050405020304" pitchFamily="18" charset="0"/>
                <a:ea typeface="宋体" panose="02010600030101010101" pitchFamily="2" charset="-122"/>
              </a:rPr>
              <a:t>PPP </a:t>
            </a:r>
            <a:r>
              <a:rPr lang="zh-CN" altLang="en-US" dirty="0">
                <a:latin typeface="Times New Roman" panose="02020603050405020304" pitchFamily="18" charset="0"/>
                <a:ea typeface="宋体" panose="02010600030101010101" pitchFamily="2" charset="-122"/>
              </a:rPr>
              <a:t>用在异步传输时，就使用一种特殊的</a:t>
            </a:r>
            <a:r>
              <a:rPr lang="zh-CN" altLang="en-US" dirty="0">
                <a:solidFill>
                  <a:schemeClr val="hlink"/>
                </a:solidFill>
                <a:latin typeface="Times New Roman" panose="02020603050405020304" pitchFamily="18" charset="0"/>
                <a:ea typeface="宋体" panose="02010600030101010101" pitchFamily="2" charset="-122"/>
              </a:rPr>
              <a:t>字符填充法</a:t>
            </a:r>
            <a:r>
              <a:rPr lang="zh-CN" altLang="en-US" dirty="0">
                <a:latin typeface="Times New Roman" panose="02020603050405020304" pitchFamily="18" charset="0"/>
                <a:ea typeface="宋体" panose="02010600030101010101" pitchFamily="2" charset="-122"/>
              </a:rPr>
              <a:t>。 </a:t>
            </a:r>
          </a:p>
        </p:txBody>
      </p:sp>
      <p:sp>
        <p:nvSpPr>
          <p:cNvPr id="111619" name="幻灯片编号占位符 1">
            <a:extLst>
              <a:ext uri="{FF2B5EF4-FFF2-40B4-BE49-F238E27FC236}">
                <a16:creationId xmlns:a16="http://schemas.microsoft.com/office/drawing/2014/main" id="{A3B95549-67BB-F445-B10C-18792F1E244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B6268D2-E006-E44E-A1F8-D6E2D1D8066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92937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66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1"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2">
            <a:extLst>
              <a:ext uri="{FF2B5EF4-FFF2-40B4-BE49-F238E27FC236}">
                <a16:creationId xmlns:a16="http://schemas.microsoft.com/office/drawing/2014/main" id="{C08B2528-4FD4-1443-A738-F0361EA72D3E}"/>
              </a:ext>
            </a:extLst>
          </p:cNvPr>
          <p:cNvSpPr>
            <a:spLocks noGrp="1" noChangeArrowheads="1"/>
          </p:cNvSpPr>
          <p:nvPr>
            <p:ph type="title"/>
          </p:nvPr>
        </p:nvSpPr>
        <p:spPr>
          <a:xfrm>
            <a:off x="171450" y="250032"/>
            <a:ext cx="7397354" cy="735806"/>
          </a:xfrm>
        </p:spPr>
        <p:txBody>
          <a:bodyPr/>
          <a:lstStyle/>
          <a:p>
            <a:pPr eaLnBrk="1" hangingPunct="1"/>
            <a:r>
              <a:rPr lang="zh-CN" altLang="en-US" dirty="0">
                <a:latin typeface="Times New Roman" panose="02020603050405020304" pitchFamily="18" charset="0"/>
                <a:ea typeface="宋体" panose="02010600030101010101" pitchFamily="2" charset="-122"/>
              </a:rPr>
              <a:t>字符填充 </a:t>
            </a:r>
          </a:p>
        </p:txBody>
      </p:sp>
      <p:sp>
        <p:nvSpPr>
          <p:cNvPr id="197635" name="Rectangle 3">
            <a:extLst>
              <a:ext uri="{FF2B5EF4-FFF2-40B4-BE49-F238E27FC236}">
                <a16:creationId xmlns:a16="http://schemas.microsoft.com/office/drawing/2014/main" id="{938CDEE3-57E2-B246-A6B3-84F6CF8727CB}"/>
              </a:ext>
            </a:extLst>
          </p:cNvPr>
          <p:cNvSpPr>
            <a:spLocks noGrp="1" noChangeArrowheads="1"/>
          </p:cNvSpPr>
          <p:nvPr>
            <p:ph type="body" idx="1"/>
          </p:nvPr>
        </p:nvSpPr>
        <p:spPr>
          <a:xfrm>
            <a:off x="171450" y="1097280"/>
            <a:ext cx="8698230" cy="3796189"/>
          </a:xfrm>
        </p:spPr>
        <p:txBody>
          <a:bodyPr/>
          <a:lstStyle/>
          <a:p>
            <a:pPr eaLnBrk="1" hangingPunct="1"/>
            <a:r>
              <a:rPr lang="zh-CN" altLang="en-US" dirty="0">
                <a:latin typeface="Times New Roman" panose="02020603050405020304" pitchFamily="18" charset="0"/>
                <a:ea typeface="宋体" panose="02010600030101010101" pitchFamily="2" charset="-122"/>
              </a:rPr>
              <a:t>将信息字段中出现的每一个 </a:t>
            </a:r>
            <a:r>
              <a:rPr lang="en-US" altLang="zh-CN" dirty="0">
                <a:latin typeface="Times New Roman" panose="02020603050405020304" pitchFamily="18" charset="0"/>
                <a:ea typeface="宋体" panose="02010600030101010101" pitchFamily="2" charset="-122"/>
              </a:rPr>
              <a:t>0x7E </a:t>
            </a:r>
            <a:r>
              <a:rPr lang="zh-CN" altLang="en-US" dirty="0">
                <a:latin typeface="Times New Roman" panose="02020603050405020304" pitchFamily="18" charset="0"/>
                <a:ea typeface="宋体" panose="02010600030101010101" pitchFamily="2" charset="-122"/>
              </a:rPr>
              <a:t>字节转变成为 </a:t>
            </a: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字节序列</a:t>
            </a:r>
            <a:r>
              <a:rPr lang="en-US" altLang="zh-CN" dirty="0">
                <a:latin typeface="Times New Roman" panose="02020603050405020304" pitchFamily="18" charset="0"/>
                <a:ea typeface="宋体" panose="02010600030101010101" pitchFamily="2" charset="-122"/>
              </a:rPr>
              <a:t>(0x7D, 0x5E)</a:t>
            </a:r>
            <a:r>
              <a:rPr lang="zh-CN" altLang="en-US" dirty="0">
                <a:latin typeface="Times New Roman" panose="02020603050405020304" pitchFamily="18" charset="0"/>
                <a:ea typeface="宋体" panose="02010600030101010101" pitchFamily="2" charset="-122"/>
              </a:rPr>
              <a:t>。 </a:t>
            </a:r>
            <a:endParaRPr lang="zh-CN" altLang="en-US" sz="2700" dirty="0">
              <a:ea typeface="宋体" panose="02010600030101010101" pitchFamily="2" charset="-122"/>
            </a:endParaRPr>
          </a:p>
          <a:p>
            <a:pPr eaLnBrk="1" hangingPunct="1"/>
            <a:r>
              <a:rPr lang="zh-CN" altLang="en-US" dirty="0">
                <a:latin typeface="Times New Roman" panose="02020603050405020304" pitchFamily="18" charset="0"/>
                <a:ea typeface="宋体" panose="02010600030101010101" pitchFamily="2" charset="-122"/>
              </a:rPr>
              <a:t>若信息字段中出现一个 </a:t>
            </a:r>
            <a:r>
              <a:rPr lang="en-US" altLang="zh-CN" dirty="0">
                <a:latin typeface="Times New Roman" panose="02020603050405020304" pitchFamily="18" charset="0"/>
                <a:ea typeface="宋体" panose="02010600030101010101" pitchFamily="2" charset="-122"/>
              </a:rPr>
              <a:t>0x7D </a:t>
            </a:r>
            <a:r>
              <a:rPr lang="zh-CN" altLang="en-US" dirty="0">
                <a:latin typeface="Times New Roman" panose="02020603050405020304" pitchFamily="18" charset="0"/>
                <a:ea typeface="宋体" panose="02010600030101010101" pitchFamily="2" charset="-122"/>
              </a:rPr>
              <a:t>的字节</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则将其转变成为 </a:t>
            </a: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字节序列</a:t>
            </a:r>
            <a:r>
              <a:rPr lang="en-US" altLang="zh-CN" dirty="0">
                <a:latin typeface="Times New Roman" panose="02020603050405020304" pitchFamily="18" charset="0"/>
                <a:ea typeface="宋体" panose="02010600030101010101" pitchFamily="2" charset="-122"/>
              </a:rPr>
              <a:t>(0x7D, 0x5D)</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若信息字段中出现 </a:t>
            </a:r>
            <a:r>
              <a:rPr lang="en-US" altLang="zh-CN" dirty="0">
                <a:latin typeface="Times New Roman" panose="02020603050405020304" pitchFamily="18" charset="0"/>
                <a:ea typeface="宋体" panose="02010600030101010101" pitchFamily="2" charset="-122"/>
              </a:rPr>
              <a:t>ASCII </a:t>
            </a:r>
            <a:r>
              <a:rPr lang="zh-CN" altLang="en-US" dirty="0">
                <a:latin typeface="Times New Roman" panose="02020603050405020304" pitchFamily="18" charset="0"/>
                <a:ea typeface="宋体" panose="02010600030101010101" pitchFamily="2" charset="-122"/>
              </a:rPr>
              <a:t>码的控制字符（即数值小于 </a:t>
            </a:r>
            <a:r>
              <a:rPr lang="en-US" altLang="zh-CN" dirty="0">
                <a:latin typeface="Times New Roman" panose="02020603050405020304" pitchFamily="18" charset="0"/>
                <a:ea typeface="宋体" panose="02010600030101010101" pitchFamily="2" charset="-122"/>
              </a:rPr>
              <a:t>0x20 </a:t>
            </a:r>
            <a:r>
              <a:rPr lang="zh-CN" altLang="en-US" dirty="0">
                <a:latin typeface="Times New Roman" panose="02020603050405020304" pitchFamily="18" charset="0"/>
                <a:ea typeface="宋体" panose="02010600030101010101" pitchFamily="2" charset="-122"/>
              </a:rPr>
              <a:t>的字符），则在该字符前面要加入一个 </a:t>
            </a:r>
            <a:r>
              <a:rPr lang="en-US" altLang="zh-CN" dirty="0">
                <a:latin typeface="Times New Roman" panose="02020603050405020304" pitchFamily="18" charset="0"/>
                <a:ea typeface="宋体" panose="02010600030101010101" pitchFamily="2" charset="-122"/>
              </a:rPr>
              <a:t>0x7D </a:t>
            </a:r>
            <a:r>
              <a:rPr lang="zh-CN" altLang="en-US" dirty="0">
                <a:latin typeface="Times New Roman" panose="02020603050405020304" pitchFamily="18" charset="0"/>
                <a:ea typeface="宋体" panose="02010600030101010101" pitchFamily="2" charset="-122"/>
              </a:rPr>
              <a:t>字节，同时将该字符的编码加以改变。  </a:t>
            </a:r>
          </a:p>
        </p:txBody>
      </p:sp>
      <p:sp>
        <p:nvSpPr>
          <p:cNvPr id="113667" name="幻灯片编号占位符 1">
            <a:extLst>
              <a:ext uri="{FF2B5EF4-FFF2-40B4-BE49-F238E27FC236}">
                <a16:creationId xmlns:a16="http://schemas.microsoft.com/office/drawing/2014/main" id="{16A5D1CE-18FD-8047-AC01-D286AD1DC71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B9E3E32-3BAD-E54C-B19E-BEF0A3C5D23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155489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763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76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5"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2">
            <a:extLst>
              <a:ext uri="{FF2B5EF4-FFF2-40B4-BE49-F238E27FC236}">
                <a16:creationId xmlns:a16="http://schemas.microsoft.com/office/drawing/2014/main" id="{21D0A1CA-42E5-3F4C-8220-2F12B64CCA38}"/>
              </a:ext>
            </a:extLst>
          </p:cNvPr>
          <p:cNvSpPr>
            <a:spLocks noGrp="1" noChangeArrowheads="1"/>
          </p:cNvSpPr>
          <p:nvPr>
            <p:ph type="title"/>
          </p:nvPr>
        </p:nvSpPr>
        <p:spPr>
          <a:xfrm>
            <a:off x="160020" y="160735"/>
            <a:ext cx="6733699" cy="790575"/>
          </a:xfrm>
        </p:spPr>
        <p:txBody>
          <a:bodyPr/>
          <a:lstStyle/>
          <a:p>
            <a:pPr eaLnBrk="1" hangingPunct="1"/>
            <a:r>
              <a:rPr lang="zh-CN" altLang="en-US" dirty="0">
                <a:latin typeface="Times New Roman" panose="02020603050405020304" pitchFamily="18" charset="0"/>
                <a:ea typeface="宋体" panose="02010600030101010101" pitchFamily="2" charset="-122"/>
              </a:rPr>
              <a:t>零比特填充 </a:t>
            </a:r>
          </a:p>
        </p:txBody>
      </p:sp>
      <p:sp>
        <p:nvSpPr>
          <p:cNvPr id="115714" name="Rectangle 3">
            <a:extLst>
              <a:ext uri="{FF2B5EF4-FFF2-40B4-BE49-F238E27FC236}">
                <a16:creationId xmlns:a16="http://schemas.microsoft.com/office/drawing/2014/main" id="{3AA36939-AD35-F442-9F44-B6ECC2DA3AD3}"/>
              </a:ext>
            </a:extLst>
          </p:cNvPr>
          <p:cNvSpPr>
            <a:spLocks noGrp="1" noChangeArrowheads="1"/>
          </p:cNvSpPr>
          <p:nvPr>
            <p:ph type="body" idx="1"/>
          </p:nvPr>
        </p:nvSpPr>
        <p:spPr>
          <a:xfrm>
            <a:off x="160020" y="1097281"/>
            <a:ext cx="8721090" cy="3580686"/>
          </a:xfrm>
        </p:spPr>
        <p:txBody>
          <a:bodyPr/>
          <a:lstStyle/>
          <a:p>
            <a:pPr eaLnBrk="1" hangingPunct="1"/>
            <a:r>
              <a:rPr lang="en-US" altLang="zh-CN" dirty="0">
                <a:latin typeface="Times New Roman" panose="02020603050405020304" pitchFamily="18" charset="0"/>
                <a:ea typeface="宋体" panose="02010600030101010101" pitchFamily="2" charset="-122"/>
              </a:rPr>
              <a:t>PPP </a:t>
            </a:r>
            <a:r>
              <a:rPr lang="zh-CN" altLang="en-US" dirty="0">
                <a:latin typeface="Times New Roman" panose="02020603050405020304" pitchFamily="18" charset="0"/>
                <a:ea typeface="宋体" panose="02010600030101010101" pitchFamily="2" charset="-122"/>
              </a:rPr>
              <a:t>协议用在 </a:t>
            </a:r>
            <a:r>
              <a:rPr lang="en-US" altLang="zh-CN" dirty="0">
                <a:latin typeface="Times New Roman" panose="02020603050405020304" pitchFamily="18" charset="0"/>
                <a:ea typeface="宋体" panose="02010600030101010101" pitchFamily="2" charset="-122"/>
              </a:rPr>
              <a:t>SONET/SDH </a:t>
            </a:r>
            <a:r>
              <a:rPr lang="zh-CN" altLang="en-US" dirty="0">
                <a:latin typeface="Times New Roman" panose="02020603050405020304" pitchFamily="18" charset="0"/>
                <a:ea typeface="宋体" panose="02010600030101010101" pitchFamily="2" charset="-122"/>
              </a:rPr>
              <a:t>链路时，是使用同步传输（一连串的比特连续传送）。这时 </a:t>
            </a:r>
            <a:r>
              <a:rPr lang="en-US" altLang="zh-CN" dirty="0">
                <a:latin typeface="Times New Roman" panose="02020603050405020304" pitchFamily="18" charset="0"/>
                <a:ea typeface="宋体" panose="02010600030101010101" pitchFamily="2" charset="-122"/>
              </a:rPr>
              <a:t>PPP </a:t>
            </a:r>
            <a:r>
              <a:rPr lang="zh-CN" altLang="en-US" dirty="0">
                <a:latin typeface="Times New Roman" panose="02020603050405020304" pitchFamily="18" charset="0"/>
                <a:ea typeface="宋体" panose="02010600030101010101" pitchFamily="2" charset="-122"/>
              </a:rPr>
              <a:t>协议采用零比特填充方法来实现透明传输。</a:t>
            </a:r>
          </a:p>
          <a:p>
            <a:pPr eaLnBrk="1" hangingPunct="1"/>
            <a:r>
              <a:rPr lang="zh-CN" altLang="en-US" dirty="0">
                <a:latin typeface="Times New Roman" panose="02020603050405020304" pitchFamily="18" charset="0"/>
                <a:ea typeface="宋体" panose="02010600030101010101" pitchFamily="2" charset="-122"/>
              </a:rPr>
              <a:t>在发送端，只要发现有 </a:t>
            </a:r>
            <a:r>
              <a:rPr lang="en-US" altLang="zh-CN" dirty="0">
                <a:latin typeface="Times New Roman" panose="02020603050405020304" pitchFamily="18" charset="0"/>
                <a:ea typeface="宋体" panose="02010600030101010101" pitchFamily="2" charset="-122"/>
              </a:rPr>
              <a:t>5 </a:t>
            </a:r>
            <a:r>
              <a:rPr lang="zh-CN" altLang="en-US" dirty="0">
                <a:latin typeface="Times New Roman" panose="02020603050405020304" pitchFamily="18" charset="0"/>
                <a:ea typeface="宋体" panose="02010600030101010101" pitchFamily="2" charset="-122"/>
              </a:rPr>
              <a:t>个连续 </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，则立即填入一个 </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。接收端对帧中的比特流进行扫描。每当发现 </a:t>
            </a:r>
            <a:r>
              <a:rPr lang="en-US" altLang="zh-CN" dirty="0">
                <a:latin typeface="Times New Roman" panose="02020603050405020304" pitchFamily="18" charset="0"/>
                <a:ea typeface="宋体" panose="02010600030101010101" pitchFamily="2" charset="-122"/>
              </a:rPr>
              <a:t>5 </a:t>
            </a:r>
            <a:r>
              <a:rPr lang="zh-CN" altLang="en-US" dirty="0">
                <a:latin typeface="Times New Roman" panose="02020603050405020304" pitchFamily="18" charset="0"/>
                <a:ea typeface="宋体" panose="02010600030101010101" pitchFamily="2" charset="-122"/>
              </a:rPr>
              <a:t>个连续</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时，就把这 </a:t>
            </a:r>
            <a:r>
              <a:rPr lang="en-US" altLang="zh-CN" dirty="0">
                <a:latin typeface="Times New Roman" panose="02020603050405020304" pitchFamily="18" charset="0"/>
                <a:ea typeface="宋体" panose="02010600030101010101" pitchFamily="2" charset="-122"/>
              </a:rPr>
              <a:t>5 </a:t>
            </a:r>
            <a:r>
              <a:rPr lang="zh-CN" altLang="en-US" dirty="0">
                <a:latin typeface="Times New Roman" panose="02020603050405020304" pitchFamily="18" charset="0"/>
                <a:ea typeface="宋体" panose="02010600030101010101" pitchFamily="2" charset="-122"/>
              </a:rPr>
              <a:t>个连续 </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后的一个 </a:t>
            </a:r>
            <a:r>
              <a:rPr lang="en-US" altLang="zh-CN" dirty="0">
                <a:latin typeface="Times New Roman" panose="02020603050405020304" pitchFamily="18" charset="0"/>
                <a:ea typeface="宋体" panose="02010600030101010101" pitchFamily="2" charset="-122"/>
              </a:rPr>
              <a:t>0 </a:t>
            </a:r>
            <a:r>
              <a:rPr lang="zh-CN" altLang="en-US" dirty="0">
                <a:latin typeface="Times New Roman" panose="02020603050405020304" pitchFamily="18" charset="0"/>
                <a:ea typeface="宋体" panose="02010600030101010101" pitchFamily="2" charset="-122"/>
              </a:rPr>
              <a:t>删除，</a:t>
            </a:r>
          </a:p>
        </p:txBody>
      </p:sp>
      <p:sp>
        <p:nvSpPr>
          <p:cNvPr id="115715" name="幻灯片编号占位符 1">
            <a:extLst>
              <a:ext uri="{FF2B5EF4-FFF2-40B4-BE49-F238E27FC236}">
                <a16:creationId xmlns:a16="http://schemas.microsoft.com/office/drawing/2014/main" id="{DDBD4141-4CC6-7346-86C9-008EAAA4FCE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F9CC857-31C6-C44E-9F19-416DC24B960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7224696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AutoShape 20">
            <a:extLst>
              <a:ext uri="{FF2B5EF4-FFF2-40B4-BE49-F238E27FC236}">
                <a16:creationId xmlns:a16="http://schemas.microsoft.com/office/drawing/2014/main" id="{AF5177A2-FE73-1543-9F76-4E9C77F25157}"/>
              </a:ext>
            </a:extLst>
          </p:cNvPr>
          <p:cNvSpPr>
            <a:spLocks noChangeArrowheads="1"/>
          </p:cNvSpPr>
          <p:nvPr/>
        </p:nvSpPr>
        <p:spPr bwMode="auto">
          <a:xfrm>
            <a:off x="4773216" y="3623072"/>
            <a:ext cx="1728788" cy="323850"/>
          </a:xfrm>
          <a:prstGeom prst="roundRect">
            <a:avLst>
              <a:gd name="adj" fmla="val 16667"/>
            </a:avLst>
          </a:pr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17762" name="AutoShape 5">
            <a:extLst>
              <a:ext uri="{FF2B5EF4-FFF2-40B4-BE49-F238E27FC236}">
                <a16:creationId xmlns:a16="http://schemas.microsoft.com/office/drawing/2014/main" id="{531EFB26-1167-724B-A1EE-30EB89BFCCB8}"/>
              </a:ext>
            </a:extLst>
          </p:cNvPr>
          <p:cNvSpPr>
            <a:spLocks noChangeArrowheads="1"/>
          </p:cNvSpPr>
          <p:nvPr/>
        </p:nvSpPr>
        <p:spPr bwMode="auto">
          <a:xfrm>
            <a:off x="6103144" y="3645694"/>
            <a:ext cx="182166" cy="263129"/>
          </a:xfrm>
          <a:prstGeom prst="roundRect">
            <a:avLst>
              <a:gd name="adj" fmla="val 16667"/>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17763" name="Rectangle 17">
            <a:extLst>
              <a:ext uri="{FF2B5EF4-FFF2-40B4-BE49-F238E27FC236}">
                <a16:creationId xmlns:a16="http://schemas.microsoft.com/office/drawing/2014/main" id="{F1962187-40B2-534B-9998-254038FDF8C7}"/>
              </a:ext>
            </a:extLst>
          </p:cNvPr>
          <p:cNvSpPr>
            <a:spLocks noChangeArrowheads="1"/>
          </p:cNvSpPr>
          <p:nvPr/>
        </p:nvSpPr>
        <p:spPr bwMode="auto">
          <a:xfrm>
            <a:off x="4356497" y="3598069"/>
            <a:ext cx="3535424"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0 1 0 0 1 1 1 1 1 0 1 0 0 0 1 0 1 0</a:t>
            </a:r>
          </a:p>
        </p:txBody>
      </p:sp>
      <p:sp>
        <p:nvSpPr>
          <p:cNvPr id="117764" name="AutoShape 19">
            <a:extLst>
              <a:ext uri="{FF2B5EF4-FFF2-40B4-BE49-F238E27FC236}">
                <a16:creationId xmlns:a16="http://schemas.microsoft.com/office/drawing/2014/main" id="{A7006378-63E5-9E4F-9676-C5898720C54A}"/>
              </a:ext>
            </a:extLst>
          </p:cNvPr>
          <p:cNvSpPr>
            <a:spLocks noChangeArrowheads="1"/>
          </p:cNvSpPr>
          <p:nvPr/>
        </p:nvSpPr>
        <p:spPr bwMode="auto">
          <a:xfrm>
            <a:off x="4895850" y="2409825"/>
            <a:ext cx="1728788" cy="323850"/>
          </a:xfrm>
          <a:prstGeom prst="roundRect">
            <a:avLst>
              <a:gd name="adj" fmla="val 16667"/>
            </a:avLst>
          </a:pr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17765" name="AutoShape 6">
            <a:extLst>
              <a:ext uri="{FF2B5EF4-FFF2-40B4-BE49-F238E27FC236}">
                <a16:creationId xmlns:a16="http://schemas.microsoft.com/office/drawing/2014/main" id="{9E5FD516-2788-6249-9361-DB5028DEE385}"/>
              </a:ext>
            </a:extLst>
          </p:cNvPr>
          <p:cNvSpPr>
            <a:spLocks noChangeArrowheads="1"/>
          </p:cNvSpPr>
          <p:nvPr/>
        </p:nvSpPr>
        <p:spPr bwMode="auto">
          <a:xfrm>
            <a:off x="4875610" y="1168004"/>
            <a:ext cx="1532334" cy="323850"/>
          </a:xfrm>
          <a:prstGeom prst="roundRect">
            <a:avLst>
              <a:gd name="adj" fmla="val 16667"/>
            </a:avLst>
          </a:pr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17766" name="Rectangle 8">
            <a:extLst>
              <a:ext uri="{FF2B5EF4-FFF2-40B4-BE49-F238E27FC236}">
                <a16:creationId xmlns:a16="http://schemas.microsoft.com/office/drawing/2014/main" id="{4D0C7DA6-A31B-1C4B-BF9F-A0FC8B25B1F4}"/>
              </a:ext>
            </a:extLst>
          </p:cNvPr>
          <p:cNvSpPr>
            <a:spLocks noChangeArrowheads="1"/>
          </p:cNvSpPr>
          <p:nvPr/>
        </p:nvSpPr>
        <p:spPr bwMode="auto">
          <a:xfrm>
            <a:off x="4285060" y="1168004"/>
            <a:ext cx="3343063"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0 1 0 0 1 1 1 1 1 1 0 0 0 1 0 1 0</a:t>
            </a:r>
          </a:p>
        </p:txBody>
      </p:sp>
      <p:sp>
        <p:nvSpPr>
          <p:cNvPr id="117767" name="AutoShape 4">
            <a:extLst>
              <a:ext uri="{FF2B5EF4-FFF2-40B4-BE49-F238E27FC236}">
                <a16:creationId xmlns:a16="http://schemas.microsoft.com/office/drawing/2014/main" id="{FBDD158B-2F7A-5349-932B-37F517F4C611}"/>
              </a:ext>
            </a:extLst>
          </p:cNvPr>
          <p:cNvSpPr>
            <a:spLocks noChangeArrowheads="1"/>
          </p:cNvSpPr>
          <p:nvPr/>
        </p:nvSpPr>
        <p:spPr bwMode="auto">
          <a:xfrm>
            <a:off x="6063854" y="2433638"/>
            <a:ext cx="182165" cy="278606"/>
          </a:xfrm>
          <a:prstGeom prst="roundRect">
            <a:avLst>
              <a:gd name="adj" fmla="val 16667"/>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17768" name="Rectangle 16">
            <a:extLst>
              <a:ext uri="{FF2B5EF4-FFF2-40B4-BE49-F238E27FC236}">
                <a16:creationId xmlns:a16="http://schemas.microsoft.com/office/drawing/2014/main" id="{72296159-D3BE-5E47-B951-14FDF81ACF4F}"/>
              </a:ext>
            </a:extLst>
          </p:cNvPr>
          <p:cNvSpPr>
            <a:spLocks noChangeArrowheads="1"/>
          </p:cNvSpPr>
          <p:nvPr/>
        </p:nvSpPr>
        <p:spPr bwMode="auto">
          <a:xfrm>
            <a:off x="4311253" y="2406254"/>
            <a:ext cx="3535424"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0 1 0 0 1 1 1 1 1 0 1 0 0 0 1 0 1 0</a:t>
            </a:r>
          </a:p>
        </p:txBody>
      </p:sp>
      <p:sp>
        <p:nvSpPr>
          <p:cNvPr id="117769" name="Rectangle 7">
            <a:extLst>
              <a:ext uri="{FF2B5EF4-FFF2-40B4-BE49-F238E27FC236}">
                <a16:creationId xmlns:a16="http://schemas.microsoft.com/office/drawing/2014/main" id="{979152B6-C546-4E4A-AE7A-AE49985DB785}"/>
              </a:ext>
            </a:extLst>
          </p:cNvPr>
          <p:cNvSpPr>
            <a:spLocks noChangeArrowheads="1"/>
          </p:cNvSpPr>
          <p:nvPr/>
        </p:nvSpPr>
        <p:spPr bwMode="auto">
          <a:xfrm>
            <a:off x="329600" y="1141810"/>
            <a:ext cx="3343063" cy="89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800" dirty="0">
                <a:solidFill>
                  <a:schemeClr val="folHlink"/>
                </a:solidFill>
                <a:latin typeface="Arial" panose="020B0604020202020204" pitchFamily="34" charset="0"/>
                <a:ea typeface="宋体" panose="02010600030101010101" pitchFamily="2" charset="-122"/>
              </a:rPr>
              <a:t>信息字段中出现了和</a:t>
            </a:r>
          </a:p>
          <a:p>
            <a:pPr algn="ctr">
              <a:spcBef>
                <a:spcPct val="0"/>
              </a:spcBef>
              <a:buClrTx/>
              <a:buSzTx/>
              <a:buFontTx/>
              <a:buNone/>
            </a:pPr>
            <a:r>
              <a:rPr kumimoji="1" lang="zh-CN" altLang="en-US" sz="1800" dirty="0">
                <a:solidFill>
                  <a:schemeClr val="folHlink"/>
                </a:solidFill>
                <a:latin typeface="Arial" panose="020B0604020202020204" pitchFamily="34" charset="0"/>
                <a:ea typeface="宋体" panose="02010600030101010101" pitchFamily="2" charset="-122"/>
              </a:rPr>
              <a:t>标志字段 </a:t>
            </a:r>
            <a:r>
              <a:rPr kumimoji="1" lang="en-US" altLang="zh-CN" sz="1800" dirty="0">
                <a:solidFill>
                  <a:schemeClr val="folHlink"/>
                </a:solidFill>
                <a:latin typeface="Arial" panose="020B0604020202020204" pitchFamily="34" charset="0"/>
                <a:ea typeface="宋体" panose="02010600030101010101" pitchFamily="2" charset="-122"/>
              </a:rPr>
              <a:t>F </a:t>
            </a:r>
            <a:r>
              <a:rPr kumimoji="1" lang="zh-CN" altLang="en-US" sz="1800" dirty="0">
                <a:solidFill>
                  <a:schemeClr val="folHlink"/>
                </a:solidFill>
                <a:latin typeface="Arial" panose="020B0604020202020204" pitchFamily="34" charset="0"/>
                <a:ea typeface="宋体" panose="02010600030101010101" pitchFamily="2" charset="-122"/>
              </a:rPr>
              <a:t>完全一样</a:t>
            </a:r>
          </a:p>
          <a:p>
            <a:pPr algn="ctr">
              <a:spcBef>
                <a:spcPct val="0"/>
              </a:spcBef>
              <a:buClrTx/>
              <a:buSzTx/>
              <a:buFontTx/>
              <a:buNone/>
            </a:pPr>
            <a:r>
              <a:rPr kumimoji="1" lang="zh-CN" altLang="en-US" sz="1800" dirty="0">
                <a:solidFill>
                  <a:schemeClr val="folHlink"/>
                </a:solidFill>
                <a:latin typeface="Arial" panose="020B0604020202020204" pitchFamily="34" charset="0"/>
                <a:ea typeface="宋体" panose="02010600030101010101" pitchFamily="2" charset="-122"/>
              </a:rPr>
              <a:t>的 </a:t>
            </a:r>
            <a:r>
              <a:rPr kumimoji="1" lang="en-US" altLang="zh-CN" sz="1800" dirty="0">
                <a:solidFill>
                  <a:schemeClr val="folHlink"/>
                </a:solidFill>
                <a:latin typeface="Arial" panose="020B0604020202020204" pitchFamily="34" charset="0"/>
                <a:ea typeface="宋体" panose="02010600030101010101" pitchFamily="2" charset="-122"/>
              </a:rPr>
              <a:t>8 </a:t>
            </a:r>
            <a:r>
              <a:rPr kumimoji="1" lang="zh-CN" altLang="en-US" sz="1800" dirty="0">
                <a:solidFill>
                  <a:schemeClr val="folHlink"/>
                </a:solidFill>
                <a:latin typeface="Arial" panose="020B0604020202020204" pitchFamily="34" charset="0"/>
                <a:ea typeface="宋体" panose="02010600030101010101" pitchFamily="2" charset="-122"/>
              </a:rPr>
              <a:t>比特组合</a:t>
            </a:r>
          </a:p>
        </p:txBody>
      </p:sp>
      <p:sp>
        <p:nvSpPr>
          <p:cNvPr id="117770" name="Rectangle 9">
            <a:extLst>
              <a:ext uri="{FF2B5EF4-FFF2-40B4-BE49-F238E27FC236}">
                <a16:creationId xmlns:a16="http://schemas.microsoft.com/office/drawing/2014/main" id="{7DBF7223-E32F-C746-BD25-219304CCE4AB}"/>
              </a:ext>
            </a:extLst>
          </p:cNvPr>
          <p:cNvSpPr>
            <a:spLocks noChangeArrowheads="1"/>
          </p:cNvSpPr>
          <p:nvPr/>
        </p:nvSpPr>
        <p:spPr bwMode="auto">
          <a:xfrm>
            <a:off x="832785" y="2517071"/>
            <a:ext cx="3099849" cy="62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dirty="0">
                <a:solidFill>
                  <a:schemeClr val="folHlink"/>
                </a:solidFill>
                <a:latin typeface="Arial" panose="020B0604020202020204" pitchFamily="34" charset="0"/>
                <a:ea typeface="宋体" panose="02010600030101010101" pitchFamily="2" charset="-122"/>
              </a:rPr>
              <a:t>发送端在 </a:t>
            </a:r>
            <a:r>
              <a:rPr kumimoji="1" lang="en-US" altLang="zh-CN" sz="1800" dirty="0">
                <a:solidFill>
                  <a:schemeClr val="folHlink"/>
                </a:solidFill>
                <a:latin typeface="Arial" panose="020B0604020202020204" pitchFamily="34" charset="0"/>
                <a:ea typeface="宋体" panose="02010600030101010101" pitchFamily="2" charset="-122"/>
              </a:rPr>
              <a:t>5 </a:t>
            </a:r>
            <a:r>
              <a:rPr kumimoji="1" lang="zh-CN" altLang="en-US" sz="1800" dirty="0">
                <a:solidFill>
                  <a:schemeClr val="folHlink"/>
                </a:solidFill>
                <a:latin typeface="Arial" panose="020B0604020202020204" pitchFamily="34" charset="0"/>
                <a:ea typeface="宋体" panose="02010600030101010101" pitchFamily="2" charset="-122"/>
              </a:rPr>
              <a:t>个连 </a:t>
            </a:r>
            <a:r>
              <a:rPr kumimoji="1" lang="en-US" altLang="zh-CN" sz="1800" dirty="0">
                <a:solidFill>
                  <a:schemeClr val="folHlink"/>
                </a:solidFill>
                <a:latin typeface="Arial" panose="020B0604020202020204" pitchFamily="34" charset="0"/>
                <a:ea typeface="宋体" panose="02010600030101010101" pitchFamily="2" charset="-122"/>
              </a:rPr>
              <a:t>1 </a:t>
            </a:r>
            <a:r>
              <a:rPr kumimoji="1" lang="zh-CN" altLang="en-US" sz="1800" dirty="0">
                <a:solidFill>
                  <a:schemeClr val="folHlink"/>
                </a:solidFill>
                <a:latin typeface="Arial" panose="020B0604020202020204" pitchFamily="34" charset="0"/>
                <a:ea typeface="宋体" panose="02010600030101010101" pitchFamily="2" charset="-122"/>
              </a:rPr>
              <a:t>之后</a:t>
            </a:r>
          </a:p>
          <a:p>
            <a:pPr>
              <a:spcBef>
                <a:spcPct val="0"/>
              </a:spcBef>
              <a:buClrTx/>
              <a:buSzTx/>
              <a:buFontTx/>
              <a:buNone/>
            </a:pPr>
            <a:r>
              <a:rPr kumimoji="1" lang="zh-CN" altLang="en-US" sz="1800" dirty="0">
                <a:solidFill>
                  <a:schemeClr val="folHlink"/>
                </a:solidFill>
                <a:latin typeface="Arial" panose="020B0604020202020204" pitchFamily="34" charset="0"/>
                <a:ea typeface="宋体" panose="02010600030101010101" pitchFamily="2" charset="-122"/>
              </a:rPr>
              <a:t>填入 </a:t>
            </a:r>
            <a:r>
              <a:rPr kumimoji="1" lang="en-US" altLang="zh-CN" sz="1800" dirty="0">
                <a:solidFill>
                  <a:schemeClr val="folHlink"/>
                </a:solidFill>
                <a:latin typeface="Arial" panose="020B0604020202020204" pitchFamily="34" charset="0"/>
                <a:ea typeface="宋体" panose="02010600030101010101" pitchFamily="2" charset="-122"/>
              </a:rPr>
              <a:t>0 </a:t>
            </a:r>
            <a:r>
              <a:rPr kumimoji="1" lang="zh-CN" altLang="en-US" sz="1800" dirty="0">
                <a:solidFill>
                  <a:schemeClr val="folHlink"/>
                </a:solidFill>
                <a:latin typeface="Arial" panose="020B0604020202020204" pitchFamily="34" charset="0"/>
                <a:ea typeface="宋体" panose="02010600030101010101" pitchFamily="2" charset="-122"/>
              </a:rPr>
              <a:t>比特再发送出去</a:t>
            </a:r>
          </a:p>
        </p:txBody>
      </p:sp>
      <p:sp>
        <p:nvSpPr>
          <p:cNvPr id="117771" name="Rectangle 10">
            <a:extLst>
              <a:ext uri="{FF2B5EF4-FFF2-40B4-BE49-F238E27FC236}">
                <a16:creationId xmlns:a16="http://schemas.microsoft.com/office/drawing/2014/main" id="{B5750ED5-A311-4D41-9AAB-4B8B12B869EE}"/>
              </a:ext>
            </a:extLst>
          </p:cNvPr>
          <p:cNvSpPr>
            <a:spLocks noChangeArrowheads="1"/>
          </p:cNvSpPr>
          <p:nvPr/>
        </p:nvSpPr>
        <p:spPr bwMode="auto">
          <a:xfrm>
            <a:off x="832785" y="3707606"/>
            <a:ext cx="2811849" cy="62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800" dirty="0">
                <a:solidFill>
                  <a:schemeClr val="folHlink"/>
                </a:solidFill>
                <a:latin typeface="Arial" panose="020B0604020202020204" pitchFamily="34" charset="0"/>
                <a:ea typeface="宋体" panose="02010600030101010101" pitchFamily="2" charset="-122"/>
              </a:rPr>
              <a:t>在接收端把 </a:t>
            </a:r>
            <a:r>
              <a:rPr kumimoji="1" lang="en-US" altLang="zh-CN" sz="1800" dirty="0">
                <a:solidFill>
                  <a:schemeClr val="folHlink"/>
                </a:solidFill>
                <a:latin typeface="Arial" panose="020B0604020202020204" pitchFamily="34" charset="0"/>
                <a:ea typeface="宋体" panose="02010600030101010101" pitchFamily="2" charset="-122"/>
              </a:rPr>
              <a:t>5 </a:t>
            </a:r>
            <a:r>
              <a:rPr kumimoji="1" lang="zh-CN" altLang="en-US" sz="1800" dirty="0">
                <a:solidFill>
                  <a:schemeClr val="folHlink"/>
                </a:solidFill>
                <a:latin typeface="Arial" panose="020B0604020202020204" pitchFamily="34" charset="0"/>
                <a:ea typeface="宋体" panose="02010600030101010101" pitchFamily="2" charset="-122"/>
              </a:rPr>
              <a:t>个连 </a:t>
            </a:r>
            <a:r>
              <a:rPr kumimoji="1" lang="en-US" altLang="zh-CN" sz="1800" dirty="0">
                <a:solidFill>
                  <a:schemeClr val="folHlink"/>
                </a:solidFill>
                <a:latin typeface="Arial" panose="020B0604020202020204" pitchFamily="34" charset="0"/>
                <a:ea typeface="宋体" panose="02010600030101010101" pitchFamily="2" charset="-122"/>
              </a:rPr>
              <a:t>1</a:t>
            </a:r>
          </a:p>
          <a:p>
            <a:pPr algn="ctr">
              <a:spcBef>
                <a:spcPct val="0"/>
              </a:spcBef>
              <a:buClrTx/>
              <a:buSzTx/>
              <a:buFontTx/>
              <a:buNone/>
            </a:pPr>
            <a:r>
              <a:rPr kumimoji="1" lang="zh-CN" altLang="en-US" sz="1800" dirty="0">
                <a:solidFill>
                  <a:schemeClr val="folHlink"/>
                </a:solidFill>
                <a:latin typeface="Arial" panose="020B0604020202020204" pitchFamily="34" charset="0"/>
                <a:ea typeface="宋体" panose="02010600030101010101" pitchFamily="2" charset="-122"/>
              </a:rPr>
              <a:t>之后的 </a:t>
            </a:r>
            <a:r>
              <a:rPr kumimoji="1" lang="en-US" altLang="zh-CN" sz="1800" dirty="0">
                <a:solidFill>
                  <a:schemeClr val="folHlink"/>
                </a:solidFill>
                <a:latin typeface="Arial" panose="020B0604020202020204" pitchFamily="34" charset="0"/>
                <a:ea typeface="宋体" panose="02010600030101010101" pitchFamily="2" charset="-122"/>
              </a:rPr>
              <a:t>0 </a:t>
            </a:r>
            <a:r>
              <a:rPr kumimoji="1" lang="zh-CN" altLang="en-US" sz="1800" dirty="0">
                <a:solidFill>
                  <a:schemeClr val="folHlink"/>
                </a:solidFill>
                <a:latin typeface="Arial" panose="020B0604020202020204" pitchFamily="34" charset="0"/>
                <a:ea typeface="宋体" panose="02010600030101010101" pitchFamily="2" charset="-122"/>
              </a:rPr>
              <a:t>比特删除</a:t>
            </a:r>
          </a:p>
        </p:txBody>
      </p:sp>
      <p:sp>
        <p:nvSpPr>
          <p:cNvPr id="117772" name="Rectangle 11">
            <a:extLst>
              <a:ext uri="{FF2B5EF4-FFF2-40B4-BE49-F238E27FC236}">
                <a16:creationId xmlns:a16="http://schemas.microsoft.com/office/drawing/2014/main" id="{A9DFB5A4-3BB8-AE44-BD64-9631B3B252C1}"/>
              </a:ext>
            </a:extLst>
          </p:cNvPr>
          <p:cNvSpPr>
            <a:spLocks noChangeArrowheads="1"/>
          </p:cNvSpPr>
          <p:nvPr/>
        </p:nvSpPr>
        <p:spPr bwMode="auto">
          <a:xfrm>
            <a:off x="4476750" y="1745457"/>
            <a:ext cx="2714686"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会被误认为是标志字段 </a:t>
            </a:r>
            <a:r>
              <a:rPr kumimoji="1" lang="en-US" altLang="zh-CN" sz="1800">
                <a:solidFill>
                  <a:schemeClr val="folHlink"/>
                </a:solidFill>
                <a:latin typeface="Arial" panose="020B0604020202020204" pitchFamily="34" charset="0"/>
                <a:ea typeface="宋体" panose="02010600030101010101" pitchFamily="2" charset="-122"/>
              </a:rPr>
              <a:t>F </a:t>
            </a:r>
          </a:p>
        </p:txBody>
      </p:sp>
      <p:sp>
        <p:nvSpPr>
          <p:cNvPr id="117773" name="AutoShape 12">
            <a:extLst>
              <a:ext uri="{FF2B5EF4-FFF2-40B4-BE49-F238E27FC236}">
                <a16:creationId xmlns:a16="http://schemas.microsoft.com/office/drawing/2014/main" id="{D45D9A99-4C4E-2945-8836-5E1BD74AC0A2}"/>
              </a:ext>
            </a:extLst>
          </p:cNvPr>
          <p:cNvSpPr>
            <a:spLocks noChangeArrowheads="1"/>
          </p:cNvSpPr>
          <p:nvPr/>
        </p:nvSpPr>
        <p:spPr bwMode="auto">
          <a:xfrm rot="16200000">
            <a:off x="6011466" y="2769394"/>
            <a:ext cx="245269" cy="116681"/>
          </a:xfrm>
          <a:prstGeom prst="rightArrow">
            <a:avLst>
              <a:gd name="adj1" fmla="val 50000"/>
              <a:gd name="adj2" fmla="val 105112"/>
            </a:avLst>
          </a:prstGeom>
          <a:solidFill>
            <a:schemeClr val="hlink"/>
          </a:solidFill>
          <a:ln w="12700">
            <a:solidFill>
              <a:schemeClr va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17774" name="Rectangle 13">
            <a:extLst>
              <a:ext uri="{FF2B5EF4-FFF2-40B4-BE49-F238E27FC236}">
                <a16:creationId xmlns:a16="http://schemas.microsoft.com/office/drawing/2014/main" id="{542468EF-25A8-7D4D-B038-EFB397EB3643}"/>
              </a:ext>
            </a:extLst>
          </p:cNvPr>
          <p:cNvSpPr>
            <a:spLocks noChangeArrowheads="1"/>
          </p:cNvSpPr>
          <p:nvPr/>
        </p:nvSpPr>
        <p:spPr bwMode="auto">
          <a:xfrm>
            <a:off x="4742260" y="2933701"/>
            <a:ext cx="2009365"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发送端填入 </a:t>
            </a:r>
            <a:r>
              <a:rPr kumimoji="1" lang="en-US" altLang="zh-CN" sz="1800">
                <a:solidFill>
                  <a:schemeClr val="folHlink"/>
                </a:solidFill>
                <a:latin typeface="Arial" panose="020B0604020202020204" pitchFamily="34" charset="0"/>
                <a:ea typeface="宋体" panose="02010600030101010101" pitchFamily="2" charset="-122"/>
              </a:rPr>
              <a:t>0 </a:t>
            </a:r>
            <a:r>
              <a:rPr kumimoji="1" lang="zh-CN" altLang="en-US" sz="1800">
                <a:solidFill>
                  <a:schemeClr val="folHlink"/>
                </a:solidFill>
                <a:latin typeface="Arial" panose="020B0604020202020204" pitchFamily="34" charset="0"/>
                <a:ea typeface="宋体" panose="02010600030101010101" pitchFamily="2" charset="-122"/>
              </a:rPr>
              <a:t>比特</a:t>
            </a:r>
          </a:p>
        </p:txBody>
      </p:sp>
      <p:sp>
        <p:nvSpPr>
          <p:cNvPr id="117775" name="AutoShape 14">
            <a:extLst>
              <a:ext uri="{FF2B5EF4-FFF2-40B4-BE49-F238E27FC236}">
                <a16:creationId xmlns:a16="http://schemas.microsoft.com/office/drawing/2014/main" id="{993EEAB2-88E5-3049-B4C9-F291762F8005}"/>
              </a:ext>
            </a:extLst>
          </p:cNvPr>
          <p:cNvSpPr>
            <a:spLocks noChangeArrowheads="1"/>
          </p:cNvSpPr>
          <p:nvPr/>
        </p:nvSpPr>
        <p:spPr bwMode="auto">
          <a:xfrm rot="5400000" flipV="1">
            <a:off x="6069807" y="3942160"/>
            <a:ext cx="273844" cy="116681"/>
          </a:xfrm>
          <a:prstGeom prst="rightArrow">
            <a:avLst>
              <a:gd name="adj1" fmla="val 50000"/>
              <a:gd name="adj2" fmla="val 117358"/>
            </a:avLst>
          </a:prstGeom>
          <a:solidFill>
            <a:schemeClr val="hlink"/>
          </a:solidFill>
          <a:ln w="12700">
            <a:solidFill>
              <a:schemeClr va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17776" name="Rectangle 15">
            <a:extLst>
              <a:ext uri="{FF2B5EF4-FFF2-40B4-BE49-F238E27FC236}">
                <a16:creationId xmlns:a16="http://schemas.microsoft.com/office/drawing/2014/main" id="{2B6D2C42-34B8-D144-B720-48F425D21A8E}"/>
              </a:ext>
            </a:extLst>
          </p:cNvPr>
          <p:cNvSpPr>
            <a:spLocks noChangeArrowheads="1"/>
          </p:cNvSpPr>
          <p:nvPr/>
        </p:nvSpPr>
        <p:spPr bwMode="auto">
          <a:xfrm>
            <a:off x="4705350" y="4175523"/>
            <a:ext cx="270186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接收端删除填入的 </a:t>
            </a:r>
            <a:r>
              <a:rPr kumimoji="1" lang="en-US" altLang="zh-CN" sz="1800">
                <a:solidFill>
                  <a:schemeClr val="folHlink"/>
                </a:solidFill>
                <a:latin typeface="Arial" panose="020B0604020202020204" pitchFamily="34" charset="0"/>
                <a:ea typeface="宋体" panose="02010600030101010101" pitchFamily="2" charset="-122"/>
              </a:rPr>
              <a:t>0 </a:t>
            </a:r>
            <a:r>
              <a:rPr kumimoji="1" lang="zh-CN" altLang="en-US" sz="1800">
                <a:solidFill>
                  <a:schemeClr val="folHlink"/>
                </a:solidFill>
                <a:latin typeface="Arial" panose="020B0604020202020204" pitchFamily="34" charset="0"/>
                <a:ea typeface="宋体" panose="02010600030101010101" pitchFamily="2" charset="-122"/>
              </a:rPr>
              <a:t>比特</a:t>
            </a:r>
          </a:p>
        </p:txBody>
      </p:sp>
      <p:sp>
        <p:nvSpPr>
          <p:cNvPr id="117777" name="AutoShape 18">
            <a:extLst>
              <a:ext uri="{FF2B5EF4-FFF2-40B4-BE49-F238E27FC236}">
                <a16:creationId xmlns:a16="http://schemas.microsoft.com/office/drawing/2014/main" id="{B6971885-A895-AD48-BA1B-92B831E823AA}"/>
              </a:ext>
            </a:extLst>
          </p:cNvPr>
          <p:cNvSpPr>
            <a:spLocks/>
          </p:cNvSpPr>
          <p:nvPr/>
        </p:nvSpPr>
        <p:spPr bwMode="auto">
          <a:xfrm rot="16200000">
            <a:off x="5513785" y="866775"/>
            <a:ext cx="222647" cy="1458516"/>
          </a:xfrm>
          <a:prstGeom prst="leftBrace">
            <a:avLst>
              <a:gd name="adj1" fmla="val 54590"/>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17779" name="幻灯片编号占位符 1">
            <a:extLst>
              <a:ext uri="{FF2B5EF4-FFF2-40B4-BE49-F238E27FC236}">
                <a16:creationId xmlns:a16="http://schemas.microsoft.com/office/drawing/2014/main" id="{0887C8A3-D7D2-8D4E-B5FE-2765C2ED0DD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5E1DF56-C4A9-224F-94EF-4D352A3A06C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48</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F70A8325-2181-9C40-A114-A16D86F1ECBF}"/>
              </a:ext>
            </a:extLst>
          </p:cNvPr>
          <p:cNvSpPr>
            <a:spLocks noGrp="1"/>
          </p:cNvSpPr>
          <p:nvPr>
            <p:ph type="title"/>
          </p:nvPr>
        </p:nvSpPr>
        <p:spPr/>
        <p:txBody>
          <a:bodyPr/>
          <a:lstStyle/>
          <a:p>
            <a:r>
              <a:rPr lang="zh-CN" altLang="en-US" dirty="0">
                <a:latin typeface="Tahoma" panose="020B0604030504040204" pitchFamily="34" charset="0"/>
                <a:ea typeface="宋体" panose="02010600030101010101" pitchFamily="2" charset="-122"/>
              </a:rPr>
              <a:t>零比特填充</a:t>
            </a:r>
            <a:endParaRPr kumimoji="1" lang="zh-CN" altLang="en-US" dirty="0"/>
          </a:p>
        </p:txBody>
      </p:sp>
    </p:spTree>
    <p:extLst>
      <p:ext uri="{BB962C8B-B14F-4D97-AF65-F5344CB8AC3E}">
        <p14:creationId xmlns:p14="http://schemas.microsoft.com/office/powerpoint/2010/main" val="10794628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2">
            <a:extLst>
              <a:ext uri="{FF2B5EF4-FFF2-40B4-BE49-F238E27FC236}">
                <a16:creationId xmlns:a16="http://schemas.microsoft.com/office/drawing/2014/main" id="{58BFA545-4B57-F745-92C8-CCF22619E05B}"/>
              </a:ext>
            </a:extLst>
          </p:cNvPr>
          <p:cNvSpPr>
            <a:spLocks noGrp="1" noChangeArrowheads="1"/>
          </p:cNvSpPr>
          <p:nvPr>
            <p:ph type="title"/>
          </p:nvPr>
        </p:nvSpPr>
        <p:spPr>
          <a:xfrm>
            <a:off x="148590" y="160735"/>
            <a:ext cx="7852410" cy="742235"/>
          </a:xfrm>
        </p:spPr>
        <p:txBody>
          <a:bodyPr/>
          <a:lstStyle/>
          <a:p>
            <a:pPr eaLnBrk="1" hangingPunct="1"/>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不提供使用序号和确认的可靠传输 </a:t>
            </a:r>
          </a:p>
        </p:txBody>
      </p:sp>
      <p:sp>
        <p:nvSpPr>
          <p:cNvPr id="199683" name="Rectangle 3">
            <a:extLst>
              <a:ext uri="{FF2B5EF4-FFF2-40B4-BE49-F238E27FC236}">
                <a16:creationId xmlns:a16="http://schemas.microsoft.com/office/drawing/2014/main" id="{A0258D0D-55B0-B144-A180-025D5590EE0A}"/>
              </a:ext>
            </a:extLst>
          </p:cNvPr>
          <p:cNvSpPr>
            <a:spLocks noGrp="1" noChangeArrowheads="1"/>
          </p:cNvSpPr>
          <p:nvPr>
            <p:ph type="body" idx="1"/>
          </p:nvPr>
        </p:nvSpPr>
        <p:spPr>
          <a:xfrm>
            <a:off x="148590" y="1113235"/>
            <a:ext cx="8766809" cy="3780234"/>
          </a:xfrm>
        </p:spPr>
        <p:txBody>
          <a:bodyPr/>
          <a:lstStyle/>
          <a:p>
            <a:pPr eaLnBrk="1" hangingPunct="1"/>
            <a:r>
              <a:rPr lang="en-US" altLang="zh-CN" dirty="0">
                <a:latin typeface="Times New Roman" panose="02020603050405020304" pitchFamily="18" charset="0"/>
                <a:ea typeface="宋体" panose="02010600030101010101" pitchFamily="2" charset="-122"/>
              </a:rPr>
              <a:t>PPP </a:t>
            </a:r>
            <a:r>
              <a:rPr lang="zh-CN" altLang="en-US" dirty="0">
                <a:latin typeface="Times New Roman" panose="02020603050405020304" pitchFamily="18" charset="0"/>
                <a:ea typeface="宋体" panose="02010600030101010101" pitchFamily="2" charset="-122"/>
              </a:rPr>
              <a:t>协议之所以不使用序号和确认机制是出于以下的考虑：</a:t>
            </a:r>
            <a:endParaRPr lang="zh-CN" altLang="en-US" sz="2700" dirty="0">
              <a:ea typeface="宋体" panose="02010600030101010101" pitchFamily="2" charset="-122"/>
            </a:endParaRPr>
          </a:p>
          <a:p>
            <a:pPr lvl="1" eaLnBrk="1" hangingPunct="1"/>
            <a:r>
              <a:rPr lang="zh-CN" altLang="en-US" dirty="0">
                <a:solidFill>
                  <a:srgbClr val="333399"/>
                </a:solidFill>
                <a:latin typeface="Arial" panose="020B0604020202020204" pitchFamily="34" charset="0"/>
                <a:ea typeface="宋体" panose="02010600030101010101" pitchFamily="2" charset="-122"/>
              </a:rPr>
              <a:t>在数据链路层出现差错的概率不大时，使用比较简单的 </a:t>
            </a:r>
            <a:r>
              <a:rPr lang="en-US" altLang="zh-CN" dirty="0">
                <a:solidFill>
                  <a:srgbClr val="333399"/>
                </a:solidFill>
                <a:latin typeface="Arial" panose="020B0604020202020204" pitchFamily="34" charset="0"/>
                <a:ea typeface="宋体" panose="02010600030101010101" pitchFamily="2" charset="-122"/>
              </a:rPr>
              <a:t>PPP </a:t>
            </a:r>
            <a:r>
              <a:rPr lang="zh-CN" altLang="en-US" dirty="0">
                <a:solidFill>
                  <a:srgbClr val="333399"/>
                </a:solidFill>
                <a:latin typeface="Arial" panose="020B0604020202020204" pitchFamily="34" charset="0"/>
                <a:ea typeface="宋体" panose="02010600030101010101" pitchFamily="2" charset="-122"/>
              </a:rPr>
              <a:t>协议较为合理。</a:t>
            </a:r>
            <a:endParaRPr lang="zh-CN" altLang="en-US" dirty="0">
              <a:latin typeface="Times New Roman" panose="02020603050405020304" pitchFamily="18" charset="0"/>
              <a:ea typeface="宋体" panose="02010600030101010101" pitchFamily="2" charset="-122"/>
            </a:endParaRPr>
          </a:p>
          <a:p>
            <a:pPr lvl="1" eaLnBrk="1" hangingPunct="1"/>
            <a:r>
              <a:rPr lang="zh-CN" altLang="en-US" dirty="0">
                <a:solidFill>
                  <a:srgbClr val="333399"/>
                </a:solidFill>
                <a:latin typeface="Arial" panose="020B0604020202020204" pitchFamily="34" charset="0"/>
                <a:ea typeface="宋体" panose="02010600030101010101" pitchFamily="2" charset="-122"/>
              </a:rPr>
              <a:t>在因特网环境下，</a:t>
            </a:r>
            <a:r>
              <a:rPr lang="en-US" altLang="zh-CN" dirty="0">
                <a:solidFill>
                  <a:srgbClr val="333399"/>
                </a:solidFill>
                <a:latin typeface="Arial" panose="020B0604020202020204" pitchFamily="34" charset="0"/>
                <a:ea typeface="宋体" panose="02010600030101010101" pitchFamily="2" charset="-122"/>
              </a:rPr>
              <a:t>PPP </a:t>
            </a:r>
            <a:r>
              <a:rPr lang="zh-CN" altLang="en-US" dirty="0">
                <a:solidFill>
                  <a:srgbClr val="333399"/>
                </a:solidFill>
                <a:latin typeface="Arial" panose="020B0604020202020204" pitchFamily="34" charset="0"/>
                <a:ea typeface="宋体" panose="02010600030101010101" pitchFamily="2" charset="-122"/>
              </a:rPr>
              <a:t>的信息字段放入的数据是 </a:t>
            </a:r>
            <a:r>
              <a:rPr lang="en-US" altLang="zh-CN" dirty="0">
                <a:solidFill>
                  <a:srgbClr val="333399"/>
                </a:solidFill>
                <a:latin typeface="Arial" panose="020B0604020202020204" pitchFamily="34" charset="0"/>
                <a:ea typeface="宋体" panose="02010600030101010101" pitchFamily="2" charset="-122"/>
              </a:rPr>
              <a:t>IP </a:t>
            </a:r>
            <a:r>
              <a:rPr lang="zh-CN" altLang="en-US" dirty="0">
                <a:solidFill>
                  <a:srgbClr val="333399"/>
                </a:solidFill>
                <a:latin typeface="Arial" panose="020B0604020202020204" pitchFamily="34" charset="0"/>
                <a:ea typeface="宋体" panose="02010600030101010101" pitchFamily="2" charset="-122"/>
              </a:rPr>
              <a:t>数据报。</a:t>
            </a:r>
            <a:r>
              <a:rPr lang="zh-CN" altLang="en-US" dirty="0">
                <a:solidFill>
                  <a:srgbClr val="333399"/>
                </a:solidFill>
                <a:latin typeface="Times New Roman" panose="02020603050405020304" pitchFamily="18" charset="0"/>
                <a:ea typeface="宋体" panose="02010600030101010101" pitchFamily="2" charset="-122"/>
              </a:rPr>
              <a:t>数据链路层的可靠传输并不能够保证网络层的传输也是可靠的。</a:t>
            </a:r>
          </a:p>
          <a:p>
            <a:pPr lvl="1" eaLnBrk="1" hangingPunct="1"/>
            <a:r>
              <a:rPr lang="zh-CN" altLang="en-US" dirty="0">
                <a:solidFill>
                  <a:srgbClr val="333399"/>
                </a:solidFill>
                <a:latin typeface="Arial" panose="020B0604020202020204" pitchFamily="34" charset="0"/>
                <a:ea typeface="宋体" panose="02010600030101010101" pitchFamily="2" charset="-122"/>
              </a:rPr>
              <a:t>帧检验序列 </a:t>
            </a:r>
            <a:r>
              <a:rPr lang="en-US" altLang="zh-CN" dirty="0">
                <a:solidFill>
                  <a:srgbClr val="333399"/>
                </a:solidFill>
                <a:latin typeface="Arial" panose="020B0604020202020204" pitchFamily="34" charset="0"/>
                <a:ea typeface="宋体" panose="02010600030101010101" pitchFamily="2" charset="-122"/>
              </a:rPr>
              <a:t>FCS </a:t>
            </a:r>
            <a:r>
              <a:rPr lang="zh-CN" altLang="en-US" dirty="0">
                <a:solidFill>
                  <a:srgbClr val="333399"/>
                </a:solidFill>
                <a:latin typeface="Arial" panose="020B0604020202020204" pitchFamily="34" charset="0"/>
                <a:ea typeface="宋体" panose="02010600030101010101" pitchFamily="2" charset="-122"/>
              </a:rPr>
              <a:t>字段可保证无差错接受。</a:t>
            </a:r>
            <a:r>
              <a:rPr lang="zh-CN" altLang="en-US" dirty="0">
                <a:latin typeface="Times New Roman" panose="02020603050405020304" pitchFamily="18" charset="0"/>
                <a:ea typeface="宋体" panose="02010600030101010101" pitchFamily="2" charset="-122"/>
              </a:rPr>
              <a:t>   </a:t>
            </a:r>
            <a:endParaRPr lang="zh-CN" altLang="en-US" dirty="0">
              <a:solidFill>
                <a:srgbClr val="333399"/>
              </a:solidFill>
              <a:latin typeface="Arial" panose="020B0604020202020204" pitchFamily="34" charset="0"/>
              <a:ea typeface="宋体" panose="02010600030101010101" pitchFamily="2" charset="-122"/>
            </a:endParaRPr>
          </a:p>
          <a:p>
            <a:pPr lvl="1" eaLnBrk="1" hangingPunct="1"/>
            <a:endParaRPr lang="zh-CN" altLang="en-US" dirty="0">
              <a:latin typeface="Times New Roman" panose="02020603050405020304" pitchFamily="18" charset="0"/>
              <a:ea typeface="宋体" panose="02010600030101010101" pitchFamily="2" charset="-122"/>
            </a:endParaRPr>
          </a:p>
        </p:txBody>
      </p:sp>
      <p:sp>
        <p:nvSpPr>
          <p:cNvPr id="119811" name="幻灯片编号占位符 1">
            <a:extLst>
              <a:ext uri="{FF2B5EF4-FFF2-40B4-BE49-F238E27FC236}">
                <a16:creationId xmlns:a16="http://schemas.microsoft.com/office/drawing/2014/main" id="{3140D455-57A6-1F44-9A62-8FF480E5025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29A9825-C34E-A346-88EE-CF0E16CFCEA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2109827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968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968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968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2">
            <a:extLst>
              <a:ext uri="{FF2B5EF4-FFF2-40B4-BE49-F238E27FC236}">
                <a16:creationId xmlns:a16="http://schemas.microsoft.com/office/drawing/2014/main" id="{4EFE739D-5923-5C49-A12C-F4FBCAC38526}"/>
              </a:ext>
            </a:extLst>
          </p:cNvPr>
          <p:cNvSpPr>
            <a:spLocks noGrp="1" noChangeArrowheads="1"/>
          </p:cNvSpPr>
          <p:nvPr>
            <p:ph type="title"/>
          </p:nvPr>
        </p:nvSpPr>
        <p:spPr>
          <a:xfrm>
            <a:off x="171451" y="214313"/>
            <a:ext cx="7450932" cy="597217"/>
          </a:xfrm>
        </p:spPr>
        <p:txBody>
          <a:bodyPr/>
          <a:lstStyle/>
          <a:p>
            <a:pPr eaLnBrk="1" hangingPunct="1"/>
            <a:r>
              <a:rPr lang="en-US" altLang="zh-CN" dirty="0">
                <a:latin typeface="Times New Roman" panose="02020603050405020304" pitchFamily="18" charset="0"/>
                <a:ea typeface="宋体" panose="02010600030101010101" pitchFamily="2" charset="-122"/>
              </a:rPr>
              <a:t> 3.2.3   PPP </a:t>
            </a:r>
            <a:r>
              <a:rPr lang="zh-CN" altLang="en-US" dirty="0">
                <a:latin typeface="Times New Roman" panose="02020603050405020304" pitchFamily="18" charset="0"/>
                <a:ea typeface="宋体" panose="02010600030101010101" pitchFamily="2" charset="-122"/>
              </a:rPr>
              <a:t>协议的工作状态 </a:t>
            </a:r>
          </a:p>
        </p:txBody>
      </p:sp>
      <p:sp>
        <p:nvSpPr>
          <p:cNvPr id="198659" name="Rectangle 3">
            <a:extLst>
              <a:ext uri="{FF2B5EF4-FFF2-40B4-BE49-F238E27FC236}">
                <a16:creationId xmlns:a16="http://schemas.microsoft.com/office/drawing/2014/main" id="{0C2D8114-ECC9-4845-9179-9DE4D6C1B744}"/>
              </a:ext>
            </a:extLst>
          </p:cNvPr>
          <p:cNvSpPr>
            <a:spLocks noGrp="1" noChangeArrowheads="1"/>
          </p:cNvSpPr>
          <p:nvPr>
            <p:ph type="body" idx="1"/>
          </p:nvPr>
        </p:nvSpPr>
        <p:spPr>
          <a:xfrm>
            <a:off x="250030" y="1168004"/>
            <a:ext cx="8619649" cy="3725465"/>
          </a:xfrm>
        </p:spPr>
        <p:txBody>
          <a:bodyPr/>
          <a:lstStyle/>
          <a:p>
            <a:pPr eaLnBrk="1" hangingPunct="1">
              <a:lnSpc>
                <a:spcPct val="80000"/>
              </a:lnSpc>
            </a:pPr>
            <a:r>
              <a:rPr lang="zh-CN" altLang="en-US" sz="2100" dirty="0">
                <a:ea typeface="宋体" panose="02010600030101010101" pitchFamily="2" charset="-122"/>
              </a:rPr>
              <a:t>当用户拨号接入 </a:t>
            </a:r>
            <a:r>
              <a:rPr lang="en-US" altLang="zh-CN" sz="2100" dirty="0">
                <a:ea typeface="宋体" panose="02010600030101010101" pitchFamily="2" charset="-122"/>
              </a:rPr>
              <a:t>ISP </a:t>
            </a:r>
            <a:r>
              <a:rPr lang="zh-CN" altLang="en-US" sz="2100" dirty="0">
                <a:ea typeface="宋体" panose="02010600030101010101" pitchFamily="2" charset="-122"/>
              </a:rPr>
              <a:t>时，路由器的调制解调器对拨号做出确认，并建立一条物理连接。</a:t>
            </a:r>
          </a:p>
          <a:p>
            <a:pPr eaLnBrk="1" hangingPunct="1">
              <a:lnSpc>
                <a:spcPct val="80000"/>
              </a:lnSpc>
            </a:pPr>
            <a:r>
              <a:rPr lang="en-US" altLang="zh-CN" sz="2100" dirty="0">
                <a:ea typeface="宋体" panose="02010600030101010101" pitchFamily="2" charset="-122"/>
              </a:rPr>
              <a:t>PC </a:t>
            </a:r>
            <a:r>
              <a:rPr lang="zh-CN" altLang="en-US" sz="2100" dirty="0">
                <a:ea typeface="宋体" panose="02010600030101010101" pitchFamily="2" charset="-122"/>
              </a:rPr>
              <a:t>机向路由器发送一系列的 </a:t>
            </a:r>
            <a:r>
              <a:rPr lang="en-US" altLang="zh-CN" sz="2100" dirty="0">
                <a:ea typeface="宋体" panose="02010600030101010101" pitchFamily="2" charset="-122"/>
              </a:rPr>
              <a:t>LCP </a:t>
            </a:r>
            <a:r>
              <a:rPr lang="zh-CN" altLang="en-US" sz="2100" dirty="0">
                <a:ea typeface="宋体" panose="02010600030101010101" pitchFamily="2" charset="-122"/>
              </a:rPr>
              <a:t>分组（封装成多个 </a:t>
            </a:r>
            <a:r>
              <a:rPr lang="en-US" altLang="zh-CN" sz="2100" dirty="0">
                <a:ea typeface="宋体" panose="02010600030101010101" pitchFamily="2" charset="-122"/>
              </a:rPr>
              <a:t>PPP </a:t>
            </a:r>
            <a:r>
              <a:rPr lang="zh-CN" altLang="en-US" sz="2100" dirty="0">
                <a:ea typeface="宋体" panose="02010600030101010101" pitchFamily="2" charset="-122"/>
              </a:rPr>
              <a:t>帧）。</a:t>
            </a:r>
          </a:p>
          <a:p>
            <a:pPr eaLnBrk="1" hangingPunct="1">
              <a:lnSpc>
                <a:spcPct val="80000"/>
              </a:lnSpc>
            </a:pPr>
            <a:r>
              <a:rPr lang="zh-CN" altLang="en-US" sz="2100" dirty="0">
                <a:ea typeface="宋体" panose="02010600030101010101" pitchFamily="2" charset="-122"/>
              </a:rPr>
              <a:t>这些分组及其响应选择一些 </a:t>
            </a:r>
            <a:r>
              <a:rPr lang="en-US" altLang="zh-CN" sz="2100" dirty="0">
                <a:ea typeface="宋体" panose="02010600030101010101" pitchFamily="2" charset="-122"/>
              </a:rPr>
              <a:t>PPP </a:t>
            </a:r>
            <a:r>
              <a:rPr lang="zh-CN" altLang="en-US" sz="2100" dirty="0">
                <a:ea typeface="宋体" panose="02010600030101010101" pitchFamily="2" charset="-122"/>
              </a:rPr>
              <a:t>参数，和进行网络层配置，</a:t>
            </a:r>
            <a:r>
              <a:rPr lang="en-US" altLang="zh-CN" sz="2100" dirty="0">
                <a:ea typeface="宋体" panose="02010600030101010101" pitchFamily="2" charset="-122"/>
              </a:rPr>
              <a:t>NCP </a:t>
            </a:r>
            <a:r>
              <a:rPr lang="zh-CN" altLang="en-US" sz="2100" dirty="0">
                <a:ea typeface="宋体" panose="02010600030101010101" pitchFamily="2" charset="-122"/>
              </a:rPr>
              <a:t>给新接入的 </a:t>
            </a:r>
            <a:r>
              <a:rPr lang="en-US" altLang="zh-CN" sz="2100" dirty="0">
                <a:ea typeface="宋体" panose="02010600030101010101" pitchFamily="2" charset="-122"/>
              </a:rPr>
              <a:t>PC</a:t>
            </a:r>
            <a:r>
              <a:rPr lang="zh-CN" altLang="en-US" sz="2100" dirty="0">
                <a:ea typeface="宋体" panose="02010600030101010101" pitchFamily="2" charset="-122"/>
              </a:rPr>
              <a:t>机分配一个临时的 </a:t>
            </a:r>
            <a:r>
              <a:rPr lang="en-US" altLang="zh-CN" sz="2100" dirty="0">
                <a:ea typeface="宋体" panose="02010600030101010101" pitchFamily="2" charset="-122"/>
              </a:rPr>
              <a:t>IP </a:t>
            </a:r>
            <a:r>
              <a:rPr lang="zh-CN" altLang="en-US" sz="2100" dirty="0">
                <a:ea typeface="宋体" panose="02010600030101010101" pitchFamily="2" charset="-122"/>
              </a:rPr>
              <a:t>地址，使 </a:t>
            </a:r>
            <a:r>
              <a:rPr lang="en-US" altLang="zh-CN" sz="2100" dirty="0">
                <a:ea typeface="宋体" panose="02010600030101010101" pitchFamily="2" charset="-122"/>
              </a:rPr>
              <a:t>PC </a:t>
            </a:r>
            <a:r>
              <a:rPr lang="zh-CN" altLang="en-US" sz="2100" dirty="0">
                <a:ea typeface="宋体" panose="02010600030101010101" pitchFamily="2" charset="-122"/>
              </a:rPr>
              <a:t>机成为因特网上的一个主机。</a:t>
            </a:r>
          </a:p>
          <a:p>
            <a:pPr eaLnBrk="1" hangingPunct="1">
              <a:lnSpc>
                <a:spcPct val="80000"/>
              </a:lnSpc>
            </a:pPr>
            <a:r>
              <a:rPr lang="zh-CN" altLang="en-US" sz="2100" dirty="0">
                <a:ea typeface="宋体" panose="02010600030101010101" pitchFamily="2" charset="-122"/>
              </a:rPr>
              <a:t>通信完毕时，</a:t>
            </a:r>
            <a:r>
              <a:rPr lang="en-US" altLang="zh-CN" sz="2100" dirty="0">
                <a:ea typeface="宋体" panose="02010600030101010101" pitchFamily="2" charset="-122"/>
              </a:rPr>
              <a:t>NCP </a:t>
            </a:r>
            <a:r>
              <a:rPr lang="zh-CN" altLang="en-US" sz="2100" dirty="0">
                <a:ea typeface="宋体" panose="02010600030101010101" pitchFamily="2" charset="-122"/>
              </a:rPr>
              <a:t>释放网络层连接，收回原来分配出去的 </a:t>
            </a:r>
            <a:r>
              <a:rPr lang="en-US" altLang="zh-CN" sz="2100" dirty="0">
                <a:ea typeface="宋体" panose="02010600030101010101" pitchFamily="2" charset="-122"/>
              </a:rPr>
              <a:t>IP </a:t>
            </a:r>
            <a:r>
              <a:rPr lang="zh-CN" altLang="en-US" sz="2100" dirty="0">
                <a:ea typeface="宋体" panose="02010600030101010101" pitchFamily="2" charset="-122"/>
              </a:rPr>
              <a:t>地址。接着，</a:t>
            </a:r>
            <a:r>
              <a:rPr lang="en-US" altLang="zh-CN" sz="2100" dirty="0">
                <a:ea typeface="宋体" panose="02010600030101010101" pitchFamily="2" charset="-122"/>
              </a:rPr>
              <a:t>LCP </a:t>
            </a:r>
            <a:r>
              <a:rPr lang="zh-CN" altLang="en-US" sz="2100" dirty="0">
                <a:ea typeface="宋体" panose="02010600030101010101" pitchFamily="2" charset="-122"/>
              </a:rPr>
              <a:t>释放数据链路层连接。最后释放的是物理层的连接。    </a:t>
            </a:r>
          </a:p>
        </p:txBody>
      </p:sp>
      <p:sp>
        <p:nvSpPr>
          <p:cNvPr id="121859" name="幻灯片编号占位符 1">
            <a:extLst>
              <a:ext uri="{FF2B5EF4-FFF2-40B4-BE49-F238E27FC236}">
                <a16:creationId xmlns:a16="http://schemas.microsoft.com/office/drawing/2014/main" id="{9E8B72AF-C72A-CF47-B9FF-D79DC12A394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C018885-5DB5-6443-B760-85F52CDDB90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2697756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865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865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865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59"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2">
            <a:extLst>
              <a:ext uri="{FF2B5EF4-FFF2-40B4-BE49-F238E27FC236}">
                <a16:creationId xmlns:a16="http://schemas.microsoft.com/office/drawing/2014/main" id="{AA1BAEA1-49E0-1444-8C22-309930694BBD}"/>
              </a:ext>
            </a:extLst>
          </p:cNvPr>
          <p:cNvSpPr>
            <a:spLocks noGrp="1" noChangeArrowheads="1"/>
          </p:cNvSpPr>
          <p:nvPr>
            <p:ph type="title"/>
          </p:nvPr>
        </p:nvSpPr>
        <p:spPr>
          <a:xfrm>
            <a:off x="184071" y="236935"/>
            <a:ext cx="8148399" cy="576263"/>
          </a:xfrm>
        </p:spPr>
        <p:txBody>
          <a:bodyPr/>
          <a:lstStyle/>
          <a:p>
            <a:pPr eaLnBrk="1" hangingPunct="1"/>
            <a:r>
              <a:rPr lang="en-US" altLang="zh-CN" dirty="0">
                <a:ea typeface="宋体" panose="02010600030101010101" pitchFamily="2" charset="-122"/>
              </a:rPr>
              <a:t>3.3  </a:t>
            </a:r>
            <a:r>
              <a:rPr lang="zh-CN" altLang="en-US" dirty="0">
                <a:ea typeface="宋体" panose="02010600030101010101" pitchFamily="2" charset="-122"/>
              </a:rPr>
              <a:t>使用广播信道的数据链路层</a:t>
            </a:r>
            <a:endParaRPr lang="zh-CN" altLang="en-US" sz="3600" dirty="0">
              <a:ea typeface="宋体" panose="02010600030101010101" pitchFamily="2" charset="-122"/>
            </a:endParaRPr>
          </a:p>
        </p:txBody>
      </p:sp>
      <p:sp>
        <p:nvSpPr>
          <p:cNvPr id="395267" name="Rectangle 3">
            <a:extLst>
              <a:ext uri="{FF2B5EF4-FFF2-40B4-BE49-F238E27FC236}">
                <a16:creationId xmlns:a16="http://schemas.microsoft.com/office/drawing/2014/main" id="{4077C734-BD76-0B4C-A2F4-C4D35F277D3D}"/>
              </a:ext>
            </a:extLst>
          </p:cNvPr>
          <p:cNvSpPr>
            <a:spLocks noGrp="1" noChangeArrowheads="1"/>
          </p:cNvSpPr>
          <p:nvPr>
            <p:ph type="body" idx="1"/>
          </p:nvPr>
        </p:nvSpPr>
        <p:spPr>
          <a:xfrm>
            <a:off x="184071" y="1634490"/>
            <a:ext cx="8719899" cy="3379233"/>
          </a:xfrm>
        </p:spPr>
        <p:txBody>
          <a:bodyPr/>
          <a:lstStyle/>
          <a:p>
            <a:pPr eaLnBrk="1" hangingPunct="1"/>
            <a:r>
              <a:rPr lang="zh-CN" altLang="en-US" dirty="0">
                <a:latin typeface="Times New Roman" panose="02020603050405020304" pitchFamily="18" charset="0"/>
                <a:ea typeface="宋体" panose="02010600030101010101" pitchFamily="2" charset="-122"/>
              </a:rPr>
              <a:t>局域网最主要的特点是：网络为一个单位所拥有，且地理范围和站点数目均有限。 </a:t>
            </a:r>
          </a:p>
          <a:p>
            <a:pPr eaLnBrk="1" hangingPunct="1"/>
            <a:r>
              <a:rPr lang="zh-CN" altLang="en-US" sz="2100" dirty="0">
                <a:ea typeface="宋体" panose="02010600030101010101" pitchFamily="2" charset="-122"/>
              </a:rPr>
              <a:t>局域网具有如下的一些主要优点：</a:t>
            </a:r>
          </a:p>
          <a:p>
            <a:pPr lvl="1" eaLnBrk="1" hangingPunct="1"/>
            <a:r>
              <a:rPr lang="zh-CN" altLang="en-US" sz="1800" dirty="0">
                <a:solidFill>
                  <a:schemeClr val="folHlink"/>
                </a:solidFill>
                <a:ea typeface="宋体" panose="02010600030101010101" pitchFamily="2" charset="-122"/>
              </a:rPr>
              <a:t>具有广播功能，从一个站点可很方便地访问全网。局域网上的主机可共享连接在局域网上的各种硬件和软件资源。</a:t>
            </a:r>
            <a:r>
              <a:rPr lang="zh-CN" altLang="en-US" dirty="0">
                <a:latin typeface="Times New Roman" panose="02020603050405020304" pitchFamily="18" charset="0"/>
                <a:ea typeface="宋体" panose="02010600030101010101" pitchFamily="2" charset="-122"/>
              </a:rPr>
              <a:t> </a:t>
            </a:r>
            <a:endParaRPr lang="zh-CN" altLang="en-US" sz="1800" dirty="0">
              <a:solidFill>
                <a:srgbClr val="333399"/>
              </a:solidFill>
              <a:ea typeface="宋体" panose="02010600030101010101" pitchFamily="2" charset="-122"/>
            </a:endParaRPr>
          </a:p>
          <a:p>
            <a:pPr lvl="1" eaLnBrk="1" hangingPunct="1"/>
            <a:r>
              <a:rPr lang="zh-CN" altLang="en-US" sz="1800" dirty="0">
                <a:solidFill>
                  <a:srgbClr val="333399"/>
                </a:solidFill>
                <a:ea typeface="宋体" panose="02010600030101010101" pitchFamily="2" charset="-122"/>
              </a:rPr>
              <a:t>便于系统的扩展和逐渐地演变，各设备的位置可灵活调整和改变。</a:t>
            </a:r>
          </a:p>
          <a:p>
            <a:pPr lvl="1" eaLnBrk="1" hangingPunct="1"/>
            <a:r>
              <a:rPr lang="zh-CN" altLang="en-US" sz="1800" dirty="0">
                <a:solidFill>
                  <a:srgbClr val="333399"/>
                </a:solidFill>
                <a:ea typeface="宋体" panose="02010600030101010101" pitchFamily="2" charset="-122"/>
              </a:rPr>
              <a:t>提高了系统的可靠性、可用性和残存性。</a:t>
            </a:r>
          </a:p>
        </p:txBody>
      </p:sp>
      <p:sp>
        <p:nvSpPr>
          <p:cNvPr id="125955" name="幻灯片编号占位符 1">
            <a:extLst>
              <a:ext uri="{FF2B5EF4-FFF2-40B4-BE49-F238E27FC236}">
                <a16:creationId xmlns:a16="http://schemas.microsoft.com/office/drawing/2014/main" id="{F65F01A9-6A07-254F-8588-A961F166CA4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1013F88-49E9-9D40-B0E2-D0B4041CE06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51</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FDD780EC-6B38-7849-B30A-F0950A1B2992}"/>
              </a:ext>
            </a:extLst>
          </p:cNvPr>
          <p:cNvSpPr/>
          <p:nvPr/>
        </p:nvSpPr>
        <p:spPr>
          <a:xfrm>
            <a:off x="184071" y="942945"/>
            <a:ext cx="4528804" cy="584775"/>
          </a:xfrm>
          <a:prstGeom prst="rect">
            <a:avLst/>
          </a:prstGeom>
        </p:spPr>
        <p:txBody>
          <a:bodyPr wrap="none">
            <a:spAutoFit/>
          </a:bodyPr>
          <a:lstStyle/>
          <a:p>
            <a:r>
              <a:rPr lang="en-US" altLang="zh-CN" sz="2800" dirty="0"/>
              <a:t>3.3.1  </a:t>
            </a:r>
            <a:r>
              <a:rPr lang="zh-CN" altLang="en-US" sz="2800" dirty="0"/>
              <a:t>局域网的数据链路层</a:t>
            </a:r>
            <a:r>
              <a:rPr lang="zh-CN" altLang="en-US" sz="3200" dirty="0"/>
              <a:t> </a:t>
            </a:r>
            <a:endParaRPr lang="zh-CN" altLang="en-US" sz="2800" dirty="0"/>
          </a:p>
        </p:txBody>
      </p:sp>
    </p:spTree>
    <p:extLst>
      <p:ext uri="{BB962C8B-B14F-4D97-AF65-F5344CB8AC3E}">
        <p14:creationId xmlns:p14="http://schemas.microsoft.com/office/powerpoint/2010/main" val="2304654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5267">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5267">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95267">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9526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267"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2">
            <a:extLst>
              <a:ext uri="{FF2B5EF4-FFF2-40B4-BE49-F238E27FC236}">
                <a16:creationId xmlns:a16="http://schemas.microsoft.com/office/drawing/2014/main" id="{034BBDDC-EFFF-C647-92BA-B6C092A619A8}"/>
              </a:ext>
            </a:extLst>
          </p:cNvPr>
          <p:cNvSpPr>
            <a:spLocks noGrp="1" noChangeArrowheads="1"/>
          </p:cNvSpPr>
          <p:nvPr>
            <p:ph type="title"/>
          </p:nvPr>
        </p:nvSpPr>
        <p:spPr>
          <a:xfrm>
            <a:off x="163711" y="229917"/>
            <a:ext cx="5142309" cy="576263"/>
          </a:xfrm>
        </p:spPr>
        <p:txBody>
          <a:bodyPr/>
          <a:lstStyle/>
          <a:p>
            <a:pPr eaLnBrk="1" hangingPunct="1"/>
            <a:r>
              <a:rPr lang="zh-CN" altLang="en-US" dirty="0">
                <a:latin typeface="Times New Roman" panose="02020603050405020304" pitchFamily="18" charset="0"/>
                <a:ea typeface="宋体" panose="02010600030101010101" pitchFamily="2" charset="-122"/>
              </a:rPr>
              <a:t>局域网的拓扑 </a:t>
            </a:r>
          </a:p>
        </p:txBody>
      </p:sp>
      <p:sp>
        <p:nvSpPr>
          <p:cNvPr id="128002" name="Line 3">
            <a:extLst>
              <a:ext uri="{FF2B5EF4-FFF2-40B4-BE49-F238E27FC236}">
                <a16:creationId xmlns:a16="http://schemas.microsoft.com/office/drawing/2014/main" id="{936681D5-1019-064E-BCE2-92C31E61757D}"/>
              </a:ext>
            </a:extLst>
          </p:cNvPr>
          <p:cNvSpPr>
            <a:spLocks noChangeShapeType="1"/>
          </p:cNvSpPr>
          <p:nvPr/>
        </p:nvSpPr>
        <p:spPr bwMode="auto">
          <a:xfrm flipH="1" flipV="1">
            <a:off x="580673" y="2358693"/>
            <a:ext cx="400050" cy="3429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03" name="Line 4">
            <a:extLst>
              <a:ext uri="{FF2B5EF4-FFF2-40B4-BE49-F238E27FC236}">
                <a16:creationId xmlns:a16="http://schemas.microsoft.com/office/drawing/2014/main" id="{3E4C3750-13B7-7A46-95BF-A8E6EA155818}"/>
              </a:ext>
            </a:extLst>
          </p:cNvPr>
          <p:cNvSpPr>
            <a:spLocks noChangeShapeType="1"/>
          </p:cNvSpPr>
          <p:nvPr/>
        </p:nvSpPr>
        <p:spPr bwMode="auto">
          <a:xfrm flipV="1">
            <a:off x="1095023" y="2301543"/>
            <a:ext cx="0" cy="40005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04" name="Line 5">
            <a:extLst>
              <a:ext uri="{FF2B5EF4-FFF2-40B4-BE49-F238E27FC236}">
                <a16:creationId xmlns:a16="http://schemas.microsoft.com/office/drawing/2014/main" id="{606253C5-C564-834B-9F43-685435D7DA92}"/>
              </a:ext>
            </a:extLst>
          </p:cNvPr>
          <p:cNvSpPr>
            <a:spLocks noChangeShapeType="1"/>
          </p:cNvSpPr>
          <p:nvPr/>
        </p:nvSpPr>
        <p:spPr bwMode="auto">
          <a:xfrm flipH="1">
            <a:off x="637823" y="2873043"/>
            <a:ext cx="319088" cy="27384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05" name="Line 6">
            <a:extLst>
              <a:ext uri="{FF2B5EF4-FFF2-40B4-BE49-F238E27FC236}">
                <a16:creationId xmlns:a16="http://schemas.microsoft.com/office/drawing/2014/main" id="{B995B329-5139-EB4D-898E-DAD07C02F393}"/>
              </a:ext>
            </a:extLst>
          </p:cNvPr>
          <p:cNvSpPr>
            <a:spLocks noChangeShapeType="1"/>
          </p:cNvSpPr>
          <p:nvPr/>
        </p:nvSpPr>
        <p:spPr bwMode="auto">
          <a:xfrm>
            <a:off x="1095023" y="2873043"/>
            <a:ext cx="504825" cy="37981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06" name="Line 7">
            <a:extLst>
              <a:ext uri="{FF2B5EF4-FFF2-40B4-BE49-F238E27FC236}">
                <a16:creationId xmlns:a16="http://schemas.microsoft.com/office/drawing/2014/main" id="{79EDE32B-E9EB-5E46-842F-D694EB17FF0F}"/>
              </a:ext>
            </a:extLst>
          </p:cNvPr>
          <p:cNvSpPr>
            <a:spLocks noChangeShapeType="1"/>
          </p:cNvSpPr>
          <p:nvPr/>
        </p:nvSpPr>
        <p:spPr bwMode="auto">
          <a:xfrm flipV="1">
            <a:off x="1152173" y="2472993"/>
            <a:ext cx="400050" cy="28575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6296" name="Rectangle 8">
            <a:extLst>
              <a:ext uri="{FF2B5EF4-FFF2-40B4-BE49-F238E27FC236}">
                <a16:creationId xmlns:a16="http://schemas.microsoft.com/office/drawing/2014/main" id="{C51D0588-6B27-4546-8F51-96B0E94BE541}"/>
              </a:ext>
            </a:extLst>
          </p:cNvPr>
          <p:cNvSpPr>
            <a:spLocks noChangeArrowheads="1"/>
          </p:cNvSpPr>
          <p:nvPr/>
        </p:nvSpPr>
        <p:spPr bwMode="auto">
          <a:xfrm>
            <a:off x="923573" y="2644443"/>
            <a:ext cx="276225" cy="276225"/>
          </a:xfrm>
          <a:prstGeom prst="rect">
            <a:avLst/>
          </a:prstGeom>
          <a:solidFill>
            <a:schemeClr val="bg1"/>
          </a:solidFill>
          <a:ln w="25400">
            <a:solidFill>
              <a:srgbClr val="333399"/>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128008" name="Line 13">
            <a:extLst>
              <a:ext uri="{FF2B5EF4-FFF2-40B4-BE49-F238E27FC236}">
                <a16:creationId xmlns:a16="http://schemas.microsoft.com/office/drawing/2014/main" id="{8ADCBE60-C021-5B40-9A40-F38E1422FEB5}"/>
              </a:ext>
            </a:extLst>
          </p:cNvPr>
          <p:cNvSpPr>
            <a:spLocks noChangeShapeType="1"/>
          </p:cNvSpPr>
          <p:nvPr/>
        </p:nvSpPr>
        <p:spPr bwMode="auto">
          <a:xfrm>
            <a:off x="3430079" y="2621980"/>
            <a:ext cx="1616869"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09" name="Rectangle 14">
            <a:extLst>
              <a:ext uri="{FF2B5EF4-FFF2-40B4-BE49-F238E27FC236}">
                <a16:creationId xmlns:a16="http://schemas.microsoft.com/office/drawing/2014/main" id="{3D9DC466-A522-B244-B027-C873D86679C0}"/>
              </a:ext>
            </a:extLst>
          </p:cNvPr>
          <p:cNvSpPr>
            <a:spLocks noChangeArrowheads="1"/>
          </p:cNvSpPr>
          <p:nvPr/>
        </p:nvSpPr>
        <p:spPr bwMode="auto">
          <a:xfrm>
            <a:off x="5011229" y="2583880"/>
            <a:ext cx="76200" cy="76200"/>
          </a:xfrm>
          <a:prstGeom prst="rect">
            <a:avLst/>
          </a:prstGeom>
          <a:solidFill>
            <a:schemeClr val="tx1"/>
          </a:solidFill>
          <a:ln w="12700">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28010" name="Rectangle 15">
            <a:extLst>
              <a:ext uri="{FF2B5EF4-FFF2-40B4-BE49-F238E27FC236}">
                <a16:creationId xmlns:a16="http://schemas.microsoft.com/office/drawing/2014/main" id="{0A5E9587-1B07-BF44-AF8B-08FFC3A18BCF}"/>
              </a:ext>
            </a:extLst>
          </p:cNvPr>
          <p:cNvSpPr>
            <a:spLocks noChangeArrowheads="1"/>
          </p:cNvSpPr>
          <p:nvPr/>
        </p:nvSpPr>
        <p:spPr bwMode="auto">
          <a:xfrm>
            <a:off x="3346735" y="2583880"/>
            <a:ext cx="76200" cy="76200"/>
          </a:xfrm>
          <a:prstGeom prst="rect">
            <a:avLst/>
          </a:prstGeom>
          <a:solidFill>
            <a:schemeClr val="tx1"/>
          </a:solidFill>
          <a:ln w="12700">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28011" name="Line 16">
            <a:extLst>
              <a:ext uri="{FF2B5EF4-FFF2-40B4-BE49-F238E27FC236}">
                <a16:creationId xmlns:a16="http://schemas.microsoft.com/office/drawing/2014/main" id="{9B30A249-D596-1640-B2A4-D9D69F06085B}"/>
              </a:ext>
            </a:extLst>
          </p:cNvPr>
          <p:cNvSpPr>
            <a:spLocks noChangeShapeType="1"/>
          </p:cNvSpPr>
          <p:nvPr/>
        </p:nvSpPr>
        <p:spPr bwMode="auto">
          <a:xfrm flipV="1">
            <a:off x="3749166" y="2383855"/>
            <a:ext cx="0" cy="24050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12" name="Line 17">
            <a:extLst>
              <a:ext uri="{FF2B5EF4-FFF2-40B4-BE49-F238E27FC236}">
                <a16:creationId xmlns:a16="http://schemas.microsoft.com/office/drawing/2014/main" id="{010E2C42-C76E-7248-8963-0C3A128A2A95}"/>
              </a:ext>
            </a:extLst>
          </p:cNvPr>
          <p:cNvSpPr>
            <a:spLocks noChangeShapeType="1"/>
          </p:cNvSpPr>
          <p:nvPr/>
        </p:nvSpPr>
        <p:spPr bwMode="auto">
          <a:xfrm>
            <a:off x="4034916" y="2631505"/>
            <a:ext cx="0" cy="25955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13" name="Line 18">
            <a:extLst>
              <a:ext uri="{FF2B5EF4-FFF2-40B4-BE49-F238E27FC236}">
                <a16:creationId xmlns:a16="http://schemas.microsoft.com/office/drawing/2014/main" id="{19F09131-F1CD-C74D-8576-02AA834DA7FE}"/>
              </a:ext>
            </a:extLst>
          </p:cNvPr>
          <p:cNvSpPr>
            <a:spLocks noChangeShapeType="1"/>
          </p:cNvSpPr>
          <p:nvPr/>
        </p:nvSpPr>
        <p:spPr bwMode="auto">
          <a:xfrm flipV="1">
            <a:off x="4392104" y="2362424"/>
            <a:ext cx="0" cy="2690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14" name="Line 19">
            <a:extLst>
              <a:ext uri="{FF2B5EF4-FFF2-40B4-BE49-F238E27FC236}">
                <a16:creationId xmlns:a16="http://schemas.microsoft.com/office/drawing/2014/main" id="{7A70F5EA-8116-A347-B3E4-AE33517C7A75}"/>
              </a:ext>
            </a:extLst>
          </p:cNvPr>
          <p:cNvSpPr>
            <a:spLocks noChangeShapeType="1"/>
          </p:cNvSpPr>
          <p:nvPr/>
        </p:nvSpPr>
        <p:spPr bwMode="auto">
          <a:xfrm>
            <a:off x="4756435" y="2631505"/>
            <a:ext cx="0" cy="25955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15" name="Rectangle 28">
            <a:extLst>
              <a:ext uri="{FF2B5EF4-FFF2-40B4-BE49-F238E27FC236}">
                <a16:creationId xmlns:a16="http://schemas.microsoft.com/office/drawing/2014/main" id="{BDA2018E-18DB-FC43-AA71-95A8B8ADA201}"/>
              </a:ext>
            </a:extLst>
          </p:cNvPr>
          <p:cNvSpPr>
            <a:spLocks noChangeArrowheads="1"/>
          </p:cNvSpPr>
          <p:nvPr/>
        </p:nvSpPr>
        <p:spPr bwMode="auto">
          <a:xfrm>
            <a:off x="5194585" y="3392315"/>
            <a:ext cx="90649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ea typeface="宋体" panose="02010600030101010101" pitchFamily="2" charset="-122"/>
              </a:rPr>
              <a:t>匹配电阻</a:t>
            </a:r>
          </a:p>
        </p:txBody>
      </p:sp>
      <p:sp>
        <p:nvSpPr>
          <p:cNvPr id="128016" name="Line 29">
            <a:extLst>
              <a:ext uri="{FF2B5EF4-FFF2-40B4-BE49-F238E27FC236}">
                <a16:creationId xmlns:a16="http://schemas.microsoft.com/office/drawing/2014/main" id="{4D4D619D-C132-0542-ADDF-A2D18A12BE27}"/>
              </a:ext>
            </a:extLst>
          </p:cNvPr>
          <p:cNvSpPr>
            <a:spLocks noChangeShapeType="1"/>
          </p:cNvSpPr>
          <p:nvPr/>
        </p:nvSpPr>
        <p:spPr bwMode="auto">
          <a:xfrm>
            <a:off x="5087429" y="2689846"/>
            <a:ext cx="270272" cy="702469"/>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17" name="Rectangle 31">
            <a:extLst>
              <a:ext uri="{FF2B5EF4-FFF2-40B4-BE49-F238E27FC236}">
                <a16:creationId xmlns:a16="http://schemas.microsoft.com/office/drawing/2014/main" id="{32CCA019-1A65-9F4E-84C9-CA8205194521}"/>
              </a:ext>
            </a:extLst>
          </p:cNvPr>
          <p:cNvSpPr>
            <a:spLocks noChangeArrowheads="1"/>
          </p:cNvSpPr>
          <p:nvPr/>
        </p:nvSpPr>
        <p:spPr bwMode="auto">
          <a:xfrm>
            <a:off x="1870120" y="2443228"/>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ea typeface="宋体" panose="02010600030101010101" pitchFamily="2" charset="-122"/>
              </a:rPr>
              <a:t>集线器</a:t>
            </a:r>
          </a:p>
        </p:txBody>
      </p:sp>
      <p:sp>
        <p:nvSpPr>
          <p:cNvPr id="128018" name="Line 33">
            <a:extLst>
              <a:ext uri="{FF2B5EF4-FFF2-40B4-BE49-F238E27FC236}">
                <a16:creationId xmlns:a16="http://schemas.microsoft.com/office/drawing/2014/main" id="{3F1F442D-12D6-954B-BBAE-5EA0B85BBDFC}"/>
              </a:ext>
            </a:extLst>
          </p:cNvPr>
          <p:cNvSpPr>
            <a:spLocks noChangeShapeType="1"/>
          </p:cNvSpPr>
          <p:nvPr/>
        </p:nvSpPr>
        <p:spPr bwMode="auto">
          <a:xfrm flipH="1" flipV="1">
            <a:off x="6874321" y="2224311"/>
            <a:ext cx="89297" cy="92869"/>
          </a:xfrm>
          <a:prstGeom prst="line">
            <a:avLst/>
          </a:prstGeom>
          <a:noFill/>
          <a:ln w="254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19" name="Rectangle 34">
            <a:extLst>
              <a:ext uri="{FF2B5EF4-FFF2-40B4-BE49-F238E27FC236}">
                <a16:creationId xmlns:a16="http://schemas.microsoft.com/office/drawing/2014/main" id="{1783DBC7-26F2-DF40-B995-0F68346A5932}"/>
              </a:ext>
            </a:extLst>
          </p:cNvPr>
          <p:cNvSpPr>
            <a:spLocks noChangeArrowheads="1"/>
          </p:cNvSpPr>
          <p:nvPr/>
        </p:nvSpPr>
        <p:spPr bwMode="auto">
          <a:xfrm>
            <a:off x="7973268" y="2469580"/>
            <a:ext cx="109885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ea typeface="宋体" panose="02010600030101010101" pitchFamily="2" charset="-122"/>
              </a:rPr>
              <a:t>干线耦合器</a:t>
            </a:r>
          </a:p>
        </p:txBody>
      </p:sp>
      <p:sp>
        <p:nvSpPr>
          <p:cNvPr id="128020" name="Line 35">
            <a:extLst>
              <a:ext uri="{FF2B5EF4-FFF2-40B4-BE49-F238E27FC236}">
                <a16:creationId xmlns:a16="http://schemas.microsoft.com/office/drawing/2014/main" id="{EA37C549-32B5-CD47-919A-B828F8EDD0A8}"/>
              </a:ext>
            </a:extLst>
          </p:cNvPr>
          <p:cNvSpPr>
            <a:spLocks noChangeShapeType="1"/>
          </p:cNvSpPr>
          <p:nvPr/>
        </p:nvSpPr>
        <p:spPr bwMode="auto">
          <a:xfrm flipH="1">
            <a:off x="7623224" y="2225501"/>
            <a:ext cx="83344" cy="78581"/>
          </a:xfrm>
          <a:prstGeom prst="line">
            <a:avLst/>
          </a:prstGeom>
          <a:noFill/>
          <a:ln w="254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21" name="Line 36">
            <a:extLst>
              <a:ext uri="{FF2B5EF4-FFF2-40B4-BE49-F238E27FC236}">
                <a16:creationId xmlns:a16="http://schemas.microsoft.com/office/drawing/2014/main" id="{8DB67309-5B8C-8741-8788-3871548B7F81}"/>
              </a:ext>
            </a:extLst>
          </p:cNvPr>
          <p:cNvSpPr>
            <a:spLocks noChangeShapeType="1"/>
          </p:cNvSpPr>
          <p:nvPr/>
        </p:nvSpPr>
        <p:spPr bwMode="auto">
          <a:xfrm flipH="1" flipV="1">
            <a:off x="7637512" y="2933923"/>
            <a:ext cx="98822" cy="1047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22" name="Line 37">
            <a:extLst>
              <a:ext uri="{FF2B5EF4-FFF2-40B4-BE49-F238E27FC236}">
                <a16:creationId xmlns:a16="http://schemas.microsoft.com/office/drawing/2014/main" id="{40CF35C3-A0F2-714F-871C-ED7EC91EABC6}"/>
              </a:ext>
            </a:extLst>
          </p:cNvPr>
          <p:cNvSpPr>
            <a:spLocks noChangeShapeType="1"/>
          </p:cNvSpPr>
          <p:nvPr/>
        </p:nvSpPr>
        <p:spPr bwMode="auto">
          <a:xfrm flipH="1">
            <a:off x="6896943" y="2964879"/>
            <a:ext cx="73819" cy="904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23" name="Oval 38">
            <a:extLst>
              <a:ext uri="{FF2B5EF4-FFF2-40B4-BE49-F238E27FC236}">
                <a16:creationId xmlns:a16="http://schemas.microsoft.com/office/drawing/2014/main" id="{E0187755-411F-6742-A174-256A04C00CFC}"/>
              </a:ext>
            </a:extLst>
          </p:cNvPr>
          <p:cNvSpPr>
            <a:spLocks noChangeArrowheads="1"/>
          </p:cNvSpPr>
          <p:nvPr/>
        </p:nvSpPr>
        <p:spPr bwMode="auto">
          <a:xfrm rot="18840000">
            <a:off x="6849318" y="2170732"/>
            <a:ext cx="902494" cy="902494"/>
          </a:xfrm>
          <a:prstGeom prst="ellipse">
            <a:avLst/>
          </a:prstGeom>
          <a:solidFill>
            <a:schemeClr val="bg1"/>
          </a:solidFill>
          <a:ln w="28575">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28024" name="Rectangle 39">
            <a:extLst>
              <a:ext uri="{FF2B5EF4-FFF2-40B4-BE49-F238E27FC236}">
                <a16:creationId xmlns:a16="http://schemas.microsoft.com/office/drawing/2014/main" id="{B6B86BCE-0515-1545-BD6B-DCD48C9E3554}"/>
              </a:ext>
            </a:extLst>
          </p:cNvPr>
          <p:cNvSpPr>
            <a:spLocks noChangeArrowheads="1"/>
          </p:cNvSpPr>
          <p:nvPr/>
        </p:nvSpPr>
        <p:spPr bwMode="auto">
          <a:xfrm rot="18840000">
            <a:off x="6917183" y="2277889"/>
            <a:ext cx="102394" cy="66675"/>
          </a:xfrm>
          <a:prstGeom prst="rect">
            <a:avLst/>
          </a:prstGeom>
          <a:solidFill>
            <a:schemeClr val="bg1"/>
          </a:solidFill>
          <a:ln w="2857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28025" name="Rectangle 40">
            <a:extLst>
              <a:ext uri="{FF2B5EF4-FFF2-40B4-BE49-F238E27FC236}">
                <a16:creationId xmlns:a16="http://schemas.microsoft.com/office/drawing/2014/main" id="{EF7E30B5-99B1-674F-948C-ACFCBCCB5A55}"/>
              </a:ext>
            </a:extLst>
          </p:cNvPr>
          <p:cNvSpPr>
            <a:spLocks noChangeArrowheads="1"/>
          </p:cNvSpPr>
          <p:nvPr/>
        </p:nvSpPr>
        <p:spPr bwMode="auto">
          <a:xfrm rot="18840000">
            <a:off x="7580361" y="2898204"/>
            <a:ext cx="102394" cy="66675"/>
          </a:xfrm>
          <a:prstGeom prst="rect">
            <a:avLst/>
          </a:prstGeom>
          <a:solidFill>
            <a:schemeClr val="bg1"/>
          </a:solidFill>
          <a:ln w="25400">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28026" name="Rectangle 41">
            <a:extLst>
              <a:ext uri="{FF2B5EF4-FFF2-40B4-BE49-F238E27FC236}">
                <a16:creationId xmlns:a16="http://schemas.microsoft.com/office/drawing/2014/main" id="{C1AB91A4-A3DA-FF44-B409-BB55645D7DB7}"/>
              </a:ext>
            </a:extLst>
          </p:cNvPr>
          <p:cNvSpPr>
            <a:spLocks noChangeArrowheads="1"/>
          </p:cNvSpPr>
          <p:nvPr/>
        </p:nvSpPr>
        <p:spPr bwMode="auto">
          <a:xfrm rot="18840000">
            <a:off x="7592268" y="2249314"/>
            <a:ext cx="66675" cy="102394"/>
          </a:xfrm>
          <a:prstGeom prst="rect">
            <a:avLst/>
          </a:prstGeom>
          <a:solidFill>
            <a:schemeClr val="bg1"/>
          </a:solidFill>
          <a:ln w="2857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28027" name="Line 42">
            <a:extLst>
              <a:ext uri="{FF2B5EF4-FFF2-40B4-BE49-F238E27FC236}">
                <a16:creationId xmlns:a16="http://schemas.microsoft.com/office/drawing/2014/main" id="{9B446CF8-997F-5E4C-8F27-D3148CB37197}"/>
              </a:ext>
            </a:extLst>
          </p:cNvPr>
          <p:cNvSpPr>
            <a:spLocks noChangeShapeType="1"/>
          </p:cNvSpPr>
          <p:nvPr/>
        </p:nvSpPr>
        <p:spPr bwMode="auto">
          <a:xfrm>
            <a:off x="7670848" y="2344563"/>
            <a:ext cx="357188" cy="286941"/>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28" name="Rectangle 43">
            <a:extLst>
              <a:ext uri="{FF2B5EF4-FFF2-40B4-BE49-F238E27FC236}">
                <a16:creationId xmlns:a16="http://schemas.microsoft.com/office/drawing/2014/main" id="{C8DE4294-9C95-7845-B7C0-52931EE0FCFB}"/>
              </a:ext>
            </a:extLst>
          </p:cNvPr>
          <p:cNvSpPr>
            <a:spLocks noChangeArrowheads="1"/>
          </p:cNvSpPr>
          <p:nvPr/>
        </p:nvSpPr>
        <p:spPr bwMode="auto">
          <a:xfrm rot="18840000">
            <a:off x="6964808" y="2880345"/>
            <a:ext cx="66675" cy="102394"/>
          </a:xfrm>
          <a:prstGeom prst="rect">
            <a:avLst/>
          </a:prstGeom>
          <a:solidFill>
            <a:schemeClr val="bg1"/>
          </a:solidFill>
          <a:ln w="25400">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28029" name="弧 44">
            <a:extLst>
              <a:ext uri="{FF2B5EF4-FFF2-40B4-BE49-F238E27FC236}">
                <a16:creationId xmlns:a16="http://schemas.microsoft.com/office/drawing/2014/main" id="{ED1C41D5-60BC-9347-8C35-9373AA138C22}"/>
              </a:ext>
            </a:extLst>
          </p:cNvPr>
          <p:cNvSpPr>
            <a:spLocks/>
          </p:cNvSpPr>
          <p:nvPr/>
        </p:nvSpPr>
        <p:spPr bwMode="auto">
          <a:xfrm flipV="1">
            <a:off x="7162452" y="2486249"/>
            <a:ext cx="470297" cy="477440"/>
          </a:xfrm>
          <a:custGeom>
            <a:avLst/>
            <a:gdLst>
              <a:gd name="T0" fmla="*/ 0 w 25403"/>
              <a:gd name="T1" fmla="*/ 67411816 h 30101"/>
              <a:gd name="T2" fmla="*/ 2147483646 w 25403"/>
              <a:gd name="T3" fmla="*/ 2147483646 h 30101"/>
              <a:gd name="T4" fmla="*/ 1411973226 w 25403"/>
              <a:gd name="T5" fmla="*/ 2147483646 h 30101"/>
              <a:gd name="T6" fmla="*/ 0 60000 65536"/>
              <a:gd name="T7" fmla="*/ 0 60000 65536"/>
              <a:gd name="T8" fmla="*/ 0 60000 65536"/>
            </a:gdLst>
            <a:ahLst/>
            <a:cxnLst>
              <a:cxn ang="T6">
                <a:pos x="T0" y="T1"/>
              </a:cxn>
              <a:cxn ang="T7">
                <a:pos x="T2" y="T3"/>
              </a:cxn>
              <a:cxn ang="T8">
                <a:pos x="T4" y="T5"/>
              </a:cxn>
            </a:cxnLst>
            <a:rect l="0" t="0" r="r" b="b"/>
            <a:pathLst>
              <a:path w="25403" h="30101" fill="none" extrusionOk="0">
                <a:moveTo>
                  <a:pt x="0" y="337"/>
                </a:moveTo>
                <a:cubicBezTo>
                  <a:pt x="1255" y="112"/>
                  <a:pt x="2527" y="-1"/>
                  <a:pt x="3803" y="-1"/>
                </a:cubicBezTo>
                <a:cubicBezTo>
                  <a:pt x="15732" y="0"/>
                  <a:pt x="25403" y="9670"/>
                  <a:pt x="25403" y="21600"/>
                </a:cubicBezTo>
                <a:cubicBezTo>
                  <a:pt x="25403" y="24522"/>
                  <a:pt x="24809" y="27414"/>
                  <a:pt x="23659" y="30100"/>
                </a:cubicBezTo>
              </a:path>
              <a:path w="25403" h="30101" stroke="0" extrusionOk="0">
                <a:moveTo>
                  <a:pt x="0" y="337"/>
                </a:moveTo>
                <a:cubicBezTo>
                  <a:pt x="1255" y="112"/>
                  <a:pt x="2527" y="-1"/>
                  <a:pt x="3803" y="-1"/>
                </a:cubicBezTo>
                <a:cubicBezTo>
                  <a:pt x="15732" y="0"/>
                  <a:pt x="25403" y="9670"/>
                  <a:pt x="25403" y="21600"/>
                </a:cubicBezTo>
                <a:cubicBezTo>
                  <a:pt x="25403" y="24522"/>
                  <a:pt x="24809" y="27414"/>
                  <a:pt x="23659" y="30100"/>
                </a:cubicBezTo>
                <a:lnTo>
                  <a:pt x="3803" y="21600"/>
                </a:lnTo>
                <a:lnTo>
                  <a:pt x="0" y="337"/>
                </a:lnTo>
                <a:close/>
              </a:path>
            </a:pathLst>
          </a:custGeom>
          <a:noFill/>
          <a:ln w="28575">
            <a:solidFill>
              <a:srgbClr val="333399"/>
            </a:solidFill>
            <a:round/>
            <a:headEn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pic>
        <p:nvPicPr>
          <p:cNvPr id="128030" name="Picture 46">
            <a:extLst>
              <a:ext uri="{FF2B5EF4-FFF2-40B4-BE49-F238E27FC236}">
                <a16:creationId xmlns:a16="http://schemas.microsoft.com/office/drawing/2014/main" id="{2BEB2DBC-55B6-E746-88F4-A12EA7909D5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79184" y="1955229"/>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31" name="Picture 47">
            <a:extLst>
              <a:ext uri="{FF2B5EF4-FFF2-40B4-BE49-F238E27FC236}">
                <a16:creationId xmlns:a16="http://schemas.microsoft.com/office/drawing/2014/main" id="{0DE5ED6B-BF87-B442-BC88-D67CC615081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3099" y="1983804"/>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32" name="Picture 48">
            <a:extLst>
              <a:ext uri="{FF2B5EF4-FFF2-40B4-BE49-F238E27FC236}">
                <a16:creationId xmlns:a16="http://schemas.microsoft.com/office/drawing/2014/main" id="{D0131D53-9C72-C84C-9D51-7ECF0FC2EF2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49418" y="2955354"/>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33" name="Picture 49">
            <a:extLst>
              <a:ext uri="{FF2B5EF4-FFF2-40B4-BE49-F238E27FC236}">
                <a16:creationId xmlns:a16="http://schemas.microsoft.com/office/drawing/2014/main" id="{F90D77F1-0FEC-BF46-99CC-A230924BC4C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9774" y="3012504"/>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34" name="Picture 50">
            <a:extLst>
              <a:ext uri="{FF2B5EF4-FFF2-40B4-BE49-F238E27FC236}">
                <a16:creationId xmlns:a16="http://schemas.microsoft.com/office/drawing/2014/main" id="{6C0CB772-C849-554F-A256-D95D8EA87C7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5530" y="2982580"/>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35" name="Picture 51">
            <a:extLst>
              <a:ext uri="{FF2B5EF4-FFF2-40B4-BE49-F238E27FC236}">
                <a16:creationId xmlns:a16="http://schemas.microsoft.com/office/drawing/2014/main" id="{788DE09A-8550-0D41-A55E-82E12CCF54C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524" y="2987343"/>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36" name="Picture 52">
            <a:extLst>
              <a:ext uri="{FF2B5EF4-FFF2-40B4-BE49-F238E27FC236}">
                <a16:creationId xmlns:a16="http://schemas.microsoft.com/office/drawing/2014/main" id="{3A09906F-E4DC-D447-BE79-ACEC1423DC0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6374" y="2244393"/>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37" name="Picture 53">
            <a:extLst>
              <a:ext uri="{FF2B5EF4-FFF2-40B4-BE49-F238E27FC236}">
                <a16:creationId xmlns:a16="http://schemas.microsoft.com/office/drawing/2014/main" id="{474E1134-C2C5-9B43-A5C8-85E429E0DE9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7924" y="2301543"/>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38" name="Picture 54">
            <a:extLst>
              <a:ext uri="{FF2B5EF4-FFF2-40B4-BE49-F238E27FC236}">
                <a16:creationId xmlns:a16="http://schemas.microsoft.com/office/drawing/2014/main" id="{0C69B33D-DB2A-5E45-B737-9E266DB11AC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624" y="2053893"/>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39" name="Picture 55">
            <a:extLst>
              <a:ext uri="{FF2B5EF4-FFF2-40B4-BE49-F238E27FC236}">
                <a16:creationId xmlns:a16="http://schemas.microsoft.com/office/drawing/2014/main" id="{606E16D0-06F9-BB4F-A894-2EA1BB48C6B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9273" y="2748186"/>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40" name="Picture 56">
            <a:extLst>
              <a:ext uri="{FF2B5EF4-FFF2-40B4-BE49-F238E27FC236}">
                <a16:creationId xmlns:a16="http://schemas.microsoft.com/office/drawing/2014/main" id="{3D90144D-B4E7-C34B-8142-096B926121C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94423" y="2757711"/>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41" name="Picture 57">
            <a:extLst>
              <a:ext uri="{FF2B5EF4-FFF2-40B4-BE49-F238E27FC236}">
                <a16:creationId xmlns:a16="http://schemas.microsoft.com/office/drawing/2014/main" id="{725F5FB4-F406-0445-ACFA-A09267D1AA2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7323" y="2186211"/>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42" name="Picture 58">
            <a:extLst>
              <a:ext uri="{FF2B5EF4-FFF2-40B4-BE49-F238E27FC236}">
                <a16:creationId xmlns:a16="http://schemas.microsoft.com/office/drawing/2014/main" id="{8216C427-4E72-FC4C-9E8D-D45BB19F9B2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9623" y="2176686"/>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8043" name="Line 64">
            <a:extLst>
              <a:ext uri="{FF2B5EF4-FFF2-40B4-BE49-F238E27FC236}">
                <a16:creationId xmlns:a16="http://schemas.microsoft.com/office/drawing/2014/main" id="{34DD6CA8-A333-1845-AFF3-886574B02DA9}"/>
              </a:ext>
            </a:extLst>
          </p:cNvPr>
          <p:cNvSpPr>
            <a:spLocks noChangeShapeType="1"/>
          </p:cNvSpPr>
          <p:nvPr/>
        </p:nvSpPr>
        <p:spPr bwMode="auto">
          <a:xfrm flipV="1">
            <a:off x="1152174" y="2658730"/>
            <a:ext cx="772715" cy="157163"/>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44" name="Text Box 65">
            <a:extLst>
              <a:ext uri="{FF2B5EF4-FFF2-40B4-BE49-F238E27FC236}">
                <a16:creationId xmlns:a16="http://schemas.microsoft.com/office/drawing/2014/main" id="{22B9A5F3-715A-FA4C-8F6B-5BE45C77CC31}"/>
              </a:ext>
            </a:extLst>
          </p:cNvPr>
          <p:cNvSpPr txBox="1">
            <a:spLocks noChangeArrowheads="1"/>
          </p:cNvSpPr>
          <p:nvPr/>
        </p:nvSpPr>
        <p:spPr bwMode="auto">
          <a:xfrm>
            <a:off x="3790839" y="3122042"/>
            <a:ext cx="877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黑体" panose="02010609060101010101" pitchFamily="49" charset="-122"/>
                <a:ea typeface="宋体" panose="02010600030101010101" pitchFamily="2" charset="-122"/>
              </a:rPr>
              <a:t>总线网</a:t>
            </a:r>
          </a:p>
        </p:txBody>
      </p:sp>
      <p:sp>
        <p:nvSpPr>
          <p:cNvPr id="128045" name="Text Box 66">
            <a:extLst>
              <a:ext uri="{FF2B5EF4-FFF2-40B4-BE49-F238E27FC236}">
                <a16:creationId xmlns:a16="http://schemas.microsoft.com/office/drawing/2014/main" id="{27027A93-0F72-DB45-9ECC-2A294567D6B3}"/>
              </a:ext>
            </a:extLst>
          </p:cNvPr>
          <p:cNvSpPr txBox="1">
            <a:spLocks noChangeArrowheads="1"/>
          </p:cNvSpPr>
          <p:nvPr/>
        </p:nvSpPr>
        <p:spPr bwMode="auto">
          <a:xfrm>
            <a:off x="565195" y="3361199"/>
            <a:ext cx="877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黑体" panose="02010609060101010101" pitchFamily="49" charset="-122"/>
                <a:ea typeface="宋体" panose="02010600030101010101" pitchFamily="2" charset="-122"/>
              </a:rPr>
              <a:t>星形网</a:t>
            </a:r>
          </a:p>
        </p:txBody>
      </p:sp>
      <p:sp>
        <p:nvSpPr>
          <p:cNvPr id="128046" name="Text Box 68">
            <a:extLst>
              <a:ext uri="{FF2B5EF4-FFF2-40B4-BE49-F238E27FC236}">
                <a16:creationId xmlns:a16="http://schemas.microsoft.com/office/drawing/2014/main" id="{5E77A0B9-F35D-A34B-AF35-69A58F0CBFD3}"/>
              </a:ext>
            </a:extLst>
          </p:cNvPr>
          <p:cNvSpPr txBox="1">
            <a:spLocks noChangeArrowheads="1"/>
          </p:cNvSpPr>
          <p:nvPr/>
        </p:nvSpPr>
        <p:spPr bwMode="auto">
          <a:xfrm>
            <a:off x="6893371" y="3368501"/>
            <a:ext cx="877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黑体" panose="02010609060101010101" pitchFamily="49" charset="-122"/>
                <a:ea typeface="宋体" panose="02010600030101010101" pitchFamily="2" charset="-122"/>
              </a:rPr>
              <a:t>环形网</a:t>
            </a:r>
          </a:p>
        </p:txBody>
      </p:sp>
      <p:sp>
        <p:nvSpPr>
          <p:cNvPr id="128047" name="幻灯片编号占位符 1">
            <a:extLst>
              <a:ext uri="{FF2B5EF4-FFF2-40B4-BE49-F238E27FC236}">
                <a16:creationId xmlns:a16="http://schemas.microsoft.com/office/drawing/2014/main" id="{45A626D8-5825-594B-B8C9-FD4B03D9E64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6757B4A-0D2F-5941-8A51-E45621230AA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6145742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2">
            <a:extLst>
              <a:ext uri="{FF2B5EF4-FFF2-40B4-BE49-F238E27FC236}">
                <a16:creationId xmlns:a16="http://schemas.microsoft.com/office/drawing/2014/main" id="{927455BE-BCD5-6A45-8715-6C57B3FD80DC}"/>
              </a:ext>
            </a:extLst>
          </p:cNvPr>
          <p:cNvSpPr>
            <a:spLocks noGrp="1" noChangeArrowheads="1"/>
          </p:cNvSpPr>
          <p:nvPr>
            <p:ph type="title"/>
          </p:nvPr>
        </p:nvSpPr>
        <p:spPr>
          <a:xfrm>
            <a:off x="176451" y="242887"/>
            <a:ext cx="5142309" cy="576263"/>
          </a:xfrm>
        </p:spPr>
        <p:txBody>
          <a:bodyPr/>
          <a:lstStyle/>
          <a:p>
            <a:pPr eaLnBrk="1" hangingPunct="1"/>
            <a:r>
              <a:rPr lang="zh-CN" altLang="en-US" dirty="0">
                <a:latin typeface="Times New Roman" panose="02020603050405020304" pitchFamily="18" charset="0"/>
                <a:ea typeface="宋体" panose="02010600030101010101" pitchFamily="2" charset="-122"/>
              </a:rPr>
              <a:t>媒体共享技术</a:t>
            </a:r>
          </a:p>
        </p:txBody>
      </p:sp>
      <p:sp>
        <p:nvSpPr>
          <p:cNvPr id="397315" name="Rectangle 3">
            <a:extLst>
              <a:ext uri="{FF2B5EF4-FFF2-40B4-BE49-F238E27FC236}">
                <a16:creationId xmlns:a16="http://schemas.microsoft.com/office/drawing/2014/main" id="{FC1BFA18-9E96-7E4D-B657-E5A1081351BE}"/>
              </a:ext>
            </a:extLst>
          </p:cNvPr>
          <p:cNvSpPr>
            <a:spLocks noGrp="1" noChangeArrowheads="1"/>
          </p:cNvSpPr>
          <p:nvPr>
            <p:ph type="body" idx="1"/>
          </p:nvPr>
        </p:nvSpPr>
        <p:spPr>
          <a:xfrm>
            <a:off x="176451" y="1085850"/>
            <a:ext cx="8773239" cy="3700463"/>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静态划分信道</a:t>
            </a:r>
          </a:p>
          <a:p>
            <a:pPr lvl="1" eaLnBrk="1" hangingPunct="1">
              <a:lnSpc>
                <a:spcPct val="90000"/>
              </a:lnSpc>
            </a:pPr>
            <a:r>
              <a:rPr lang="zh-CN" altLang="en-US" dirty="0">
                <a:solidFill>
                  <a:srgbClr val="333399"/>
                </a:solidFill>
                <a:latin typeface="Times New Roman" panose="02020603050405020304" pitchFamily="18" charset="0"/>
                <a:ea typeface="宋体" panose="02010600030101010101" pitchFamily="2" charset="-122"/>
              </a:rPr>
              <a:t>频分复用</a:t>
            </a:r>
          </a:p>
          <a:p>
            <a:pPr lvl="1" eaLnBrk="1" hangingPunct="1">
              <a:lnSpc>
                <a:spcPct val="90000"/>
              </a:lnSpc>
            </a:pPr>
            <a:r>
              <a:rPr lang="zh-CN" altLang="en-US" dirty="0">
                <a:solidFill>
                  <a:srgbClr val="333399"/>
                </a:solidFill>
                <a:latin typeface="Times New Roman" panose="02020603050405020304" pitchFamily="18" charset="0"/>
                <a:ea typeface="宋体" panose="02010600030101010101" pitchFamily="2" charset="-122"/>
              </a:rPr>
              <a:t>时分复用</a:t>
            </a:r>
          </a:p>
          <a:p>
            <a:pPr lvl="1" eaLnBrk="1" hangingPunct="1">
              <a:lnSpc>
                <a:spcPct val="90000"/>
              </a:lnSpc>
            </a:pPr>
            <a:r>
              <a:rPr lang="zh-CN" altLang="en-US" dirty="0">
                <a:solidFill>
                  <a:srgbClr val="333399"/>
                </a:solidFill>
                <a:latin typeface="Times New Roman" panose="02020603050405020304" pitchFamily="18" charset="0"/>
                <a:ea typeface="宋体" panose="02010600030101010101" pitchFamily="2" charset="-122"/>
              </a:rPr>
              <a:t>波分复用</a:t>
            </a:r>
          </a:p>
          <a:p>
            <a:pPr lvl="1" eaLnBrk="1" hangingPunct="1">
              <a:lnSpc>
                <a:spcPct val="90000"/>
              </a:lnSpc>
            </a:pPr>
            <a:r>
              <a:rPr lang="zh-CN" altLang="en-US" dirty="0">
                <a:solidFill>
                  <a:srgbClr val="333399"/>
                </a:solidFill>
                <a:latin typeface="Times New Roman" panose="02020603050405020304" pitchFamily="18" charset="0"/>
                <a:ea typeface="宋体" panose="02010600030101010101" pitchFamily="2" charset="-122"/>
              </a:rPr>
              <a:t>码分复用</a:t>
            </a:r>
            <a:r>
              <a:rPr lang="zh-CN" altLang="en-US" dirty="0">
                <a:latin typeface="Times New Roman" panose="02020603050405020304" pitchFamily="18" charset="0"/>
                <a:ea typeface="宋体" panose="02010600030101010101" pitchFamily="2" charset="-122"/>
              </a:rPr>
              <a:t> </a:t>
            </a:r>
          </a:p>
          <a:p>
            <a:pPr eaLnBrk="1" hangingPunct="1">
              <a:lnSpc>
                <a:spcPct val="90000"/>
              </a:lnSpc>
            </a:pPr>
            <a:r>
              <a:rPr lang="zh-CN" altLang="en-US" dirty="0">
                <a:latin typeface="Times New Roman" panose="02020603050405020304" pitchFamily="18" charset="0"/>
                <a:ea typeface="宋体" panose="02010600030101010101" pitchFamily="2" charset="-122"/>
              </a:rPr>
              <a:t>动态媒体接入控制（多点接入）</a:t>
            </a:r>
          </a:p>
          <a:p>
            <a:pPr lvl="1" eaLnBrk="1" hangingPunct="1">
              <a:lnSpc>
                <a:spcPct val="90000"/>
              </a:lnSpc>
            </a:pPr>
            <a:r>
              <a:rPr lang="zh-CN" altLang="en-US" dirty="0">
                <a:solidFill>
                  <a:srgbClr val="333399"/>
                </a:solidFill>
                <a:latin typeface="Arial" panose="020B0604020202020204" pitchFamily="34" charset="0"/>
                <a:ea typeface="宋体" panose="02010600030101010101" pitchFamily="2" charset="-122"/>
              </a:rPr>
              <a:t>随机接入</a:t>
            </a:r>
          </a:p>
          <a:p>
            <a:pPr lvl="1" eaLnBrk="1" hangingPunct="1">
              <a:lnSpc>
                <a:spcPct val="90000"/>
              </a:lnSpc>
            </a:pPr>
            <a:r>
              <a:rPr lang="zh-CN" altLang="en-US" dirty="0">
                <a:solidFill>
                  <a:srgbClr val="333399"/>
                </a:solidFill>
                <a:latin typeface="Arial" panose="020B0604020202020204" pitchFamily="34" charset="0"/>
                <a:ea typeface="宋体" panose="02010600030101010101" pitchFamily="2" charset="-122"/>
              </a:rPr>
              <a:t>受控接入 ，如多点线路探询</a:t>
            </a:r>
            <a:r>
              <a:rPr lang="en-US" altLang="zh-CN" dirty="0">
                <a:solidFill>
                  <a:srgbClr val="333399"/>
                </a:solidFill>
                <a:latin typeface="Arial" panose="020B0604020202020204" pitchFamily="34" charset="0"/>
                <a:ea typeface="宋体" panose="02010600030101010101" pitchFamily="2" charset="-122"/>
              </a:rPr>
              <a:t>(polling)</a:t>
            </a:r>
            <a:r>
              <a:rPr lang="zh-CN" altLang="en-US" dirty="0">
                <a:solidFill>
                  <a:srgbClr val="333399"/>
                </a:solidFill>
                <a:latin typeface="Arial" panose="020B0604020202020204" pitchFamily="34" charset="0"/>
                <a:ea typeface="宋体" panose="02010600030101010101" pitchFamily="2" charset="-122"/>
              </a:rPr>
              <a:t>，或轮询。</a:t>
            </a:r>
            <a:r>
              <a:rPr lang="zh-CN" altLang="en-US" dirty="0">
                <a:latin typeface="Times New Roman" panose="02020603050405020304" pitchFamily="18" charset="0"/>
                <a:ea typeface="宋体" panose="02010600030101010101" pitchFamily="2" charset="-122"/>
              </a:rPr>
              <a:t>  	</a:t>
            </a:r>
          </a:p>
        </p:txBody>
      </p:sp>
      <p:sp>
        <p:nvSpPr>
          <p:cNvPr id="130051" name="幻灯片编号占位符 1">
            <a:extLst>
              <a:ext uri="{FF2B5EF4-FFF2-40B4-BE49-F238E27FC236}">
                <a16:creationId xmlns:a16="http://schemas.microsoft.com/office/drawing/2014/main" id="{CCF49444-ECBF-7E4F-94ED-2C0F4AE111F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11977C6-7F29-7546-824A-958A98E2698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2675079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97315">
                                            <p:txEl>
                                              <p:pRg st="5" end="5"/>
                                            </p:txEl>
                                          </p:spTgt>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nodeType="afterEffect">
                                  <p:stCondLst>
                                    <p:cond delay="0"/>
                                  </p:stCondLst>
                                  <p:childTnLst>
                                    <p:set>
                                      <p:cBhvr>
                                        <p:cTn id="9" dur="1" fill="hold">
                                          <p:stCondLst>
                                            <p:cond delay="0"/>
                                          </p:stCondLst>
                                        </p:cTn>
                                        <p:tgtEl>
                                          <p:spTgt spid="397315">
                                            <p:txEl>
                                              <p:pRg st="6" end="6"/>
                                            </p:txEl>
                                          </p:spTgt>
                                        </p:tgtEl>
                                        <p:attrNameLst>
                                          <p:attrName>style.visibility</p:attrName>
                                        </p:attrNameLst>
                                      </p:cBhvr>
                                      <p:to>
                                        <p:strVal val="visible"/>
                                      </p:to>
                                    </p:set>
                                  </p:childTnLst>
                                </p:cTn>
                              </p:par>
                            </p:childTnLst>
                          </p:cTn>
                        </p:par>
                        <p:par>
                          <p:cTn id="10" fill="hold" nodeType="afterGroup">
                            <p:stCondLst>
                              <p:cond delay="0"/>
                            </p:stCondLst>
                            <p:childTnLst>
                              <p:par>
                                <p:cTn id="11" presetID="1" presetClass="entr" presetSubtype="0" fill="hold" nodeType="afterEffect">
                                  <p:stCondLst>
                                    <p:cond delay="0"/>
                                  </p:stCondLst>
                                  <p:childTnLst>
                                    <p:set>
                                      <p:cBhvr>
                                        <p:cTn id="12" dur="1" fill="hold">
                                          <p:stCondLst>
                                            <p:cond delay="0"/>
                                          </p:stCondLst>
                                        </p:cTn>
                                        <p:tgtEl>
                                          <p:spTgt spid="39731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2">
            <a:extLst>
              <a:ext uri="{FF2B5EF4-FFF2-40B4-BE49-F238E27FC236}">
                <a16:creationId xmlns:a16="http://schemas.microsoft.com/office/drawing/2014/main" id="{8EE24393-C2FA-AF42-A8FE-C919F2D4F4AA}"/>
              </a:ext>
            </a:extLst>
          </p:cNvPr>
          <p:cNvSpPr>
            <a:spLocks noGrp="1" noChangeArrowheads="1"/>
          </p:cNvSpPr>
          <p:nvPr>
            <p:ph type="title"/>
          </p:nvPr>
        </p:nvSpPr>
        <p:spPr>
          <a:xfrm>
            <a:off x="188834" y="285749"/>
            <a:ext cx="5142309" cy="576263"/>
          </a:xfrm>
        </p:spPr>
        <p:txBody>
          <a:bodyPr/>
          <a:lstStyle/>
          <a:p>
            <a:pPr eaLnBrk="1" hangingPunct="1"/>
            <a:r>
              <a:rPr lang="zh-CN" altLang="en-US" sz="2700" dirty="0">
                <a:ea typeface="宋体" panose="02010600030101010101" pitchFamily="2" charset="-122"/>
              </a:rPr>
              <a:t>以太网的两个标准</a:t>
            </a:r>
            <a:r>
              <a:rPr lang="zh-CN" altLang="en-US" dirty="0">
                <a:latin typeface="Times New Roman" panose="02020603050405020304" pitchFamily="18" charset="0"/>
                <a:ea typeface="宋体" panose="02010600030101010101" pitchFamily="2" charset="-122"/>
              </a:rPr>
              <a:t>  </a:t>
            </a:r>
          </a:p>
        </p:txBody>
      </p:sp>
      <p:sp>
        <p:nvSpPr>
          <p:cNvPr id="398339" name="Rectangle 3">
            <a:extLst>
              <a:ext uri="{FF2B5EF4-FFF2-40B4-BE49-F238E27FC236}">
                <a16:creationId xmlns:a16="http://schemas.microsoft.com/office/drawing/2014/main" id="{D8E75B38-D2A9-A849-B35E-D556FB6BA208}"/>
              </a:ext>
            </a:extLst>
          </p:cNvPr>
          <p:cNvSpPr>
            <a:spLocks noGrp="1" noChangeArrowheads="1"/>
          </p:cNvSpPr>
          <p:nvPr>
            <p:ph type="body" idx="1"/>
          </p:nvPr>
        </p:nvSpPr>
        <p:spPr>
          <a:xfrm>
            <a:off x="188834" y="1143000"/>
            <a:ext cx="8669416" cy="3426619"/>
          </a:xfrm>
        </p:spPr>
        <p:txBody>
          <a:bodyPr/>
          <a:lstStyle/>
          <a:p>
            <a:pPr eaLnBrk="1" hangingPunct="1">
              <a:lnSpc>
                <a:spcPct val="90000"/>
              </a:lnSpc>
            </a:pPr>
            <a:r>
              <a:rPr lang="en-US" altLang="zh-CN" dirty="0">
                <a:latin typeface="Times New Roman" panose="02020603050405020304" pitchFamily="18" charset="0"/>
                <a:ea typeface="宋体" panose="02010600030101010101" pitchFamily="2" charset="-122"/>
              </a:rPr>
              <a:t>DIX Ethernet V2 </a:t>
            </a:r>
            <a:r>
              <a:rPr lang="zh-CN" altLang="en-US" dirty="0">
                <a:latin typeface="Times New Roman" panose="02020603050405020304" pitchFamily="18" charset="0"/>
                <a:ea typeface="宋体" panose="02010600030101010101" pitchFamily="2" charset="-122"/>
              </a:rPr>
              <a:t>是世界上第一个局域网产品（以太网）的规约。</a:t>
            </a:r>
          </a:p>
          <a:p>
            <a:pPr eaLnBrk="1" hangingPunct="1">
              <a:lnSpc>
                <a:spcPct val="90000"/>
              </a:lnSpc>
            </a:pPr>
            <a:r>
              <a:rPr lang="en-US" altLang="zh-CN" dirty="0">
                <a:latin typeface="Times New Roman" panose="02020603050405020304" pitchFamily="18" charset="0"/>
                <a:ea typeface="宋体" panose="02010600030101010101" pitchFamily="2" charset="-122"/>
              </a:rPr>
              <a:t>IEEE </a:t>
            </a:r>
            <a:r>
              <a:rPr lang="zh-CN" altLang="en-US" dirty="0">
                <a:latin typeface="Times New Roman" panose="02020603050405020304" pitchFamily="18" charset="0"/>
                <a:ea typeface="宋体" panose="02010600030101010101" pitchFamily="2" charset="-122"/>
              </a:rPr>
              <a:t>的 </a:t>
            </a:r>
            <a:r>
              <a:rPr lang="en-US" altLang="zh-CN" dirty="0">
                <a:latin typeface="Times New Roman" panose="02020603050405020304" pitchFamily="18" charset="0"/>
                <a:ea typeface="宋体" panose="02010600030101010101" pitchFamily="2" charset="-122"/>
              </a:rPr>
              <a:t>802.3 </a:t>
            </a:r>
            <a:r>
              <a:rPr lang="zh-CN" altLang="en-US" dirty="0">
                <a:latin typeface="Times New Roman" panose="02020603050405020304" pitchFamily="18" charset="0"/>
                <a:ea typeface="宋体" panose="02010600030101010101" pitchFamily="2" charset="-122"/>
              </a:rPr>
              <a:t>标准。</a:t>
            </a:r>
          </a:p>
          <a:p>
            <a:pPr eaLnBrk="1" hangingPunct="1">
              <a:lnSpc>
                <a:spcPct val="90000"/>
              </a:lnSpc>
            </a:pPr>
            <a:r>
              <a:rPr lang="en-US" altLang="zh-CN" dirty="0">
                <a:latin typeface="Times New Roman" panose="02020603050405020304" pitchFamily="18" charset="0"/>
                <a:ea typeface="宋体" panose="02010600030101010101" pitchFamily="2" charset="-122"/>
              </a:rPr>
              <a:t>DIX Ethernet V2 </a:t>
            </a:r>
            <a:r>
              <a:rPr lang="zh-CN" altLang="en-US" dirty="0">
                <a:latin typeface="Times New Roman" panose="02020603050405020304" pitchFamily="18" charset="0"/>
                <a:ea typeface="宋体" panose="02010600030101010101" pitchFamily="2" charset="-122"/>
              </a:rPr>
              <a:t>标准与 </a:t>
            </a:r>
            <a:r>
              <a:rPr lang="en-US" altLang="zh-CN" dirty="0">
                <a:latin typeface="Times New Roman" panose="02020603050405020304" pitchFamily="18" charset="0"/>
                <a:ea typeface="宋体" panose="02010600030101010101" pitchFamily="2" charset="-122"/>
              </a:rPr>
              <a:t>IEEE </a:t>
            </a:r>
            <a:r>
              <a:rPr lang="zh-CN" altLang="en-US" dirty="0">
                <a:latin typeface="Times New Roman" panose="02020603050405020304" pitchFamily="18" charset="0"/>
                <a:ea typeface="宋体" panose="02010600030101010101" pitchFamily="2" charset="-122"/>
              </a:rPr>
              <a:t>的 </a:t>
            </a:r>
            <a:r>
              <a:rPr lang="en-US" altLang="zh-CN" dirty="0">
                <a:latin typeface="Times New Roman" panose="02020603050405020304" pitchFamily="18" charset="0"/>
                <a:ea typeface="宋体" panose="02010600030101010101" pitchFamily="2" charset="-122"/>
              </a:rPr>
              <a:t>802.3 </a:t>
            </a:r>
            <a:r>
              <a:rPr lang="zh-CN" altLang="en-US" dirty="0">
                <a:latin typeface="Times New Roman" panose="02020603050405020304" pitchFamily="18" charset="0"/>
                <a:ea typeface="宋体" panose="02010600030101010101" pitchFamily="2" charset="-122"/>
              </a:rPr>
              <a:t>标准只有很小的差别，因此可以将 </a:t>
            </a:r>
            <a:r>
              <a:rPr lang="en-US" altLang="zh-CN" dirty="0">
                <a:latin typeface="Times New Roman" panose="02020603050405020304" pitchFamily="18" charset="0"/>
                <a:ea typeface="宋体" panose="02010600030101010101" pitchFamily="2" charset="-122"/>
              </a:rPr>
              <a:t>802.3 </a:t>
            </a:r>
            <a:r>
              <a:rPr lang="zh-CN" altLang="en-US" dirty="0">
                <a:latin typeface="Times New Roman" panose="02020603050405020304" pitchFamily="18" charset="0"/>
                <a:ea typeface="宋体" panose="02010600030101010101" pitchFamily="2" charset="-122"/>
              </a:rPr>
              <a:t>局域网简称为“</a:t>
            </a:r>
            <a:r>
              <a:rPr lang="zh-CN" altLang="en-US" dirty="0">
                <a:solidFill>
                  <a:schemeClr val="hlink"/>
                </a:solidFill>
                <a:latin typeface="Times New Roman" panose="02020603050405020304" pitchFamily="18" charset="0"/>
                <a:ea typeface="宋体" panose="02010600030101010101" pitchFamily="2" charset="-122"/>
              </a:rPr>
              <a:t>以太网</a:t>
            </a:r>
            <a:r>
              <a:rPr lang="zh-CN" altLang="en-US" dirty="0">
                <a:latin typeface="Times New Roman" panose="02020603050405020304" pitchFamily="18" charset="0"/>
                <a:ea typeface="宋体" panose="02010600030101010101" pitchFamily="2" charset="-122"/>
              </a:rPr>
              <a:t>”。</a:t>
            </a:r>
          </a:p>
          <a:p>
            <a:pPr eaLnBrk="1" hangingPunct="1">
              <a:lnSpc>
                <a:spcPct val="90000"/>
              </a:lnSpc>
            </a:pPr>
            <a:r>
              <a:rPr lang="zh-CN" altLang="en-US" dirty="0">
                <a:latin typeface="Times New Roman" panose="02020603050405020304" pitchFamily="18" charset="0"/>
                <a:ea typeface="宋体" panose="02010600030101010101" pitchFamily="2" charset="-122"/>
              </a:rPr>
              <a:t>严格说来，“以太网”应当是指符合 </a:t>
            </a:r>
            <a:r>
              <a:rPr lang="en-US" altLang="zh-CN" dirty="0">
                <a:latin typeface="Times New Roman" panose="02020603050405020304" pitchFamily="18" charset="0"/>
                <a:ea typeface="宋体" panose="02010600030101010101" pitchFamily="2" charset="-122"/>
              </a:rPr>
              <a:t>DIX Ethernet V2 </a:t>
            </a:r>
            <a:r>
              <a:rPr lang="zh-CN" altLang="en-US" dirty="0">
                <a:latin typeface="Times New Roman" panose="02020603050405020304" pitchFamily="18" charset="0"/>
                <a:ea typeface="宋体" panose="02010600030101010101" pitchFamily="2" charset="-122"/>
              </a:rPr>
              <a:t>标准的局域网  </a:t>
            </a:r>
          </a:p>
        </p:txBody>
      </p:sp>
      <p:sp>
        <p:nvSpPr>
          <p:cNvPr id="132099" name="幻灯片编号占位符 1">
            <a:extLst>
              <a:ext uri="{FF2B5EF4-FFF2-40B4-BE49-F238E27FC236}">
                <a16:creationId xmlns:a16="http://schemas.microsoft.com/office/drawing/2014/main" id="{74F9BF2D-7544-D64E-AC71-FF9904DE9BA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0559A49-579B-BB41-ADD8-27DC40047BE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2339501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98339">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9833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Rectangle 2">
            <a:extLst>
              <a:ext uri="{FF2B5EF4-FFF2-40B4-BE49-F238E27FC236}">
                <a16:creationId xmlns:a16="http://schemas.microsoft.com/office/drawing/2014/main" id="{6DDA1530-2C74-694F-B680-F29DC1B291D7}"/>
              </a:ext>
            </a:extLst>
          </p:cNvPr>
          <p:cNvSpPr>
            <a:spLocks noGrp="1" noChangeArrowheads="1"/>
          </p:cNvSpPr>
          <p:nvPr>
            <p:ph type="title"/>
          </p:nvPr>
        </p:nvSpPr>
        <p:spPr>
          <a:xfrm>
            <a:off x="182880" y="357187"/>
            <a:ext cx="7095412" cy="576263"/>
          </a:xfrm>
        </p:spPr>
        <p:txBody>
          <a:bodyPr/>
          <a:lstStyle/>
          <a:p>
            <a:pPr eaLnBrk="1" hangingPunct="1"/>
            <a:r>
              <a:rPr lang="zh-CN" altLang="en-US" sz="3000" dirty="0">
                <a:ea typeface="宋体" panose="02010600030101010101" pitchFamily="2" charset="-122"/>
              </a:rPr>
              <a:t>数据链路层的两个子层 </a:t>
            </a:r>
          </a:p>
        </p:txBody>
      </p:sp>
      <p:sp>
        <p:nvSpPr>
          <p:cNvPr id="399363" name="Rectangle 3">
            <a:extLst>
              <a:ext uri="{FF2B5EF4-FFF2-40B4-BE49-F238E27FC236}">
                <a16:creationId xmlns:a16="http://schemas.microsoft.com/office/drawing/2014/main" id="{41E63595-336C-914D-BC9A-08663ED49420}"/>
              </a:ext>
            </a:extLst>
          </p:cNvPr>
          <p:cNvSpPr>
            <a:spLocks noGrp="1" noChangeArrowheads="1"/>
          </p:cNvSpPr>
          <p:nvPr>
            <p:ph type="body" idx="1"/>
          </p:nvPr>
        </p:nvSpPr>
        <p:spPr>
          <a:xfrm>
            <a:off x="182880" y="1120140"/>
            <a:ext cx="8709660" cy="3893583"/>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为了使数据链路层能更好地适应多种局域网标准，</a:t>
            </a:r>
            <a:r>
              <a:rPr lang="en-US" altLang="zh-CN" dirty="0">
                <a:latin typeface="Times New Roman" panose="02020603050405020304" pitchFamily="18" charset="0"/>
                <a:ea typeface="宋体" panose="02010600030101010101" pitchFamily="2" charset="-122"/>
              </a:rPr>
              <a:t>802 </a:t>
            </a:r>
            <a:r>
              <a:rPr lang="zh-CN" altLang="en-US" dirty="0">
                <a:latin typeface="Times New Roman" panose="02020603050405020304" pitchFamily="18" charset="0"/>
                <a:ea typeface="宋体" panose="02010600030101010101" pitchFamily="2" charset="-122"/>
              </a:rPr>
              <a:t>委员会就将局域网的数据链路层拆成两个子层：</a:t>
            </a:r>
          </a:p>
          <a:p>
            <a:pPr lvl="1" eaLnBrk="1" hangingPunct="1">
              <a:lnSpc>
                <a:spcPct val="90000"/>
              </a:lnSpc>
            </a:pPr>
            <a:r>
              <a:rPr lang="zh-CN" altLang="en-US" dirty="0">
                <a:solidFill>
                  <a:srgbClr val="333399"/>
                </a:solidFill>
                <a:latin typeface="Arial" panose="020B0604020202020204" pitchFamily="34" charset="0"/>
                <a:ea typeface="宋体" panose="02010600030101010101" pitchFamily="2" charset="-122"/>
              </a:rPr>
              <a:t>逻辑链路控制 </a:t>
            </a:r>
            <a:r>
              <a:rPr lang="en-US" altLang="zh-CN" dirty="0">
                <a:solidFill>
                  <a:srgbClr val="333399"/>
                </a:solidFill>
                <a:latin typeface="Arial" panose="020B0604020202020204" pitchFamily="34" charset="0"/>
                <a:ea typeface="宋体" panose="02010600030101010101" pitchFamily="2" charset="-122"/>
              </a:rPr>
              <a:t>LLC (Logical Link Control)</a:t>
            </a:r>
            <a:r>
              <a:rPr lang="zh-CN" altLang="en-US" dirty="0">
                <a:solidFill>
                  <a:srgbClr val="333399"/>
                </a:solidFill>
                <a:latin typeface="Arial" panose="020B0604020202020204" pitchFamily="34" charset="0"/>
                <a:ea typeface="宋体" panose="02010600030101010101" pitchFamily="2" charset="-122"/>
              </a:rPr>
              <a:t>子层</a:t>
            </a:r>
          </a:p>
          <a:p>
            <a:pPr lvl="1" eaLnBrk="1" hangingPunct="1">
              <a:lnSpc>
                <a:spcPct val="90000"/>
              </a:lnSpc>
            </a:pPr>
            <a:r>
              <a:rPr lang="zh-CN" altLang="en-US" dirty="0">
                <a:solidFill>
                  <a:srgbClr val="333399"/>
                </a:solidFill>
                <a:latin typeface="Arial" panose="020B0604020202020204" pitchFamily="34" charset="0"/>
                <a:ea typeface="宋体" panose="02010600030101010101" pitchFamily="2" charset="-122"/>
              </a:rPr>
              <a:t>媒体接入控制 </a:t>
            </a:r>
            <a:r>
              <a:rPr lang="en-US" altLang="zh-CN" dirty="0">
                <a:solidFill>
                  <a:srgbClr val="333399"/>
                </a:solidFill>
                <a:latin typeface="Arial" panose="020B0604020202020204" pitchFamily="34" charset="0"/>
                <a:ea typeface="宋体" panose="02010600030101010101" pitchFamily="2" charset="-122"/>
              </a:rPr>
              <a:t>MAC (Medium Access Control)</a:t>
            </a:r>
            <a:r>
              <a:rPr lang="zh-CN" altLang="en-US" dirty="0">
                <a:solidFill>
                  <a:srgbClr val="333399"/>
                </a:solidFill>
                <a:latin typeface="Arial" panose="020B0604020202020204" pitchFamily="34" charset="0"/>
                <a:ea typeface="宋体" panose="02010600030101010101" pitchFamily="2" charset="-122"/>
              </a:rPr>
              <a:t>子层。</a:t>
            </a:r>
          </a:p>
          <a:p>
            <a:pPr eaLnBrk="1" hangingPunct="1">
              <a:lnSpc>
                <a:spcPct val="90000"/>
              </a:lnSpc>
            </a:pPr>
            <a:r>
              <a:rPr lang="zh-CN" altLang="en-US" dirty="0">
                <a:latin typeface="Times New Roman" panose="02020603050405020304" pitchFamily="18" charset="0"/>
                <a:ea typeface="宋体" panose="02010600030101010101" pitchFamily="2" charset="-122"/>
              </a:rPr>
              <a:t>与接入到传输媒体有关的内容都放在 </a:t>
            </a:r>
            <a:r>
              <a:rPr lang="en-US" altLang="zh-CN" dirty="0">
                <a:latin typeface="Times New Roman" panose="02020603050405020304" pitchFamily="18" charset="0"/>
                <a:ea typeface="宋体" panose="02010600030101010101" pitchFamily="2" charset="-122"/>
              </a:rPr>
              <a:t>MAC</a:t>
            </a:r>
            <a:r>
              <a:rPr lang="zh-CN" altLang="en-US" dirty="0">
                <a:latin typeface="Times New Roman" panose="02020603050405020304" pitchFamily="18" charset="0"/>
                <a:ea typeface="宋体" panose="02010600030101010101" pitchFamily="2" charset="-122"/>
              </a:rPr>
              <a:t>子层，而 </a:t>
            </a:r>
            <a:r>
              <a:rPr lang="en-US" altLang="zh-CN" dirty="0">
                <a:latin typeface="Times New Roman" panose="02020603050405020304" pitchFamily="18" charset="0"/>
                <a:ea typeface="宋体" panose="02010600030101010101" pitchFamily="2" charset="-122"/>
              </a:rPr>
              <a:t>LLC </a:t>
            </a:r>
            <a:r>
              <a:rPr lang="zh-CN" altLang="en-US" dirty="0">
                <a:latin typeface="Times New Roman" panose="02020603050405020304" pitchFamily="18" charset="0"/>
                <a:ea typeface="宋体" panose="02010600030101010101" pitchFamily="2" charset="-122"/>
              </a:rPr>
              <a:t>子层则与传输媒体无关，不管采用何种协议的局域网对 </a:t>
            </a:r>
            <a:r>
              <a:rPr lang="en-US" altLang="zh-CN" dirty="0">
                <a:latin typeface="Times New Roman" panose="02020603050405020304" pitchFamily="18" charset="0"/>
                <a:ea typeface="宋体" panose="02010600030101010101" pitchFamily="2" charset="-122"/>
              </a:rPr>
              <a:t>LLC </a:t>
            </a:r>
            <a:r>
              <a:rPr lang="zh-CN" altLang="en-US" dirty="0">
                <a:latin typeface="Times New Roman" panose="02020603050405020304" pitchFamily="18" charset="0"/>
                <a:ea typeface="宋体" panose="02010600030101010101" pitchFamily="2" charset="-122"/>
              </a:rPr>
              <a:t>子层来说都是透明的 </a:t>
            </a:r>
          </a:p>
        </p:txBody>
      </p:sp>
      <p:sp>
        <p:nvSpPr>
          <p:cNvPr id="134147" name="幻灯片编号占位符 1">
            <a:extLst>
              <a:ext uri="{FF2B5EF4-FFF2-40B4-BE49-F238E27FC236}">
                <a16:creationId xmlns:a16="http://schemas.microsoft.com/office/drawing/2014/main" id="{0E826AFB-03E4-5049-84CC-6BFC6F49EE5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4DF0521-E4F7-4A41-AFB5-AF26ED8B617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7998201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936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6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Freeform 25">
            <a:extLst>
              <a:ext uri="{FF2B5EF4-FFF2-40B4-BE49-F238E27FC236}">
                <a16:creationId xmlns:a16="http://schemas.microsoft.com/office/drawing/2014/main" id="{7461480F-B1F4-694D-B38A-EA969E104336}"/>
              </a:ext>
            </a:extLst>
          </p:cNvPr>
          <p:cNvSpPr>
            <a:spLocks/>
          </p:cNvSpPr>
          <p:nvPr/>
        </p:nvSpPr>
        <p:spPr bwMode="auto">
          <a:xfrm>
            <a:off x="6109098" y="1955006"/>
            <a:ext cx="1021556" cy="1744266"/>
          </a:xfrm>
          <a:custGeom>
            <a:avLst/>
            <a:gdLst>
              <a:gd name="T0" fmla="*/ 0 w 913"/>
              <a:gd name="T1" fmla="*/ 0 h 1231"/>
              <a:gd name="T2" fmla="*/ 0 w 913"/>
              <a:gd name="T3" fmla="*/ 2147483646 h 1231"/>
              <a:gd name="T4" fmla="*/ 2147483646 w 913"/>
              <a:gd name="T5" fmla="*/ 2147483646 h 1231"/>
              <a:gd name="T6" fmla="*/ 2147483646 w 913"/>
              <a:gd name="T7" fmla="*/ 0 h 123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13" h="1231">
                <a:moveTo>
                  <a:pt x="0" y="0"/>
                </a:moveTo>
                <a:lnTo>
                  <a:pt x="0" y="1230"/>
                </a:lnTo>
                <a:lnTo>
                  <a:pt x="912" y="1230"/>
                </a:lnTo>
                <a:lnTo>
                  <a:pt x="912" y="0"/>
                </a:lnTo>
              </a:path>
            </a:pathLst>
          </a:custGeom>
          <a:solidFill>
            <a:srgbClr val="FFCCFF"/>
          </a:solidFill>
          <a:ln w="9525" cap="rnd" cmpd="sng">
            <a:solidFill>
              <a:schemeClr val="folHlink"/>
            </a:solidFill>
            <a:prstDash val="solid"/>
            <a:round/>
            <a:headEnd type="none" w="med" len="med"/>
            <a:tailEnd type="none" w="med" len="med"/>
          </a:ln>
        </p:spPr>
        <p:txBody>
          <a:bodyPr/>
          <a:lstStyle/>
          <a:p>
            <a:endParaRPr lang="zh-CN" altLang="en-US"/>
          </a:p>
        </p:txBody>
      </p:sp>
      <p:sp>
        <p:nvSpPr>
          <p:cNvPr id="136194" name="Freeform 18">
            <a:extLst>
              <a:ext uri="{FF2B5EF4-FFF2-40B4-BE49-F238E27FC236}">
                <a16:creationId xmlns:a16="http://schemas.microsoft.com/office/drawing/2014/main" id="{B0FD8652-1FB1-424B-BE17-E01622A2B758}"/>
              </a:ext>
            </a:extLst>
          </p:cNvPr>
          <p:cNvSpPr>
            <a:spLocks/>
          </p:cNvSpPr>
          <p:nvPr/>
        </p:nvSpPr>
        <p:spPr bwMode="auto">
          <a:xfrm>
            <a:off x="2797969" y="1955006"/>
            <a:ext cx="1021556" cy="1744266"/>
          </a:xfrm>
          <a:custGeom>
            <a:avLst/>
            <a:gdLst>
              <a:gd name="T0" fmla="*/ 0 w 913"/>
              <a:gd name="T1" fmla="*/ 0 h 1231"/>
              <a:gd name="T2" fmla="*/ 0 w 913"/>
              <a:gd name="T3" fmla="*/ 2147483646 h 1231"/>
              <a:gd name="T4" fmla="*/ 2147483646 w 913"/>
              <a:gd name="T5" fmla="*/ 2147483646 h 1231"/>
              <a:gd name="T6" fmla="*/ 2147483646 w 913"/>
              <a:gd name="T7" fmla="*/ 0 h 123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13" h="1231">
                <a:moveTo>
                  <a:pt x="0" y="0"/>
                </a:moveTo>
                <a:lnTo>
                  <a:pt x="0" y="1230"/>
                </a:lnTo>
                <a:lnTo>
                  <a:pt x="912" y="1230"/>
                </a:lnTo>
                <a:lnTo>
                  <a:pt x="912" y="0"/>
                </a:lnTo>
              </a:path>
            </a:pathLst>
          </a:custGeom>
          <a:solidFill>
            <a:srgbClr val="FFCCFF"/>
          </a:solidFill>
          <a:ln w="9525" cap="rnd" cmpd="sng">
            <a:solidFill>
              <a:schemeClr val="folHlink"/>
            </a:solidFill>
            <a:prstDash val="solid"/>
            <a:round/>
            <a:headEnd type="none" w="med" len="med"/>
            <a:tailEnd type="none" w="med" len="med"/>
          </a:ln>
        </p:spPr>
        <p:txBody>
          <a:bodyPr/>
          <a:lstStyle/>
          <a:p>
            <a:endParaRPr lang="zh-CN" altLang="en-US"/>
          </a:p>
        </p:txBody>
      </p:sp>
      <p:sp>
        <p:nvSpPr>
          <p:cNvPr id="136195" name="Rectangle 47">
            <a:extLst>
              <a:ext uri="{FF2B5EF4-FFF2-40B4-BE49-F238E27FC236}">
                <a16:creationId xmlns:a16="http://schemas.microsoft.com/office/drawing/2014/main" id="{199CA6F5-1B99-324C-8F93-C3146F3E2073}"/>
              </a:ext>
            </a:extLst>
          </p:cNvPr>
          <p:cNvSpPr>
            <a:spLocks noChangeArrowheads="1"/>
          </p:cNvSpPr>
          <p:nvPr/>
        </p:nvSpPr>
        <p:spPr bwMode="auto">
          <a:xfrm>
            <a:off x="6112669" y="2463404"/>
            <a:ext cx="1008460" cy="82510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36196" name="Rectangle 46">
            <a:extLst>
              <a:ext uri="{FF2B5EF4-FFF2-40B4-BE49-F238E27FC236}">
                <a16:creationId xmlns:a16="http://schemas.microsoft.com/office/drawing/2014/main" id="{5945222C-97A3-4849-B086-51321A014E34}"/>
              </a:ext>
            </a:extLst>
          </p:cNvPr>
          <p:cNvSpPr>
            <a:spLocks noChangeArrowheads="1"/>
          </p:cNvSpPr>
          <p:nvPr/>
        </p:nvSpPr>
        <p:spPr bwMode="auto">
          <a:xfrm>
            <a:off x="2803922" y="2463404"/>
            <a:ext cx="1008459" cy="82510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nvGrpSpPr>
          <p:cNvPr id="400386" name="Group 2">
            <a:extLst>
              <a:ext uri="{FF2B5EF4-FFF2-40B4-BE49-F238E27FC236}">
                <a16:creationId xmlns:a16="http://schemas.microsoft.com/office/drawing/2014/main" id="{1E269F31-BFBB-3543-8855-0069A9F95B43}"/>
              </a:ext>
            </a:extLst>
          </p:cNvPr>
          <p:cNvGrpSpPr>
            <a:grpSpLocks/>
          </p:cNvGrpSpPr>
          <p:nvPr/>
        </p:nvGrpSpPr>
        <p:grpSpPr bwMode="auto">
          <a:xfrm>
            <a:off x="4248151" y="2463403"/>
            <a:ext cx="1403747" cy="1243013"/>
            <a:chOff x="109" y="1226"/>
            <a:chExt cx="2516" cy="1675"/>
          </a:xfrm>
        </p:grpSpPr>
        <p:grpSp>
          <p:nvGrpSpPr>
            <p:cNvPr id="136229" name="Group 3">
              <a:extLst>
                <a:ext uri="{FF2B5EF4-FFF2-40B4-BE49-F238E27FC236}">
                  <a16:creationId xmlns:a16="http://schemas.microsoft.com/office/drawing/2014/main" id="{3FCB535A-CB81-8E4A-92FD-C227BB0D6F6D}"/>
                </a:ext>
              </a:extLst>
            </p:cNvPr>
            <p:cNvGrpSpPr>
              <a:grpSpLocks/>
            </p:cNvGrpSpPr>
            <p:nvPr/>
          </p:nvGrpSpPr>
          <p:grpSpPr bwMode="auto">
            <a:xfrm>
              <a:off x="109" y="1226"/>
              <a:ext cx="2516" cy="1675"/>
              <a:chOff x="109" y="1226"/>
              <a:chExt cx="2516" cy="1675"/>
            </a:xfrm>
          </p:grpSpPr>
          <p:grpSp>
            <p:nvGrpSpPr>
              <p:cNvPr id="136231" name="Group 4">
                <a:extLst>
                  <a:ext uri="{FF2B5EF4-FFF2-40B4-BE49-F238E27FC236}">
                    <a16:creationId xmlns:a16="http://schemas.microsoft.com/office/drawing/2014/main" id="{D8C4E4E4-E757-B94B-A5E8-4DE442D36E7B}"/>
                  </a:ext>
                </a:extLst>
              </p:cNvPr>
              <p:cNvGrpSpPr>
                <a:grpSpLocks/>
              </p:cNvGrpSpPr>
              <p:nvPr/>
            </p:nvGrpSpPr>
            <p:grpSpPr bwMode="auto">
              <a:xfrm>
                <a:off x="109" y="1226"/>
                <a:ext cx="2516" cy="1675"/>
                <a:chOff x="109" y="1226"/>
                <a:chExt cx="2516" cy="1675"/>
              </a:xfrm>
            </p:grpSpPr>
            <p:sp>
              <p:nvSpPr>
                <p:cNvPr id="136233" name="Oval 5">
                  <a:extLst>
                    <a:ext uri="{FF2B5EF4-FFF2-40B4-BE49-F238E27FC236}">
                      <a16:creationId xmlns:a16="http://schemas.microsoft.com/office/drawing/2014/main" id="{F689B968-ADB9-4C42-9BFC-F9A84EF59C31}"/>
                    </a:ext>
                  </a:extLst>
                </p:cNvPr>
                <p:cNvSpPr>
                  <a:spLocks noChangeArrowheads="1"/>
                </p:cNvSpPr>
                <p:nvPr/>
              </p:nvSpPr>
              <p:spPr bwMode="auto">
                <a:xfrm>
                  <a:off x="1749" y="1896"/>
                  <a:ext cx="876" cy="829"/>
                </a:xfrm>
                <a:prstGeom prst="ellipse">
                  <a:avLst/>
                </a:prstGeom>
                <a:solidFill>
                  <a:srgbClr val="FFFFCC"/>
                </a:solidFill>
                <a:ln w="9525">
                  <a:solidFill>
                    <a:srgbClr val="000000"/>
                  </a:solidFill>
                  <a:prstDash val="dash"/>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36234" name="Oval 6">
                  <a:extLst>
                    <a:ext uri="{FF2B5EF4-FFF2-40B4-BE49-F238E27FC236}">
                      <a16:creationId xmlns:a16="http://schemas.microsoft.com/office/drawing/2014/main" id="{F8850789-5279-3941-A9B2-24ACC6CA3396}"/>
                    </a:ext>
                  </a:extLst>
                </p:cNvPr>
                <p:cNvSpPr>
                  <a:spLocks noChangeArrowheads="1"/>
                </p:cNvSpPr>
                <p:nvPr/>
              </p:nvSpPr>
              <p:spPr bwMode="auto">
                <a:xfrm>
                  <a:off x="109" y="1632"/>
                  <a:ext cx="859" cy="831"/>
                </a:xfrm>
                <a:prstGeom prst="ellipse">
                  <a:avLst/>
                </a:prstGeom>
                <a:solidFill>
                  <a:srgbClr val="FFFFCC"/>
                </a:solidFill>
                <a:ln w="9525">
                  <a:solidFill>
                    <a:srgbClr val="000000"/>
                  </a:solidFill>
                  <a:prstDash val="dash"/>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36235" name="Oval 7">
                  <a:extLst>
                    <a:ext uri="{FF2B5EF4-FFF2-40B4-BE49-F238E27FC236}">
                      <a16:creationId xmlns:a16="http://schemas.microsoft.com/office/drawing/2014/main" id="{03F5508A-B85E-EB40-883D-70B6F254D83E}"/>
                    </a:ext>
                  </a:extLst>
                </p:cNvPr>
                <p:cNvSpPr>
                  <a:spLocks noChangeArrowheads="1"/>
                </p:cNvSpPr>
                <p:nvPr/>
              </p:nvSpPr>
              <p:spPr bwMode="auto">
                <a:xfrm>
                  <a:off x="1612" y="1341"/>
                  <a:ext cx="874" cy="802"/>
                </a:xfrm>
                <a:prstGeom prst="ellipse">
                  <a:avLst/>
                </a:prstGeom>
                <a:solidFill>
                  <a:srgbClr val="FFFFCC"/>
                </a:solidFill>
                <a:ln w="9525">
                  <a:solidFill>
                    <a:srgbClr val="000000"/>
                  </a:solidFill>
                  <a:prstDash val="dash"/>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36236" name="Oval 8">
                  <a:extLst>
                    <a:ext uri="{FF2B5EF4-FFF2-40B4-BE49-F238E27FC236}">
                      <a16:creationId xmlns:a16="http://schemas.microsoft.com/office/drawing/2014/main" id="{615DDC36-98BA-054A-A967-10DE04D08808}"/>
                    </a:ext>
                  </a:extLst>
                </p:cNvPr>
                <p:cNvSpPr>
                  <a:spLocks noChangeArrowheads="1"/>
                </p:cNvSpPr>
                <p:nvPr/>
              </p:nvSpPr>
              <p:spPr bwMode="auto">
                <a:xfrm>
                  <a:off x="1152" y="2055"/>
                  <a:ext cx="875" cy="846"/>
                </a:xfrm>
                <a:prstGeom prst="ellipse">
                  <a:avLst/>
                </a:prstGeom>
                <a:solidFill>
                  <a:srgbClr val="FFFFCC"/>
                </a:solidFill>
                <a:ln w="9525">
                  <a:solidFill>
                    <a:srgbClr val="000000"/>
                  </a:solidFill>
                  <a:prstDash val="dash"/>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36237" name="Oval 9">
                  <a:extLst>
                    <a:ext uri="{FF2B5EF4-FFF2-40B4-BE49-F238E27FC236}">
                      <a16:creationId xmlns:a16="http://schemas.microsoft.com/office/drawing/2014/main" id="{0FC710BD-01F2-E740-B3E8-F93B444729AA}"/>
                    </a:ext>
                  </a:extLst>
                </p:cNvPr>
                <p:cNvSpPr>
                  <a:spLocks noChangeArrowheads="1"/>
                </p:cNvSpPr>
                <p:nvPr/>
              </p:nvSpPr>
              <p:spPr bwMode="auto">
                <a:xfrm>
                  <a:off x="400" y="1982"/>
                  <a:ext cx="874" cy="802"/>
                </a:xfrm>
                <a:prstGeom prst="ellipse">
                  <a:avLst/>
                </a:prstGeom>
                <a:solidFill>
                  <a:srgbClr val="FFFFCC"/>
                </a:solidFill>
                <a:ln w="9525">
                  <a:solidFill>
                    <a:srgbClr val="000000"/>
                  </a:solidFill>
                  <a:prstDash val="dash"/>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36238" name="Oval 10">
                  <a:extLst>
                    <a:ext uri="{FF2B5EF4-FFF2-40B4-BE49-F238E27FC236}">
                      <a16:creationId xmlns:a16="http://schemas.microsoft.com/office/drawing/2014/main" id="{340F134F-502C-B24D-B767-1B2959A15212}"/>
                    </a:ext>
                  </a:extLst>
                </p:cNvPr>
                <p:cNvSpPr>
                  <a:spLocks noChangeArrowheads="1"/>
                </p:cNvSpPr>
                <p:nvPr/>
              </p:nvSpPr>
              <p:spPr bwMode="auto">
                <a:xfrm>
                  <a:off x="1075" y="1226"/>
                  <a:ext cx="859" cy="829"/>
                </a:xfrm>
                <a:prstGeom prst="ellipse">
                  <a:avLst/>
                </a:prstGeom>
                <a:solidFill>
                  <a:srgbClr val="FFFFCC"/>
                </a:solidFill>
                <a:ln w="9525">
                  <a:solidFill>
                    <a:srgbClr val="000000"/>
                  </a:solidFill>
                  <a:prstDash val="dash"/>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36239" name="Oval 11">
                  <a:extLst>
                    <a:ext uri="{FF2B5EF4-FFF2-40B4-BE49-F238E27FC236}">
                      <a16:creationId xmlns:a16="http://schemas.microsoft.com/office/drawing/2014/main" id="{1319F5E8-A1BB-D647-8751-36E55DEBC96D}"/>
                    </a:ext>
                  </a:extLst>
                </p:cNvPr>
                <p:cNvSpPr>
                  <a:spLocks noChangeArrowheads="1"/>
                </p:cNvSpPr>
                <p:nvPr/>
              </p:nvSpPr>
              <p:spPr bwMode="auto">
                <a:xfrm>
                  <a:off x="523" y="1226"/>
                  <a:ext cx="859" cy="799"/>
                </a:xfrm>
                <a:prstGeom prst="ellipse">
                  <a:avLst/>
                </a:prstGeom>
                <a:solidFill>
                  <a:srgbClr val="FFFFCC"/>
                </a:solidFill>
                <a:ln w="9525">
                  <a:solidFill>
                    <a:srgbClr val="000000"/>
                  </a:solidFill>
                  <a:prstDash val="dash"/>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sp>
            <p:nvSpPr>
              <p:cNvPr id="136232" name="Oval 12">
                <a:extLst>
                  <a:ext uri="{FF2B5EF4-FFF2-40B4-BE49-F238E27FC236}">
                    <a16:creationId xmlns:a16="http://schemas.microsoft.com/office/drawing/2014/main" id="{D1F30727-221F-A14F-A0DE-E726A651D7F8}"/>
                  </a:ext>
                </a:extLst>
              </p:cNvPr>
              <p:cNvSpPr>
                <a:spLocks noChangeArrowheads="1"/>
              </p:cNvSpPr>
              <p:nvPr/>
            </p:nvSpPr>
            <p:spPr bwMode="auto">
              <a:xfrm>
                <a:off x="339" y="1414"/>
                <a:ext cx="2085" cy="1152"/>
              </a:xfrm>
              <a:prstGeom prst="ellipse">
                <a:avLst/>
              </a:prstGeom>
              <a:solidFill>
                <a:srgbClr val="FFFFCC"/>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sp>
          <p:nvSpPr>
            <p:cNvPr id="136230" name="Freeform 13">
              <a:extLst>
                <a:ext uri="{FF2B5EF4-FFF2-40B4-BE49-F238E27FC236}">
                  <a16:creationId xmlns:a16="http://schemas.microsoft.com/office/drawing/2014/main" id="{63DD33F6-A583-F746-ABC4-592139132C43}"/>
                </a:ext>
              </a:extLst>
            </p:cNvPr>
            <p:cNvSpPr>
              <a:spLocks/>
            </p:cNvSpPr>
            <p:nvPr/>
          </p:nvSpPr>
          <p:spPr bwMode="auto">
            <a:xfrm>
              <a:off x="348" y="2192"/>
              <a:ext cx="126" cy="225"/>
            </a:xfrm>
            <a:custGeom>
              <a:avLst/>
              <a:gdLst>
                <a:gd name="T0" fmla="*/ 68 w 126"/>
                <a:gd name="T1" fmla="*/ 0 h 224"/>
                <a:gd name="T2" fmla="*/ 92 w 126"/>
                <a:gd name="T3" fmla="*/ 24 h 224"/>
                <a:gd name="T4" fmla="*/ 116 w 126"/>
                <a:gd name="T5" fmla="*/ 40 h 224"/>
                <a:gd name="T6" fmla="*/ 76 w 126"/>
                <a:gd name="T7" fmla="*/ 220 h 224"/>
                <a:gd name="T8" fmla="*/ 52 w 126"/>
                <a:gd name="T9" fmla="*/ 228 h 224"/>
                <a:gd name="T10" fmla="*/ 36 w 126"/>
                <a:gd name="T11" fmla="*/ 132 h 224"/>
                <a:gd name="T12" fmla="*/ 68 w 126"/>
                <a:gd name="T13" fmla="*/ 0 h 2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6" h="224">
                  <a:moveTo>
                    <a:pt x="68" y="0"/>
                  </a:moveTo>
                  <a:cubicBezTo>
                    <a:pt x="76" y="8"/>
                    <a:pt x="83" y="17"/>
                    <a:pt x="92" y="24"/>
                  </a:cubicBezTo>
                  <a:cubicBezTo>
                    <a:pt x="99" y="30"/>
                    <a:pt x="114" y="31"/>
                    <a:pt x="116" y="40"/>
                  </a:cubicBezTo>
                  <a:cubicBezTo>
                    <a:pt x="126" y="99"/>
                    <a:pt x="94" y="162"/>
                    <a:pt x="76" y="216"/>
                  </a:cubicBezTo>
                  <a:cubicBezTo>
                    <a:pt x="73" y="224"/>
                    <a:pt x="60" y="221"/>
                    <a:pt x="52" y="224"/>
                  </a:cubicBezTo>
                  <a:cubicBezTo>
                    <a:pt x="0" y="207"/>
                    <a:pt x="22" y="170"/>
                    <a:pt x="36" y="128"/>
                  </a:cubicBezTo>
                  <a:cubicBezTo>
                    <a:pt x="41" y="74"/>
                    <a:pt x="32" y="36"/>
                    <a:pt x="68" y="0"/>
                  </a:cubicBezTo>
                  <a:close/>
                </a:path>
              </a:pathLst>
            </a:custGeom>
            <a:solidFill>
              <a:srgbClr val="FFFFCC"/>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sp>
        <p:nvSpPr>
          <p:cNvPr id="136198" name="Rectangle 14">
            <a:extLst>
              <a:ext uri="{FF2B5EF4-FFF2-40B4-BE49-F238E27FC236}">
                <a16:creationId xmlns:a16="http://schemas.microsoft.com/office/drawing/2014/main" id="{71E75EE9-4BFF-6841-93BA-F1DA16483096}"/>
              </a:ext>
            </a:extLst>
          </p:cNvPr>
          <p:cNvSpPr>
            <a:spLocks noGrp="1" noChangeArrowheads="1"/>
          </p:cNvSpPr>
          <p:nvPr>
            <p:ph type="title"/>
          </p:nvPr>
        </p:nvSpPr>
        <p:spPr>
          <a:xfrm>
            <a:off x="160020" y="334566"/>
            <a:ext cx="7063503" cy="576263"/>
          </a:xfrm>
        </p:spPr>
        <p:txBody>
          <a:bodyPr/>
          <a:lstStyle/>
          <a:p>
            <a:pPr eaLnBrk="1" hangingPunct="1"/>
            <a:r>
              <a:rPr lang="zh-CN" altLang="en-US" dirty="0">
                <a:latin typeface="Times New Roman" panose="02020603050405020304" pitchFamily="18" charset="0"/>
                <a:ea typeface="宋体" panose="02010600030101010101" pitchFamily="2" charset="-122"/>
              </a:rPr>
              <a:t>局域网对 </a:t>
            </a:r>
            <a:r>
              <a:rPr lang="en-US" altLang="zh-CN" dirty="0">
                <a:latin typeface="Times New Roman" panose="02020603050405020304" pitchFamily="18" charset="0"/>
                <a:ea typeface="宋体" panose="02010600030101010101" pitchFamily="2" charset="-122"/>
              </a:rPr>
              <a:t>LLC </a:t>
            </a:r>
            <a:r>
              <a:rPr lang="zh-CN" altLang="en-US" dirty="0">
                <a:latin typeface="Times New Roman" panose="02020603050405020304" pitchFamily="18" charset="0"/>
                <a:ea typeface="宋体" panose="02010600030101010101" pitchFamily="2" charset="-122"/>
              </a:rPr>
              <a:t>子层是透明的 </a:t>
            </a:r>
          </a:p>
        </p:txBody>
      </p:sp>
      <p:sp>
        <p:nvSpPr>
          <p:cNvPr id="136199" name="Line 15">
            <a:extLst>
              <a:ext uri="{FF2B5EF4-FFF2-40B4-BE49-F238E27FC236}">
                <a16:creationId xmlns:a16="http://schemas.microsoft.com/office/drawing/2014/main" id="{7B9DC58B-3D20-E14B-AA5D-08D9D65F3C4F}"/>
              </a:ext>
            </a:extLst>
          </p:cNvPr>
          <p:cNvSpPr>
            <a:spLocks noChangeShapeType="1"/>
          </p:cNvSpPr>
          <p:nvPr/>
        </p:nvSpPr>
        <p:spPr bwMode="auto">
          <a:xfrm flipV="1">
            <a:off x="3823098" y="3467100"/>
            <a:ext cx="663178" cy="8335"/>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00" name="Line 16">
            <a:extLst>
              <a:ext uri="{FF2B5EF4-FFF2-40B4-BE49-F238E27FC236}">
                <a16:creationId xmlns:a16="http://schemas.microsoft.com/office/drawing/2014/main" id="{E8F2AAD6-5E78-934B-9A36-BE3D23B614FF}"/>
              </a:ext>
            </a:extLst>
          </p:cNvPr>
          <p:cNvSpPr>
            <a:spLocks noChangeShapeType="1"/>
          </p:cNvSpPr>
          <p:nvPr/>
        </p:nvSpPr>
        <p:spPr bwMode="auto">
          <a:xfrm flipH="1">
            <a:off x="5597129" y="3467101"/>
            <a:ext cx="515540" cy="2381"/>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01" name="Rectangle 17">
            <a:extLst>
              <a:ext uri="{FF2B5EF4-FFF2-40B4-BE49-F238E27FC236}">
                <a16:creationId xmlns:a16="http://schemas.microsoft.com/office/drawing/2014/main" id="{67569B0D-5BF9-5649-8F2A-FE79033AAC30}"/>
              </a:ext>
            </a:extLst>
          </p:cNvPr>
          <p:cNvSpPr>
            <a:spLocks noChangeArrowheads="1"/>
          </p:cNvSpPr>
          <p:nvPr/>
        </p:nvSpPr>
        <p:spPr bwMode="auto">
          <a:xfrm>
            <a:off x="4613673" y="2927748"/>
            <a:ext cx="819937"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局 域 网</a:t>
            </a:r>
          </a:p>
        </p:txBody>
      </p:sp>
      <p:sp>
        <p:nvSpPr>
          <p:cNvPr id="136202" name="Line 19">
            <a:extLst>
              <a:ext uri="{FF2B5EF4-FFF2-40B4-BE49-F238E27FC236}">
                <a16:creationId xmlns:a16="http://schemas.microsoft.com/office/drawing/2014/main" id="{05C56F11-E604-7F41-B772-064E87EEF5BF}"/>
              </a:ext>
            </a:extLst>
          </p:cNvPr>
          <p:cNvSpPr>
            <a:spLocks noChangeShapeType="1"/>
          </p:cNvSpPr>
          <p:nvPr/>
        </p:nvSpPr>
        <p:spPr bwMode="auto">
          <a:xfrm>
            <a:off x="2802731" y="3289697"/>
            <a:ext cx="1010841"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03" name="Line 20">
            <a:extLst>
              <a:ext uri="{FF2B5EF4-FFF2-40B4-BE49-F238E27FC236}">
                <a16:creationId xmlns:a16="http://schemas.microsoft.com/office/drawing/2014/main" id="{E592E1EF-7E15-8346-98D0-284BAD66E68C}"/>
              </a:ext>
            </a:extLst>
          </p:cNvPr>
          <p:cNvSpPr>
            <a:spLocks noChangeShapeType="1"/>
          </p:cNvSpPr>
          <p:nvPr/>
        </p:nvSpPr>
        <p:spPr bwMode="auto">
          <a:xfrm>
            <a:off x="2802731" y="2881313"/>
            <a:ext cx="1010841"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04" name="Line 21">
            <a:extLst>
              <a:ext uri="{FF2B5EF4-FFF2-40B4-BE49-F238E27FC236}">
                <a16:creationId xmlns:a16="http://schemas.microsoft.com/office/drawing/2014/main" id="{D5809509-51C3-094D-9112-02DD54BBA100}"/>
              </a:ext>
            </a:extLst>
          </p:cNvPr>
          <p:cNvSpPr>
            <a:spLocks noChangeShapeType="1"/>
          </p:cNvSpPr>
          <p:nvPr/>
        </p:nvSpPr>
        <p:spPr bwMode="auto">
          <a:xfrm>
            <a:off x="2802731" y="2469356"/>
            <a:ext cx="1010841"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05" name="Rectangle 22">
            <a:extLst>
              <a:ext uri="{FF2B5EF4-FFF2-40B4-BE49-F238E27FC236}">
                <a16:creationId xmlns:a16="http://schemas.microsoft.com/office/drawing/2014/main" id="{CD7E65BC-E56F-9348-AACC-AE2FB3784DA2}"/>
              </a:ext>
            </a:extLst>
          </p:cNvPr>
          <p:cNvSpPr>
            <a:spLocks noChangeArrowheads="1"/>
          </p:cNvSpPr>
          <p:nvPr/>
        </p:nvSpPr>
        <p:spPr bwMode="auto">
          <a:xfrm>
            <a:off x="3018235" y="2028825"/>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网络层</a:t>
            </a:r>
          </a:p>
        </p:txBody>
      </p:sp>
      <p:sp>
        <p:nvSpPr>
          <p:cNvPr id="136206" name="Rectangle 23">
            <a:extLst>
              <a:ext uri="{FF2B5EF4-FFF2-40B4-BE49-F238E27FC236}">
                <a16:creationId xmlns:a16="http://schemas.microsoft.com/office/drawing/2014/main" id="{19211723-E8F3-F248-8F32-C6C9926B9D6F}"/>
              </a:ext>
            </a:extLst>
          </p:cNvPr>
          <p:cNvSpPr>
            <a:spLocks noChangeArrowheads="1"/>
          </p:cNvSpPr>
          <p:nvPr/>
        </p:nvSpPr>
        <p:spPr bwMode="auto">
          <a:xfrm>
            <a:off x="2996804" y="3345657"/>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物理层</a:t>
            </a:r>
          </a:p>
        </p:txBody>
      </p:sp>
      <p:sp>
        <p:nvSpPr>
          <p:cNvPr id="136207" name="Rectangle 24">
            <a:extLst>
              <a:ext uri="{FF2B5EF4-FFF2-40B4-BE49-F238E27FC236}">
                <a16:creationId xmlns:a16="http://schemas.microsoft.com/office/drawing/2014/main" id="{95D4FD41-80A7-A945-95B2-C2BE09C34CBB}"/>
              </a:ext>
            </a:extLst>
          </p:cNvPr>
          <p:cNvSpPr>
            <a:spLocks noChangeArrowheads="1"/>
          </p:cNvSpPr>
          <p:nvPr/>
        </p:nvSpPr>
        <p:spPr bwMode="auto">
          <a:xfrm>
            <a:off x="2981325" y="3733800"/>
            <a:ext cx="68207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站点 </a:t>
            </a:r>
            <a:r>
              <a:rPr kumimoji="1" lang="en-US" altLang="zh-CN" sz="1500">
                <a:latin typeface="Arial" panose="020B0604020202020204" pitchFamily="34" charset="0"/>
                <a:ea typeface="宋体" panose="02010600030101010101" pitchFamily="2" charset="-122"/>
              </a:rPr>
              <a:t>1</a:t>
            </a:r>
          </a:p>
        </p:txBody>
      </p:sp>
      <p:sp>
        <p:nvSpPr>
          <p:cNvPr id="136208" name="Line 26">
            <a:extLst>
              <a:ext uri="{FF2B5EF4-FFF2-40B4-BE49-F238E27FC236}">
                <a16:creationId xmlns:a16="http://schemas.microsoft.com/office/drawing/2014/main" id="{51728A38-10C9-4F48-B402-2BCF65D3E30C}"/>
              </a:ext>
            </a:extLst>
          </p:cNvPr>
          <p:cNvSpPr>
            <a:spLocks noChangeShapeType="1"/>
          </p:cNvSpPr>
          <p:nvPr/>
        </p:nvSpPr>
        <p:spPr bwMode="auto">
          <a:xfrm>
            <a:off x="6112669" y="3289697"/>
            <a:ext cx="1012031"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09" name="Line 27">
            <a:extLst>
              <a:ext uri="{FF2B5EF4-FFF2-40B4-BE49-F238E27FC236}">
                <a16:creationId xmlns:a16="http://schemas.microsoft.com/office/drawing/2014/main" id="{3C917EA1-DD1B-E74D-8583-53D6F9C83081}"/>
              </a:ext>
            </a:extLst>
          </p:cNvPr>
          <p:cNvSpPr>
            <a:spLocks noChangeShapeType="1"/>
          </p:cNvSpPr>
          <p:nvPr/>
        </p:nvSpPr>
        <p:spPr bwMode="auto">
          <a:xfrm>
            <a:off x="6112669" y="2881313"/>
            <a:ext cx="1012031"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10" name="Line 28">
            <a:extLst>
              <a:ext uri="{FF2B5EF4-FFF2-40B4-BE49-F238E27FC236}">
                <a16:creationId xmlns:a16="http://schemas.microsoft.com/office/drawing/2014/main" id="{77132EA8-E92B-BC48-BE76-5EA441ECC0B4}"/>
              </a:ext>
            </a:extLst>
          </p:cNvPr>
          <p:cNvSpPr>
            <a:spLocks noChangeShapeType="1"/>
          </p:cNvSpPr>
          <p:nvPr/>
        </p:nvSpPr>
        <p:spPr bwMode="auto">
          <a:xfrm>
            <a:off x="6112669" y="2469356"/>
            <a:ext cx="1012031"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11" name="Rectangle 29">
            <a:extLst>
              <a:ext uri="{FF2B5EF4-FFF2-40B4-BE49-F238E27FC236}">
                <a16:creationId xmlns:a16="http://schemas.microsoft.com/office/drawing/2014/main" id="{6F16227F-F8F6-D147-B9F6-ABEF01CAB9A4}"/>
              </a:ext>
            </a:extLst>
          </p:cNvPr>
          <p:cNvSpPr>
            <a:spLocks noChangeArrowheads="1"/>
          </p:cNvSpPr>
          <p:nvPr/>
        </p:nvSpPr>
        <p:spPr bwMode="auto">
          <a:xfrm>
            <a:off x="6297216" y="2041923"/>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网络层</a:t>
            </a:r>
          </a:p>
        </p:txBody>
      </p:sp>
      <p:sp>
        <p:nvSpPr>
          <p:cNvPr id="136212" name="Rectangle 30">
            <a:extLst>
              <a:ext uri="{FF2B5EF4-FFF2-40B4-BE49-F238E27FC236}">
                <a16:creationId xmlns:a16="http://schemas.microsoft.com/office/drawing/2014/main" id="{9DD20D31-C9CC-6D48-9C42-4B90B5CD9D02}"/>
              </a:ext>
            </a:extLst>
          </p:cNvPr>
          <p:cNvSpPr>
            <a:spLocks noChangeArrowheads="1"/>
          </p:cNvSpPr>
          <p:nvPr/>
        </p:nvSpPr>
        <p:spPr bwMode="auto">
          <a:xfrm>
            <a:off x="6306741" y="3345657"/>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物理层</a:t>
            </a:r>
          </a:p>
        </p:txBody>
      </p:sp>
      <p:grpSp>
        <p:nvGrpSpPr>
          <p:cNvPr id="400415" name="Group 31">
            <a:extLst>
              <a:ext uri="{FF2B5EF4-FFF2-40B4-BE49-F238E27FC236}">
                <a16:creationId xmlns:a16="http://schemas.microsoft.com/office/drawing/2014/main" id="{B7B6B4BB-4E32-2D43-B16E-9DB3659871CB}"/>
              </a:ext>
            </a:extLst>
          </p:cNvPr>
          <p:cNvGrpSpPr>
            <a:grpSpLocks/>
          </p:cNvGrpSpPr>
          <p:nvPr/>
        </p:nvGrpSpPr>
        <p:grpSpPr bwMode="auto">
          <a:xfrm>
            <a:off x="1439466" y="2521741"/>
            <a:ext cx="5439966" cy="332185"/>
            <a:chOff x="249" y="2118"/>
            <a:chExt cx="4569" cy="279"/>
          </a:xfrm>
        </p:grpSpPr>
        <p:sp>
          <p:nvSpPr>
            <p:cNvPr id="136225" name="Rectangle 32">
              <a:extLst>
                <a:ext uri="{FF2B5EF4-FFF2-40B4-BE49-F238E27FC236}">
                  <a16:creationId xmlns:a16="http://schemas.microsoft.com/office/drawing/2014/main" id="{B57471B6-29ED-F143-B7C6-B33E8151CD4B}"/>
                </a:ext>
              </a:extLst>
            </p:cNvPr>
            <p:cNvSpPr>
              <a:spLocks noChangeArrowheads="1"/>
            </p:cNvSpPr>
            <p:nvPr/>
          </p:nvSpPr>
          <p:spPr bwMode="auto">
            <a:xfrm>
              <a:off x="249" y="2147"/>
              <a:ext cx="10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逻辑链路控制</a:t>
              </a:r>
            </a:p>
          </p:txBody>
        </p:sp>
        <p:sp>
          <p:nvSpPr>
            <p:cNvPr id="136226" name="AutoShape 33">
              <a:extLst>
                <a:ext uri="{FF2B5EF4-FFF2-40B4-BE49-F238E27FC236}">
                  <a16:creationId xmlns:a16="http://schemas.microsoft.com/office/drawing/2014/main" id="{DC4F0BEC-2893-6F48-9CF1-764FCBB4D946}"/>
                </a:ext>
              </a:extLst>
            </p:cNvPr>
            <p:cNvSpPr>
              <a:spLocks noChangeArrowheads="1"/>
            </p:cNvSpPr>
            <p:nvPr/>
          </p:nvSpPr>
          <p:spPr bwMode="auto">
            <a:xfrm>
              <a:off x="2264" y="2135"/>
              <a:ext cx="1896" cy="228"/>
            </a:xfrm>
            <a:prstGeom prst="leftRightArrow">
              <a:avLst>
                <a:gd name="adj1" fmla="val 41667"/>
                <a:gd name="adj2" fmla="val 87431"/>
              </a:avLst>
            </a:prstGeom>
            <a:solidFill>
              <a:schemeClr val="accent1"/>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36227" name="Rectangle 34">
              <a:extLst>
                <a:ext uri="{FF2B5EF4-FFF2-40B4-BE49-F238E27FC236}">
                  <a16:creationId xmlns:a16="http://schemas.microsoft.com/office/drawing/2014/main" id="{0956FC17-9A18-5E40-9510-8816E1EF8911}"/>
                </a:ext>
              </a:extLst>
            </p:cNvPr>
            <p:cNvSpPr>
              <a:spLocks noChangeArrowheads="1"/>
            </p:cNvSpPr>
            <p:nvPr/>
          </p:nvSpPr>
          <p:spPr bwMode="auto">
            <a:xfrm>
              <a:off x="1623" y="2118"/>
              <a:ext cx="41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LLC</a:t>
              </a:r>
            </a:p>
          </p:txBody>
        </p:sp>
        <p:sp>
          <p:nvSpPr>
            <p:cNvPr id="136228" name="Rectangle 35">
              <a:extLst>
                <a:ext uri="{FF2B5EF4-FFF2-40B4-BE49-F238E27FC236}">
                  <a16:creationId xmlns:a16="http://schemas.microsoft.com/office/drawing/2014/main" id="{84680ACB-1EBB-114D-810E-63A9C84C8B57}"/>
                </a:ext>
              </a:extLst>
            </p:cNvPr>
            <p:cNvSpPr>
              <a:spLocks noChangeArrowheads="1"/>
            </p:cNvSpPr>
            <p:nvPr/>
          </p:nvSpPr>
          <p:spPr bwMode="auto">
            <a:xfrm>
              <a:off x="4405" y="2118"/>
              <a:ext cx="41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LLC</a:t>
              </a:r>
            </a:p>
          </p:txBody>
        </p:sp>
      </p:grpSp>
      <p:grpSp>
        <p:nvGrpSpPr>
          <p:cNvPr id="400420" name="Group 36">
            <a:extLst>
              <a:ext uri="{FF2B5EF4-FFF2-40B4-BE49-F238E27FC236}">
                <a16:creationId xmlns:a16="http://schemas.microsoft.com/office/drawing/2014/main" id="{9C32FD63-6E79-654C-8C69-8FE0DEA7BE46}"/>
              </a:ext>
            </a:extLst>
          </p:cNvPr>
          <p:cNvGrpSpPr>
            <a:grpSpLocks/>
          </p:cNvGrpSpPr>
          <p:nvPr/>
        </p:nvGrpSpPr>
        <p:grpSpPr bwMode="auto">
          <a:xfrm>
            <a:off x="1439467" y="2938459"/>
            <a:ext cx="5492353" cy="314325"/>
            <a:chOff x="249" y="2468"/>
            <a:chExt cx="4613" cy="264"/>
          </a:xfrm>
        </p:grpSpPr>
        <p:sp>
          <p:nvSpPr>
            <p:cNvPr id="136220" name="Rectangle 37">
              <a:extLst>
                <a:ext uri="{FF2B5EF4-FFF2-40B4-BE49-F238E27FC236}">
                  <a16:creationId xmlns:a16="http://schemas.microsoft.com/office/drawing/2014/main" id="{D9DAE6D2-B68E-F740-9031-9BF09F37FD6F}"/>
                </a:ext>
              </a:extLst>
            </p:cNvPr>
            <p:cNvSpPr>
              <a:spLocks noChangeArrowheads="1"/>
            </p:cNvSpPr>
            <p:nvPr/>
          </p:nvSpPr>
          <p:spPr bwMode="auto">
            <a:xfrm>
              <a:off x="249" y="2482"/>
              <a:ext cx="10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媒体接入控制</a:t>
              </a:r>
            </a:p>
          </p:txBody>
        </p:sp>
        <p:sp>
          <p:nvSpPr>
            <p:cNvPr id="136221" name="Line 38">
              <a:extLst>
                <a:ext uri="{FF2B5EF4-FFF2-40B4-BE49-F238E27FC236}">
                  <a16:creationId xmlns:a16="http://schemas.microsoft.com/office/drawing/2014/main" id="{A7B83968-7D8D-1E4F-B905-EDBF9775A640}"/>
                </a:ext>
              </a:extLst>
            </p:cNvPr>
            <p:cNvSpPr>
              <a:spLocks noChangeShapeType="1"/>
            </p:cNvSpPr>
            <p:nvPr/>
          </p:nvSpPr>
          <p:spPr bwMode="auto">
            <a:xfrm flipV="1">
              <a:off x="2251" y="2581"/>
              <a:ext cx="383" cy="11"/>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22" name="Line 39">
              <a:extLst>
                <a:ext uri="{FF2B5EF4-FFF2-40B4-BE49-F238E27FC236}">
                  <a16:creationId xmlns:a16="http://schemas.microsoft.com/office/drawing/2014/main" id="{E4B2FB6E-8064-8A40-B55F-E4261367341A}"/>
                </a:ext>
              </a:extLst>
            </p:cNvPr>
            <p:cNvSpPr>
              <a:spLocks noChangeShapeType="1"/>
            </p:cNvSpPr>
            <p:nvPr/>
          </p:nvSpPr>
          <p:spPr bwMode="auto">
            <a:xfrm flipH="1">
              <a:off x="3739" y="2585"/>
              <a:ext cx="435"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23" name="Rectangle 40">
              <a:extLst>
                <a:ext uri="{FF2B5EF4-FFF2-40B4-BE49-F238E27FC236}">
                  <a16:creationId xmlns:a16="http://schemas.microsoft.com/office/drawing/2014/main" id="{3D3AC98C-7258-7F4A-A95B-E207A1EAD274}"/>
                </a:ext>
              </a:extLst>
            </p:cNvPr>
            <p:cNvSpPr>
              <a:spLocks noChangeArrowheads="1"/>
            </p:cNvSpPr>
            <p:nvPr/>
          </p:nvSpPr>
          <p:spPr bwMode="auto">
            <a:xfrm>
              <a:off x="1607" y="2468"/>
              <a:ext cx="4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MAC</a:t>
              </a:r>
            </a:p>
          </p:txBody>
        </p:sp>
        <p:sp>
          <p:nvSpPr>
            <p:cNvPr id="136224" name="Rectangle 41">
              <a:extLst>
                <a:ext uri="{FF2B5EF4-FFF2-40B4-BE49-F238E27FC236}">
                  <a16:creationId xmlns:a16="http://schemas.microsoft.com/office/drawing/2014/main" id="{6254B31D-3CA0-FE43-8B22-4AA4AD9C563A}"/>
                </a:ext>
              </a:extLst>
            </p:cNvPr>
            <p:cNvSpPr>
              <a:spLocks noChangeArrowheads="1"/>
            </p:cNvSpPr>
            <p:nvPr/>
          </p:nvSpPr>
          <p:spPr bwMode="auto">
            <a:xfrm>
              <a:off x="4387" y="2468"/>
              <a:ext cx="4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MAC</a:t>
              </a:r>
            </a:p>
          </p:txBody>
        </p:sp>
      </p:grpSp>
      <p:sp>
        <p:nvSpPr>
          <p:cNvPr id="136215" name="AutoShape 42">
            <a:extLst>
              <a:ext uri="{FF2B5EF4-FFF2-40B4-BE49-F238E27FC236}">
                <a16:creationId xmlns:a16="http://schemas.microsoft.com/office/drawing/2014/main" id="{B05CE9D3-9402-8044-931F-049C6257F636}"/>
              </a:ext>
            </a:extLst>
          </p:cNvPr>
          <p:cNvSpPr>
            <a:spLocks/>
          </p:cNvSpPr>
          <p:nvPr/>
        </p:nvSpPr>
        <p:spPr bwMode="auto">
          <a:xfrm>
            <a:off x="7131844" y="2476500"/>
            <a:ext cx="89297" cy="789385"/>
          </a:xfrm>
          <a:prstGeom prst="rightBrace">
            <a:avLst>
              <a:gd name="adj1" fmla="val 73666"/>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36216" name="Rectangle 43">
            <a:extLst>
              <a:ext uri="{FF2B5EF4-FFF2-40B4-BE49-F238E27FC236}">
                <a16:creationId xmlns:a16="http://schemas.microsoft.com/office/drawing/2014/main" id="{22B034CA-C18F-E749-B1BA-32C5BF90D3B6}"/>
              </a:ext>
            </a:extLst>
          </p:cNvPr>
          <p:cNvSpPr>
            <a:spLocks noChangeArrowheads="1"/>
          </p:cNvSpPr>
          <p:nvPr/>
        </p:nvSpPr>
        <p:spPr bwMode="auto">
          <a:xfrm>
            <a:off x="7155774" y="2641998"/>
            <a:ext cx="714140" cy="52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500">
                <a:latin typeface="Arial" panose="020B0604020202020204" pitchFamily="34" charset="0"/>
                <a:ea typeface="宋体" panose="02010600030101010101" pitchFamily="2" charset="-122"/>
              </a:rPr>
              <a:t>数据</a:t>
            </a:r>
          </a:p>
          <a:p>
            <a:pPr algn="ctr">
              <a:spcBef>
                <a:spcPct val="0"/>
              </a:spcBef>
              <a:buClrTx/>
              <a:buSzTx/>
              <a:buFontTx/>
              <a:buNone/>
            </a:pPr>
            <a:r>
              <a:rPr kumimoji="1" lang="zh-CN" altLang="en-US" sz="1500">
                <a:latin typeface="Arial" panose="020B0604020202020204" pitchFamily="34" charset="0"/>
                <a:ea typeface="宋体" panose="02010600030101010101" pitchFamily="2" charset="-122"/>
              </a:rPr>
              <a:t>链路层</a:t>
            </a:r>
          </a:p>
        </p:txBody>
      </p:sp>
      <p:sp>
        <p:nvSpPr>
          <p:cNvPr id="136217" name="Rectangle 44">
            <a:extLst>
              <a:ext uri="{FF2B5EF4-FFF2-40B4-BE49-F238E27FC236}">
                <a16:creationId xmlns:a16="http://schemas.microsoft.com/office/drawing/2014/main" id="{43286B79-969F-1840-BCB7-8B6C436ADDA2}"/>
              </a:ext>
            </a:extLst>
          </p:cNvPr>
          <p:cNvSpPr>
            <a:spLocks noChangeArrowheads="1"/>
          </p:cNvSpPr>
          <p:nvPr/>
        </p:nvSpPr>
        <p:spPr bwMode="auto">
          <a:xfrm>
            <a:off x="6357938" y="3733800"/>
            <a:ext cx="68207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站点 </a:t>
            </a:r>
            <a:r>
              <a:rPr kumimoji="1" lang="en-US" altLang="zh-CN" sz="1500">
                <a:latin typeface="Arial" panose="020B0604020202020204" pitchFamily="34" charset="0"/>
                <a:ea typeface="宋体" panose="02010600030101010101" pitchFamily="2" charset="-122"/>
              </a:rPr>
              <a:t>2</a:t>
            </a:r>
          </a:p>
        </p:txBody>
      </p:sp>
      <p:sp>
        <p:nvSpPr>
          <p:cNvPr id="400429" name="Text Box 45">
            <a:extLst>
              <a:ext uri="{FF2B5EF4-FFF2-40B4-BE49-F238E27FC236}">
                <a16:creationId xmlns:a16="http://schemas.microsoft.com/office/drawing/2014/main" id="{66C1B3BF-03C7-0547-8FDD-9C2EA299C071}"/>
              </a:ext>
            </a:extLst>
          </p:cNvPr>
          <p:cNvSpPr txBox="1">
            <a:spLocks noChangeArrowheads="1"/>
          </p:cNvSpPr>
          <p:nvPr/>
        </p:nvSpPr>
        <p:spPr bwMode="auto">
          <a:xfrm>
            <a:off x="4220506" y="1506141"/>
            <a:ext cx="1524521" cy="553998"/>
          </a:xfrm>
          <a:prstGeom prst="rect">
            <a:avLst/>
          </a:prstGeom>
          <a:solidFill>
            <a:srgbClr val="CCFFCC"/>
          </a:solidFill>
          <a:ln w="9525">
            <a:solidFill>
              <a:srgbClr val="333399"/>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500">
                <a:solidFill>
                  <a:srgbClr val="C00000"/>
                </a:solidFill>
                <a:latin typeface="微软雅黑" panose="020B0503020204020204" pitchFamily="34" charset="-122"/>
                <a:ea typeface="宋体" panose="02010600030101010101" pitchFamily="2" charset="-122"/>
              </a:rPr>
              <a:t>LLC </a:t>
            </a:r>
            <a:r>
              <a:rPr lang="zh-CN" altLang="en-US" sz="1500">
                <a:solidFill>
                  <a:srgbClr val="C00000"/>
                </a:solidFill>
                <a:latin typeface="微软雅黑" panose="020B0503020204020204" pitchFamily="34" charset="-122"/>
                <a:ea typeface="宋体" panose="02010600030101010101" pitchFamily="2" charset="-122"/>
              </a:rPr>
              <a:t>子层看不见</a:t>
            </a:r>
          </a:p>
          <a:p>
            <a:pPr algn="ctr" eaLnBrk="1" hangingPunct="1">
              <a:spcBef>
                <a:spcPct val="0"/>
              </a:spcBef>
              <a:buClrTx/>
              <a:buSzTx/>
              <a:buFontTx/>
              <a:buNone/>
            </a:pPr>
            <a:r>
              <a:rPr lang="zh-CN" altLang="en-US" sz="1500">
                <a:solidFill>
                  <a:srgbClr val="C00000"/>
                </a:solidFill>
                <a:latin typeface="微软雅黑" panose="020B0503020204020204" pitchFamily="34" charset="-122"/>
                <a:ea typeface="宋体" panose="02010600030101010101" pitchFamily="2" charset="-122"/>
              </a:rPr>
              <a:t>下面的局域网</a:t>
            </a:r>
          </a:p>
        </p:txBody>
      </p:sp>
      <p:sp>
        <p:nvSpPr>
          <p:cNvPr id="136219" name="幻灯片编号占位符 1">
            <a:extLst>
              <a:ext uri="{FF2B5EF4-FFF2-40B4-BE49-F238E27FC236}">
                <a16:creationId xmlns:a16="http://schemas.microsoft.com/office/drawing/2014/main" id="{48BB4765-D2E3-394B-B4F9-72D1E6FA3E1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E7A4FC2-E5BB-7045-A7EB-69531453870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2633874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400386"/>
                                        </p:tgtEl>
                                        <p:attrNameLst>
                                          <p:attrName>style.visibility</p:attrName>
                                        </p:attrNameLst>
                                      </p:cBhvr>
                                      <p:to>
                                        <p:strVal val="visible"/>
                                      </p:to>
                                    </p:set>
                                    <p:animEffect transition="in" filter="dissolve">
                                      <p:cBhvr>
                                        <p:cTn id="7" dur="500"/>
                                        <p:tgtEl>
                                          <p:spTgt spid="4003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5" presetClass="emph" presetSubtype="0" repeatCount="4000" fill="hold" nodeType="clickEffect">
                                  <p:stCondLst>
                                    <p:cond delay="500"/>
                                  </p:stCondLst>
                                  <p:childTnLst>
                                    <p:anim calcmode="discrete" valueType="str">
                                      <p:cBhvr>
                                        <p:cTn id="11" dur="500" fill="hold"/>
                                        <p:tgtEl>
                                          <p:spTgt spid="400420"/>
                                        </p:tgtEl>
                                        <p:attrNameLst>
                                          <p:attrName>style.visibility</p:attrName>
                                        </p:attrNameLst>
                                      </p:cBhvr>
                                      <p:tavLst>
                                        <p:tav tm="0">
                                          <p:val>
                                            <p:strVal val="hidden"/>
                                          </p:val>
                                        </p:tav>
                                        <p:tav tm="50000">
                                          <p:val>
                                            <p:strVal val="visible"/>
                                          </p:val>
                                        </p:tav>
                                      </p:tavLst>
                                    </p:anim>
                                  </p:childTnLst>
                                </p:cTn>
                              </p:par>
                            </p:childTnLst>
                          </p:cTn>
                        </p:par>
                      </p:childTnLst>
                    </p:cTn>
                  </p:par>
                  <p:par>
                    <p:cTn id="12" fill="hold" nodeType="clickPar">
                      <p:stCondLst>
                        <p:cond delay="indefinite"/>
                      </p:stCondLst>
                      <p:childTnLst>
                        <p:par>
                          <p:cTn id="13" fill="hold" nodeType="withGroup">
                            <p:stCondLst>
                              <p:cond delay="0"/>
                            </p:stCondLst>
                            <p:childTnLst>
                              <p:par>
                                <p:cTn id="14" presetID="35" presetClass="emph" presetSubtype="0" repeatCount="4000" fill="hold" nodeType="clickEffect">
                                  <p:stCondLst>
                                    <p:cond delay="0"/>
                                  </p:stCondLst>
                                  <p:childTnLst>
                                    <p:anim calcmode="discrete" valueType="str">
                                      <p:cBhvr>
                                        <p:cTn id="15" dur="500" fill="hold"/>
                                        <p:tgtEl>
                                          <p:spTgt spid="400415"/>
                                        </p:tgtEl>
                                        <p:attrNameLst>
                                          <p:attrName>style.visibility</p:attrName>
                                        </p:attrNameLst>
                                      </p:cBhvr>
                                      <p:tavLst>
                                        <p:tav tm="0">
                                          <p:val>
                                            <p:strVal val="hidden"/>
                                          </p:val>
                                        </p:tav>
                                        <p:tav tm="50000">
                                          <p:val>
                                            <p:strVal val="visible"/>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1" nodeType="clickEffect">
                                  <p:stCondLst>
                                    <p:cond delay="0"/>
                                  </p:stCondLst>
                                  <p:childTnLst>
                                    <p:set>
                                      <p:cBhvr>
                                        <p:cTn id="19" dur="1" fill="hold">
                                          <p:stCondLst>
                                            <p:cond delay="0"/>
                                          </p:stCondLst>
                                        </p:cTn>
                                        <p:tgtEl>
                                          <p:spTgt spid="400429"/>
                                        </p:tgtEl>
                                        <p:attrNameLst>
                                          <p:attrName>style.visibility</p:attrName>
                                        </p:attrNameLst>
                                      </p:cBhvr>
                                      <p:to>
                                        <p:strVal val="visible"/>
                                      </p:to>
                                    </p:set>
                                  </p:childTnLst>
                                </p:cTn>
                              </p:par>
                            </p:childTnLst>
                          </p:cTn>
                        </p:par>
                        <p:par>
                          <p:cTn id="20" fill="hold" nodeType="afterGroup">
                            <p:stCondLst>
                              <p:cond delay="0"/>
                            </p:stCondLst>
                            <p:childTnLst>
                              <p:par>
                                <p:cTn id="21" presetID="35" presetClass="emph" presetSubtype="0" repeatCount="4000" fill="hold" grpId="0" nodeType="afterEffect">
                                  <p:stCondLst>
                                    <p:cond delay="500"/>
                                  </p:stCondLst>
                                  <p:childTnLst>
                                    <p:anim calcmode="discrete" valueType="str">
                                      <p:cBhvr>
                                        <p:cTn id="22" dur="500" fill="hold"/>
                                        <p:tgtEl>
                                          <p:spTgt spid="40042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429" grpId="0" animBg="1"/>
      <p:bldP spid="400429" grpId="1"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2">
            <a:extLst>
              <a:ext uri="{FF2B5EF4-FFF2-40B4-BE49-F238E27FC236}">
                <a16:creationId xmlns:a16="http://schemas.microsoft.com/office/drawing/2014/main" id="{63FDA2E3-0CDF-8849-B8B1-E73B4BA5E933}"/>
              </a:ext>
            </a:extLst>
          </p:cNvPr>
          <p:cNvSpPr>
            <a:spLocks noGrp="1" noChangeArrowheads="1"/>
          </p:cNvSpPr>
          <p:nvPr>
            <p:ph type="title"/>
          </p:nvPr>
        </p:nvSpPr>
        <p:spPr>
          <a:xfrm>
            <a:off x="160735" y="288607"/>
            <a:ext cx="8320325" cy="576263"/>
          </a:xfrm>
        </p:spPr>
        <p:txBody>
          <a:bodyPr/>
          <a:lstStyle/>
          <a:p>
            <a:pPr eaLnBrk="1" hangingPunct="1"/>
            <a:r>
              <a:rPr lang="zh-CN" altLang="en-US" dirty="0">
                <a:latin typeface="Times New Roman" panose="02020603050405020304" pitchFamily="18" charset="0"/>
                <a:ea typeface="宋体" panose="02010600030101010101" pitchFamily="2" charset="-122"/>
              </a:rPr>
              <a:t>以后一般不考虑 </a:t>
            </a:r>
            <a:r>
              <a:rPr lang="en-US" altLang="zh-CN" dirty="0">
                <a:latin typeface="Times New Roman" panose="02020603050405020304" pitchFamily="18" charset="0"/>
                <a:ea typeface="宋体" panose="02010600030101010101" pitchFamily="2" charset="-122"/>
              </a:rPr>
              <a:t>LLC </a:t>
            </a:r>
            <a:r>
              <a:rPr lang="zh-CN" altLang="en-US" dirty="0">
                <a:latin typeface="Times New Roman" panose="02020603050405020304" pitchFamily="18" charset="0"/>
                <a:ea typeface="宋体" panose="02010600030101010101" pitchFamily="2" charset="-122"/>
              </a:rPr>
              <a:t>子层 </a:t>
            </a:r>
          </a:p>
        </p:txBody>
      </p:sp>
      <p:sp>
        <p:nvSpPr>
          <p:cNvPr id="401411" name="Rectangle 3">
            <a:extLst>
              <a:ext uri="{FF2B5EF4-FFF2-40B4-BE49-F238E27FC236}">
                <a16:creationId xmlns:a16="http://schemas.microsoft.com/office/drawing/2014/main" id="{E41619C4-C1FE-1041-A72F-27B97D971BC2}"/>
              </a:ext>
            </a:extLst>
          </p:cNvPr>
          <p:cNvSpPr>
            <a:spLocks noGrp="1" noChangeArrowheads="1"/>
          </p:cNvSpPr>
          <p:nvPr>
            <p:ph type="body" idx="1"/>
          </p:nvPr>
        </p:nvSpPr>
        <p:spPr>
          <a:xfrm>
            <a:off x="160735" y="1108710"/>
            <a:ext cx="8731805" cy="3905013"/>
          </a:xfrm>
        </p:spPr>
        <p:txBody>
          <a:bodyPr/>
          <a:lstStyle/>
          <a:p>
            <a:pPr eaLnBrk="1" hangingPunct="1"/>
            <a:r>
              <a:rPr lang="zh-CN" altLang="en-US" sz="2700" dirty="0">
                <a:ea typeface="宋体" panose="02010600030101010101" pitchFamily="2" charset="-122"/>
              </a:rPr>
              <a:t>由于 </a:t>
            </a:r>
            <a:r>
              <a:rPr lang="en-US" altLang="zh-CN" sz="2700" dirty="0">
                <a:ea typeface="宋体" panose="02010600030101010101" pitchFamily="2" charset="-122"/>
              </a:rPr>
              <a:t>TCP/IP </a:t>
            </a:r>
            <a:r>
              <a:rPr lang="zh-CN" altLang="en-US" sz="2700" dirty="0">
                <a:ea typeface="宋体" panose="02010600030101010101" pitchFamily="2" charset="-122"/>
              </a:rPr>
              <a:t>体系经常使用的局域网是 </a:t>
            </a:r>
            <a:r>
              <a:rPr lang="en-US" altLang="zh-CN" sz="2700" dirty="0">
                <a:ea typeface="宋体" panose="02010600030101010101" pitchFamily="2" charset="-122"/>
              </a:rPr>
              <a:t>DIX Ethernet V2 </a:t>
            </a:r>
            <a:r>
              <a:rPr lang="zh-CN" altLang="en-US" sz="2700" dirty="0">
                <a:ea typeface="宋体" panose="02010600030101010101" pitchFamily="2" charset="-122"/>
              </a:rPr>
              <a:t>而不是 </a:t>
            </a:r>
            <a:r>
              <a:rPr lang="en-US" altLang="zh-CN" sz="2700" dirty="0">
                <a:ea typeface="宋体" panose="02010600030101010101" pitchFamily="2" charset="-122"/>
              </a:rPr>
              <a:t>802.3 </a:t>
            </a:r>
            <a:r>
              <a:rPr lang="zh-CN" altLang="en-US" sz="2700" dirty="0">
                <a:ea typeface="宋体" panose="02010600030101010101" pitchFamily="2" charset="-122"/>
              </a:rPr>
              <a:t>标准中的几种局域网，因此现在 </a:t>
            </a:r>
            <a:r>
              <a:rPr lang="en-US" altLang="zh-CN" sz="2700" dirty="0">
                <a:ea typeface="宋体" panose="02010600030101010101" pitchFamily="2" charset="-122"/>
              </a:rPr>
              <a:t>802 </a:t>
            </a:r>
            <a:r>
              <a:rPr lang="zh-CN" altLang="en-US" sz="2700" dirty="0">
                <a:ea typeface="宋体" panose="02010600030101010101" pitchFamily="2" charset="-122"/>
              </a:rPr>
              <a:t>委员会制定的逻辑链路控制子层 </a:t>
            </a:r>
            <a:r>
              <a:rPr lang="en-US" altLang="zh-CN" sz="2700" dirty="0">
                <a:ea typeface="宋体" panose="02010600030101010101" pitchFamily="2" charset="-122"/>
              </a:rPr>
              <a:t>LLC</a:t>
            </a:r>
            <a:r>
              <a:rPr lang="zh-CN" altLang="en-US" sz="2700" dirty="0">
                <a:ea typeface="宋体" panose="02010600030101010101" pitchFamily="2" charset="-122"/>
              </a:rPr>
              <a:t>（即 </a:t>
            </a:r>
            <a:r>
              <a:rPr lang="en-US" altLang="zh-CN" sz="2700" dirty="0">
                <a:ea typeface="宋体" panose="02010600030101010101" pitchFamily="2" charset="-122"/>
              </a:rPr>
              <a:t>802.2 </a:t>
            </a:r>
            <a:r>
              <a:rPr lang="zh-CN" altLang="en-US" sz="2700" dirty="0">
                <a:ea typeface="宋体" panose="02010600030101010101" pitchFamily="2" charset="-122"/>
              </a:rPr>
              <a:t>标准）的作用已经不大了。</a:t>
            </a:r>
          </a:p>
          <a:p>
            <a:pPr eaLnBrk="1" hangingPunct="1"/>
            <a:r>
              <a:rPr lang="zh-CN" altLang="en-US" sz="2700" dirty="0">
                <a:ea typeface="宋体" panose="02010600030101010101" pitchFamily="2" charset="-122"/>
              </a:rPr>
              <a:t>很多厂商生产的适配器上就仅装有 </a:t>
            </a:r>
            <a:r>
              <a:rPr lang="en-US" altLang="zh-CN" sz="2700" dirty="0">
                <a:ea typeface="宋体" panose="02010600030101010101" pitchFamily="2" charset="-122"/>
              </a:rPr>
              <a:t>MAC </a:t>
            </a:r>
            <a:r>
              <a:rPr lang="zh-CN" altLang="en-US" sz="2700" dirty="0">
                <a:ea typeface="宋体" panose="02010600030101010101" pitchFamily="2" charset="-122"/>
              </a:rPr>
              <a:t>协议而没有 </a:t>
            </a:r>
            <a:r>
              <a:rPr lang="en-US" altLang="zh-CN" sz="2700" dirty="0">
                <a:ea typeface="宋体" panose="02010600030101010101" pitchFamily="2" charset="-122"/>
              </a:rPr>
              <a:t>LLC </a:t>
            </a:r>
            <a:r>
              <a:rPr lang="zh-CN" altLang="en-US" sz="2700" dirty="0">
                <a:ea typeface="宋体" panose="02010600030101010101" pitchFamily="2" charset="-122"/>
              </a:rPr>
              <a:t>协议。 </a:t>
            </a:r>
          </a:p>
        </p:txBody>
      </p:sp>
      <p:sp>
        <p:nvSpPr>
          <p:cNvPr id="138243" name="幻灯片编号占位符 1">
            <a:extLst>
              <a:ext uri="{FF2B5EF4-FFF2-40B4-BE49-F238E27FC236}">
                <a16:creationId xmlns:a16="http://schemas.microsoft.com/office/drawing/2014/main" id="{0C460678-A281-BE4E-BDEA-1CBC1DA7F3E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7DC9CF5-24A5-484F-8AB1-32A10B227F5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0941807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14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1411"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2">
            <a:extLst>
              <a:ext uri="{FF2B5EF4-FFF2-40B4-BE49-F238E27FC236}">
                <a16:creationId xmlns:a16="http://schemas.microsoft.com/office/drawing/2014/main" id="{412BC740-22D2-B742-AE89-43C8F41BF9A4}"/>
              </a:ext>
            </a:extLst>
          </p:cNvPr>
          <p:cNvSpPr>
            <a:spLocks noGrp="1" noChangeArrowheads="1"/>
          </p:cNvSpPr>
          <p:nvPr>
            <p:ph type="title"/>
          </p:nvPr>
        </p:nvSpPr>
        <p:spPr>
          <a:xfrm>
            <a:off x="148590" y="303610"/>
            <a:ext cx="7057073" cy="576263"/>
          </a:xfrm>
        </p:spPr>
        <p:txBody>
          <a:bodyPr/>
          <a:lstStyle/>
          <a:p>
            <a:pPr eaLnBrk="1" hangingPunct="1"/>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适配器的作用  </a:t>
            </a:r>
          </a:p>
        </p:txBody>
      </p:sp>
      <p:sp>
        <p:nvSpPr>
          <p:cNvPr id="402435" name="Rectangle 3">
            <a:extLst>
              <a:ext uri="{FF2B5EF4-FFF2-40B4-BE49-F238E27FC236}">
                <a16:creationId xmlns:a16="http://schemas.microsoft.com/office/drawing/2014/main" id="{9069A4C9-A4A6-1940-B88C-3C788AABDF0E}"/>
              </a:ext>
            </a:extLst>
          </p:cNvPr>
          <p:cNvSpPr>
            <a:spLocks noGrp="1" noChangeArrowheads="1"/>
          </p:cNvSpPr>
          <p:nvPr>
            <p:ph type="body" idx="1"/>
          </p:nvPr>
        </p:nvSpPr>
        <p:spPr>
          <a:xfrm>
            <a:off x="240030" y="1120139"/>
            <a:ext cx="8663940" cy="3893583"/>
          </a:xfrm>
        </p:spPr>
        <p:txBody>
          <a:bodyPr/>
          <a:lstStyle/>
          <a:p>
            <a:pPr eaLnBrk="1" hangingPunct="1"/>
            <a:r>
              <a:rPr lang="zh-CN" altLang="en-US" dirty="0">
                <a:latin typeface="Times New Roman" panose="02020603050405020304" pitchFamily="18" charset="0"/>
                <a:ea typeface="宋体" panose="02010600030101010101" pitchFamily="2" charset="-122"/>
              </a:rPr>
              <a:t>网络接口板又称为</a:t>
            </a:r>
            <a:r>
              <a:rPr lang="zh-CN" altLang="en-US" dirty="0">
                <a:solidFill>
                  <a:schemeClr val="hlink"/>
                </a:solidFill>
                <a:latin typeface="Times New Roman" panose="02020603050405020304" pitchFamily="18" charset="0"/>
                <a:ea typeface="宋体" panose="02010600030101010101" pitchFamily="2" charset="-122"/>
              </a:rPr>
              <a:t>通信适配器</a:t>
            </a:r>
            <a:r>
              <a:rPr lang="en-US" altLang="zh-CN" dirty="0">
                <a:latin typeface="Times New Roman" panose="02020603050405020304" pitchFamily="18" charset="0"/>
                <a:ea typeface="宋体" panose="02010600030101010101" pitchFamily="2" charset="-122"/>
              </a:rPr>
              <a:t>(adapter)</a:t>
            </a:r>
            <a:r>
              <a:rPr lang="zh-CN" altLang="en-US" dirty="0">
                <a:latin typeface="Times New Roman" panose="02020603050405020304" pitchFamily="18" charset="0"/>
                <a:ea typeface="宋体" panose="02010600030101010101" pitchFamily="2" charset="-122"/>
              </a:rPr>
              <a:t>或</a:t>
            </a:r>
            <a:r>
              <a:rPr lang="zh-CN" altLang="en-US" dirty="0">
                <a:solidFill>
                  <a:schemeClr val="hlink"/>
                </a:solidFill>
                <a:latin typeface="Times New Roman" panose="02020603050405020304" pitchFamily="18" charset="0"/>
                <a:ea typeface="宋体" panose="02010600030101010101" pitchFamily="2" charset="-122"/>
              </a:rPr>
              <a:t>网络接口卡</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NIC (Network Interface Card)</a:t>
            </a:r>
            <a:r>
              <a:rPr lang="zh-CN" altLang="en-US" dirty="0">
                <a:latin typeface="Times New Roman" panose="02020603050405020304" pitchFamily="18" charset="0"/>
                <a:ea typeface="宋体" panose="02010600030101010101" pitchFamily="2" charset="-122"/>
              </a:rPr>
              <a:t>，或“</a:t>
            </a:r>
            <a:r>
              <a:rPr lang="zh-CN" altLang="en-US" dirty="0">
                <a:solidFill>
                  <a:schemeClr val="hlink"/>
                </a:solidFill>
                <a:latin typeface="Times New Roman" panose="02020603050405020304" pitchFamily="18" charset="0"/>
                <a:ea typeface="宋体" panose="02010600030101010101" pitchFamily="2" charset="-122"/>
              </a:rPr>
              <a:t>网卡</a:t>
            </a:r>
            <a:r>
              <a:rPr lang="zh-CN" altLang="en-US" dirty="0">
                <a:latin typeface="Times New Roman" panose="02020603050405020304" pitchFamily="18" charset="0"/>
                <a:ea typeface="宋体" panose="02010600030101010101" pitchFamily="2" charset="-122"/>
              </a:rPr>
              <a:t>”。 </a:t>
            </a:r>
          </a:p>
          <a:p>
            <a:pPr eaLnBrk="1" hangingPunct="1"/>
            <a:r>
              <a:rPr lang="zh-CN" altLang="en-US" dirty="0">
                <a:latin typeface="Times New Roman" panose="02020603050405020304" pitchFamily="18" charset="0"/>
                <a:ea typeface="宋体" panose="02010600030101010101" pitchFamily="2" charset="-122"/>
              </a:rPr>
              <a:t>适配器的重要功能：</a:t>
            </a:r>
          </a:p>
          <a:p>
            <a:pPr lvl="1" eaLnBrk="1" hangingPunct="1"/>
            <a:r>
              <a:rPr lang="zh-CN" altLang="en-US" dirty="0">
                <a:solidFill>
                  <a:srgbClr val="333399"/>
                </a:solidFill>
                <a:latin typeface="微软雅黑" panose="020B0503020204020204" pitchFamily="34" charset="-122"/>
                <a:ea typeface="宋体" panose="02010600030101010101" pitchFamily="2" charset="-122"/>
              </a:rPr>
              <a:t>进行串行</a:t>
            </a:r>
            <a:r>
              <a:rPr lang="en-US" altLang="zh-CN" dirty="0">
                <a:solidFill>
                  <a:srgbClr val="333399"/>
                </a:solidFill>
                <a:latin typeface="微软雅黑" panose="020B0503020204020204" pitchFamily="34" charset="-122"/>
                <a:ea typeface="宋体" panose="02010600030101010101" pitchFamily="2" charset="-122"/>
              </a:rPr>
              <a:t>/</a:t>
            </a:r>
            <a:r>
              <a:rPr lang="zh-CN" altLang="en-US" dirty="0">
                <a:solidFill>
                  <a:srgbClr val="333399"/>
                </a:solidFill>
                <a:latin typeface="微软雅黑" panose="020B0503020204020204" pitchFamily="34" charset="-122"/>
                <a:ea typeface="宋体" panose="02010600030101010101" pitchFamily="2" charset="-122"/>
              </a:rPr>
              <a:t>并行转换。</a:t>
            </a:r>
          </a:p>
          <a:p>
            <a:pPr lvl="1" eaLnBrk="1" hangingPunct="1"/>
            <a:r>
              <a:rPr lang="zh-CN" altLang="en-US" dirty="0">
                <a:solidFill>
                  <a:srgbClr val="333399"/>
                </a:solidFill>
                <a:latin typeface="微软雅黑" panose="020B0503020204020204" pitchFamily="34" charset="-122"/>
                <a:ea typeface="宋体" panose="02010600030101010101" pitchFamily="2" charset="-122"/>
              </a:rPr>
              <a:t>对数据进行缓存。</a:t>
            </a:r>
          </a:p>
          <a:p>
            <a:pPr lvl="1" eaLnBrk="1" hangingPunct="1"/>
            <a:r>
              <a:rPr lang="zh-CN" altLang="en-US" dirty="0">
                <a:solidFill>
                  <a:srgbClr val="333399"/>
                </a:solidFill>
                <a:latin typeface="微软雅黑" panose="020B0503020204020204" pitchFamily="34" charset="-122"/>
                <a:ea typeface="宋体" panose="02010600030101010101" pitchFamily="2" charset="-122"/>
              </a:rPr>
              <a:t>在计算机的操作系统安装设备驱动程序。</a:t>
            </a:r>
          </a:p>
          <a:p>
            <a:pPr lvl="1" eaLnBrk="1" hangingPunct="1"/>
            <a:r>
              <a:rPr lang="zh-CN" altLang="en-US" dirty="0">
                <a:solidFill>
                  <a:srgbClr val="333399"/>
                </a:solidFill>
                <a:latin typeface="微软雅黑" panose="020B0503020204020204" pitchFamily="34" charset="-122"/>
                <a:ea typeface="宋体" panose="02010600030101010101" pitchFamily="2" charset="-122"/>
              </a:rPr>
              <a:t>实现以太网协议。</a:t>
            </a:r>
            <a:r>
              <a:rPr lang="zh-CN" altLang="en-US" dirty="0">
                <a:latin typeface="微软雅黑" panose="020B0503020204020204" pitchFamily="34" charset="-122"/>
                <a:ea typeface="宋体" panose="02010600030101010101" pitchFamily="2" charset="-122"/>
              </a:rPr>
              <a:t>  </a:t>
            </a:r>
          </a:p>
        </p:txBody>
      </p:sp>
      <p:sp>
        <p:nvSpPr>
          <p:cNvPr id="140291" name="幻灯片编号占位符 1">
            <a:extLst>
              <a:ext uri="{FF2B5EF4-FFF2-40B4-BE49-F238E27FC236}">
                <a16:creationId xmlns:a16="http://schemas.microsoft.com/office/drawing/2014/main" id="{3467FD6B-D8C5-814C-84FE-CD8D6B7CFB5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95E629F-2006-E343-ACDC-52A9470309B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026068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243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243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243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02435">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0243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2435"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2">
            <a:extLst>
              <a:ext uri="{FF2B5EF4-FFF2-40B4-BE49-F238E27FC236}">
                <a16:creationId xmlns:a16="http://schemas.microsoft.com/office/drawing/2014/main" id="{6C6BC730-7F50-F04B-A9B2-85A8B0AD73ED}"/>
              </a:ext>
            </a:extLst>
          </p:cNvPr>
          <p:cNvSpPr>
            <a:spLocks noGrp="1" noChangeArrowheads="1"/>
          </p:cNvSpPr>
          <p:nvPr>
            <p:ph type="title"/>
          </p:nvPr>
        </p:nvSpPr>
        <p:spPr>
          <a:xfrm>
            <a:off x="160020" y="131683"/>
            <a:ext cx="7707393" cy="736997"/>
          </a:xfrm>
        </p:spPr>
        <p:txBody>
          <a:bodyPr/>
          <a:lstStyle/>
          <a:p>
            <a:pPr eaLnBrk="1" hangingPunct="1"/>
            <a:r>
              <a:rPr lang="zh-CN" altLang="en-US" sz="3000" dirty="0">
                <a:ea typeface="宋体" panose="02010600030101010101" pitchFamily="2" charset="-122"/>
              </a:rPr>
              <a:t>计算机通过适配器和局域网进行通信 </a:t>
            </a:r>
          </a:p>
        </p:txBody>
      </p:sp>
      <p:sp>
        <p:nvSpPr>
          <p:cNvPr id="142338" name="Rectangle 18">
            <a:extLst>
              <a:ext uri="{FF2B5EF4-FFF2-40B4-BE49-F238E27FC236}">
                <a16:creationId xmlns:a16="http://schemas.microsoft.com/office/drawing/2014/main" id="{0531C2BA-3427-FE4F-8436-80B048124D3E}"/>
              </a:ext>
            </a:extLst>
          </p:cNvPr>
          <p:cNvSpPr>
            <a:spLocks noChangeArrowheads="1"/>
          </p:cNvSpPr>
          <p:nvPr/>
        </p:nvSpPr>
        <p:spPr bwMode="auto">
          <a:xfrm>
            <a:off x="1925241" y="2145507"/>
            <a:ext cx="4413647" cy="1797844"/>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03475" name="Text Box 19">
            <a:extLst>
              <a:ext uri="{FF2B5EF4-FFF2-40B4-BE49-F238E27FC236}">
                <a16:creationId xmlns:a16="http://schemas.microsoft.com/office/drawing/2014/main" id="{E533AF5B-19F6-1848-9097-3438E45610A3}"/>
              </a:ext>
            </a:extLst>
          </p:cNvPr>
          <p:cNvSpPr txBox="1">
            <a:spLocks noChangeArrowheads="1"/>
          </p:cNvSpPr>
          <p:nvPr/>
        </p:nvSpPr>
        <p:spPr bwMode="auto">
          <a:xfrm>
            <a:off x="5135166" y="1688306"/>
            <a:ext cx="1107996" cy="369332"/>
          </a:xfrm>
          <a:prstGeom prst="rect">
            <a:avLst/>
          </a:prstGeom>
          <a:solidFill>
            <a:srgbClr val="FFCCFF"/>
          </a:solidFill>
          <a:ln>
            <a:noFill/>
          </a:ln>
          <a:effectLst>
            <a:outerShdw blurRad="63500" dist="38099" dir="2700000" algn="ctr" rotWithShape="0">
              <a:schemeClr val="bg2">
                <a:alpha val="74997"/>
              </a:schemeClr>
            </a:outerShdw>
          </a:effectLst>
        </p:spPr>
        <p:txBody>
          <a:bodyPr wrap="none">
            <a:spAutoFit/>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800">
                <a:solidFill>
                  <a:schemeClr val="folHlink"/>
                </a:solidFill>
                <a:latin typeface="Arial" panose="020B0604020202020204" pitchFamily="34" charset="0"/>
              </a:rPr>
              <a:t>硬件地址</a:t>
            </a:r>
          </a:p>
        </p:txBody>
      </p:sp>
      <p:sp>
        <p:nvSpPr>
          <p:cNvPr id="142340" name="Line 20">
            <a:extLst>
              <a:ext uri="{FF2B5EF4-FFF2-40B4-BE49-F238E27FC236}">
                <a16:creationId xmlns:a16="http://schemas.microsoft.com/office/drawing/2014/main" id="{B8912E42-725E-5146-9A9D-8F402699A1E6}"/>
              </a:ext>
            </a:extLst>
          </p:cNvPr>
          <p:cNvSpPr>
            <a:spLocks noChangeShapeType="1"/>
          </p:cNvSpPr>
          <p:nvPr/>
        </p:nvSpPr>
        <p:spPr bwMode="auto">
          <a:xfrm>
            <a:off x="5801917" y="3073718"/>
            <a:ext cx="1782365" cy="0"/>
          </a:xfrm>
          <a:prstGeom prst="line">
            <a:avLst/>
          </a:prstGeom>
          <a:noFill/>
          <a:ln w="38100">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42341" name="Text Box 21">
            <a:extLst>
              <a:ext uri="{FF2B5EF4-FFF2-40B4-BE49-F238E27FC236}">
                <a16:creationId xmlns:a16="http://schemas.microsoft.com/office/drawing/2014/main" id="{861DB548-F7C4-B744-AA3F-A7E2BE1062DD}"/>
              </a:ext>
            </a:extLst>
          </p:cNvPr>
          <p:cNvSpPr txBox="1">
            <a:spLocks noChangeArrowheads="1"/>
          </p:cNvSpPr>
          <p:nvPr/>
        </p:nvSpPr>
        <p:spPr bwMode="auto">
          <a:xfrm>
            <a:off x="6343650" y="2714625"/>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至局域网</a:t>
            </a:r>
          </a:p>
        </p:txBody>
      </p:sp>
      <p:sp>
        <p:nvSpPr>
          <p:cNvPr id="403478" name="Rectangle 22">
            <a:extLst>
              <a:ext uri="{FF2B5EF4-FFF2-40B4-BE49-F238E27FC236}">
                <a16:creationId xmlns:a16="http://schemas.microsoft.com/office/drawing/2014/main" id="{7C7A8A4A-56E4-864C-80B4-760ADE564978}"/>
              </a:ext>
            </a:extLst>
          </p:cNvPr>
          <p:cNvSpPr>
            <a:spLocks noChangeArrowheads="1"/>
          </p:cNvSpPr>
          <p:nvPr/>
        </p:nvSpPr>
        <p:spPr bwMode="auto">
          <a:xfrm>
            <a:off x="4512469" y="2658666"/>
            <a:ext cx="1320404" cy="845344"/>
          </a:xfrm>
          <a:prstGeom prst="rect">
            <a:avLst/>
          </a:prstGeom>
          <a:solidFill>
            <a:srgbClr val="CCCC00"/>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800">
                <a:solidFill>
                  <a:schemeClr val="folHlink"/>
                </a:solidFill>
                <a:latin typeface="Arial" panose="020B0604020202020204" pitchFamily="34" charset="0"/>
              </a:rPr>
              <a:t>适配器</a:t>
            </a:r>
          </a:p>
          <a:p>
            <a:pPr algn="ctr" eaLnBrk="1" hangingPunct="1">
              <a:defRPr/>
            </a:pPr>
            <a:r>
              <a:rPr kumimoji="1" lang="zh-CN" altLang="en-US" sz="1800">
                <a:solidFill>
                  <a:schemeClr val="folHlink"/>
                </a:solidFill>
                <a:latin typeface="Arial" panose="020B0604020202020204" pitchFamily="34" charset="0"/>
              </a:rPr>
              <a:t>（网卡）</a:t>
            </a:r>
          </a:p>
        </p:txBody>
      </p:sp>
      <p:sp>
        <p:nvSpPr>
          <p:cNvPr id="142343" name="Text Box 23">
            <a:extLst>
              <a:ext uri="{FF2B5EF4-FFF2-40B4-BE49-F238E27FC236}">
                <a16:creationId xmlns:a16="http://schemas.microsoft.com/office/drawing/2014/main" id="{E74EBD4E-3BAD-D248-8D3E-42E11442ECA7}"/>
              </a:ext>
            </a:extLst>
          </p:cNvPr>
          <p:cNvSpPr txBox="1">
            <a:spLocks noChangeArrowheads="1"/>
          </p:cNvSpPr>
          <p:nvPr/>
        </p:nvSpPr>
        <p:spPr bwMode="auto">
          <a:xfrm>
            <a:off x="6353175" y="3078242"/>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dirty="0">
                <a:solidFill>
                  <a:schemeClr val="folHlink"/>
                </a:solidFill>
                <a:latin typeface="Arial" panose="020B0604020202020204" pitchFamily="34" charset="0"/>
                <a:ea typeface="宋体" panose="02010600030101010101" pitchFamily="2" charset="-122"/>
              </a:rPr>
              <a:t>串行通信</a:t>
            </a:r>
          </a:p>
        </p:txBody>
      </p:sp>
      <p:sp>
        <p:nvSpPr>
          <p:cNvPr id="403480" name="Rectangle 24">
            <a:extLst>
              <a:ext uri="{FF2B5EF4-FFF2-40B4-BE49-F238E27FC236}">
                <a16:creationId xmlns:a16="http://schemas.microsoft.com/office/drawing/2014/main" id="{3D2BD599-E726-2445-B4DB-7EDB34930032}"/>
              </a:ext>
            </a:extLst>
          </p:cNvPr>
          <p:cNvSpPr>
            <a:spLocks noChangeArrowheads="1"/>
          </p:cNvSpPr>
          <p:nvPr/>
        </p:nvSpPr>
        <p:spPr bwMode="auto">
          <a:xfrm>
            <a:off x="2430066" y="2658666"/>
            <a:ext cx="1320403" cy="845344"/>
          </a:xfrm>
          <a:prstGeom prst="rect">
            <a:avLst/>
          </a:prstGeom>
          <a:solidFill>
            <a:schemeClr val="accent2"/>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800">
                <a:solidFill>
                  <a:schemeClr val="folHlink"/>
                </a:solidFill>
                <a:latin typeface="Arial" panose="020B0604020202020204" pitchFamily="34" charset="0"/>
              </a:rPr>
              <a:t>CPU </a:t>
            </a:r>
            <a:r>
              <a:rPr kumimoji="1" lang="zh-CN" altLang="en-US" sz="1800">
                <a:solidFill>
                  <a:schemeClr val="folHlink"/>
                </a:solidFill>
                <a:latin typeface="Arial" panose="020B0604020202020204" pitchFamily="34" charset="0"/>
              </a:rPr>
              <a:t>和</a:t>
            </a:r>
          </a:p>
          <a:p>
            <a:pPr algn="ctr" eaLnBrk="1" hangingPunct="1">
              <a:defRPr/>
            </a:pPr>
            <a:r>
              <a:rPr kumimoji="1" lang="zh-CN" altLang="en-US" sz="1800">
                <a:solidFill>
                  <a:schemeClr val="folHlink"/>
                </a:solidFill>
                <a:latin typeface="Arial" panose="020B0604020202020204" pitchFamily="34" charset="0"/>
              </a:rPr>
              <a:t>存储器</a:t>
            </a:r>
          </a:p>
        </p:txBody>
      </p:sp>
      <p:sp>
        <p:nvSpPr>
          <p:cNvPr id="142345" name="Line 25">
            <a:extLst>
              <a:ext uri="{FF2B5EF4-FFF2-40B4-BE49-F238E27FC236}">
                <a16:creationId xmlns:a16="http://schemas.microsoft.com/office/drawing/2014/main" id="{81F1A924-8190-6F43-BC8F-F11120D6E571}"/>
              </a:ext>
            </a:extLst>
          </p:cNvPr>
          <p:cNvSpPr>
            <a:spLocks noChangeShapeType="1"/>
          </p:cNvSpPr>
          <p:nvPr/>
        </p:nvSpPr>
        <p:spPr bwMode="auto">
          <a:xfrm flipV="1">
            <a:off x="2838450" y="3515916"/>
            <a:ext cx="303610" cy="682228"/>
          </a:xfrm>
          <a:prstGeom prst="line">
            <a:avLst/>
          </a:prstGeom>
          <a:noFill/>
          <a:ln w="2857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42346" name="Text Box 26">
            <a:extLst>
              <a:ext uri="{FF2B5EF4-FFF2-40B4-BE49-F238E27FC236}">
                <a16:creationId xmlns:a16="http://schemas.microsoft.com/office/drawing/2014/main" id="{F07CA66B-4569-474C-8204-F020DC74A5B6}"/>
              </a:ext>
            </a:extLst>
          </p:cNvPr>
          <p:cNvSpPr txBox="1">
            <a:spLocks noChangeArrowheads="1"/>
          </p:cNvSpPr>
          <p:nvPr/>
        </p:nvSpPr>
        <p:spPr bwMode="auto">
          <a:xfrm>
            <a:off x="2000250" y="4169569"/>
            <a:ext cx="180049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生成发送的数据</a:t>
            </a:r>
          </a:p>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处理收到的数据</a:t>
            </a:r>
          </a:p>
        </p:txBody>
      </p:sp>
      <p:sp>
        <p:nvSpPr>
          <p:cNvPr id="142347" name="Line 27">
            <a:extLst>
              <a:ext uri="{FF2B5EF4-FFF2-40B4-BE49-F238E27FC236}">
                <a16:creationId xmlns:a16="http://schemas.microsoft.com/office/drawing/2014/main" id="{7A518AFF-7256-3845-84D2-FA8D876ECFEC}"/>
              </a:ext>
            </a:extLst>
          </p:cNvPr>
          <p:cNvSpPr>
            <a:spLocks noChangeShapeType="1"/>
          </p:cNvSpPr>
          <p:nvPr/>
        </p:nvSpPr>
        <p:spPr bwMode="auto">
          <a:xfrm flipV="1">
            <a:off x="4893469" y="3515916"/>
            <a:ext cx="303610" cy="682228"/>
          </a:xfrm>
          <a:prstGeom prst="line">
            <a:avLst/>
          </a:prstGeom>
          <a:noFill/>
          <a:ln w="2857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42348" name="Text Box 28">
            <a:extLst>
              <a:ext uri="{FF2B5EF4-FFF2-40B4-BE49-F238E27FC236}">
                <a16:creationId xmlns:a16="http://schemas.microsoft.com/office/drawing/2014/main" id="{3119A3AD-501A-8A42-97B6-93379E360069}"/>
              </a:ext>
            </a:extLst>
          </p:cNvPr>
          <p:cNvSpPr txBox="1">
            <a:spLocks noChangeArrowheads="1"/>
          </p:cNvSpPr>
          <p:nvPr/>
        </p:nvSpPr>
        <p:spPr bwMode="auto">
          <a:xfrm>
            <a:off x="3918884" y="4169569"/>
            <a:ext cx="20313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把帧发送到局域网</a:t>
            </a:r>
          </a:p>
          <a:p>
            <a:pPr algn="ct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从局域网接收帧</a:t>
            </a:r>
          </a:p>
        </p:txBody>
      </p:sp>
      <p:sp>
        <p:nvSpPr>
          <p:cNvPr id="142349" name="Text Box 29">
            <a:extLst>
              <a:ext uri="{FF2B5EF4-FFF2-40B4-BE49-F238E27FC236}">
                <a16:creationId xmlns:a16="http://schemas.microsoft.com/office/drawing/2014/main" id="{0CDF5611-4159-0E4B-BA23-3D2FB23F815A}"/>
              </a:ext>
            </a:extLst>
          </p:cNvPr>
          <p:cNvSpPr txBox="1">
            <a:spLocks noChangeArrowheads="1"/>
          </p:cNvSpPr>
          <p:nvPr/>
        </p:nvSpPr>
        <p:spPr bwMode="auto">
          <a:xfrm>
            <a:off x="3749279" y="2120504"/>
            <a:ext cx="877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计算机</a:t>
            </a:r>
          </a:p>
        </p:txBody>
      </p:sp>
      <p:sp>
        <p:nvSpPr>
          <p:cNvPr id="403486" name="Text Box 30">
            <a:extLst>
              <a:ext uri="{FF2B5EF4-FFF2-40B4-BE49-F238E27FC236}">
                <a16:creationId xmlns:a16="http://schemas.microsoft.com/office/drawing/2014/main" id="{78DBB4DA-D82E-1348-94F7-DCD9ED9AB425}"/>
              </a:ext>
            </a:extLst>
          </p:cNvPr>
          <p:cNvSpPr txBox="1">
            <a:spLocks noChangeArrowheads="1"/>
          </p:cNvSpPr>
          <p:nvPr/>
        </p:nvSpPr>
        <p:spPr bwMode="auto">
          <a:xfrm>
            <a:off x="2153841" y="1676876"/>
            <a:ext cx="924292" cy="369332"/>
          </a:xfrm>
          <a:prstGeom prst="rect">
            <a:avLst/>
          </a:prstGeom>
          <a:solidFill>
            <a:srgbClr val="CCFFFF"/>
          </a:solidFill>
          <a:ln>
            <a:noFill/>
          </a:ln>
          <a:effectLst>
            <a:outerShdw blurRad="63500" dist="38099" dir="2700000" algn="ctr" rotWithShape="0">
              <a:schemeClr val="bg2">
                <a:alpha val="74997"/>
              </a:schemeClr>
            </a:outerShdw>
          </a:effectLst>
        </p:spPr>
        <p:txBody>
          <a:bodyPr wrap="square">
            <a:spAutoFit/>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800" dirty="0">
                <a:solidFill>
                  <a:schemeClr val="folHlink"/>
                </a:solidFill>
                <a:latin typeface="Arial" panose="020B0604020202020204" pitchFamily="34" charset="0"/>
              </a:rPr>
              <a:t>IP </a:t>
            </a:r>
            <a:r>
              <a:rPr kumimoji="1" lang="zh-CN" altLang="en-US" sz="1800" dirty="0">
                <a:solidFill>
                  <a:schemeClr val="folHlink"/>
                </a:solidFill>
                <a:latin typeface="Arial" panose="020B0604020202020204" pitchFamily="34" charset="0"/>
              </a:rPr>
              <a:t>地址</a:t>
            </a:r>
          </a:p>
        </p:txBody>
      </p:sp>
      <p:sp>
        <p:nvSpPr>
          <p:cNvPr id="142351" name="AutoShape 31">
            <a:extLst>
              <a:ext uri="{FF2B5EF4-FFF2-40B4-BE49-F238E27FC236}">
                <a16:creationId xmlns:a16="http://schemas.microsoft.com/office/drawing/2014/main" id="{3F82F390-9BAD-784C-9C5B-B2F1BB5C646F}"/>
              </a:ext>
            </a:extLst>
          </p:cNvPr>
          <p:cNvSpPr>
            <a:spLocks noChangeArrowheads="1"/>
          </p:cNvSpPr>
          <p:nvPr/>
        </p:nvSpPr>
        <p:spPr bwMode="auto">
          <a:xfrm>
            <a:off x="3675460" y="2830116"/>
            <a:ext cx="912019" cy="513159"/>
          </a:xfrm>
          <a:prstGeom prst="leftRightArrow">
            <a:avLst>
              <a:gd name="adj1" fmla="val 50000"/>
              <a:gd name="adj2" fmla="val 35545"/>
            </a:avLst>
          </a:prstGeom>
          <a:solidFill>
            <a:srgbClr val="66FF33"/>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42352" name="Text Box 32">
            <a:extLst>
              <a:ext uri="{FF2B5EF4-FFF2-40B4-BE49-F238E27FC236}">
                <a16:creationId xmlns:a16="http://schemas.microsoft.com/office/drawing/2014/main" id="{D0B24DB5-00E5-7343-819C-1330A0B8C300}"/>
              </a:ext>
            </a:extLst>
          </p:cNvPr>
          <p:cNvSpPr txBox="1">
            <a:spLocks noChangeArrowheads="1"/>
          </p:cNvSpPr>
          <p:nvPr/>
        </p:nvSpPr>
        <p:spPr bwMode="auto">
          <a:xfrm>
            <a:off x="3806429" y="3245168"/>
            <a:ext cx="646331" cy="618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5000"/>
              </a:lnSpc>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并行</a:t>
            </a:r>
          </a:p>
          <a:p>
            <a:pPr eaLnBrk="1" hangingPunct="1">
              <a:lnSpc>
                <a:spcPct val="95000"/>
              </a:lnSpc>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通信</a:t>
            </a:r>
          </a:p>
        </p:txBody>
      </p:sp>
      <p:sp>
        <p:nvSpPr>
          <p:cNvPr id="403489" name="Rectangle 33">
            <a:extLst>
              <a:ext uri="{FF2B5EF4-FFF2-40B4-BE49-F238E27FC236}">
                <a16:creationId xmlns:a16="http://schemas.microsoft.com/office/drawing/2014/main" id="{8FA24A34-9DDE-BB43-A3AA-5F30D411E062}"/>
              </a:ext>
            </a:extLst>
          </p:cNvPr>
          <p:cNvSpPr>
            <a:spLocks noChangeArrowheads="1"/>
          </p:cNvSpPr>
          <p:nvPr/>
        </p:nvSpPr>
        <p:spPr bwMode="auto">
          <a:xfrm>
            <a:off x="2552700" y="3002757"/>
            <a:ext cx="151210" cy="127397"/>
          </a:xfrm>
          <a:prstGeom prst="rect">
            <a:avLst/>
          </a:prstGeom>
          <a:solidFill>
            <a:srgbClr val="CCFFFF"/>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142354" name="Freeform 34">
            <a:extLst>
              <a:ext uri="{FF2B5EF4-FFF2-40B4-BE49-F238E27FC236}">
                <a16:creationId xmlns:a16="http://schemas.microsoft.com/office/drawing/2014/main" id="{CD7C6276-1A47-E644-8AFA-E91CC38BADE9}"/>
              </a:ext>
            </a:extLst>
          </p:cNvPr>
          <p:cNvSpPr>
            <a:spLocks/>
          </p:cNvSpPr>
          <p:nvPr/>
        </p:nvSpPr>
        <p:spPr bwMode="auto">
          <a:xfrm>
            <a:off x="2203847" y="2059782"/>
            <a:ext cx="832247" cy="950119"/>
          </a:xfrm>
          <a:custGeom>
            <a:avLst/>
            <a:gdLst>
              <a:gd name="T0" fmla="*/ 0 w 496"/>
              <a:gd name="T1" fmla="*/ 0 h 504"/>
              <a:gd name="T2" fmla="*/ 2147483646 w 496"/>
              <a:gd name="T3" fmla="*/ 0 h 504"/>
              <a:gd name="T4" fmla="*/ 2147483646 w 496"/>
              <a:gd name="T5" fmla="*/ 2147483646 h 504"/>
              <a:gd name="T6" fmla="*/ 2147483646 w 496"/>
              <a:gd name="T7" fmla="*/ 2147483646 h 504"/>
              <a:gd name="T8" fmla="*/ 0 w 496"/>
              <a:gd name="T9" fmla="*/ 0 h 5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6" h="504">
                <a:moveTo>
                  <a:pt x="0" y="0"/>
                </a:moveTo>
                <a:lnTo>
                  <a:pt x="496" y="0"/>
                </a:lnTo>
                <a:lnTo>
                  <a:pt x="292" y="504"/>
                </a:lnTo>
                <a:lnTo>
                  <a:pt x="210" y="502"/>
                </a:lnTo>
                <a:lnTo>
                  <a:pt x="0" y="0"/>
                </a:lnTo>
                <a:close/>
              </a:path>
            </a:pathLst>
          </a:custGeom>
          <a:gradFill rotWithShape="1">
            <a:gsLst>
              <a:gs pos="0">
                <a:srgbClr val="CCFFFF"/>
              </a:gs>
              <a:gs pos="100000">
                <a:srgbClr val="9AC1C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3491" name="Rectangle 35">
            <a:extLst>
              <a:ext uri="{FF2B5EF4-FFF2-40B4-BE49-F238E27FC236}">
                <a16:creationId xmlns:a16="http://schemas.microsoft.com/office/drawing/2014/main" id="{E4672E67-D253-E449-9187-A02BE44B75D6}"/>
              </a:ext>
            </a:extLst>
          </p:cNvPr>
          <p:cNvSpPr>
            <a:spLocks noChangeArrowheads="1"/>
          </p:cNvSpPr>
          <p:nvPr/>
        </p:nvSpPr>
        <p:spPr bwMode="auto">
          <a:xfrm>
            <a:off x="5590699" y="3002757"/>
            <a:ext cx="151210" cy="127397"/>
          </a:xfrm>
          <a:prstGeom prst="rect">
            <a:avLst/>
          </a:prstGeom>
          <a:solidFill>
            <a:srgbClr val="FFCCFF"/>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142356" name="Freeform 36">
            <a:extLst>
              <a:ext uri="{FF2B5EF4-FFF2-40B4-BE49-F238E27FC236}">
                <a16:creationId xmlns:a16="http://schemas.microsoft.com/office/drawing/2014/main" id="{DD090580-CF2D-9843-85C1-02D0B3DD62D5}"/>
              </a:ext>
            </a:extLst>
          </p:cNvPr>
          <p:cNvSpPr>
            <a:spLocks/>
          </p:cNvSpPr>
          <p:nvPr/>
        </p:nvSpPr>
        <p:spPr bwMode="auto">
          <a:xfrm>
            <a:off x="5168504" y="2055019"/>
            <a:ext cx="1026319" cy="945356"/>
          </a:xfrm>
          <a:custGeom>
            <a:avLst/>
            <a:gdLst>
              <a:gd name="T0" fmla="*/ 0 w 612"/>
              <a:gd name="T1" fmla="*/ 0 h 501"/>
              <a:gd name="T2" fmla="*/ 2147483646 w 612"/>
              <a:gd name="T3" fmla="*/ 2147483646 h 501"/>
              <a:gd name="T4" fmla="*/ 2147483646 w 612"/>
              <a:gd name="T5" fmla="*/ 2147483646 h 501"/>
              <a:gd name="T6" fmla="*/ 2147483646 w 612"/>
              <a:gd name="T7" fmla="*/ 2147483646 h 501"/>
              <a:gd name="T8" fmla="*/ 0 w 612"/>
              <a:gd name="T9" fmla="*/ 0 h 50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12" h="501">
                <a:moveTo>
                  <a:pt x="0" y="0"/>
                </a:moveTo>
                <a:lnTo>
                  <a:pt x="612" y="6"/>
                </a:lnTo>
                <a:lnTo>
                  <a:pt x="336" y="501"/>
                </a:lnTo>
                <a:lnTo>
                  <a:pt x="252" y="501"/>
                </a:lnTo>
                <a:lnTo>
                  <a:pt x="0" y="0"/>
                </a:lnTo>
                <a:close/>
              </a:path>
            </a:pathLst>
          </a:custGeom>
          <a:gradFill rotWithShape="1">
            <a:gsLst>
              <a:gs pos="0">
                <a:srgbClr val="FFCCFF"/>
              </a:gs>
              <a:gs pos="100000">
                <a:srgbClr val="C19AC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2357" name="幻灯片编号占位符 1">
            <a:extLst>
              <a:ext uri="{FF2B5EF4-FFF2-40B4-BE49-F238E27FC236}">
                <a16:creationId xmlns:a16="http://schemas.microsoft.com/office/drawing/2014/main" id="{9485AEE0-CBC6-3745-ABA8-2E05F2A9FC5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F16A2C2-8FDF-E840-81B7-7DA78B547FB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80820257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Rectangle 2">
            <a:extLst>
              <a:ext uri="{FF2B5EF4-FFF2-40B4-BE49-F238E27FC236}">
                <a16:creationId xmlns:a16="http://schemas.microsoft.com/office/drawing/2014/main" id="{1A6A7ADE-2A18-E74A-BD86-2F036A27CD9B}"/>
              </a:ext>
            </a:extLst>
          </p:cNvPr>
          <p:cNvSpPr>
            <a:spLocks noGrp="1" noChangeArrowheads="1"/>
          </p:cNvSpPr>
          <p:nvPr>
            <p:ph type="body" idx="1"/>
          </p:nvPr>
        </p:nvSpPr>
        <p:spPr>
          <a:xfrm>
            <a:off x="283847" y="1125141"/>
            <a:ext cx="8671789" cy="2581275"/>
          </a:xfrm>
        </p:spPr>
        <p:txBody>
          <a:bodyPr/>
          <a:lstStyle/>
          <a:p>
            <a:pPr eaLnBrk="1" hangingPunct="1"/>
            <a:r>
              <a:rPr lang="zh-CN" altLang="en-US" sz="2100" dirty="0">
                <a:ea typeface="宋体" panose="02010600030101010101" pitchFamily="2" charset="-122"/>
              </a:rPr>
              <a:t>最初的以太网是将许多计算机都连接到一根总线上。当初认为这样的连接方法既简单又可靠，因为总线上没有有源器件。 </a:t>
            </a:r>
          </a:p>
        </p:txBody>
      </p:sp>
      <p:sp>
        <p:nvSpPr>
          <p:cNvPr id="144386" name="Rectangle 3">
            <a:extLst>
              <a:ext uri="{FF2B5EF4-FFF2-40B4-BE49-F238E27FC236}">
                <a16:creationId xmlns:a16="http://schemas.microsoft.com/office/drawing/2014/main" id="{8EAB6D1E-E4D4-364B-87C4-08BDE8D5190A}"/>
              </a:ext>
            </a:extLst>
          </p:cNvPr>
          <p:cNvSpPr>
            <a:spLocks noGrp="1" noChangeArrowheads="1"/>
          </p:cNvSpPr>
          <p:nvPr>
            <p:ph type="title"/>
          </p:nvPr>
        </p:nvSpPr>
        <p:spPr>
          <a:xfrm>
            <a:off x="159858" y="175380"/>
            <a:ext cx="6519863" cy="735806"/>
          </a:xfrm>
        </p:spPr>
        <p:txBody>
          <a:bodyPr/>
          <a:lstStyle/>
          <a:p>
            <a:pPr eaLnBrk="1" hangingPunct="1"/>
            <a:r>
              <a:rPr lang="en-US" altLang="zh-CN" dirty="0">
                <a:latin typeface="Times New Roman" panose="02020603050405020304" pitchFamily="18" charset="0"/>
                <a:ea typeface="宋体" panose="02010600030101010101" pitchFamily="2" charset="-122"/>
              </a:rPr>
              <a:t>3.3.2   CSMA/CD </a:t>
            </a:r>
            <a:r>
              <a:rPr lang="zh-CN" altLang="en-US" dirty="0">
                <a:latin typeface="Times New Roman" panose="02020603050405020304" pitchFamily="18" charset="0"/>
                <a:ea typeface="宋体" panose="02010600030101010101" pitchFamily="2" charset="-122"/>
              </a:rPr>
              <a:t>协议 </a:t>
            </a:r>
          </a:p>
        </p:txBody>
      </p:sp>
      <p:grpSp>
        <p:nvGrpSpPr>
          <p:cNvPr id="144387" name="Group 4">
            <a:extLst>
              <a:ext uri="{FF2B5EF4-FFF2-40B4-BE49-F238E27FC236}">
                <a16:creationId xmlns:a16="http://schemas.microsoft.com/office/drawing/2014/main" id="{2070EC3C-368A-5348-A2CE-FC0C78CAD51B}"/>
              </a:ext>
            </a:extLst>
          </p:cNvPr>
          <p:cNvGrpSpPr>
            <a:grpSpLocks/>
          </p:cNvGrpSpPr>
          <p:nvPr/>
        </p:nvGrpSpPr>
        <p:grpSpPr bwMode="auto">
          <a:xfrm>
            <a:off x="4395192" y="2571750"/>
            <a:ext cx="353616" cy="1054894"/>
            <a:chOff x="1177" y="1994"/>
            <a:chExt cx="258" cy="714"/>
          </a:xfrm>
        </p:grpSpPr>
        <p:sp>
          <p:nvSpPr>
            <p:cNvPr id="144432" name="Line 5">
              <a:extLst>
                <a:ext uri="{FF2B5EF4-FFF2-40B4-BE49-F238E27FC236}">
                  <a16:creationId xmlns:a16="http://schemas.microsoft.com/office/drawing/2014/main" id="{8B9DEDDF-4341-DD46-8C0D-3707C7B9D144}"/>
                </a:ext>
              </a:extLst>
            </p:cNvPr>
            <p:cNvSpPr>
              <a:spLocks noChangeShapeType="1"/>
            </p:cNvSpPr>
            <p:nvPr/>
          </p:nvSpPr>
          <p:spPr bwMode="auto">
            <a:xfrm rot="16200000" flipV="1">
              <a:off x="1045" y="2259"/>
              <a:ext cx="537" cy="4"/>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144433" name="Picture 6">
              <a:extLst>
                <a:ext uri="{FF2B5EF4-FFF2-40B4-BE49-F238E27FC236}">
                  <a16:creationId xmlns:a16="http://schemas.microsoft.com/office/drawing/2014/main" id="{93043164-413B-4C4A-8A74-5A3A83EA406C}"/>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7" y="2448"/>
              <a:ext cx="258"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4388" name="Line 7">
            <a:extLst>
              <a:ext uri="{FF2B5EF4-FFF2-40B4-BE49-F238E27FC236}">
                <a16:creationId xmlns:a16="http://schemas.microsoft.com/office/drawing/2014/main" id="{73C7A876-2671-C84D-84D4-462CD36466B3}"/>
              </a:ext>
            </a:extLst>
          </p:cNvPr>
          <p:cNvSpPr>
            <a:spLocks noChangeShapeType="1"/>
          </p:cNvSpPr>
          <p:nvPr/>
        </p:nvSpPr>
        <p:spPr bwMode="auto">
          <a:xfrm flipV="1">
            <a:off x="1624607" y="2563415"/>
            <a:ext cx="5862638"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4389" name="Rectangle 8">
            <a:extLst>
              <a:ext uri="{FF2B5EF4-FFF2-40B4-BE49-F238E27FC236}">
                <a16:creationId xmlns:a16="http://schemas.microsoft.com/office/drawing/2014/main" id="{7976DF91-EFF6-1C43-9E0B-FCF959565864}"/>
              </a:ext>
            </a:extLst>
          </p:cNvPr>
          <p:cNvSpPr>
            <a:spLocks noChangeArrowheads="1"/>
          </p:cNvSpPr>
          <p:nvPr/>
        </p:nvSpPr>
        <p:spPr bwMode="auto">
          <a:xfrm>
            <a:off x="7399139" y="2513409"/>
            <a:ext cx="88106" cy="94060"/>
          </a:xfrm>
          <a:prstGeom prst="rect">
            <a:avLst/>
          </a:prstGeom>
          <a:solidFill>
            <a:srgbClr val="333399"/>
          </a:solidFill>
          <a:ln w="12700">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44390" name="Rectangle 9">
            <a:extLst>
              <a:ext uri="{FF2B5EF4-FFF2-40B4-BE49-F238E27FC236}">
                <a16:creationId xmlns:a16="http://schemas.microsoft.com/office/drawing/2014/main" id="{D1DA5D23-CFDB-684D-B146-D3809F012AAB}"/>
              </a:ext>
            </a:extLst>
          </p:cNvPr>
          <p:cNvSpPr>
            <a:spLocks noChangeArrowheads="1"/>
          </p:cNvSpPr>
          <p:nvPr/>
        </p:nvSpPr>
        <p:spPr bwMode="auto">
          <a:xfrm>
            <a:off x="1547217" y="2513409"/>
            <a:ext cx="88106" cy="94060"/>
          </a:xfrm>
          <a:prstGeom prst="rect">
            <a:avLst/>
          </a:prstGeom>
          <a:solidFill>
            <a:srgbClr val="333399"/>
          </a:solidFill>
          <a:ln w="12700">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44391" name="Line 10">
            <a:extLst>
              <a:ext uri="{FF2B5EF4-FFF2-40B4-BE49-F238E27FC236}">
                <a16:creationId xmlns:a16="http://schemas.microsoft.com/office/drawing/2014/main" id="{5D34ED3B-54E0-2747-B837-56E20FD9EF5E}"/>
              </a:ext>
            </a:extLst>
          </p:cNvPr>
          <p:cNvSpPr>
            <a:spLocks noChangeShapeType="1"/>
          </p:cNvSpPr>
          <p:nvPr/>
        </p:nvSpPr>
        <p:spPr bwMode="auto">
          <a:xfrm>
            <a:off x="7056239" y="2407443"/>
            <a:ext cx="370284" cy="17978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44392" name="Group 11">
            <a:extLst>
              <a:ext uri="{FF2B5EF4-FFF2-40B4-BE49-F238E27FC236}">
                <a16:creationId xmlns:a16="http://schemas.microsoft.com/office/drawing/2014/main" id="{9FF89871-CAA2-5F4C-B3CF-E905DA2D370B}"/>
              </a:ext>
            </a:extLst>
          </p:cNvPr>
          <p:cNvGrpSpPr>
            <a:grpSpLocks/>
          </p:cNvGrpSpPr>
          <p:nvPr/>
        </p:nvGrpSpPr>
        <p:grpSpPr bwMode="auto">
          <a:xfrm>
            <a:off x="2185392" y="2571750"/>
            <a:ext cx="353616" cy="1054894"/>
            <a:chOff x="1177" y="1994"/>
            <a:chExt cx="258" cy="714"/>
          </a:xfrm>
        </p:grpSpPr>
        <p:sp>
          <p:nvSpPr>
            <p:cNvPr id="144430" name="Line 12">
              <a:extLst>
                <a:ext uri="{FF2B5EF4-FFF2-40B4-BE49-F238E27FC236}">
                  <a16:creationId xmlns:a16="http://schemas.microsoft.com/office/drawing/2014/main" id="{F2123551-1954-2340-B212-F262A0F8733D}"/>
                </a:ext>
              </a:extLst>
            </p:cNvPr>
            <p:cNvSpPr>
              <a:spLocks noChangeShapeType="1"/>
            </p:cNvSpPr>
            <p:nvPr/>
          </p:nvSpPr>
          <p:spPr bwMode="auto">
            <a:xfrm rot="16200000" flipV="1">
              <a:off x="1045" y="2259"/>
              <a:ext cx="537" cy="4"/>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144431" name="Picture 13">
              <a:extLst>
                <a:ext uri="{FF2B5EF4-FFF2-40B4-BE49-F238E27FC236}">
                  <a16:creationId xmlns:a16="http://schemas.microsoft.com/office/drawing/2014/main" id="{8E2A6956-1C41-054D-8F08-FEBAD443984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7" y="2448"/>
              <a:ext cx="258"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4393" name="Freeform 14">
            <a:extLst>
              <a:ext uri="{FF2B5EF4-FFF2-40B4-BE49-F238E27FC236}">
                <a16:creationId xmlns:a16="http://schemas.microsoft.com/office/drawing/2014/main" id="{D135578E-9BB2-7D40-932E-5A54818CBF30}"/>
              </a:ext>
            </a:extLst>
          </p:cNvPr>
          <p:cNvSpPr>
            <a:spLocks/>
          </p:cNvSpPr>
          <p:nvPr/>
        </p:nvSpPr>
        <p:spPr bwMode="auto">
          <a:xfrm>
            <a:off x="3468886" y="2572940"/>
            <a:ext cx="2381" cy="770335"/>
          </a:xfrm>
          <a:custGeom>
            <a:avLst/>
            <a:gdLst>
              <a:gd name="T0" fmla="*/ 0 w 2"/>
              <a:gd name="T1" fmla="*/ 2147483646 h 521"/>
              <a:gd name="T2" fmla="*/ 2147483646 w 2"/>
              <a:gd name="T3" fmla="*/ 0 h 521"/>
              <a:gd name="T4" fmla="*/ 0 60000 65536"/>
              <a:gd name="T5" fmla="*/ 0 60000 65536"/>
            </a:gdLst>
            <a:ahLst/>
            <a:cxnLst>
              <a:cxn ang="T4">
                <a:pos x="T0" y="T1"/>
              </a:cxn>
              <a:cxn ang="T5">
                <a:pos x="T2" y="T3"/>
              </a:cxn>
            </a:cxnLst>
            <a:rect l="0" t="0" r="r" b="b"/>
            <a:pathLst>
              <a:path w="2" h="521">
                <a:moveTo>
                  <a:pt x="0" y="521"/>
                </a:moveTo>
                <a:lnTo>
                  <a:pt x="2" y="0"/>
                </a:lnTo>
              </a:path>
            </a:pathLst>
          </a:custGeom>
          <a:solidFill>
            <a:srgbClr val="333399"/>
          </a:solidFill>
          <a:ln w="38100" cmpd="sng">
            <a:solidFill>
              <a:srgbClr val="333399"/>
            </a:solidFill>
            <a:round/>
            <a:headEnd/>
            <a:tailEnd/>
          </a:ln>
        </p:spPr>
        <p:txBody>
          <a:bodyPr wrap="none" anchor="ctr"/>
          <a:lstStyle/>
          <a:p>
            <a:endParaRPr lang="zh-CN" altLang="en-US"/>
          </a:p>
        </p:txBody>
      </p:sp>
      <p:pic>
        <p:nvPicPr>
          <p:cNvPr id="144394" name="Picture 15">
            <a:extLst>
              <a:ext uri="{FF2B5EF4-FFF2-40B4-BE49-F238E27FC236}">
                <a16:creationId xmlns:a16="http://schemas.microsoft.com/office/drawing/2014/main" id="{30B25801-C386-9542-A42C-7FAF080037A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0292" y="3242072"/>
            <a:ext cx="353616" cy="384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4395" name="Group 16">
            <a:extLst>
              <a:ext uri="{FF2B5EF4-FFF2-40B4-BE49-F238E27FC236}">
                <a16:creationId xmlns:a16="http://schemas.microsoft.com/office/drawing/2014/main" id="{27D9F2DC-BE92-F249-A075-56F1363123AE}"/>
              </a:ext>
            </a:extLst>
          </p:cNvPr>
          <p:cNvGrpSpPr>
            <a:grpSpLocks/>
          </p:cNvGrpSpPr>
          <p:nvPr/>
        </p:nvGrpSpPr>
        <p:grpSpPr bwMode="auto">
          <a:xfrm>
            <a:off x="5500092" y="2571750"/>
            <a:ext cx="353616" cy="1054894"/>
            <a:chOff x="1177" y="1994"/>
            <a:chExt cx="258" cy="714"/>
          </a:xfrm>
        </p:grpSpPr>
        <p:sp>
          <p:nvSpPr>
            <p:cNvPr id="144428" name="Line 17">
              <a:extLst>
                <a:ext uri="{FF2B5EF4-FFF2-40B4-BE49-F238E27FC236}">
                  <a16:creationId xmlns:a16="http://schemas.microsoft.com/office/drawing/2014/main" id="{60160C1B-AF2F-5C44-B73D-0CB6FC4FB94B}"/>
                </a:ext>
              </a:extLst>
            </p:cNvPr>
            <p:cNvSpPr>
              <a:spLocks noChangeShapeType="1"/>
            </p:cNvSpPr>
            <p:nvPr/>
          </p:nvSpPr>
          <p:spPr bwMode="auto">
            <a:xfrm rot="16200000" flipV="1">
              <a:off x="1045" y="2259"/>
              <a:ext cx="537" cy="4"/>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144429" name="Picture 18">
              <a:extLst>
                <a:ext uri="{FF2B5EF4-FFF2-40B4-BE49-F238E27FC236}">
                  <a16:creationId xmlns:a16="http://schemas.microsoft.com/office/drawing/2014/main" id="{B859528B-1B8A-AF4E-879C-7F08BDFB94E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7" y="2448"/>
              <a:ext cx="258"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4396" name="Freeform 19">
            <a:extLst>
              <a:ext uri="{FF2B5EF4-FFF2-40B4-BE49-F238E27FC236}">
                <a16:creationId xmlns:a16="http://schemas.microsoft.com/office/drawing/2014/main" id="{8E5F3306-8965-0243-9F6C-82DAA6196D25}"/>
              </a:ext>
            </a:extLst>
          </p:cNvPr>
          <p:cNvSpPr>
            <a:spLocks/>
          </p:cNvSpPr>
          <p:nvPr/>
        </p:nvSpPr>
        <p:spPr bwMode="auto">
          <a:xfrm>
            <a:off x="6784777" y="2572940"/>
            <a:ext cx="2381" cy="782241"/>
          </a:xfrm>
          <a:custGeom>
            <a:avLst/>
            <a:gdLst>
              <a:gd name="T0" fmla="*/ 0 w 2"/>
              <a:gd name="T1" fmla="*/ 2147483646 h 529"/>
              <a:gd name="T2" fmla="*/ 2147483646 w 2"/>
              <a:gd name="T3" fmla="*/ 0 h 529"/>
              <a:gd name="T4" fmla="*/ 0 60000 65536"/>
              <a:gd name="T5" fmla="*/ 0 60000 65536"/>
            </a:gdLst>
            <a:ahLst/>
            <a:cxnLst>
              <a:cxn ang="T4">
                <a:pos x="T0" y="T1"/>
              </a:cxn>
              <a:cxn ang="T5">
                <a:pos x="T2" y="T3"/>
              </a:cxn>
            </a:cxnLst>
            <a:rect l="0" t="0" r="r" b="b"/>
            <a:pathLst>
              <a:path w="2" h="529">
                <a:moveTo>
                  <a:pt x="0" y="529"/>
                </a:moveTo>
                <a:lnTo>
                  <a:pt x="2" y="0"/>
                </a:lnTo>
              </a:path>
            </a:pathLst>
          </a:custGeom>
          <a:solidFill>
            <a:srgbClr val="333399"/>
          </a:solidFill>
          <a:ln w="38100" cmpd="sng">
            <a:solidFill>
              <a:srgbClr val="333399"/>
            </a:solidFill>
            <a:round/>
            <a:headEnd/>
            <a:tailEnd/>
          </a:ln>
        </p:spPr>
        <p:txBody>
          <a:bodyPr wrap="none" anchor="ctr"/>
          <a:lstStyle/>
          <a:p>
            <a:endParaRPr lang="zh-CN" altLang="en-US"/>
          </a:p>
        </p:txBody>
      </p:sp>
      <p:pic>
        <p:nvPicPr>
          <p:cNvPr id="144397" name="Picture 20">
            <a:extLst>
              <a:ext uri="{FF2B5EF4-FFF2-40B4-BE49-F238E27FC236}">
                <a16:creationId xmlns:a16="http://schemas.microsoft.com/office/drawing/2014/main" id="{CD6C1EAE-8E31-2340-A59E-12B228A669B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6183" y="3242072"/>
            <a:ext cx="353615" cy="384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4501" name="Text Box 21">
            <a:extLst>
              <a:ext uri="{FF2B5EF4-FFF2-40B4-BE49-F238E27FC236}">
                <a16:creationId xmlns:a16="http://schemas.microsoft.com/office/drawing/2014/main" id="{06442D8C-2D65-2F4D-BCBE-F64DF642D5D2}"/>
              </a:ext>
            </a:extLst>
          </p:cNvPr>
          <p:cNvSpPr txBox="1">
            <a:spLocks noChangeArrowheads="1"/>
          </p:cNvSpPr>
          <p:nvPr/>
        </p:nvSpPr>
        <p:spPr bwMode="auto">
          <a:xfrm>
            <a:off x="2996595" y="3865958"/>
            <a:ext cx="95410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B</a:t>
            </a:r>
            <a:r>
              <a:rPr kumimoji="1" lang="zh-CN" altLang="en-US" sz="1500">
                <a:latin typeface="Arial" panose="020B0604020202020204" pitchFamily="34" charset="0"/>
                <a:ea typeface="宋体" panose="02010600030101010101" pitchFamily="2" charset="-122"/>
              </a:rPr>
              <a:t>向</a:t>
            </a:r>
            <a:r>
              <a:rPr kumimoji="1" lang="zh-CN" altLang="en-US" sz="90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D</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发送数据</a:t>
            </a:r>
          </a:p>
        </p:txBody>
      </p:sp>
      <p:sp>
        <p:nvSpPr>
          <p:cNvPr id="144399" name="Text Box 22">
            <a:extLst>
              <a:ext uri="{FF2B5EF4-FFF2-40B4-BE49-F238E27FC236}">
                <a16:creationId xmlns:a16="http://schemas.microsoft.com/office/drawing/2014/main" id="{58221273-0FDC-C347-90AC-C27EF721DDBD}"/>
              </a:ext>
            </a:extLst>
          </p:cNvPr>
          <p:cNvSpPr txBox="1">
            <a:spLocks noChangeArrowheads="1"/>
          </p:cNvSpPr>
          <p:nvPr/>
        </p:nvSpPr>
        <p:spPr bwMode="auto">
          <a:xfrm>
            <a:off x="4236839" y="3621881"/>
            <a:ext cx="53572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    C</a:t>
            </a:r>
          </a:p>
        </p:txBody>
      </p:sp>
      <p:sp>
        <p:nvSpPr>
          <p:cNvPr id="144400" name="Text Box 23">
            <a:extLst>
              <a:ext uri="{FF2B5EF4-FFF2-40B4-BE49-F238E27FC236}">
                <a16:creationId xmlns:a16="http://schemas.microsoft.com/office/drawing/2014/main" id="{0235C26F-90B4-4340-8FF2-B2F96D34EB77}"/>
              </a:ext>
            </a:extLst>
          </p:cNvPr>
          <p:cNvSpPr txBox="1">
            <a:spLocks noChangeArrowheads="1"/>
          </p:cNvSpPr>
          <p:nvPr/>
        </p:nvSpPr>
        <p:spPr bwMode="auto">
          <a:xfrm>
            <a:off x="5392935" y="3611165"/>
            <a:ext cx="48282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   D</a:t>
            </a:r>
          </a:p>
        </p:txBody>
      </p:sp>
      <p:sp>
        <p:nvSpPr>
          <p:cNvPr id="144401" name="Text Box 24">
            <a:extLst>
              <a:ext uri="{FF2B5EF4-FFF2-40B4-BE49-F238E27FC236}">
                <a16:creationId xmlns:a16="http://schemas.microsoft.com/office/drawing/2014/main" id="{A1283197-103F-5C46-8B8F-0AF53B6E9EAA}"/>
              </a:ext>
            </a:extLst>
          </p:cNvPr>
          <p:cNvSpPr txBox="1">
            <a:spLocks noChangeArrowheads="1"/>
          </p:cNvSpPr>
          <p:nvPr/>
        </p:nvSpPr>
        <p:spPr bwMode="auto">
          <a:xfrm>
            <a:off x="2032992" y="3611165"/>
            <a:ext cx="51385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    A</a:t>
            </a:r>
          </a:p>
        </p:txBody>
      </p:sp>
      <p:sp>
        <p:nvSpPr>
          <p:cNvPr id="144402" name="Text Box 25">
            <a:extLst>
              <a:ext uri="{FF2B5EF4-FFF2-40B4-BE49-F238E27FC236}">
                <a16:creationId xmlns:a16="http://schemas.microsoft.com/office/drawing/2014/main" id="{6D9FD8DE-E054-C048-B88E-BA73EF960182}"/>
              </a:ext>
            </a:extLst>
          </p:cNvPr>
          <p:cNvSpPr txBox="1">
            <a:spLocks noChangeArrowheads="1"/>
          </p:cNvSpPr>
          <p:nvPr/>
        </p:nvSpPr>
        <p:spPr bwMode="auto">
          <a:xfrm>
            <a:off x="6427589" y="3608784"/>
            <a:ext cx="52450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    E</a:t>
            </a:r>
          </a:p>
        </p:txBody>
      </p:sp>
      <p:sp>
        <p:nvSpPr>
          <p:cNvPr id="144403" name="Line 26">
            <a:extLst>
              <a:ext uri="{FF2B5EF4-FFF2-40B4-BE49-F238E27FC236}">
                <a16:creationId xmlns:a16="http://schemas.microsoft.com/office/drawing/2014/main" id="{24E1496F-1D4E-8849-A7B2-606110A23478}"/>
              </a:ext>
            </a:extLst>
          </p:cNvPr>
          <p:cNvSpPr>
            <a:spLocks noChangeShapeType="1"/>
          </p:cNvSpPr>
          <p:nvPr/>
        </p:nvSpPr>
        <p:spPr bwMode="auto">
          <a:xfrm flipH="1">
            <a:off x="1624608" y="2352675"/>
            <a:ext cx="408384" cy="21074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4404" name="Text Box 27">
            <a:extLst>
              <a:ext uri="{FF2B5EF4-FFF2-40B4-BE49-F238E27FC236}">
                <a16:creationId xmlns:a16="http://schemas.microsoft.com/office/drawing/2014/main" id="{7C089F35-1659-4F45-A123-D82B06E4CB67}"/>
              </a:ext>
            </a:extLst>
          </p:cNvPr>
          <p:cNvSpPr txBox="1">
            <a:spLocks noChangeArrowheads="1"/>
          </p:cNvSpPr>
          <p:nvPr/>
        </p:nvSpPr>
        <p:spPr bwMode="auto">
          <a:xfrm>
            <a:off x="1931789" y="2109787"/>
            <a:ext cx="3647152"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匹配电阻（用来吸收总线上传播的信号）</a:t>
            </a:r>
          </a:p>
        </p:txBody>
      </p:sp>
      <p:sp>
        <p:nvSpPr>
          <p:cNvPr id="144405" name="Text Box 28">
            <a:extLst>
              <a:ext uri="{FF2B5EF4-FFF2-40B4-BE49-F238E27FC236}">
                <a16:creationId xmlns:a16="http://schemas.microsoft.com/office/drawing/2014/main" id="{C9D8440E-15E6-E540-BFE7-4ECD1ACDFBD7}"/>
              </a:ext>
            </a:extLst>
          </p:cNvPr>
          <p:cNvSpPr txBox="1">
            <a:spLocks noChangeArrowheads="1"/>
          </p:cNvSpPr>
          <p:nvPr/>
        </p:nvSpPr>
        <p:spPr bwMode="auto">
          <a:xfrm>
            <a:off x="6273998" y="2109787"/>
            <a:ext cx="9541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匹配电阻</a:t>
            </a:r>
          </a:p>
        </p:txBody>
      </p:sp>
      <p:sp>
        <p:nvSpPr>
          <p:cNvPr id="404509" name="Freeform 29">
            <a:extLst>
              <a:ext uri="{FF2B5EF4-FFF2-40B4-BE49-F238E27FC236}">
                <a16:creationId xmlns:a16="http://schemas.microsoft.com/office/drawing/2014/main" id="{694985EA-35E0-374B-AAB6-A55C1F4D71D7}"/>
              </a:ext>
            </a:extLst>
          </p:cNvPr>
          <p:cNvSpPr>
            <a:spLocks/>
          </p:cNvSpPr>
          <p:nvPr/>
        </p:nvSpPr>
        <p:spPr bwMode="auto">
          <a:xfrm>
            <a:off x="3404591" y="2638425"/>
            <a:ext cx="1187054" cy="686990"/>
          </a:xfrm>
          <a:custGeom>
            <a:avLst/>
            <a:gdLst>
              <a:gd name="T0" fmla="*/ 2147483646 w 997"/>
              <a:gd name="T1" fmla="*/ 2147483646 h 577"/>
              <a:gd name="T2" fmla="*/ 2147483646 w 997"/>
              <a:gd name="T3" fmla="*/ 2147483646 h 577"/>
              <a:gd name="T4" fmla="*/ 2147483646 w 997"/>
              <a:gd name="T5" fmla="*/ 2147483646 h 577"/>
              <a:gd name="T6" fmla="*/ 2147483646 w 997"/>
              <a:gd name="T7" fmla="*/ 2147483646 h 57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76200" cmpd="sng">
            <a:solidFill>
              <a:schemeClr val="hlink"/>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4510" name="Freeform 30">
            <a:extLst>
              <a:ext uri="{FF2B5EF4-FFF2-40B4-BE49-F238E27FC236}">
                <a16:creationId xmlns:a16="http://schemas.microsoft.com/office/drawing/2014/main" id="{65AB61AE-C1D4-AE4E-AF2D-3FD43DB9649C}"/>
              </a:ext>
            </a:extLst>
          </p:cNvPr>
          <p:cNvSpPr>
            <a:spLocks/>
          </p:cNvSpPr>
          <p:nvPr/>
        </p:nvSpPr>
        <p:spPr bwMode="auto">
          <a:xfrm>
            <a:off x="3436739" y="2647950"/>
            <a:ext cx="2312194" cy="748903"/>
          </a:xfrm>
          <a:custGeom>
            <a:avLst/>
            <a:gdLst>
              <a:gd name="T0" fmla="*/ 2147483646 w 1895"/>
              <a:gd name="T1" fmla="*/ 2147483646 h 629"/>
              <a:gd name="T2" fmla="*/ 2147483646 w 1895"/>
              <a:gd name="T3" fmla="*/ 2147483646 h 629"/>
              <a:gd name="T4" fmla="*/ 2147483646 w 1895"/>
              <a:gd name="T5" fmla="*/ 2147483646 h 629"/>
              <a:gd name="T6" fmla="*/ 2147483646 w 1895"/>
              <a:gd name="T7" fmla="*/ 2147483646 h 629"/>
              <a:gd name="T8" fmla="*/ 2147483646 w 1895"/>
              <a:gd name="T9" fmla="*/ 2147483646 h 6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95" h="629">
                <a:moveTo>
                  <a:pt x="26" y="556"/>
                </a:moveTo>
                <a:cubicBezTo>
                  <a:pt x="46" y="481"/>
                  <a:pt x="0" y="195"/>
                  <a:pt x="147" y="108"/>
                </a:cubicBezTo>
                <a:cubicBezTo>
                  <a:pt x="294" y="21"/>
                  <a:pt x="641" y="36"/>
                  <a:pt x="906" y="35"/>
                </a:cubicBezTo>
                <a:cubicBezTo>
                  <a:pt x="1171" y="34"/>
                  <a:pt x="1581" y="0"/>
                  <a:pt x="1738" y="99"/>
                </a:cubicBezTo>
                <a:cubicBezTo>
                  <a:pt x="1895" y="198"/>
                  <a:pt x="1825" y="519"/>
                  <a:pt x="1848" y="629"/>
                </a:cubicBezTo>
              </a:path>
            </a:pathLst>
          </a:custGeom>
          <a:noFill/>
          <a:ln w="76200" cmpd="sng">
            <a:solidFill>
              <a:schemeClr val="hlink"/>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4511" name="Freeform 31">
            <a:extLst>
              <a:ext uri="{FF2B5EF4-FFF2-40B4-BE49-F238E27FC236}">
                <a16:creationId xmlns:a16="http://schemas.microsoft.com/office/drawing/2014/main" id="{80B76258-6EDA-2348-B3FE-9C2276718891}"/>
              </a:ext>
            </a:extLst>
          </p:cNvPr>
          <p:cNvSpPr>
            <a:spLocks/>
          </p:cNvSpPr>
          <p:nvPr/>
        </p:nvSpPr>
        <p:spPr bwMode="auto">
          <a:xfrm>
            <a:off x="3436739" y="2650331"/>
            <a:ext cx="3324225" cy="721519"/>
          </a:xfrm>
          <a:custGeom>
            <a:avLst/>
            <a:gdLst>
              <a:gd name="T0" fmla="*/ 2147483646 w 2601"/>
              <a:gd name="T1" fmla="*/ 2147483646 h 606"/>
              <a:gd name="T2" fmla="*/ 2147483646 w 2601"/>
              <a:gd name="T3" fmla="*/ 2147483646 h 606"/>
              <a:gd name="T4" fmla="*/ 2147483646 w 2601"/>
              <a:gd name="T5" fmla="*/ 2147483646 h 606"/>
              <a:gd name="T6" fmla="*/ 2147483646 w 2601"/>
              <a:gd name="T7" fmla="*/ 2147483646 h 606"/>
              <a:gd name="T8" fmla="*/ 2147483646 w 2601"/>
              <a:gd name="T9" fmla="*/ 2147483646 h 6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1" h="606">
                <a:moveTo>
                  <a:pt x="29" y="533"/>
                </a:moveTo>
                <a:cubicBezTo>
                  <a:pt x="57" y="458"/>
                  <a:pt x="0" y="170"/>
                  <a:pt x="200" y="85"/>
                </a:cubicBezTo>
                <a:cubicBezTo>
                  <a:pt x="400" y="0"/>
                  <a:pt x="868" y="21"/>
                  <a:pt x="1228" y="24"/>
                </a:cubicBezTo>
                <a:cubicBezTo>
                  <a:pt x="1588" y="27"/>
                  <a:pt x="2133" y="9"/>
                  <a:pt x="2362" y="106"/>
                </a:cubicBezTo>
                <a:cubicBezTo>
                  <a:pt x="2591" y="203"/>
                  <a:pt x="2551" y="502"/>
                  <a:pt x="2601" y="606"/>
                </a:cubicBezTo>
              </a:path>
            </a:pathLst>
          </a:custGeom>
          <a:noFill/>
          <a:ln w="76200" cmpd="sng">
            <a:solidFill>
              <a:schemeClr val="hlink"/>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4512" name="Freeform 32">
            <a:extLst>
              <a:ext uri="{FF2B5EF4-FFF2-40B4-BE49-F238E27FC236}">
                <a16:creationId xmlns:a16="http://schemas.microsoft.com/office/drawing/2014/main" id="{F9D0F058-C7CE-434B-975A-B9533A89BC54}"/>
              </a:ext>
            </a:extLst>
          </p:cNvPr>
          <p:cNvSpPr>
            <a:spLocks/>
          </p:cNvSpPr>
          <p:nvPr/>
        </p:nvSpPr>
        <p:spPr bwMode="auto">
          <a:xfrm>
            <a:off x="3436739" y="2622946"/>
            <a:ext cx="3868340" cy="634604"/>
          </a:xfrm>
          <a:custGeom>
            <a:avLst/>
            <a:gdLst>
              <a:gd name="T0" fmla="*/ 2147483646 w 3249"/>
              <a:gd name="T1" fmla="*/ 2147483646 h 533"/>
              <a:gd name="T2" fmla="*/ 2147483646 w 3249"/>
              <a:gd name="T3" fmla="*/ 2147483646 h 533"/>
              <a:gd name="T4" fmla="*/ 2147483646 w 3249"/>
              <a:gd name="T5" fmla="*/ 2147483646 h 533"/>
              <a:gd name="T6" fmla="*/ 2147483646 w 3249"/>
              <a:gd name="T7" fmla="*/ 2147483646 h 533"/>
              <a:gd name="T8" fmla="*/ 2147483646 w 3249"/>
              <a:gd name="T9" fmla="*/ 2147483646 h 5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49" h="533">
                <a:moveTo>
                  <a:pt x="31" y="533"/>
                </a:moveTo>
                <a:cubicBezTo>
                  <a:pt x="61" y="458"/>
                  <a:pt x="0" y="170"/>
                  <a:pt x="215" y="85"/>
                </a:cubicBezTo>
                <a:cubicBezTo>
                  <a:pt x="429" y="0"/>
                  <a:pt x="933" y="33"/>
                  <a:pt x="1318" y="24"/>
                </a:cubicBezTo>
                <a:cubicBezTo>
                  <a:pt x="1703" y="15"/>
                  <a:pt x="2205" y="25"/>
                  <a:pt x="2527" y="29"/>
                </a:cubicBezTo>
                <a:cubicBezTo>
                  <a:pt x="2849" y="33"/>
                  <a:pt x="3099" y="43"/>
                  <a:pt x="3249" y="47"/>
                </a:cubicBezTo>
              </a:path>
            </a:pathLst>
          </a:custGeom>
          <a:noFill/>
          <a:ln w="76200" cmpd="sng">
            <a:solidFill>
              <a:schemeClr val="hlink"/>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4513" name="Freeform 33">
            <a:extLst>
              <a:ext uri="{FF2B5EF4-FFF2-40B4-BE49-F238E27FC236}">
                <a16:creationId xmlns:a16="http://schemas.microsoft.com/office/drawing/2014/main" id="{7CC71E60-2E16-844B-833A-38D99BF38248}"/>
              </a:ext>
            </a:extLst>
          </p:cNvPr>
          <p:cNvSpPr>
            <a:spLocks/>
          </p:cNvSpPr>
          <p:nvPr/>
        </p:nvSpPr>
        <p:spPr bwMode="auto">
          <a:xfrm>
            <a:off x="1547216" y="2622946"/>
            <a:ext cx="1957388" cy="634604"/>
          </a:xfrm>
          <a:custGeom>
            <a:avLst/>
            <a:gdLst>
              <a:gd name="T0" fmla="*/ 2147483646 w 1644"/>
              <a:gd name="T1" fmla="*/ 2147483646 h 533"/>
              <a:gd name="T2" fmla="*/ 2147483646 w 1644"/>
              <a:gd name="T3" fmla="*/ 2147483646 h 533"/>
              <a:gd name="T4" fmla="*/ 2147483646 w 1644"/>
              <a:gd name="T5" fmla="*/ 2147483646 h 533"/>
              <a:gd name="T6" fmla="*/ 2147483646 w 1644"/>
              <a:gd name="T7" fmla="*/ 2147483646 h 533"/>
              <a:gd name="T8" fmla="*/ 0 w 1644"/>
              <a:gd name="T9" fmla="*/ 2147483646 h 5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44" h="533">
                <a:moveTo>
                  <a:pt x="1628" y="533"/>
                </a:moveTo>
                <a:cubicBezTo>
                  <a:pt x="1613" y="458"/>
                  <a:pt x="1644" y="170"/>
                  <a:pt x="1536" y="85"/>
                </a:cubicBezTo>
                <a:cubicBezTo>
                  <a:pt x="1428" y="0"/>
                  <a:pt x="1175" y="33"/>
                  <a:pt x="982" y="24"/>
                </a:cubicBezTo>
                <a:cubicBezTo>
                  <a:pt x="788" y="15"/>
                  <a:pt x="538" y="30"/>
                  <a:pt x="374" y="29"/>
                </a:cubicBezTo>
                <a:cubicBezTo>
                  <a:pt x="210" y="28"/>
                  <a:pt x="78" y="21"/>
                  <a:pt x="0" y="19"/>
                </a:cubicBezTo>
              </a:path>
            </a:pathLst>
          </a:custGeom>
          <a:noFill/>
          <a:ln w="76200" cmpd="sng">
            <a:solidFill>
              <a:schemeClr val="hlink"/>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4514" name="Freeform 34">
            <a:extLst>
              <a:ext uri="{FF2B5EF4-FFF2-40B4-BE49-F238E27FC236}">
                <a16:creationId xmlns:a16="http://schemas.microsoft.com/office/drawing/2014/main" id="{576868E8-25DE-1B4D-A91E-913620C0A985}"/>
              </a:ext>
            </a:extLst>
          </p:cNvPr>
          <p:cNvSpPr>
            <a:spLocks/>
          </p:cNvSpPr>
          <p:nvPr/>
        </p:nvSpPr>
        <p:spPr bwMode="auto">
          <a:xfrm flipH="1">
            <a:off x="2249685" y="2622946"/>
            <a:ext cx="1187054" cy="686991"/>
          </a:xfrm>
          <a:custGeom>
            <a:avLst/>
            <a:gdLst>
              <a:gd name="T0" fmla="*/ 2147483646 w 997"/>
              <a:gd name="T1" fmla="*/ 2147483646 h 577"/>
              <a:gd name="T2" fmla="*/ 2147483646 w 997"/>
              <a:gd name="T3" fmla="*/ 2147483646 h 577"/>
              <a:gd name="T4" fmla="*/ 2147483646 w 997"/>
              <a:gd name="T5" fmla="*/ 2147483646 h 577"/>
              <a:gd name="T6" fmla="*/ 2147483646 w 997"/>
              <a:gd name="T7" fmla="*/ 2147483646 h 57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76200" cmpd="sng">
            <a:solidFill>
              <a:schemeClr val="hlink"/>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404515" name="Group 35">
            <a:extLst>
              <a:ext uri="{FF2B5EF4-FFF2-40B4-BE49-F238E27FC236}">
                <a16:creationId xmlns:a16="http://schemas.microsoft.com/office/drawing/2014/main" id="{3AD028A4-938B-5E44-8628-3CD15012082F}"/>
              </a:ext>
            </a:extLst>
          </p:cNvPr>
          <p:cNvGrpSpPr>
            <a:grpSpLocks/>
          </p:cNvGrpSpPr>
          <p:nvPr/>
        </p:nvGrpSpPr>
        <p:grpSpPr bwMode="auto">
          <a:xfrm>
            <a:off x="6588323" y="3328988"/>
            <a:ext cx="186929" cy="201215"/>
            <a:chOff x="1474" y="3430"/>
            <a:chExt cx="136" cy="136"/>
          </a:xfrm>
        </p:grpSpPr>
        <p:sp>
          <p:nvSpPr>
            <p:cNvPr id="144426" name="Line 36">
              <a:extLst>
                <a:ext uri="{FF2B5EF4-FFF2-40B4-BE49-F238E27FC236}">
                  <a16:creationId xmlns:a16="http://schemas.microsoft.com/office/drawing/2014/main" id="{7DB5B0B9-45DD-8F44-AABF-5F7922DAD956}"/>
                </a:ext>
              </a:extLst>
            </p:cNvPr>
            <p:cNvSpPr>
              <a:spLocks noChangeShapeType="1"/>
            </p:cNvSpPr>
            <p:nvPr/>
          </p:nvSpPr>
          <p:spPr bwMode="auto">
            <a:xfrm>
              <a:off x="1474" y="3430"/>
              <a:ext cx="136" cy="136"/>
            </a:xfrm>
            <a:prstGeom prst="line">
              <a:avLst/>
            </a:prstGeom>
            <a:noFill/>
            <a:ln w="762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27" name="Line 37">
              <a:extLst>
                <a:ext uri="{FF2B5EF4-FFF2-40B4-BE49-F238E27FC236}">
                  <a16:creationId xmlns:a16="http://schemas.microsoft.com/office/drawing/2014/main" id="{8DEE04EA-4BAD-F448-8F1F-DC5747D42E1E}"/>
                </a:ext>
              </a:extLst>
            </p:cNvPr>
            <p:cNvSpPr>
              <a:spLocks noChangeShapeType="1"/>
            </p:cNvSpPr>
            <p:nvPr/>
          </p:nvSpPr>
          <p:spPr bwMode="auto">
            <a:xfrm flipH="1">
              <a:off x="1474" y="3430"/>
              <a:ext cx="136" cy="136"/>
            </a:xfrm>
            <a:prstGeom prst="line">
              <a:avLst/>
            </a:prstGeom>
            <a:noFill/>
            <a:ln w="762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04518" name="AutoShape 38">
            <a:extLst>
              <a:ext uri="{FF2B5EF4-FFF2-40B4-BE49-F238E27FC236}">
                <a16:creationId xmlns:a16="http://schemas.microsoft.com/office/drawing/2014/main" id="{B8E90619-6D3D-2E4A-9880-90020876ABD9}"/>
              </a:ext>
            </a:extLst>
          </p:cNvPr>
          <p:cNvSpPr>
            <a:spLocks noChangeArrowheads="1"/>
          </p:cNvSpPr>
          <p:nvPr/>
        </p:nvSpPr>
        <p:spPr bwMode="auto">
          <a:xfrm>
            <a:off x="6451402" y="3906440"/>
            <a:ext cx="658415" cy="283369"/>
          </a:xfrm>
          <a:prstGeom prst="roundRect">
            <a:avLst>
              <a:gd name="adj" fmla="val 16667"/>
            </a:avLst>
          </a:prstGeom>
          <a:solidFill>
            <a:srgbClr val="FFFF66"/>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不接受</a:t>
            </a:r>
          </a:p>
        </p:txBody>
      </p:sp>
      <p:grpSp>
        <p:nvGrpSpPr>
          <p:cNvPr id="404519" name="Group 39">
            <a:extLst>
              <a:ext uri="{FF2B5EF4-FFF2-40B4-BE49-F238E27FC236}">
                <a16:creationId xmlns:a16="http://schemas.microsoft.com/office/drawing/2014/main" id="{52401606-5F43-CB4E-BBEA-91257F409577}"/>
              </a:ext>
            </a:extLst>
          </p:cNvPr>
          <p:cNvGrpSpPr>
            <a:grpSpLocks/>
          </p:cNvGrpSpPr>
          <p:nvPr/>
        </p:nvGrpSpPr>
        <p:grpSpPr bwMode="auto">
          <a:xfrm>
            <a:off x="4384477" y="3328988"/>
            <a:ext cx="186928" cy="201215"/>
            <a:chOff x="1474" y="3430"/>
            <a:chExt cx="136" cy="136"/>
          </a:xfrm>
        </p:grpSpPr>
        <p:sp>
          <p:nvSpPr>
            <p:cNvPr id="144424" name="Line 40">
              <a:extLst>
                <a:ext uri="{FF2B5EF4-FFF2-40B4-BE49-F238E27FC236}">
                  <a16:creationId xmlns:a16="http://schemas.microsoft.com/office/drawing/2014/main" id="{C539B78D-8EA0-BF44-A414-F9A57A4C538F}"/>
                </a:ext>
              </a:extLst>
            </p:cNvPr>
            <p:cNvSpPr>
              <a:spLocks noChangeShapeType="1"/>
            </p:cNvSpPr>
            <p:nvPr/>
          </p:nvSpPr>
          <p:spPr bwMode="auto">
            <a:xfrm>
              <a:off x="1474" y="3430"/>
              <a:ext cx="136" cy="136"/>
            </a:xfrm>
            <a:prstGeom prst="line">
              <a:avLst/>
            </a:prstGeom>
            <a:noFill/>
            <a:ln w="762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25" name="Line 41">
              <a:extLst>
                <a:ext uri="{FF2B5EF4-FFF2-40B4-BE49-F238E27FC236}">
                  <a16:creationId xmlns:a16="http://schemas.microsoft.com/office/drawing/2014/main" id="{283B22CA-8AE8-D443-AE39-2B29932F251F}"/>
                </a:ext>
              </a:extLst>
            </p:cNvPr>
            <p:cNvSpPr>
              <a:spLocks noChangeShapeType="1"/>
            </p:cNvSpPr>
            <p:nvPr/>
          </p:nvSpPr>
          <p:spPr bwMode="auto">
            <a:xfrm flipH="1">
              <a:off x="1474" y="3430"/>
              <a:ext cx="136" cy="136"/>
            </a:xfrm>
            <a:prstGeom prst="line">
              <a:avLst/>
            </a:prstGeom>
            <a:noFill/>
            <a:ln w="762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04522" name="AutoShape 42">
            <a:extLst>
              <a:ext uri="{FF2B5EF4-FFF2-40B4-BE49-F238E27FC236}">
                <a16:creationId xmlns:a16="http://schemas.microsoft.com/office/drawing/2014/main" id="{59F31AFE-19E4-E741-B992-CB85CBB21945}"/>
              </a:ext>
            </a:extLst>
          </p:cNvPr>
          <p:cNvSpPr>
            <a:spLocks noChangeArrowheads="1"/>
          </p:cNvSpPr>
          <p:nvPr/>
        </p:nvSpPr>
        <p:spPr bwMode="auto">
          <a:xfrm>
            <a:off x="4247554" y="3906440"/>
            <a:ext cx="658416" cy="283369"/>
          </a:xfrm>
          <a:prstGeom prst="roundRect">
            <a:avLst>
              <a:gd name="adj" fmla="val 16667"/>
            </a:avLst>
          </a:prstGeom>
          <a:solidFill>
            <a:srgbClr val="FFFF66"/>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不接受</a:t>
            </a:r>
          </a:p>
        </p:txBody>
      </p:sp>
      <p:grpSp>
        <p:nvGrpSpPr>
          <p:cNvPr id="404523" name="Group 43">
            <a:extLst>
              <a:ext uri="{FF2B5EF4-FFF2-40B4-BE49-F238E27FC236}">
                <a16:creationId xmlns:a16="http://schemas.microsoft.com/office/drawing/2014/main" id="{052FE7D7-17B6-264F-9D6F-2CD7F08936D6}"/>
              </a:ext>
            </a:extLst>
          </p:cNvPr>
          <p:cNvGrpSpPr>
            <a:grpSpLocks/>
          </p:cNvGrpSpPr>
          <p:nvPr/>
        </p:nvGrpSpPr>
        <p:grpSpPr bwMode="auto">
          <a:xfrm>
            <a:off x="2169914" y="3328988"/>
            <a:ext cx="186928" cy="201215"/>
            <a:chOff x="1474" y="3430"/>
            <a:chExt cx="136" cy="136"/>
          </a:xfrm>
        </p:grpSpPr>
        <p:sp>
          <p:nvSpPr>
            <p:cNvPr id="144422" name="Line 44">
              <a:extLst>
                <a:ext uri="{FF2B5EF4-FFF2-40B4-BE49-F238E27FC236}">
                  <a16:creationId xmlns:a16="http://schemas.microsoft.com/office/drawing/2014/main" id="{F5C16791-056C-9349-9A99-635CDC22385B}"/>
                </a:ext>
              </a:extLst>
            </p:cNvPr>
            <p:cNvSpPr>
              <a:spLocks noChangeShapeType="1"/>
            </p:cNvSpPr>
            <p:nvPr/>
          </p:nvSpPr>
          <p:spPr bwMode="auto">
            <a:xfrm>
              <a:off x="1474" y="3430"/>
              <a:ext cx="136" cy="136"/>
            </a:xfrm>
            <a:prstGeom prst="line">
              <a:avLst/>
            </a:prstGeom>
            <a:noFill/>
            <a:ln w="762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23" name="Line 45">
              <a:extLst>
                <a:ext uri="{FF2B5EF4-FFF2-40B4-BE49-F238E27FC236}">
                  <a16:creationId xmlns:a16="http://schemas.microsoft.com/office/drawing/2014/main" id="{08AA5F6A-1DAC-DE43-B8D1-9B7980E3AEA9}"/>
                </a:ext>
              </a:extLst>
            </p:cNvPr>
            <p:cNvSpPr>
              <a:spLocks noChangeShapeType="1"/>
            </p:cNvSpPr>
            <p:nvPr/>
          </p:nvSpPr>
          <p:spPr bwMode="auto">
            <a:xfrm flipH="1">
              <a:off x="1474" y="3430"/>
              <a:ext cx="136" cy="136"/>
            </a:xfrm>
            <a:prstGeom prst="line">
              <a:avLst/>
            </a:prstGeom>
            <a:noFill/>
            <a:ln w="762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04526" name="AutoShape 46">
            <a:extLst>
              <a:ext uri="{FF2B5EF4-FFF2-40B4-BE49-F238E27FC236}">
                <a16:creationId xmlns:a16="http://schemas.microsoft.com/office/drawing/2014/main" id="{3DC01925-115E-0645-9BFD-55869B6C7D50}"/>
              </a:ext>
            </a:extLst>
          </p:cNvPr>
          <p:cNvSpPr>
            <a:spLocks noChangeArrowheads="1"/>
          </p:cNvSpPr>
          <p:nvPr/>
        </p:nvSpPr>
        <p:spPr bwMode="auto">
          <a:xfrm>
            <a:off x="2032992" y="3906440"/>
            <a:ext cx="658416" cy="283369"/>
          </a:xfrm>
          <a:prstGeom prst="roundRect">
            <a:avLst>
              <a:gd name="adj" fmla="val 16667"/>
            </a:avLst>
          </a:prstGeom>
          <a:solidFill>
            <a:srgbClr val="FFFF66"/>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不接受</a:t>
            </a:r>
          </a:p>
        </p:txBody>
      </p:sp>
      <p:sp>
        <p:nvSpPr>
          <p:cNvPr id="404527" name="Text Box 47">
            <a:extLst>
              <a:ext uri="{FF2B5EF4-FFF2-40B4-BE49-F238E27FC236}">
                <a16:creationId xmlns:a16="http://schemas.microsoft.com/office/drawing/2014/main" id="{F889D83C-9161-B748-9B44-42EE021B0295}"/>
              </a:ext>
            </a:extLst>
          </p:cNvPr>
          <p:cNvSpPr txBox="1">
            <a:spLocks noChangeArrowheads="1"/>
          </p:cNvSpPr>
          <p:nvPr/>
        </p:nvSpPr>
        <p:spPr bwMode="auto">
          <a:xfrm>
            <a:off x="5435798" y="3919537"/>
            <a:ext cx="569387" cy="323165"/>
          </a:xfrm>
          <a:prstGeom prst="rect">
            <a:avLst/>
          </a:prstGeom>
          <a:solidFill>
            <a:srgbClr val="FFCCFF"/>
          </a:solidFill>
          <a:ln w="9525">
            <a:solidFill>
              <a:schemeClr val="tx2"/>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接受</a:t>
            </a:r>
          </a:p>
        </p:txBody>
      </p:sp>
      <p:sp>
        <p:nvSpPr>
          <p:cNvPr id="144419" name="Text Box 48">
            <a:extLst>
              <a:ext uri="{FF2B5EF4-FFF2-40B4-BE49-F238E27FC236}">
                <a16:creationId xmlns:a16="http://schemas.microsoft.com/office/drawing/2014/main" id="{CB06F5C5-9989-BC4A-87B3-7E4366EC8BBC}"/>
              </a:ext>
            </a:extLst>
          </p:cNvPr>
          <p:cNvSpPr txBox="1">
            <a:spLocks noChangeArrowheads="1"/>
          </p:cNvSpPr>
          <p:nvPr/>
        </p:nvSpPr>
        <p:spPr bwMode="auto">
          <a:xfrm>
            <a:off x="3334345" y="3611165"/>
            <a:ext cx="31290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B</a:t>
            </a:r>
          </a:p>
        </p:txBody>
      </p:sp>
      <p:sp>
        <p:nvSpPr>
          <p:cNvPr id="404529" name="Text Box 49">
            <a:extLst>
              <a:ext uri="{FF2B5EF4-FFF2-40B4-BE49-F238E27FC236}">
                <a16:creationId xmlns:a16="http://schemas.microsoft.com/office/drawing/2014/main" id="{9CDE2DD2-1C7D-C246-9021-33572FAED41F}"/>
              </a:ext>
            </a:extLst>
          </p:cNvPr>
          <p:cNvSpPr txBox="1">
            <a:spLocks noChangeArrowheads="1"/>
          </p:cNvSpPr>
          <p:nvPr/>
        </p:nvSpPr>
        <p:spPr bwMode="auto">
          <a:xfrm>
            <a:off x="3948677" y="2839640"/>
            <a:ext cx="1327608" cy="553998"/>
          </a:xfrm>
          <a:prstGeom prst="rect">
            <a:avLst/>
          </a:prstGeom>
          <a:solidFill>
            <a:srgbClr val="FFFF99"/>
          </a:solidFill>
          <a:ln w="9525">
            <a:solidFill>
              <a:srgbClr val="333399"/>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Arial" panose="020B0604020202020204" pitchFamily="34" charset="0"/>
                <a:ea typeface="宋体" panose="02010600030101010101" pitchFamily="2" charset="-122"/>
              </a:rPr>
              <a:t>只有 </a:t>
            </a:r>
            <a:r>
              <a:rPr lang="en-US" altLang="zh-CN" sz="1500">
                <a:latin typeface="Arial" panose="020B0604020202020204" pitchFamily="34" charset="0"/>
                <a:ea typeface="宋体" panose="02010600030101010101" pitchFamily="2" charset="-122"/>
              </a:rPr>
              <a:t>D </a:t>
            </a:r>
            <a:r>
              <a:rPr lang="zh-CN" altLang="en-US" sz="1500">
                <a:latin typeface="Arial" panose="020B0604020202020204" pitchFamily="34" charset="0"/>
                <a:ea typeface="宋体" panose="02010600030101010101" pitchFamily="2" charset="-122"/>
              </a:rPr>
              <a:t>接受</a:t>
            </a:r>
          </a:p>
          <a:p>
            <a:pPr algn="ctr" eaLnBrk="1" hangingPunct="1">
              <a:spcBef>
                <a:spcPct val="0"/>
              </a:spcBef>
              <a:buClrTx/>
              <a:buSzTx/>
              <a:buFontTx/>
              <a:buNone/>
            </a:pPr>
            <a:r>
              <a:rPr lang="en-US" altLang="zh-CN" sz="1500">
                <a:latin typeface="Arial" panose="020B0604020202020204" pitchFamily="34" charset="0"/>
                <a:ea typeface="宋体" panose="02010600030101010101" pitchFamily="2" charset="-122"/>
              </a:rPr>
              <a:t>B </a:t>
            </a:r>
            <a:r>
              <a:rPr lang="zh-CN" altLang="en-US" sz="1500">
                <a:latin typeface="Arial" panose="020B0604020202020204" pitchFamily="34" charset="0"/>
                <a:ea typeface="宋体" panose="02010600030101010101" pitchFamily="2" charset="-122"/>
              </a:rPr>
              <a:t>发送的数据</a:t>
            </a:r>
          </a:p>
        </p:txBody>
      </p:sp>
      <p:sp>
        <p:nvSpPr>
          <p:cNvPr id="144421" name="幻灯片编号占位符 1">
            <a:extLst>
              <a:ext uri="{FF2B5EF4-FFF2-40B4-BE49-F238E27FC236}">
                <a16:creationId xmlns:a16="http://schemas.microsoft.com/office/drawing/2014/main" id="{82AD2948-ACBD-F44F-8A63-E1C73326F21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2EAE87A-50A5-4944-876B-86DD85E1F0F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616029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448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4501"/>
                                        </p:tgtEl>
                                        <p:attrNameLst>
                                          <p:attrName>style.visibility</p:attrName>
                                        </p:attrNameLst>
                                      </p:cBhvr>
                                      <p:to>
                                        <p:strVal val="visible"/>
                                      </p:to>
                                    </p:set>
                                  </p:childTnLst>
                                </p:cTn>
                              </p:par>
                            </p:childTnLst>
                          </p:cTn>
                        </p:par>
                        <p:par>
                          <p:cTn id="11" fill="hold" nodeType="afterGroup">
                            <p:stCondLst>
                              <p:cond delay="0"/>
                            </p:stCondLst>
                            <p:childTnLst>
                              <p:par>
                                <p:cTn id="12" presetID="35" presetClass="emph" presetSubtype="0" repeatCount="4000" fill="hold" grpId="1" nodeType="afterEffect">
                                  <p:stCondLst>
                                    <p:cond delay="0"/>
                                  </p:stCondLst>
                                  <p:childTnLst>
                                    <p:anim calcmode="discrete" valueType="str">
                                      <p:cBhvr>
                                        <p:cTn id="13" dur="500" fill="hold"/>
                                        <p:tgtEl>
                                          <p:spTgt spid="404501"/>
                                        </p:tgtEl>
                                        <p:attrNameLst>
                                          <p:attrName>style.visibility</p:attrName>
                                        </p:attrNameLst>
                                      </p:cBhvr>
                                      <p:tavLst>
                                        <p:tav tm="0">
                                          <p:val>
                                            <p:strVal val="hidden"/>
                                          </p:val>
                                        </p:tav>
                                        <p:tav tm="50000">
                                          <p:val>
                                            <p:strVal val="visible"/>
                                          </p:val>
                                        </p:tav>
                                      </p:tavLst>
                                    </p:anim>
                                  </p:childTnLst>
                                </p:cTn>
                              </p:par>
                            </p:childTnLst>
                          </p:cTn>
                        </p:par>
                        <p:par>
                          <p:cTn id="14" fill="hold" nodeType="afterGroup">
                            <p:stCondLst>
                              <p:cond delay="2000"/>
                            </p:stCondLst>
                            <p:childTnLst>
                              <p:par>
                                <p:cTn id="15" presetID="22" presetClass="entr" presetSubtype="2" fill="hold" nodeType="afterEffect">
                                  <p:stCondLst>
                                    <p:cond delay="0"/>
                                  </p:stCondLst>
                                  <p:childTnLst>
                                    <p:set>
                                      <p:cBhvr>
                                        <p:cTn id="16" dur="1" fill="hold">
                                          <p:stCondLst>
                                            <p:cond delay="0"/>
                                          </p:stCondLst>
                                        </p:cTn>
                                        <p:tgtEl>
                                          <p:spTgt spid="404513"/>
                                        </p:tgtEl>
                                        <p:attrNameLst>
                                          <p:attrName>style.visibility</p:attrName>
                                        </p:attrNameLst>
                                      </p:cBhvr>
                                      <p:to>
                                        <p:strVal val="visible"/>
                                      </p:to>
                                    </p:set>
                                    <p:animEffect transition="in" filter="wipe(right)">
                                      <p:cBhvr>
                                        <p:cTn id="17" dur="2000"/>
                                        <p:tgtEl>
                                          <p:spTgt spid="404513"/>
                                        </p:tgtEl>
                                      </p:cBhvr>
                                    </p:animEffect>
                                  </p:childTnLst>
                                </p:cTn>
                              </p:par>
                              <p:par>
                                <p:cTn id="18" presetID="22" presetClass="entr" presetSubtype="2" fill="hold" nodeType="withEffect">
                                  <p:stCondLst>
                                    <p:cond delay="0"/>
                                  </p:stCondLst>
                                  <p:childTnLst>
                                    <p:set>
                                      <p:cBhvr>
                                        <p:cTn id="19" dur="1" fill="hold">
                                          <p:stCondLst>
                                            <p:cond delay="0"/>
                                          </p:stCondLst>
                                        </p:cTn>
                                        <p:tgtEl>
                                          <p:spTgt spid="404514"/>
                                        </p:tgtEl>
                                        <p:attrNameLst>
                                          <p:attrName>style.visibility</p:attrName>
                                        </p:attrNameLst>
                                      </p:cBhvr>
                                      <p:to>
                                        <p:strVal val="visible"/>
                                      </p:to>
                                    </p:set>
                                    <p:animEffect transition="in" filter="wipe(right)">
                                      <p:cBhvr>
                                        <p:cTn id="20" dur="2000"/>
                                        <p:tgtEl>
                                          <p:spTgt spid="404514"/>
                                        </p:tgtEl>
                                      </p:cBhvr>
                                    </p:animEffect>
                                  </p:childTnLst>
                                </p:cTn>
                              </p:par>
                              <p:par>
                                <p:cTn id="21" presetID="22" presetClass="entr" presetSubtype="8" fill="hold" nodeType="withEffect">
                                  <p:stCondLst>
                                    <p:cond delay="0"/>
                                  </p:stCondLst>
                                  <p:childTnLst>
                                    <p:set>
                                      <p:cBhvr>
                                        <p:cTn id="22" dur="1" fill="hold">
                                          <p:stCondLst>
                                            <p:cond delay="0"/>
                                          </p:stCondLst>
                                        </p:cTn>
                                        <p:tgtEl>
                                          <p:spTgt spid="404512"/>
                                        </p:tgtEl>
                                        <p:attrNameLst>
                                          <p:attrName>style.visibility</p:attrName>
                                        </p:attrNameLst>
                                      </p:cBhvr>
                                      <p:to>
                                        <p:strVal val="visible"/>
                                      </p:to>
                                    </p:set>
                                    <p:animEffect transition="in" filter="wipe(left)">
                                      <p:cBhvr>
                                        <p:cTn id="23" dur="2000"/>
                                        <p:tgtEl>
                                          <p:spTgt spid="404512"/>
                                        </p:tgtEl>
                                      </p:cBhvr>
                                    </p:animEffect>
                                  </p:childTnLst>
                                </p:cTn>
                              </p:par>
                              <p:par>
                                <p:cTn id="24" presetID="22" presetClass="entr" presetSubtype="8" fill="hold" nodeType="withEffect">
                                  <p:stCondLst>
                                    <p:cond delay="0"/>
                                  </p:stCondLst>
                                  <p:childTnLst>
                                    <p:set>
                                      <p:cBhvr>
                                        <p:cTn id="25" dur="1" fill="hold">
                                          <p:stCondLst>
                                            <p:cond delay="0"/>
                                          </p:stCondLst>
                                        </p:cTn>
                                        <p:tgtEl>
                                          <p:spTgt spid="404511"/>
                                        </p:tgtEl>
                                        <p:attrNameLst>
                                          <p:attrName>style.visibility</p:attrName>
                                        </p:attrNameLst>
                                      </p:cBhvr>
                                      <p:to>
                                        <p:strVal val="visible"/>
                                      </p:to>
                                    </p:set>
                                    <p:animEffect transition="in" filter="wipe(left)">
                                      <p:cBhvr>
                                        <p:cTn id="26" dur="2000"/>
                                        <p:tgtEl>
                                          <p:spTgt spid="404511"/>
                                        </p:tgtEl>
                                      </p:cBhvr>
                                    </p:animEffect>
                                  </p:childTnLst>
                                </p:cTn>
                              </p:par>
                              <p:par>
                                <p:cTn id="27" presetID="22" presetClass="entr" presetSubtype="8" fill="hold" nodeType="withEffect">
                                  <p:stCondLst>
                                    <p:cond delay="0"/>
                                  </p:stCondLst>
                                  <p:childTnLst>
                                    <p:set>
                                      <p:cBhvr>
                                        <p:cTn id="28" dur="1" fill="hold">
                                          <p:stCondLst>
                                            <p:cond delay="0"/>
                                          </p:stCondLst>
                                        </p:cTn>
                                        <p:tgtEl>
                                          <p:spTgt spid="404510"/>
                                        </p:tgtEl>
                                        <p:attrNameLst>
                                          <p:attrName>style.visibility</p:attrName>
                                        </p:attrNameLst>
                                      </p:cBhvr>
                                      <p:to>
                                        <p:strVal val="visible"/>
                                      </p:to>
                                    </p:set>
                                    <p:animEffect transition="in" filter="wipe(left)">
                                      <p:cBhvr>
                                        <p:cTn id="29" dur="2000"/>
                                        <p:tgtEl>
                                          <p:spTgt spid="404510"/>
                                        </p:tgtEl>
                                      </p:cBhvr>
                                    </p:animEffect>
                                  </p:childTnLst>
                                </p:cTn>
                              </p:par>
                              <p:par>
                                <p:cTn id="30" presetID="22" presetClass="entr" presetSubtype="8" fill="hold" nodeType="withEffect">
                                  <p:stCondLst>
                                    <p:cond delay="0"/>
                                  </p:stCondLst>
                                  <p:childTnLst>
                                    <p:set>
                                      <p:cBhvr>
                                        <p:cTn id="31" dur="1" fill="hold">
                                          <p:stCondLst>
                                            <p:cond delay="0"/>
                                          </p:stCondLst>
                                        </p:cTn>
                                        <p:tgtEl>
                                          <p:spTgt spid="404509"/>
                                        </p:tgtEl>
                                        <p:attrNameLst>
                                          <p:attrName>style.visibility</p:attrName>
                                        </p:attrNameLst>
                                      </p:cBhvr>
                                      <p:to>
                                        <p:strVal val="visible"/>
                                      </p:to>
                                    </p:set>
                                    <p:animEffect transition="in" filter="wipe(left)">
                                      <p:cBhvr>
                                        <p:cTn id="32" dur="2000"/>
                                        <p:tgtEl>
                                          <p:spTgt spid="404509"/>
                                        </p:tgtEl>
                                      </p:cBhvr>
                                    </p:animEffect>
                                  </p:childTnLst>
                                </p:cTn>
                              </p:par>
                            </p:childTnLst>
                          </p:cTn>
                        </p:par>
                        <p:par>
                          <p:cTn id="33" fill="hold" nodeType="afterGroup">
                            <p:stCondLst>
                              <p:cond delay="4000"/>
                            </p:stCondLst>
                            <p:childTnLst>
                              <p:par>
                                <p:cTn id="34" presetID="1" presetClass="entr" presetSubtype="0" fill="hold" grpId="0" nodeType="afterEffect">
                                  <p:stCondLst>
                                    <p:cond delay="0"/>
                                  </p:stCondLst>
                                  <p:childTnLst>
                                    <p:set>
                                      <p:cBhvr>
                                        <p:cTn id="35" dur="1" fill="hold">
                                          <p:stCondLst>
                                            <p:cond delay="0"/>
                                          </p:stCondLst>
                                        </p:cTn>
                                        <p:tgtEl>
                                          <p:spTgt spid="404526"/>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404522"/>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404527"/>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404518"/>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404515"/>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404519"/>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404523"/>
                                        </p:tgtEl>
                                        <p:attrNameLst>
                                          <p:attrName>style.visibility</p:attrName>
                                        </p:attrNameLst>
                                      </p:cBhvr>
                                      <p:to>
                                        <p:strVal val="visible"/>
                                      </p:to>
                                    </p:set>
                                  </p:childTnLst>
                                </p:cTn>
                              </p:par>
                            </p:childTnLst>
                          </p:cTn>
                        </p:par>
                        <p:par>
                          <p:cTn id="48" fill="hold" nodeType="afterGroup">
                            <p:stCondLst>
                              <p:cond delay="4000"/>
                            </p:stCondLst>
                            <p:childTnLst>
                              <p:par>
                                <p:cTn id="49" presetID="35" presetClass="emph" presetSubtype="0" repeatCount="5000" fill="hold" grpId="1" nodeType="afterEffect">
                                  <p:stCondLst>
                                    <p:cond delay="0"/>
                                  </p:stCondLst>
                                  <p:childTnLst>
                                    <p:anim calcmode="discrete" valueType="str">
                                      <p:cBhvr>
                                        <p:cTn id="50" dur="500" fill="hold"/>
                                        <p:tgtEl>
                                          <p:spTgt spid="404526"/>
                                        </p:tgtEl>
                                        <p:attrNameLst>
                                          <p:attrName>style.visibility</p:attrName>
                                        </p:attrNameLst>
                                      </p:cBhvr>
                                      <p:tavLst>
                                        <p:tav tm="0">
                                          <p:val>
                                            <p:strVal val="hidden"/>
                                          </p:val>
                                        </p:tav>
                                        <p:tav tm="50000">
                                          <p:val>
                                            <p:strVal val="visible"/>
                                          </p:val>
                                        </p:tav>
                                      </p:tavLst>
                                    </p:anim>
                                  </p:childTnLst>
                                </p:cTn>
                              </p:par>
                              <p:par>
                                <p:cTn id="51" presetID="35" presetClass="emph" presetSubtype="0" repeatCount="5000" fill="hold" grpId="1" nodeType="withEffect">
                                  <p:stCondLst>
                                    <p:cond delay="0"/>
                                  </p:stCondLst>
                                  <p:childTnLst>
                                    <p:anim calcmode="discrete" valueType="str">
                                      <p:cBhvr>
                                        <p:cTn id="52" dur="500" fill="hold"/>
                                        <p:tgtEl>
                                          <p:spTgt spid="404522"/>
                                        </p:tgtEl>
                                        <p:attrNameLst>
                                          <p:attrName>style.visibility</p:attrName>
                                        </p:attrNameLst>
                                      </p:cBhvr>
                                      <p:tavLst>
                                        <p:tav tm="0">
                                          <p:val>
                                            <p:strVal val="hidden"/>
                                          </p:val>
                                        </p:tav>
                                        <p:tav tm="50000">
                                          <p:val>
                                            <p:strVal val="visible"/>
                                          </p:val>
                                        </p:tav>
                                      </p:tavLst>
                                    </p:anim>
                                  </p:childTnLst>
                                </p:cTn>
                              </p:par>
                              <p:par>
                                <p:cTn id="53" presetID="35" presetClass="emph" presetSubtype="0" repeatCount="5000" fill="hold" grpId="1" nodeType="withEffect">
                                  <p:stCondLst>
                                    <p:cond delay="0"/>
                                  </p:stCondLst>
                                  <p:childTnLst>
                                    <p:anim calcmode="discrete" valueType="str">
                                      <p:cBhvr>
                                        <p:cTn id="54" dur="500" fill="hold"/>
                                        <p:tgtEl>
                                          <p:spTgt spid="404527"/>
                                        </p:tgtEl>
                                        <p:attrNameLst>
                                          <p:attrName>style.visibility</p:attrName>
                                        </p:attrNameLst>
                                      </p:cBhvr>
                                      <p:tavLst>
                                        <p:tav tm="0">
                                          <p:val>
                                            <p:strVal val="hidden"/>
                                          </p:val>
                                        </p:tav>
                                        <p:tav tm="50000">
                                          <p:val>
                                            <p:strVal val="visible"/>
                                          </p:val>
                                        </p:tav>
                                      </p:tavLst>
                                    </p:anim>
                                  </p:childTnLst>
                                </p:cTn>
                              </p:par>
                              <p:par>
                                <p:cTn id="55" presetID="35" presetClass="emph" presetSubtype="0" repeatCount="5000" fill="hold" grpId="1" nodeType="withEffect">
                                  <p:stCondLst>
                                    <p:cond delay="0"/>
                                  </p:stCondLst>
                                  <p:childTnLst>
                                    <p:anim calcmode="discrete" valueType="str">
                                      <p:cBhvr>
                                        <p:cTn id="56" dur="500" fill="hold"/>
                                        <p:tgtEl>
                                          <p:spTgt spid="404518"/>
                                        </p:tgtEl>
                                        <p:attrNameLst>
                                          <p:attrName>style.visibility</p:attrName>
                                        </p:attrNameLst>
                                      </p:cBhvr>
                                      <p:tavLst>
                                        <p:tav tm="0">
                                          <p:val>
                                            <p:strVal val="hidden"/>
                                          </p:val>
                                        </p:tav>
                                        <p:tav tm="50000">
                                          <p:val>
                                            <p:strVal val="visible"/>
                                          </p:val>
                                        </p:tav>
                                      </p:tavLst>
                                    </p:anim>
                                  </p:childTnLst>
                                </p:cTn>
                              </p:par>
                              <p:par>
                                <p:cTn id="57" presetID="35" presetClass="emph" presetSubtype="0" repeatCount="5000" fill="hold" nodeType="withEffect">
                                  <p:stCondLst>
                                    <p:cond delay="0"/>
                                  </p:stCondLst>
                                  <p:childTnLst>
                                    <p:anim calcmode="discrete" valueType="str">
                                      <p:cBhvr>
                                        <p:cTn id="58" dur="500" fill="hold"/>
                                        <p:tgtEl>
                                          <p:spTgt spid="404515"/>
                                        </p:tgtEl>
                                        <p:attrNameLst>
                                          <p:attrName>style.visibility</p:attrName>
                                        </p:attrNameLst>
                                      </p:cBhvr>
                                      <p:tavLst>
                                        <p:tav tm="0">
                                          <p:val>
                                            <p:strVal val="hidden"/>
                                          </p:val>
                                        </p:tav>
                                        <p:tav tm="50000">
                                          <p:val>
                                            <p:strVal val="visible"/>
                                          </p:val>
                                        </p:tav>
                                      </p:tavLst>
                                    </p:anim>
                                  </p:childTnLst>
                                </p:cTn>
                              </p:par>
                              <p:par>
                                <p:cTn id="59" presetID="35" presetClass="emph" presetSubtype="0" repeatCount="5000" fill="hold" nodeType="withEffect">
                                  <p:stCondLst>
                                    <p:cond delay="0"/>
                                  </p:stCondLst>
                                  <p:childTnLst>
                                    <p:anim calcmode="discrete" valueType="str">
                                      <p:cBhvr>
                                        <p:cTn id="60" dur="500" fill="hold"/>
                                        <p:tgtEl>
                                          <p:spTgt spid="404519"/>
                                        </p:tgtEl>
                                        <p:attrNameLst>
                                          <p:attrName>style.visibility</p:attrName>
                                        </p:attrNameLst>
                                      </p:cBhvr>
                                      <p:tavLst>
                                        <p:tav tm="0">
                                          <p:val>
                                            <p:strVal val="hidden"/>
                                          </p:val>
                                        </p:tav>
                                        <p:tav tm="50000">
                                          <p:val>
                                            <p:strVal val="visible"/>
                                          </p:val>
                                        </p:tav>
                                      </p:tavLst>
                                    </p:anim>
                                  </p:childTnLst>
                                </p:cTn>
                              </p:par>
                              <p:par>
                                <p:cTn id="61" presetID="35" presetClass="emph" presetSubtype="0" repeatCount="5000" fill="hold" nodeType="withEffect">
                                  <p:stCondLst>
                                    <p:cond delay="0"/>
                                  </p:stCondLst>
                                  <p:childTnLst>
                                    <p:anim calcmode="discrete" valueType="str">
                                      <p:cBhvr>
                                        <p:cTn id="62" dur="500" fill="hold"/>
                                        <p:tgtEl>
                                          <p:spTgt spid="404523"/>
                                        </p:tgtEl>
                                        <p:attrNameLst>
                                          <p:attrName>style.visibility</p:attrName>
                                        </p:attrNameLst>
                                      </p:cBhvr>
                                      <p:tavLst>
                                        <p:tav tm="0">
                                          <p:val>
                                            <p:strVal val="hidden"/>
                                          </p:val>
                                        </p:tav>
                                        <p:tav tm="50000">
                                          <p:val>
                                            <p:strVal val="visible"/>
                                          </p:val>
                                        </p:tav>
                                      </p:tavLst>
                                    </p:anim>
                                  </p:childTnLst>
                                </p:cTn>
                              </p:par>
                            </p:childTnLst>
                          </p:cTn>
                        </p:par>
                        <p:par>
                          <p:cTn id="63" fill="hold" nodeType="afterGroup">
                            <p:stCondLst>
                              <p:cond delay="6500"/>
                            </p:stCondLst>
                            <p:childTnLst>
                              <p:par>
                                <p:cTn id="64" presetID="10" presetClass="exit" presetSubtype="0" fill="hold" nodeType="afterEffect">
                                  <p:stCondLst>
                                    <p:cond delay="0"/>
                                  </p:stCondLst>
                                  <p:childTnLst>
                                    <p:animEffect transition="out" filter="fade">
                                      <p:cBhvr>
                                        <p:cTn id="65" dur="2000"/>
                                        <p:tgtEl>
                                          <p:spTgt spid="404509"/>
                                        </p:tgtEl>
                                      </p:cBhvr>
                                    </p:animEffect>
                                    <p:set>
                                      <p:cBhvr>
                                        <p:cTn id="66" dur="1" fill="hold">
                                          <p:stCondLst>
                                            <p:cond delay="1999"/>
                                          </p:stCondLst>
                                        </p:cTn>
                                        <p:tgtEl>
                                          <p:spTgt spid="404509"/>
                                        </p:tgtEl>
                                        <p:attrNameLst>
                                          <p:attrName>style.visibility</p:attrName>
                                        </p:attrNameLst>
                                      </p:cBhvr>
                                      <p:to>
                                        <p:strVal val="hidden"/>
                                      </p:to>
                                    </p:set>
                                  </p:childTnLst>
                                </p:cTn>
                              </p:par>
                              <p:par>
                                <p:cTn id="67" presetID="10" presetClass="exit" presetSubtype="0" fill="hold" nodeType="withEffect">
                                  <p:stCondLst>
                                    <p:cond delay="0"/>
                                  </p:stCondLst>
                                  <p:childTnLst>
                                    <p:animEffect transition="out" filter="fade">
                                      <p:cBhvr>
                                        <p:cTn id="68" dur="2000"/>
                                        <p:tgtEl>
                                          <p:spTgt spid="404511"/>
                                        </p:tgtEl>
                                      </p:cBhvr>
                                    </p:animEffect>
                                    <p:set>
                                      <p:cBhvr>
                                        <p:cTn id="69" dur="1" fill="hold">
                                          <p:stCondLst>
                                            <p:cond delay="1999"/>
                                          </p:stCondLst>
                                        </p:cTn>
                                        <p:tgtEl>
                                          <p:spTgt spid="404511"/>
                                        </p:tgtEl>
                                        <p:attrNameLst>
                                          <p:attrName>style.visibility</p:attrName>
                                        </p:attrNameLst>
                                      </p:cBhvr>
                                      <p:to>
                                        <p:strVal val="hidden"/>
                                      </p:to>
                                    </p:set>
                                  </p:childTnLst>
                                </p:cTn>
                              </p:par>
                              <p:par>
                                <p:cTn id="70" presetID="10" presetClass="exit" presetSubtype="0" fill="hold" nodeType="withEffect">
                                  <p:stCondLst>
                                    <p:cond delay="0"/>
                                  </p:stCondLst>
                                  <p:childTnLst>
                                    <p:animEffect transition="out" filter="fade">
                                      <p:cBhvr>
                                        <p:cTn id="71" dur="2000"/>
                                        <p:tgtEl>
                                          <p:spTgt spid="404512"/>
                                        </p:tgtEl>
                                      </p:cBhvr>
                                    </p:animEffect>
                                    <p:set>
                                      <p:cBhvr>
                                        <p:cTn id="72" dur="1" fill="hold">
                                          <p:stCondLst>
                                            <p:cond delay="1999"/>
                                          </p:stCondLst>
                                        </p:cTn>
                                        <p:tgtEl>
                                          <p:spTgt spid="404512"/>
                                        </p:tgtEl>
                                        <p:attrNameLst>
                                          <p:attrName>style.visibility</p:attrName>
                                        </p:attrNameLst>
                                      </p:cBhvr>
                                      <p:to>
                                        <p:strVal val="hidden"/>
                                      </p:to>
                                    </p:set>
                                  </p:childTnLst>
                                </p:cTn>
                              </p:par>
                              <p:par>
                                <p:cTn id="73" presetID="10" presetClass="exit" presetSubtype="0" fill="hold" nodeType="withEffect">
                                  <p:stCondLst>
                                    <p:cond delay="0"/>
                                  </p:stCondLst>
                                  <p:childTnLst>
                                    <p:animEffect transition="out" filter="fade">
                                      <p:cBhvr>
                                        <p:cTn id="74" dur="2000"/>
                                        <p:tgtEl>
                                          <p:spTgt spid="404514"/>
                                        </p:tgtEl>
                                      </p:cBhvr>
                                    </p:animEffect>
                                    <p:set>
                                      <p:cBhvr>
                                        <p:cTn id="75" dur="1" fill="hold">
                                          <p:stCondLst>
                                            <p:cond delay="1999"/>
                                          </p:stCondLst>
                                        </p:cTn>
                                        <p:tgtEl>
                                          <p:spTgt spid="404514"/>
                                        </p:tgtEl>
                                        <p:attrNameLst>
                                          <p:attrName>style.visibility</p:attrName>
                                        </p:attrNameLst>
                                      </p:cBhvr>
                                      <p:to>
                                        <p:strVal val="hidden"/>
                                      </p:to>
                                    </p:set>
                                  </p:childTnLst>
                                </p:cTn>
                              </p:par>
                              <p:par>
                                <p:cTn id="76" presetID="10" presetClass="exit" presetSubtype="0" fill="hold" nodeType="withEffect">
                                  <p:stCondLst>
                                    <p:cond delay="0"/>
                                  </p:stCondLst>
                                  <p:childTnLst>
                                    <p:animEffect transition="out" filter="fade">
                                      <p:cBhvr>
                                        <p:cTn id="77" dur="2000"/>
                                        <p:tgtEl>
                                          <p:spTgt spid="404513"/>
                                        </p:tgtEl>
                                      </p:cBhvr>
                                    </p:animEffect>
                                    <p:set>
                                      <p:cBhvr>
                                        <p:cTn id="78" dur="1" fill="hold">
                                          <p:stCondLst>
                                            <p:cond delay="1999"/>
                                          </p:stCondLst>
                                        </p:cTn>
                                        <p:tgtEl>
                                          <p:spTgt spid="404513"/>
                                        </p:tgtEl>
                                        <p:attrNameLst>
                                          <p:attrName>style.visibility</p:attrName>
                                        </p:attrNameLst>
                                      </p:cBhvr>
                                      <p:to>
                                        <p:strVal val="hidden"/>
                                      </p:to>
                                    </p:set>
                                  </p:childTnLst>
                                </p:cTn>
                              </p:par>
                              <p:par>
                                <p:cTn id="79" presetID="10" presetClass="exit" presetSubtype="0" fill="hold" nodeType="withEffect">
                                  <p:stCondLst>
                                    <p:cond delay="0"/>
                                  </p:stCondLst>
                                  <p:childTnLst>
                                    <p:animEffect transition="out" filter="fade">
                                      <p:cBhvr>
                                        <p:cTn id="80" dur="2000"/>
                                        <p:tgtEl>
                                          <p:spTgt spid="404523"/>
                                        </p:tgtEl>
                                      </p:cBhvr>
                                    </p:animEffect>
                                    <p:set>
                                      <p:cBhvr>
                                        <p:cTn id="81" dur="1" fill="hold">
                                          <p:stCondLst>
                                            <p:cond delay="1999"/>
                                          </p:stCondLst>
                                        </p:cTn>
                                        <p:tgtEl>
                                          <p:spTgt spid="404523"/>
                                        </p:tgtEl>
                                        <p:attrNameLst>
                                          <p:attrName>style.visibility</p:attrName>
                                        </p:attrNameLst>
                                      </p:cBhvr>
                                      <p:to>
                                        <p:strVal val="hidden"/>
                                      </p:to>
                                    </p:set>
                                  </p:childTnLst>
                                </p:cTn>
                              </p:par>
                              <p:par>
                                <p:cTn id="82" presetID="10" presetClass="exit" presetSubtype="0" fill="hold" nodeType="withEffect">
                                  <p:stCondLst>
                                    <p:cond delay="0"/>
                                  </p:stCondLst>
                                  <p:childTnLst>
                                    <p:animEffect transition="out" filter="fade">
                                      <p:cBhvr>
                                        <p:cTn id="83" dur="2000"/>
                                        <p:tgtEl>
                                          <p:spTgt spid="404519"/>
                                        </p:tgtEl>
                                      </p:cBhvr>
                                    </p:animEffect>
                                    <p:set>
                                      <p:cBhvr>
                                        <p:cTn id="84" dur="1" fill="hold">
                                          <p:stCondLst>
                                            <p:cond delay="1999"/>
                                          </p:stCondLst>
                                        </p:cTn>
                                        <p:tgtEl>
                                          <p:spTgt spid="404519"/>
                                        </p:tgtEl>
                                        <p:attrNameLst>
                                          <p:attrName>style.visibility</p:attrName>
                                        </p:attrNameLst>
                                      </p:cBhvr>
                                      <p:to>
                                        <p:strVal val="hidden"/>
                                      </p:to>
                                    </p:set>
                                  </p:childTnLst>
                                </p:cTn>
                              </p:par>
                              <p:par>
                                <p:cTn id="85" presetID="10" presetClass="exit" presetSubtype="0" fill="hold" nodeType="withEffect">
                                  <p:stCondLst>
                                    <p:cond delay="0"/>
                                  </p:stCondLst>
                                  <p:childTnLst>
                                    <p:animEffect transition="out" filter="fade">
                                      <p:cBhvr>
                                        <p:cTn id="86" dur="2000"/>
                                        <p:tgtEl>
                                          <p:spTgt spid="404515"/>
                                        </p:tgtEl>
                                      </p:cBhvr>
                                    </p:animEffect>
                                    <p:set>
                                      <p:cBhvr>
                                        <p:cTn id="87" dur="1" fill="hold">
                                          <p:stCondLst>
                                            <p:cond delay="1999"/>
                                          </p:stCondLst>
                                        </p:cTn>
                                        <p:tgtEl>
                                          <p:spTgt spid="404515"/>
                                        </p:tgtEl>
                                        <p:attrNameLst>
                                          <p:attrName>style.visibility</p:attrName>
                                        </p:attrNameLst>
                                      </p:cBhvr>
                                      <p:to>
                                        <p:strVal val="hidden"/>
                                      </p:to>
                                    </p:set>
                                  </p:childTnLst>
                                </p:cTn>
                              </p:par>
                            </p:childTnLst>
                          </p:cTn>
                        </p:par>
                        <p:par>
                          <p:cTn id="88" fill="hold" nodeType="afterGroup">
                            <p:stCondLst>
                              <p:cond delay="8500"/>
                            </p:stCondLst>
                            <p:childTnLst>
                              <p:par>
                                <p:cTn id="89" presetID="1" presetClass="entr" presetSubtype="0" fill="hold" grpId="1" nodeType="afterEffect">
                                  <p:stCondLst>
                                    <p:cond delay="0"/>
                                  </p:stCondLst>
                                  <p:childTnLst>
                                    <p:set>
                                      <p:cBhvr>
                                        <p:cTn id="90" dur="1" fill="hold">
                                          <p:stCondLst>
                                            <p:cond delay="0"/>
                                          </p:stCondLst>
                                        </p:cTn>
                                        <p:tgtEl>
                                          <p:spTgt spid="404529"/>
                                        </p:tgtEl>
                                        <p:attrNameLst>
                                          <p:attrName>style.visibility</p:attrName>
                                        </p:attrNameLst>
                                      </p:cBhvr>
                                      <p:to>
                                        <p:strVal val="visible"/>
                                      </p:to>
                                    </p:set>
                                  </p:childTnLst>
                                </p:cTn>
                              </p:par>
                            </p:childTnLst>
                          </p:cTn>
                        </p:par>
                        <p:par>
                          <p:cTn id="91" fill="hold" nodeType="afterGroup">
                            <p:stCondLst>
                              <p:cond delay="8500"/>
                            </p:stCondLst>
                            <p:childTnLst>
                              <p:par>
                                <p:cTn id="92" presetID="35" presetClass="emph" presetSubtype="0" repeatCount="3000" fill="hold" grpId="0" nodeType="afterEffect">
                                  <p:stCondLst>
                                    <p:cond delay="0"/>
                                  </p:stCondLst>
                                  <p:childTnLst>
                                    <p:anim calcmode="discrete" valueType="str">
                                      <p:cBhvr>
                                        <p:cTn id="93" dur="1000" fill="hold"/>
                                        <p:tgtEl>
                                          <p:spTgt spid="40452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4482" grpId="0" build="p"/>
      <p:bldP spid="404501" grpId="0"/>
      <p:bldP spid="404501" grpId="1"/>
      <p:bldP spid="404518" grpId="0" animBg="1"/>
      <p:bldP spid="404518" grpId="1" animBg="1"/>
      <p:bldP spid="404522" grpId="0" animBg="1"/>
      <p:bldP spid="404522" grpId="1" animBg="1"/>
      <p:bldP spid="404526" grpId="0" animBg="1"/>
      <p:bldP spid="404526" grpId="1" animBg="1"/>
      <p:bldP spid="404527" grpId="0" animBg="1"/>
      <p:bldP spid="404527" grpId="1" animBg="1"/>
      <p:bldP spid="404529" grpId="0" animBg="1"/>
      <p:bldP spid="404529" grpId="1"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Rectangle 2">
            <a:extLst>
              <a:ext uri="{FF2B5EF4-FFF2-40B4-BE49-F238E27FC236}">
                <a16:creationId xmlns:a16="http://schemas.microsoft.com/office/drawing/2014/main" id="{5DB153D2-BFF6-FB49-B6A8-687FE060340F}"/>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以太网的广播方式发送 </a:t>
            </a:r>
          </a:p>
        </p:txBody>
      </p:sp>
      <p:sp>
        <p:nvSpPr>
          <p:cNvPr id="405507" name="Rectangle 3">
            <a:extLst>
              <a:ext uri="{FF2B5EF4-FFF2-40B4-BE49-F238E27FC236}">
                <a16:creationId xmlns:a16="http://schemas.microsoft.com/office/drawing/2014/main" id="{9D815DF4-4E3A-3045-B312-98DF14CBB02F}"/>
              </a:ext>
            </a:extLst>
          </p:cNvPr>
          <p:cNvSpPr>
            <a:spLocks noGrp="1" noChangeArrowheads="1"/>
          </p:cNvSpPr>
          <p:nvPr>
            <p:ph type="body" idx="1"/>
          </p:nvPr>
        </p:nvSpPr>
        <p:spPr>
          <a:xfrm>
            <a:off x="228600" y="1165859"/>
            <a:ext cx="8709916" cy="3403759"/>
          </a:xfrm>
        </p:spPr>
        <p:txBody>
          <a:bodyPr/>
          <a:lstStyle/>
          <a:p>
            <a:pPr eaLnBrk="1" hangingPunct="1"/>
            <a:r>
              <a:rPr lang="zh-CN" altLang="en-US" sz="2100" dirty="0">
                <a:ea typeface="宋体" panose="02010600030101010101" pitchFamily="2" charset="-122"/>
              </a:rPr>
              <a:t>总线上的每一个工作的计算机都能检测到 </a:t>
            </a:r>
            <a:r>
              <a:rPr lang="en-US" altLang="zh-CN" sz="2100" dirty="0">
                <a:ea typeface="宋体" panose="02010600030101010101" pitchFamily="2" charset="-122"/>
              </a:rPr>
              <a:t>B </a:t>
            </a:r>
            <a:r>
              <a:rPr lang="zh-CN" altLang="en-US" sz="2100" dirty="0">
                <a:ea typeface="宋体" panose="02010600030101010101" pitchFamily="2" charset="-122"/>
              </a:rPr>
              <a:t>发送的数据信号。 </a:t>
            </a:r>
          </a:p>
          <a:p>
            <a:pPr eaLnBrk="1" hangingPunct="1"/>
            <a:r>
              <a:rPr lang="zh-CN" altLang="en-US" sz="2100" dirty="0">
                <a:ea typeface="宋体" panose="02010600030101010101" pitchFamily="2" charset="-122"/>
              </a:rPr>
              <a:t>由于只有计算机 </a:t>
            </a:r>
            <a:r>
              <a:rPr lang="en-US" altLang="zh-CN" sz="2100" dirty="0">
                <a:ea typeface="宋体" panose="02010600030101010101" pitchFamily="2" charset="-122"/>
              </a:rPr>
              <a:t>D </a:t>
            </a:r>
            <a:r>
              <a:rPr lang="zh-CN" altLang="en-US" sz="2100" dirty="0">
                <a:ea typeface="宋体" panose="02010600030101010101" pitchFamily="2" charset="-122"/>
              </a:rPr>
              <a:t>的地址与数据帧首部写入的地址一致，因此只有 </a:t>
            </a:r>
            <a:r>
              <a:rPr lang="en-US" altLang="zh-CN" sz="2100" dirty="0">
                <a:ea typeface="宋体" panose="02010600030101010101" pitchFamily="2" charset="-122"/>
              </a:rPr>
              <a:t>D </a:t>
            </a:r>
            <a:r>
              <a:rPr lang="zh-CN" altLang="en-US" sz="2100" dirty="0">
                <a:ea typeface="宋体" panose="02010600030101010101" pitchFamily="2" charset="-122"/>
              </a:rPr>
              <a:t>才接收这个数据帧。 </a:t>
            </a:r>
          </a:p>
          <a:p>
            <a:pPr eaLnBrk="1" hangingPunct="1"/>
            <a:r>
              <a:rPr lang="zh-CN" altLang="en-US" sz="2100" dirty="0">
                <a:ea typeface="宋体" panose="02010600030101010101" pitchFamily="2" charset="-122"/>
              </a:rPr>
              <a:t>其他所有的计算机（</a:t>
            </a:r>
            <a:r>
              <a:rPr lang="en-US" altLang="zh-CN" sz="2100" dirty="0">
                <a:ea typeface="宋体" panose="02010600030101010101" pitchFamily="2" charset="-122"/>
              </a:rPr>
              <a:t>A, C </a:t>
            </a:r>
            <a:r>
              <a:rPr lang="zh-CN" altLang="en-US" sz="2100" dirty="0">
                <a:ea typeface="宋体" panose="02010600030101010101" pitchFamily="2" charset="-122"/>
              </a:rPr>
              <a:t>和 </a:t>
            </a:r>
            <a:r>
              <a:rPr lang="en-US" altLang="zh-CN" sz="2100" dirty="0">
                <a:ea typeface="宋体" panose="02010600030101010101" pitchFamily="2" charset="-122"/>
              </a:rPr>
              <a:t>E</a:t>
            </a:r>
            <a:r>
              <a:rPr lang="zh-CN" altLang="en-US" sz="2100" dirty="0">
                <a:ea typeface="宋体" panose="02010600030101010101" pitchFamily="2" charset="-122"/>
              </a:rPr>
              <a:t>）都检测到不是发送给它们的数据帧，因此就丢弃这个数据帧而不能够收下来。</a:t>
            </a:r>
          </a:p>
          <a:p>
            <a:pPr eaLnBrk="1" hangingPunct="1"/>
            <a:r>
              <a:rPr lang="zh-CN" altLang="en-US" sz="2100" dirty="0">
                <a:ea typeface="宋体" panose="02010600030101010101" pitchFamily="2" charset="-122"/>
              </a:rPr>
              <a:t>具有广播特性的总线上实现了一对一的通信。  </a:t>
            </a:r>
          </a:p>
        </p:txBody>
      </p:sp>
      <p:sp>
        <p:nvSpPr>
          <p:cNvPr id="146435" name="幻灯片编号占位符 1">
            <a:extLst>
              <a:ext uri="{FF2B5EF4-FFF2-40B4-BE49-F238E27FC236}">
                <a16:creationId xmlns:a16="http://schemas.microsoft.com/office/drawing/2014/main" id="{BCBDBC20-6D23-4B43-A52C-C59377FDF58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9E86CD2-F60D-F84A-8B95-89501AC2456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8197787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550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550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550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5507"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Rectangle 2">
            <a:extLst>
              <a:ext uri="{FF2B5EF4-FFF2-40B4-BE49-F238E27FC236}">
                <a16:creationId xmlns:a16="http://schemas.microsoft.com/office/drawing/2014/main" id="{B9EAF854-5DD1-D54A-80CE-CA39248C086E}"/>
              </a:ext>
            </a:extLst>
          </p:cNvPr>
          <p:cNvSpPr>
            <a:spLocks noGrp="1" noChangeArrowheads="1"/>
          </p:cNvSpPr>
          <p:nvPr>
            <p:ph type="title"/>
          </p:nvPr>
        </p:nvSpPr>
        <p:spPr>
          <a:xfrm>
            <a:off x="133563" y="235030"/>
            <a:ext cx="8804953" cy="736997"/>
          </a:xfrm>
        </p:spPr>
        <p:txBody>
          <a:bodyPr/>
          <a:lstStyle/>
          <a:p>
            <a:pPr eaLnBrk="1" hangingPunct="1"/>
            <a:r>
              <a:rPr lang="zh-CN" altLang="en-US" dirty="0">
                <a:latin typeface="Times New Roman" panose="02020603050405020304" pitchFamily="18" charset="0"/>
                <a:ea typeface="宋体" panose="02010600030101010101" pitchFamily="2" charset="-122"/>
              </a:rPr>
              <a:t>为了通信的简便以太网采取了两种重要的措施 </a:t>
            </a:r>
          </a:p>
        </p:txBody>
      </p:sp>
      <p:sp>
        <p:nvSpPr>
          <p:cNvPr id="406531" name="Rectangle 3">
            <a:extLst>
              <a:ext uri="{FF2B5EF4-FFF2-40B4-BE49-F238E27FC236}">
                <a16:creationId xmlns:a16="http://schemas.microsoft.com/office/drawing/2014/main" id="{CE0E4013-138C-2B49-AB64-AF19F4A5520B}"/>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采用较为灵活的无连接的工作方式，即不必先建立连接就可以直接发送数据。 </a:t>
            </a:r>
          </a:p>
          <a:p>
            <a:pPr eaLnBrk="1" hangingPunct="1"/>
            <a:r>
              <a:rPr lang="zh-CN" altLang="en-US">
                <a:latin typeface="Times New Roman" panose="02020603050405020304" pitchFamily="18" charset="0"/>
                <a:ea typeface="宋体" panose="02010600030101010101" pitchFamily="2" charset="-122"/>
              </a:rPr>
              <a:t>以太网对发送的数据帧不进行编号，也不要求对方发回确认。</a:t>
            </a:r>
          </a:p>
          <a:p>
            <a:pPr lvl="1" eaLnBrk="1" hangingPunct="1"/>
            <a:r>
              <a:rPr lang="zh-CN" altLang="en-US">
                <a:solidFill>
                  <a:srgbClr val="333399"/>
                </a:solidFill>
                <a:latin typeface="Times New Roman" panose="02020603050405020304" pitchFamily="18" charset="0"/>
                <a:ea typeface="宋体" panose="02010600030101010101" pitchFamily="2" charset="-122"/>
              </a:rPr>
              <a:t>这样做的理由是局域网信道的质量很好，因信道质量产生差错的概率是很小的。</a:t>
            </a:r>
            <a:r>
              <a:rPr lang="zh-CN" altLang="en-US">
                <a:latin typeface="Times New Roman" panose="02020603050405020304" pitchFamily="18" charset="0"/>
                <a:ea typeface="宋体" panose="02010600030101010101" pitchFamily="2" charset="-122"/>
              </a:rPr>
              <a:t> </a:t>
            </a:r>
          </a:p>
        </p:txBody>
      </p:sp>
      <p:sp>
        <p:nvSpPr>
          <p:cNvPr id="148483" name="幻灯片编号占位符 1">
            <a:extLst>
              <a:ext uri="{FF2B5EF4-FFF2-40B4-BE49-F238E27FC236}">
                <a16:creationId xmlns:a16="http://schemas.microsoft.com/office/drawing/2014/main" id="{8B1CDADC-82B4-CA47-900F-7F97532E345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A249A69-9645-4946-A962-7BC722E5877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8380473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653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653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6531"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Rectangle 2">
            <a:extLst>
              <a:ext uri="{FF2B5EF4-FFF2-40B4-BE49-F238E27FC236}">
                <a16:creationId xmlns:a16="http://schemas.microsoft.com/office/drawing/2014/main" id="{2D812217-9626-7947-8687-A660ECFD4AF9}"/>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以太网提供的服务 </a:t>
            </a:r>
          </a:p>
        </p:txBody>
      </p:sp>
      <p:sp>
        <p:nvSpPr>
          <p:cNvPr id="407555" name="Rectangle 3">
            <a:extLst>
              <a:ext uri="{FF2B5EF4-FFF2-40B4-BE49-F238E27FC236}">
                <a16:creationId xmlns:a16="http://schemas.microsoft.com/office/drawing/2014/main" id="{EEEDCE42-4675-4342-A610-FB8F509C9A2F}"/>
              </a:ext>
            </a:extLst>
          </p:cNvPr>
          <p:cNvSpPr>
            <a:spLocks noGrp="1" noChangeArrowheads="1"/>
          </p:cNvSpPr>
          <p:nvPr>
            <p:ph type="body" idx="1"/>
          </p:nvPr>
        </p:nvSpPr>
        <p:spPr/>
        <p:txBody>
          <a:bodyPr/>
          <a:lstStyle/>
          <a:p>
            <a:pPr eaLnBrk="1" hangingPunct="1">
              <a:lnSpc>
                <a:spcPct val="90000"/>
              </a:lnSpc>
            </a:pPr>
            <a:r>
              <a:rPr lang="zh-CN" altLang="en-US">
                <a:latin typeface="Times New Roman" panose="02020603050405020304" pitchFamily="18" charset="0"/>
                <a:ea typeface="宋体" panose="02010600030101010101" pitchFamily="2" charset="-122"/>
              </a:rPr>
              <a:t>以太网提供的服务是不可靠的交付，即尽最大努力的交付。</a:t>
            </a:r>
          </a:p>
          <a:p>
            <a:pPr eaLnBrk="1" hangingPunct="1">
              <a:lnSpc>
                <a:spcPct val="90000"/>
              </a:lnSpc>
            </a:pPr>
            <a:r>
              <a:rPr lang="zh-CN" altLang="en-US">
                <a:latin typeface="Times New Roman" panose="02020603050405020304" pitchFamily="18" charset="0"/>
                <a:ea typeface="宋体" panose="02010600030101010101" pitchFamily="2" charset="-122"/>
              </a:rPr>
              <a:t>当目的站收到有差错的数据帧时就丢弃此帧，其他什么也不做。差错的纠正由高层来决定。</a:t>
            </a:r>
          </a:p>
          <a:p>
            <a:pPr eaLnBrk="1" hangingPunct="1">
              <a:lnSpc>
                <a:spcPct val="90000"/>
              </a:lnSpc>
            </a:pPr>
            <a:r>
              <a:rPr lang="zh-CN" altLang="en-US">
                <a:latin typeface="Times New Roman" panose="02020603050405020304" pitchFamily="18" charset="0"/>
                <a:ea typeface="宋体" panose="02010600030101010101" pitchFamily="2" charset="-122"/>
              </a:rPr>
              <a:t>如果高层发现丢失了一些数据而进行重传，但以太网并不知道这是一个重传的帧，而是当作一个新的数据帧来发送。  </a:t>
            </a:r>
          </a:p>
        </p:txBody>
      </p:sp>
      <p:sp>
        <p:nvSpPr>
          <p:cNvPr id="150531" name="幻灯片编号占位符 1">
            <a:extLst>
              <a:ext uri="{FF2B5EF4-FFF2-40B4-BE49-F238E27FC236}">
                <a16:creationId xmlns:a16="http://schemas.microsoft.com/office/drawing/2014/main" id="{659B2F67-2FF3-DE43-BA20-565CFAAFCDD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076620F-5932-FF4B-8F33-92B4498D80B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0497846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755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755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7555"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Rectangle 2">
            <a:extLst>
              <a:ext uri="{FF2B5EF4-FFF2-40B4-BE49-F238E27FC236}">
                <a16:creationId xmlns:a16="http://schemas.microsoft.com/office/drawing/2014/main" id="{67C3D654-2955-3041-9C9E-303013F77F1A}"/>
              </a:ext>
            </a:extLst>
          </p:cNvPr>
          <p:cNvSpPr>
            <a:spLocks noGrp="1" noChangeArrowheads="1"/>
          </p:cNvSpPr>
          <p:nvPr>
            <p:ph type="title"/>
          </p:nvPr>
        </p:nvSpPr>
        <p:spPr>
          <a:xfrm>
            <a:off x="192177" y="245269"/>
            <a:ext cx="8913722" cy="736997"/>
          </a:xfrm>
        </p:spPr>
        <p:txBody>
          <a:bodyPr/>
          <a:lstStyle/>
          <a:p>
            <a:pPr eaLnBrk="1" hangingPunct="1"/>
            <a:r>
              <a:rPr lang="zh-CN" altLang="en-US" sz="3000" dirty="0">
                <a:ea typeface="宋体" panose="02010600030101010101" pitchFamily="2" charset="-122"/>
              </a:rPr>
              <a:t>以太网发送的数据都使用曼彻斯特</a:t>
            </a:r>
            <a:r>
              <a:rPr lang="en-US" altLang="zh-CN" sz="3000" dirty="0">
                <a:ea typeface="宋体" panose="02010600030101010101" pitchFamily="2" charset="-122"/>
              </a:rPr>
              <a:t>(Manchester)</a:t>
            </a:r>
            <a:r>
              <a:rPr lang="zh-CN" altLang="en-US" sz="3000" dirty="0">
                <a:ea typeface="宋体" panose="02010600030101010101" pitchFamily="2" charset="-122"/>
              </a:rPr>
              <a:t>编码 </a:t>
            </a:r>
          </a:p>
        </p:txBody>
      </p:sp>
      <p:sp>
        <p:nvSpPr>
          <p:cNvPr id="152578" name="Rectangle 55">
            <a:extLst>
              <a:ext uri="{FF2B5EF4-FFF2-40B4-BE49-F238E27FC236}">
                <a16:creationId xmlns:a16="http://schemas.microsoft.com/office/drawing/2014/main" id="{27883C2B-A8D8-8648-83A4-157FE4EF7A67}"/>
              </a:ext>
            </a:extLst>
          </p:cNvPr>
          <p:cNvSpPr>
            <a:spLocks noChangeArrowheads="1"/>
          </p:cNvSpPr>
          <p:nvPr/>
        </p:nvSpPr>
        <p:spPr bwMode="auto">
          <a:xfrm>
            <a:off x="1621632" y="1844279"/>
            <a:ext cx="90649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solidFill>
                  <a:schemeClr val="tx1"/>
                </a:solidFill>
                <a:latin typeface="微软雅黑" panose="020B0503020204020204" pitchFamily="34" charset="-122"/>
                <a:ea typeface="宋体" panose="02010600030101010101" pitchFamily="2" charset="-122"/>
              </a:rPr>
              <a:t>曼彻斯特</a:t>
            </a:r>
          </a:p>
        </p:txBody>
      </p:sp>
      <p:grpSp>
        <p:nvGrpSpPr>
          <p:cNvPr id="152579" name="Group 56">
            <a:extLst>
              <a:ext uri="{FF2B5EF4-FFF2-40B4-BE49-F238E27FC236}">
                <a16:creationId xmlns:a16="http://schemas.microsoft.com/office/drawing/2014/main" id="{B8976A94-B7A3-8E4B-B34E-3259525B97B5}"/>
              </a:ext>
            </a:extLst>
          </p:cNvPr>
          <p:cNvGrpSpPr>
            <a:grpSpLocks/>
          </p:cNvGrpSpPr>
          <p:nvPr/>
        </p:nvGrpSpPr>
        <p:grpSpPr bwMode="auto">
          <a:xfrm>
            <a:off x="2566988" y="1329929"/>
            <a:ext cx="4783931" cy="1257300"/>
            <a:chOff x="988" y="0"/>
            <a:chExt cx="4018" cy="1728"/>
          </a:xfrm>
        </p:grpSpPr>
        <p:sp>
          <p:nvSpPr>
            <p:cNvPr id="152610" name="Rectangle 57">
              <a:extLst>
                <a:ext uri="{FF2B5EF4-FFF2-40B4-BE49-F238E27FC236}">
                  <a16:creationId xmlns:a16="http://schemas.microsoft.com/office/drawing/2014/main" id="{63174DDF-88F1-AB4D-ACE3-20E8405F4CA5}"/>
                </a:ext>
              </a:extLst>
            </p:cNvPr>
            <p:cNvSpPr>
              <a:spLocks noChangeArrowheads="1"/>
            </p:cNvSpPr>
            <p:nvPr/>
          </p:nvSpPr>
          <p:spPr bwMode="auto">
            <a:xfrm>
              <a:off x="4557" y="3"/>
              <a:ext cx="449" cy="172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52611" name="Rectangle 58">
              <a:extLst>
                <a:ext uri="{FF2B5EF4-FFF2-40B4-BE49-F238E27FC236}">
                  <a16:creationId xmlns:a16="http://schemas.microsoft.com/office/drawing/2014/main" id="{6DF043E7-B2AF-B744-8EAF-20481AF3D81F}"/>
                </a:ext>
              </a:extLst>
            </p:cNvPr>
            <p:cNvSpPr>
              <a:spLocks noChangeArrowheads="1"/>
            </p:cNvSpPr>
            <p:nvPr/>
          </p:nvSpPr>
          <p:spPr bwMode="auto">
            <a:xfrm>
              <a:off x="1872" y="3"/>
              <a:ext cx="439" cy="172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52612" name="Rectangle 59">
              <a:extLst>
                <a:ext uri="{FF2B5EF4-FFF2-40B4-BE49-F238E27FC236}">
                  <a16:creationId xmlns:a16="http://schemas.microsoft.com/office/drawing/2014/main" id="{1113F05B-BE5C-2940-9A4D-2598F0A3E824}"/>
                </a:ext>
              </a:extLst>
            </p:cNvPr>
            <p:cNvSpPr>
              <a:spLocks noChangeArrowheads="1"/>
            </p:cNvSpPr>
            <p:nvPr/>
          </p:nvSpPr>
          <p:spPr bwMode="auto">
            <a:xfrm>
              <a:off x="2776" y="0"/>
              <a:ext cx="435" cy="1728"/>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52613" name="Rectangle 60">
              <a:extLst>
                <a:ext uri="{FF2B5EF4-FFF2-40B4-BE49-F238E27FC236}">
                  <a16:creationId xmlns:a16="http://schemas.microsoft.com/office/drawing/2014/main" id="{72A9054E-40D9-6B4C-BDFA-76C21CA5A635}"/>
                </a:ext>
              </a:extLst>
            </p:cNvPr>
            <p:cNvSpPr>
              <a:spLocks noChangeArrowheads="1"/>
            </p:cNvSpPr>
            <p:nvPr/>
          </p:nvSpPr>
          <p:spPr bwMode="auto">
            <a:xfrm>
              <a:off x="3673" y="0"/>
              <a:ext cx="434" cy="1728"/>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52614" name="Rectangle 61">
              <a:extLst>
                <a:ext uri="{FF2B5EF4-FFF2-40B4-BE49-F238E27FC236}">
                  <a16:creationId xmlns:a16="http://schemas.microsoft.com/office/drawing/2014/main" id="{DDB7076E-3859-5941-935E-B28B480F6385}"/>
                </a:ext>
              </a:extLst>
            </p:cNvPr>
            <p:cNvSpPr>
              <a:spLocks noChangeArrowheads="1"/>
            </p:cNvSpPr>
            <p:nvPr/>
          </p:nvSpPr>
          <p:spPr bwMode="auto">
            <a:xfrm>
              <a:off x="988" y="0"/>
              <a:ext cx="450" cy="1728"/>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sp>
        <p:nvSpPr>
          <p:cNvPr id="152580" name="Rectangle 62">
            <a:extLst>
              <a:ext uri="{FF2B5EF4-FFF2-40B4-BE49-F238E27FC236}">
                <a16:creationId xmlns:a16="http://schemas.microsoft.com/office/drawing/2014/main" id="{FB9DBA3E-EEA7-104A-BFB2-D180FB1E99E6}"/>
              </a:ext>
            </a:extLst>
          </p:cNvPr>
          <p:cNvSpPr>
            <a:spLocks noChangeArrowheads="1"/>
          </p:cNvSpPr>
          <p:nvPr/>
        </p:nvSpPr>
        <p:spPr bwMode="auto">
          <a:xfrm>
            <a:off x="2701529" y="1416844"/>
            <a:ext cx="228429"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solidFill>
                  <a:schemeClr val="tx1"/>
                </a:solidFill>
                <a:latin typeface="Arial Rounded MT Bold" panose="020F0704030504030204" pitchFamily="34" charset="0"/>
                <a:ea typeface="宋体" panose="02010600030101010101" pitchFamily="2" charset="-122"/>
              </a:rPr>
              <a:t>1</a:t>
            </a:r>
          </a:p>
        </p:txBody>
      </p:sp>
      <p:sp>
        <p:nvSpPr>
          <p:cNvPr id="152581" name="Rectangle 63">
            <a:extLst>
              <a:ext uri="{FF2B5EF4-FFF2-40B4-BE49-F238E27FC236}">
                <a16:creationId xmlns:a16="http://schemas.microsoft.com/office/drawing/2014/main" id="{79612C07-CAA4-D745-8A71-8345F4AD5F4E}"/>
              </a:ext>
            </a:extLst>
          </p:cNvPr>
          <p:cNvSpPr>
            <a:spLocks noChangeArrowheads="1"/>
          </p:cNvSpPr>
          <p:nvPr/>
        </p:nvSpPr>
        <p:spPr bwMode="auto">
          <a:xfrm>
            <a:off x="7473554" y="1416844"/>
            <a:ext cx="228429"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solidFill>
                  <a:schemeClr val="tx1"/>
                </a:solidFill>
                <a:latin typeface="Arial Rounded MT Bold" panose="020F0704030504030204" pitchFamily="34" charset="0"/>
                <a:ea typeface="宋体" panose="02010600030101010101" pitchFamily="2" charset="-122"/>
              </a:rPr>
              <a:t>1</a:t>
            </a:r>
          </a:p>
        </p:txBody>
      </p:sp>
      <p:sp>
        <p:nvSpPr>
          <p:cNvPr id="152582" name="Rectangle 64">
            <a:extLst>
              <a:ext uri="{FF2B5EF4-FFF2-40B4-BE49-F238E27FC236}">
                <a16:creationId xmlns:a16="http://schemas.microsoft.com/office/drawing/2014/main" id="{B8165C49-01BD-974C-845E-DDCF027B948D}"/>
              </a:ext>
            </a:extLst>
          </p:cNvPr>
          <p:cNvSpPr>
            <a:spLocks noChangeArrowheads="1"/>
          </p:cNvSpPr>
          <p:nvPr/>
        </p:nvSpPr>
        <p:spPr bwMode="auto">
          <a:xfrm>
            <a:off x="4836319" y="1416844"/>
            <a:ext cx="228429"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solidFill>
                  <a:schemeClr val="tx1"/>
                </a:solidFill>
                <a:latin typeface="Arial Rounded MT Bold" panose="020F0704030504030204" pitchFamily="34" charset="0"/>
                <a:ea typeface="宋体" panose="02010600030101010101" pitchFamily="2" charset="-122"/>
              </a:rPr>
              <a:t>1</a:t>
            </a:r>
          </a:p>
        </p:txBody>
      </p:sp>
      <p:sp>
        <p:nvSpPr>
          <p:cNvPr id="152583" name="Rectangle 65">
            <a:extLst>
              <a:ext uri="{FF2B5EF4-FFF2-40B4-BE49-F238E27FC236}">
                <a16:creationId xmlns:a16="http://schemas.microsoft.com/office/drawing/2014/main" id="{77231D25-26F7-1240-9690-F1375853B538}"/>
              </a:ext>
            </a:extLst>
          </p:cNvPr>
          <p:cNvSpPr>
            <a:spLocks noChangeArrowheads="1"/>
          </p:cNvSpPr>
          <p:nvPr/>
        </p:nvSpPr>
        <p:spPr bwMode="auto">
          <a:xfrm>
            <a:off x="6941344" y="1416844"/>
            <a:ext cx="223838"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solidFill>
                  <a:schemeClr val="tx1"/>
                </a:solidFill>
                <a:latin typeface="Arial Rounded MT Bold" panose="020F0704030504030204" pitchFamily="34" charset="0"/>
                <a:ea typeface="宋体" panose="02010600030101010101" pitchFamily="2" charset="-122"/>
              </a:rPr>
              <a:t>1</a:t>
            </a:r>
          </a:p>
        </p:txBody>
      </p:sp>
      <p:sp>
        <p:nvSpPr>
          <p:cNvPr id="152584" name="Rectangle 66">
            <a:extLst>
              <a:ext uri="{FF2B5EF4-FFF2-40B4-BE49-F238E27FC236}">
                <a16:creationId xmlns:a16="http://schemas.microsoft.com/office/drawing/2014/main" id="{8505385E-17E7-7D42-A375-F3C42841C0E3}"/>
              </a:ext>
            </a:extLst>
          </p:cNvPr>
          <p:cNvSpPr>
            <a:spLocks noChangeArrowheads="1"/>
          </p:cNvSpPr>
          <p:nvPr/>
        </p:nvSpPr>
        <p:spPr bwMode="auto">
          <a:xfrm>
            <a:off x="6413898" y="1416844"/>
            <a:ext cx="228429"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solidFill>
                  <a:schemeClr val="tx1"/>
                </a:solidFill>
                <a:latin typeface="Arial Rounded MT Bold" panose="020F0704030504030204" pitchFamily="34" charset="0"/>
                <a:ea typeface="宋体" panose="02010600030101010101" pitchFamily="2" charset="-122"/>
              </a:rPr>
              <a:t>1</a:t>
            </a:r>
          </a:p>
        </p:txBody>
      </p:sp>
      <p:sp>
        <p:nvSpPr>
          <p:cNvPr id="152585" name="Rectangle 67">
            <a:extLst>
              <a:ext uri="{FF2B5EF4-FFF2-40B4-BE49-F238E27FC236}">
                <a16:creationId xmlns:a16="http://schemas.microsoft.com/office/drawing/2014/main" id="{B22047BD-20C3-4D4C-956E-B7B9AA4C42F9}"/>
              </a:ext>
            </a:extLst>
          </p:cNvPr>
          <p:cNvSpPr>
            <a:spLocks noChangeArrowheads="1"/>
          </p:cNvSpPr>
          <p:nvPr/>
        </p:nvSpPr>
        <p:spPr bwMode="auto">
          <a:xfrm>
            <a:off x="3244454" y="1416844"/>
            <a:ext cx="228429"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solidFill>
                  <a:schemeClr val="tx1"/>
                </a:solidFill>
                <a:latin typeface="Arial Rounded MT Bold" panose="020F0704030504030204" pitchFamily="34" charset="0"/>
                <a:ea typeface="宋体" panose="02010600030101010101" pitchFamily="2" charset="-122"/>
              </a:rPr>
              <a:t>0</a:t>
            </a:r>
          </a:p>
        </p:txBody>
      </p:sp>
      <p:sp>
        <p:nvSpPr>
          <p:cNvPr id="152586" name="Rectangle 68">
            <a:extLst>
              <a:ext uri="{FF2B5EF4-FFF2-40B4-BE49-F238E27FC236}">
                <a16:creationId xmlns:a16="http://schemas.microsoft.com/office/drawing/2014/main" id="{0B5675AB-6938-A647-BC90-26DFFDD39661}"/>
              </a:ext>
            </a:extLst>
          </p:cNvPr>
          <p:cNvSpPr>
            <a:spLocks noChangeArrowheads="1"/>
          </p:cNvSpPr>
          <p:nvPr/>
        </p:nvSpPr>
        <p:spPr bwMode="auto">
          <a:xfrm>
            <a:off x="3788569" y="1416844"/>
            <a:ext cx="228429"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solidFill>
                  <a:schemeClr val="tx1"/>
                </a:solidFill>
                <a:latin typeface="Arial Rounded MT Bold" panose="020F0704030504030204" pitchFamily="34" charset="0"/>
                <a:ea typeface="宋体" panose="02010600030101010101" pitchFamily="2" charset="-122"/>
              </a:rPr>
              <a:t>0</a:t>
            </a:r>
          </a:p>
        </p:txBody>
      </p:sp>
      <p:sp>
        <p:nvSpPr>
          <p:cNvPr id="152587" name="Rectangle 69">
            <a:extLst>
              <a:ext uri="{FF2B5EF4-FFF2-40B4-BE49-F238E27FC236}">
                <a16:creationId xmlns:a16="http://schemas.microsoft.com/office/drawing/2014/main" id="{A483B49A-DD77-434B-805B-A3A710EB9B5F}"/>
              </a:ext>
            </a:extLst>
          </p:cNvPr>
          <p:cNvSpPr>
            <a:spLocks noChangeArrowheads="1"/>
          </p:cNvSpPr>
          <p:nvPr/>
        </p:nvSpPr>
        <p:spPr bwMode="auto">
          <a:xfrm>
            <a:off x="4307682" y="1416844"/>
            <a:ext cx="228429"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solidFill>
                  <a:schemeClr val="tx1"/>
                </a:solidFill>
                <a:latin typeface="Arial Rounded MT Bold" panose="020F0704030504030204" pitchFamily="34" charset="0"/>
                <a:ea typeface="宋体" panose="02010600030101010101" pitchFamily="2" charset="-122"/>
              </a:rPr>
              <a:t>0</a:t>
            </a:r>
          </a:p>
        </p:txBody>
      </p:sp>
      <p:sp>
        <p:nvSpPr>
          <p:cNvPr id="152588" name="Rectangle 70">
            <a:extLst>
              <a:ext uri="{FF2B5EF4-FFF2-40B4-BE49-F238E27FC236}">
                <a16:creationId xmlns:a16="http://schemas.microsoft.com/office/drawing/2014/main" id="{F77EA056-282C-0C40-82A7-9688867885CD}"/>
              </a:ext>
            </a:extLst>
          </p:cNvPr>
          <p:cNvSpPr>
            <a:spLocks noChangeArrowheads="1"/>
          </p:cNvSpPr>
          <p:nvPr/>
        </p:nvSpPr>
        <p:spPr bwMode="auto">
          <a:xfrm>
            <a:off x="5367338" y="1416844"/>
            <a:ext cx="228429"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solidFill>
                  <a:schemeClr val="tx1"/>
                </a:solidFill>
                <a:latin typeface="Arial Rounded MT Bold" panose="020F0704030504030204" pitchFamily="34" charset="0"/>
                <a:ea typeface="宋体" panose="02010600030101010101" pitchFamily="2" charset="-122"/>
              </a:rPr>
              <a:t>0</a:t>
            </a:r>
          </a:p>
        </p:txBody>
      </p:sp>
      <p:sp>
        <p:nvSpPr>
          <p:cNvPr id="152589" name="Rectangle 71">
            <a:extLst>
              <a:ext uri="{FF2B5EF4-FFF2-40B4-BE49-F238E27FC236}">
                <a16:creationId xmlns:a16="http://schemas.microsoft.com/office/drawing/2014/main" id="{A3DD08CF-4A82-4B4F-B3E5-78BA090B654E}"/>
              </a:ext>
            </a:extLst>
          </p:cNvPr>
          <p:cNvSpPr>
            <a:spLocks noChangeArrowheads="1"/>
          </p:cNvSpPr>
          <p:nvPr/>
        </p:nvSpPr>
        <p:spPr bwMode="auto">
          <a:xfrm>
            <a:off x="5885260" y="1416844"/>
            <a:ext cx="228429"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solidFill>
                  <a:schemeClr val="tx1"/>
                </a:solidFill>
                <a:latin typeface="Arial Rounded MT Bold" panose="020F0704030504030204" pitchFamily="34" charset="0"/>
                <a:ea typeface="宋体" panose="02010600030101010101" pitchFamily="2" charset="-122"/>
              </a:rPr>
              <a:t>0</a:t>
            </a:r>
          </a:p>
        </p:txBody>
      </p:sp>
      <p:sp>
        <p:nvSpPr>
          <p:cNvPr id="152590" name="Freeform 72">
            <a:extLst>
              <a:ext uri="{FF2B5EF4-FFF2-40B4-BE49-F238E27FC236}">
                <a16:creationId xmlns:a16="http://schemas.microsoft.com/office/drawing/2014/main" id="{267F971B-AD16-814F-BA23-565BAE7A68BE}"/>
              </a:ext>
            </a:extLst>
          </p:cNvPr>
          <p:cNvSpPr>
            <a:spLocks/>
          </p:cNvSpPr>
          <p:nvPr/>
        </p:nvSpPr>
        <p:spPr bwMode="auto">
          <a:xfrm>
            <a:off x="2547938" y="1844279"/>
            <a:ext cx="5239941" cy="285750"/>
          </a:xfrm>
          <a:custGeom>
            <a:avLst/>
            <a:gdLst>
              <a:gd name="T0" fmla="*/ 0 w 4401"/>
              <a:gd name="T1" fmla="*/ 0 h 245"/>
              <a:gd name="T2" fmla="*/ 2147483646 w 4401"/>
              <a:gd name="T3" fmla="*/ 0 h 245"/>
              <a:gd name="T4" fmla="*/ 2147483646 w 4401"/>
              <a:gd name="T5" fmla="*/ 2147483646 h 245"/>
              <a:gd name="T6" fmla="*/ 2147483646 w 4401"/>
              <a:gd name="T7" fmla="*/ 2147483646 h 245"/>
              <a:gd name="T8" fmla="*/ 2147483646 w 4401"/>
              <a:gd name="T9" fmla="*/ 0 h 245"/>
              <a:gd name="T10" fmla="*/ 2147483646 w 4401"/>
              <a:gd name="T11" fmla="*/ 0 h 245"/>
              <a:gd name="T12" fmla="*/ 2147483646 w 4401"/>
              <a:gd name="T13" fmla="*/ 2147483646 h 245"/>
              <a:gd name="T14" fmla="*/ 2147483646 w 4401"/>
              <a:gd name="T15" fmla="*/ 2147483646 h 245"/>
              <a:gd name="T16" fmla="*/ 2147483646 w 4401"/>
              <a:gd name="T17" fmla="*/ 0 h 245"/>
              <a:gd name="T18" fmla="*/ 2147483646 w 4401"/>
              <a:gd name="T19" fmla="*/ 0 h 245"/>
              <a:gd name="T20" fmla="*/ 2147483646 w 4401"/>
              <a:gd name="T21" fmla="*/ 2147483646 h 245"/>
              <a:gd name="T22" fmla="*/ 2147483646 w 4401"/>
              <a:gd name="T23" fmla="*/ 2147483646 h 245"/>
              <a:gd name="T24" fmla="*/ 2147483646 w 4401"/>
              <a:gd name="T25" fmla="*/ 0 h 245"/>
              <a:gd name="T26" fmla="*/ 2147483646 w 4401"/>
              <a:gd name="T27" fmla="*/ 0 h 245"/>
              <a:gd name="T28" fmla="*/ 2147483646 w 4401"/>
              <a:gd name="T29" fmla="*/ 2147483646 h 245"/>
              <a:gd name="T30" fmla="*/ 2147483646 w 4401"/>
              <a:gd name="T31" fmla="*/ 2147483646 h 245"/>
              <a:gd name="T32" fmla="*/ 2147483646 w 4401"/>
              <a:gd name="T33" fmla="*/ 2147483646 h 245"/>
              <a:gd name="T34" fmla="*/ 2147483646 w 4401"/>
              <a:gd name="T35" fmla="*/ 0 h 245"/>
              <a:gd name="T36" fmla="*/ 2147483646 w 4401"/>
              <a:gd name="T37" fmla="*/ 2147483646 h 245"/>
              <a:gd name="T38" fmla="*/ 2147483646 w 4401"/>
              <a:gd name="T39" fmla="*/ 2147483646 h 245"/>
              <a:gd name="T40" fmla="*/ 2147483646 w 4401"/>
              <a:gd name="T41" fmla="*/ 0 h 245"/>
              <a:gd name="T42" fmla="*/ 2147483646 w 4401"/>
              <a:gd name="T43" fmla="*/ 0 h 245"/>
              <a:gd name="T44" fmla="*/ 2147483646 w 4401"/>
              <a:gd name="T45" fmla="*/ 2147483646 h 245"/>
              <a:gd name="T46" fmla="*/ 2147483646 w 4401"/>
              <a:gd name="T47" fmla="*/ 2147483646 h 245"/>
              <a:gd name="T48" fmla="*/ 2147483646 w 4401"/>
              <a:gd name="T49" fmla="*/ 0 h 245"/>
              <a:gd name="T50" fmla="*/ 2147483646 w 4401"/>
              <a:gd name="T51" fmla="*/ 0 h 245"/>
              <a:gd name="T52" fmla="*/ 2147483646 w 4401"/>
              <a:gd name="T53" fmla="*/ 2147483646 h 245"/>
              <a:gd name="T54" fmla="*/ 2147483646 w 4401"/>
              <a:gd name="T55" fmla="*/ 2147483646 h 245"/>
              <a:gd name="T56" fmla="*/ 2147483646 w 4401"/>
              <a:gd name="T57" fmla="*/ 0 h 245"/>
              <a:gd name="T58" fmla="*/ 2147483646 w 4401"/>
              <a:gd name="T59" fmla="*/ 0 h 245"/>
              <a:gd name="T60" fmla="*/ 2147483646 w 4401"/>
              <a:gd name="T61" fmla="*/ 2147483646 h 245"/>
              <a:gd name="T62" fmla="*/ 2147483646 w 4401"/>
              <a:gd name="T63" fmla="*/ 2147483646 h 24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4401" h="245">
                <a:moveTo>
                  <a:pt x="0" y="0"/>
                </a:moveTo>
                <a:lnTo>
                  <a:pt x="222" y="0"/>
                </a:lnTo>
                <a:lnTo>
                  <a:pt x="222" y="245"/>
                </a:lnTo>
                <a:lnTo>
                  <a:pt x="676" y="245"/>
                </a:lnTo>
                <a:lnTo>
                  <a:pt x="676" y="0"/>
                </a:lnTo>
                <a:lnTo>
                  <a:pt x="898" y="0"/>
                </a:lnTo>
                <a:lnTo>
                  <a:pt x="898" y="245"/>
                </a:lnTo>
                <a:lnTo>
                  <a:pt x="1129" y="245"/>
                </a:lnTo>
                <a:lnTo>
                  <a:pt x="1129" y="0"/>
                </a:lnTo>
                <a:lnTo>
                  <a:pt x="1351" y="0"/>
                </a:lnTo>
                <a:lnTo>
                  <a:pt x="1351" y="245"/>
                </a:lnTo>
                <a:lnTo>
                  <a:pt x="1573" y="245"/>
                </a:lnTo>
                <a:lnTo>
                  <a:pt x="1573" y="0"/>
                </a:lnTo>
                <a:lnTo>
                  <a:pt x="2027" y="0"/>
                </a:lnTo>
                <a:lnTo>
                  <a:pt x="2027" y="245"/>
                </a:lnTo>
                <a:lnTo>
                  <a:pt x="2471" y="245"/>
                </a:lnTo>
                <a:lnTo>
                  <a:pt x="2471" y="3"/>
                </a:lnTo>
                <a:lnTo>
                  <a:pt x="2693" y="0"/>
                </a:lnTo>
                <a:lnTo>
                  <a:pt x="2693" y="245"/>
                </a:lnTo>
                <a:lnTo>
                  <a:pt x="2915" y="245"/>
                </a:lnTo>
                <a:lnTo>
                  <a:pt x="2915" y="0"/>
                </a:lnTo>
                <a:lnTo>
                  <a:pt x="3368" y="0"/>
                </a:lnTo>
                <a:lnTo>
                  <a:pt x="3368" y="245"/>
                </a:lnTo>
                <a:lnTo>
                  <a:pt x="3590" y="245"/>
                </a:lnTo>
                <a:lnTo>
                  <a:pt x="3590" y="0"/>
                </a:lnTo>
                <a:lnTo>
                  <a:pt x="3812" y="0"/>
                </a:lnTo>
                <a:lnTo>
                  <a:pt x="3812" y="245"/>
                </a:lnTo>
                <a:lnTo>
                  <a:pt x="4034" y="245"/>
                </a:lnTo>
                <a:lnTo>
                  <a:pt x="4034" y="0"/>
                </a:lnTo>
                <a:lnTo>
                  <a:pt x="4256" y="0"/>
                </a:lnTo>
                <a:lnTo>
                  <a:pt x="4256" y="245"/>
                </a:lnTo>
                <a:lnTo>
                  <a:pt x="4401" y="245"/>
                </a:lnTo>
              </a:path>
            </a:pathLst>
          </a:custGeom>
          <a:noFill/>
          <a:ln w="9525" cap="rnd"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52591" name="Group 73">
            <a:extLst>
              <a:ext uri="{FF2B5EF4-FFF2-40B4-BE49-F238E27FC236}">
                <a16:creationId xmlns:a16="http://schemas.microsoft.com/office/drawing/2014/main" id="{49856FB3-9523-744D-8522-29BAC99E0517}"/>
              </a:ext>
            </a:extLst>
          </p:cNvPr>
          <p:cNvGrpSpPr>
            <a:grpSpLocks/>
          </p:cNvGrpSpPr>
          <p:nvPr/>
        </p:nvGrpSpPr>
        <p:grpSpPr bwMode="auto">
          <a:xfrm>
            <a:off x="2562225" y="1329929"/>
            <a:ext cx="4788694" cy="1257300"/>
            <a:chOff x="984" y="0"/>
            <a:chExt cx="4022" cy="1728"/>
          </a:xfrm>
        </p:grpSpPr>
        <p:sp>
          <p:nvSpPr>
            <p:cNvPr id="152600" name="Line 74">
              <a:extLst>
                <a:ext uri="{FF2B5EF4-FFF2-40B4-BE49-F238E27FC236}">
                  <a16:creationId xmlns:a16="http://schemas.microsoft.com/office/drawing/2014/main" id="{F2A7A36C-D75E-4D46-B8D4-72C63195BABD}"/>
                </a:ext>
              </a:extLst>
            </p:cNvPr>
            <p:cNvSpPr>
              <a:spLocks noChangeShapeType="1"/>
            </p:cNvSpPr>
            <p:nvPr/>
          </p:nvSpPr>
          <p:spPr bwMode="auto">
            <a:xfrm flipH="1" flipV="1">
              <a:off x="984" y="25"/>
              <a:ext cx="2" cy="170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2601" name="Line 75">
              <a:extLst>
                <a:ext uri="{FF2B5EF4-FFF2-40B4-BE49-F238E27FC236}">
                  <a16:creationId xmlns:a16="http://schemas.microsoft.com/office/drawing/2014/main" id="{C3BB0566-3B1F-BA41-B95C-B0BA4DCCA27E}"/>
                </a:ext>
              </a:extLst>
            </p:cNvPr>
            <p:cNvSpPr>
              <a:spLocks noChangeShapeType="1"/>
            </p:cNvSpPr>
            <p:nvPr/>
          </p:nvSpPr>
          <p:spPr bwMode="auto">
            <a:xfrm flipV="1">
              <a:off x="1427" y="16"/>
              <a:ext cx="0" cy="171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2602" name="Line 76">
              <a:extLst>
                <a:ext uri="{FF2B5EF4-FFF2-40B4-BE49-F238E27FC236}">
                  <a16:creationId xmlns:a16="http://schemas.microsoft.com/office/drawing/2014/main" id="{BB14784C-4720-C742-AB55-F74BDF2B79B9}"/>
                </a:ext>
              </a:extLst>
            </p:cNvPr>
            <p:cNvSpPr>
              <a:spLocks noChangeShapeType="1"/>
            </p:cNvSpPr>
            <p:nvPr/>
          </p:nvSpPr>
          <p:spPr bwMode="auto">
            <a:xfrm flipV="1">
              <a:off x="1869" y="25"/>
              <a:ext cx="0" cy="170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2603" name="Line 77">
              <a:extLst>
                <a:ext uri="{FF2B5EF4-FFF2-40B4-BE49-F238E27FC236}">
                  <a16:creationId xmlns:a16="http://schemas.microsoft.com/office/drawing/2014/main" id="{093F90B3-EBE5-2248-BDF7-D2CB65532E3C}"/>
                </a:ext>
              </a:extLst>
            </p:cNvPr>
            <p:cNvSpPr>
              <a:spLocks noChangeShapeType="1"/>
            </p:cNvSpPr>
            <p:nvPr/>
          </p:nvSpPr>
          <p:spPr bwMode="auto">
            <a:xfrm flipH="1" flipV="1">
              <a:off x="2316" y="0"/>
              <a:ext cx="0" cy="172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2604" name="Line 78">
              <a:extLst>
                <a:ext uri="{FF2B5EF4-FFF2-40B4-BE49-F238E27FC236}">
                  <a16:creationId xmlns:a16="http://schemas.microsoft.com/office/drawing/2014/main" id="{13864BE1-9967-DF44-95A4-4FB079A556B8}"/>
                </a:ext>
              </a:extLst>
            </p:cNvPr>
            <p:cNvSpPr>
              <a:spLocks noChangeShapeType="1"/>
            </p:cNvSpPr>
            <p:nvPr/>
          </p:nvSpPr>
          <p:spPr bwMode="auto">
            <a:xfrm flipV="1">
              <a:off x="2767" y="25"/>
              <a:ext cx="0" cy="170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2605" name="Line 79">
              <a:extLst>
                <a:ext uri="{FF2B5EF4-FFF2-40B4-BE49-F238E27FC236}">
                  <a16:creationId xmlns:a16="http://schemas.microsoft.com/office/drawing/2014/main" id="{9D50C886-E710-944B-A44E-9B317472B4F6}"/>
                </a:ext>
              </a:extLst>
            </p:cNvPr>
            <p:cNvSpPr>
              <a:spLocks noChangeShapeType="1"/>
            </p:cNvSpPr>
            <p:nvPr/>
          </p:nvSpPr>
          <p:spPr bwMode="auto">
            <a:xfrm flipV="1">
              <a:off x="3221" y="25"/>
              <a:ext cx="0" cy="170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2606" name="Line 80">
              <a:extLst>
                <a:ext uri="{FF2B5EF4-FFF2-40B4-BE49-F238E27FC236}">
                  <a16:creationId xmlns:a16="http://schemas.microsoft.com/office/drawing/2014/main" id="{64E884C0-5FC3-6F43-B9F7-A07E62F98F91}"/>
                </a:ext>
              </a:extLst>
            </p:cNvPr>
            <p:cNvSpPr>
              <a:spLocks noChangeShapeType="1"/>
            </p:cNvSpPr>
            <p:nvPr/>
          </p:nvSpPr>
          <p:spPr bwMode="auto">
            <a:xfrm flipV="1">
              <a:off x="3666" y="25"/>
              <a:ext cx="0" cy="170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2607" name="Line 81">
              <a:extLst>
                <a:ext uri="{FF2B5EF4-FFF2-40B4-BE49-F238E27FC236}">
                  <a16:creationId xmlns:a16="http://schemas.microsoft.com/office/drawing/2014/main" id="{A992CBBE-5519-E640-88C9-3C3CCEDFD7BE}"/>
                </a:ext>
              </a:extLst>
            </p:cNvPr>
            <p:cNvSpPr>
              <a:spLocks noChangeShapeType="1"/>
            </p:cNvSpPr>
            <p:nvPr/>
          </p:nvSpPr>
          <p:spPr bwMode="auto">
            <a:xfrm flipV="1">
              <a:off x="4114" y="25"/>
              <a:ext cx="0" cy="170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2608" name="Line 82">
              <a:extLst>
                <a:ext uri="{FF2B5EF4-FFF2-40B4-BE49-F238E27FC236}">
                  <a16:creationId xmlns:a16="http://schemas.microsoft.com/office/drawing/2014/main" id="{362FD557-5732-D348-A4B0-E267C7FD9538}"/>
                </a:ext>
              </a:extLst>
            </p:cNvPr>
            <p:cNvSpPr>
              <a:spLocks noChangeShapeType="1"/>
            </p:cNvSpPr>
            <p:nvPr/>
          </p:nvSpPr>
          <p:spPr bwMode="auto">
            <a:xfrm flipH="1" flipV="1">
              <a:off x="4559" y="25"/>
              <a:ext cx="1" cy="170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2609" name="Line 83">
              <a:extLst>
                <a:ext uri="{FF2B5EF4-FFF2-40B4-BE49-F238E27FC236}">
                  <a16:creationId xmlns:a16="http://schemas.microsoft.com/office/drawing/2014/main" id="{7486C570-8C28-7C4F-AA7F-DDCC8A21A401}"/>
                </a:ext>
              </a:extLst>
            </p:cNvPr>
            <p:cNvSpPr>
              <a:spLocks noChangeShapeType="1"/>
            </p:cNvSpPr>
            <p:nvPr/>
          </p:nvSpPr>
          <p:spPr bwMode="auto">
            <a:xfrm flipV="1">
              <a:off x="4997" y="26"/>
              <a:ext cx="9" cy="170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52592" name="Rectangle 84">
            <a:extLst>
              <a:ext uri="{FF2B5EF4-FFF2-40B4-BE49-F238E27FC236}">
                <a16:creationId xmlns:a16="http://schemas.microsoft.com/office/drawing/2014/main" id="{75929BEC-D759-9348-B021-40318AF5CCA5}"/>
              </a:ext>
            </a:extLst>
          </p:cNvPr>
          <p:cNvSpPr>
            <a:spLocks noChangeArrowheads="1"/>
          </p:cNvSpPr>
          <p:nvPr/>
        </p:nvSpPr>
        <p:spPr bwMode="auto">
          <a:xfrm>
            <a:off x="1735932" y="1422798"/>
            <a:ext cx="771847"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solidFill>
                  <a:schemeClr val="tx1"/>
                </a:solidFill>
                <a:latin typeface="微软雅黑" panose="020B0503020204020204" pitchFamily="34" charset="-122"/>
                <a:ea typeface="宋体" panose="02010600030101010101" pitchFamily="2" charset="-122"/>
              </a:rPr>
              <a:t> </a:t>
            </a:r>
            <a:r>
              <a:rPr kumimoji="1" lang="zh-CN" altLang="en-US" sz="1500">
                <a:solidFill>
                  <a:schemeClr val="tx1"/>
                </a:solidFill>
                <a:latin typeface="微软雅黑" panose="020B0503020204020204" pitchFamily="34" charset="-122"/>
                <a:ea typeface="宋体" panose="02010600030101010101" pitchFamily="2" charset="-122"/>
              </a:rPr>
              <a:t>比特流</a:t>
            </a:r>
          </a:p>
        </p:txBody>
      </p:sp>
      <p:grpSp>
        <p:nvGrpSpPr>
          <p:cNvPr id="152593" name="Group 85">
            <a:extLst>
              <a:ext uri="{FF2B5EF4-FFF2-40B4-BE49-F238E27FC236}">
                <a16:creationId xmlns:a16="http://schemas.microsoft.com/office/drawing/2014/main" id="{4D68BA35-FDCA-CE4C-88BE-1EA0E80C5945}"/>
              </a:ext>
            </a:extLst>
          </p:cNvPr>
          <p:cNvGrpSpPr>
            <a:grpSpLocks/>
          </p:cNvGrpSpPr>
          <p:nvPr/>
        </p:nvGrpSpPr>
        <p:grpSpPr bwMode="auto">
          <a:xfrm>
            <a:off x="2555081" y="2280047"/>
            <a:ext cx="5311379" cy="285750"/>
            <a:chOff x="1264" y="2804"/>
            <a:chExt cx="4461" cy="258"/>
          </a:xfrm>
        </p:grpSpPr>
        <p:sp>
          <p:nvSpPr>
            <p:cNvPr id="152598" name="Freeform 86">
              <a:extLst>
                <a:ext uri="{FF2B5EF4-FFF2-40B4-BE49-F238E27FC236}">
                  <a16:creationId xmlns:a16="http://schemas.microsoft.com/office/drawing/2014/main" id="{6218908A-D69D-A845-9276-197CE1555E17}"/>
                </a:ext>
              </a:extLst>
            </p:cNvPr>
            <p:cNvSpPr>
              <a:spLocks/>
            </p:cNvSpPr>
            <p:nvPr/>
          </p:nvSpPr>
          <p:spPr bwMode="auto">
            <a:xfrm>
              <a:off x="1264" y="2804"/>
              <a:ext cx="2909" cy="258"/>
            </a:xfrm>
            <a:custGeom>
              <a:avLst/>
              <a:gdLst>
                <a:gd name="T0" fmla="*/ 0 w 2909"/>
                <a:gd name="T1" fmla="*/ 0 h 258"/>
                <a:gd name="T2" fmla="*/ 223 w 2909"/>
                <a:gd name="T3" fmla="*/ 0 h 258"/>
                <a:gd name="T4" fmla="*/ 223 w 2909"/>
                <a:gd name="T5" fmla="*/ 258 h 258"/>
                <a:gd name="T6" fmla="*/ 446 w 2909"/>
                <a:gd name="T7" fmla="*/ 258 h 258"/>
                <a:gd name="T8" fmla="*/ 446 w 2909"/>
                <a:gd name="T9" fmla="*/ 5 h 258"/>
                <a:gd name="T10" fmla="*/ 681 w 2909"/>
                <a:gd name="T11" fmla="*/ 5 h 258"/>
                <a:gd name="T12" fmla="*/ 681 w 2909"/>
                <a:gd name="T13" fmla="*/ 258 h 258"/>
                <a:gd name="T14" fmla="*/ 887 w 2909"/>
                <a:gd name="T15" fmla="*/ 258 h 258"/>
                <a:gd name="T16" fmla="*/ 887 w 2909"/>
                <a:gd name="T17" fmla="*/ 0 h 258"/>
                <a:gd name="T18" fmla="*/ 1111 w 2909"/>
                <a:gd name="T19" fmla="*/ 0 h 258"/>
                <a:gd name="T20" fmla="*/ 1111 w 2909"/>
                <a:gd name="T21" fmla="*/ 258 h 258"/>
                <a:gd name="T22" fmla="*/ 1340 w 2909"/>
                <a:gd name="T23" fmla="*/ 258 h 258"/>
                <a:gd name="T24" fmla="*/ 1340 w 2909"/>
                <a:gd name="T25" fmla="*/ 0 h 258"/>
                <a:gd name="T26" fmla="*/ 1563 w 2909"/>
                <a:gd name="T27" fmla="*/ 0 h 258"/>
                <a:gd name="T28" fmla="*/ 1563 w 2909"/>
                <a:gd name="T29" fmla="*/ 258 h 258"/>
                <a:gd name="T30" fmla="*/ 2010 w 2909"/>
                <a:gd name="T31" fmla="*/ 258 h 258"/>
                <a:gd name="T32" fmla="*/ 2010 w 2909"/>
                <a:gd name="T33" fmla="*/ 0 h 258"/>
                <a:gd name="T34" fmla="*/ 2245 w 2909"/>
                <a:gd name="T35" fmla="*/ 0 h 258"/>
                <a:gd name="T36" fmla="*/ 2245 w 2909"/>
                <a:gd name="T37" fmla="*/ 258 h 258"/>
                <a:gd name="T38" fmla="*/ 2462 w 2909"/>
                <a:gd name="T39" fmla="*/ 258 h 258"/>
                <a:gd name="T40" fmla="*/ 2462 w 2909"/>
                <a:gd name="T41" fmla="*/ 0 h 258"/>
                <a:gd name="T42" fmla="*/ 2686 w 2909"/>
                <a:gd name="T43" fmla="*/ 0 h 258"/>
                <a:gd name="T44" fmla="*/ 2686 w 2909"/>
                <a:gd name="T45" fmla="*/ 258 h 258"/>
                <a:gd name="T46" fmla="*/ 2909 w 2909"/>
                <a:gd name="T47" fmla="*/ 258 h 258"/>
                <a:gd name="T48" fmla="*/ 2909 w 2909"/>
                <a:gd name="T49" fmla="*/ 0 h 25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909" h="258">
                  <a:moveTo>
                    <a:pt x="0" y="0"/>
                  </a:moveTo>
                  <a:lnTo>
                    <a:pt x="223" y="0"/>
                  </a:lnTo>
                  <a:lnTo>
                    <a:pt x="223" y="258"/>
                  </a:lnTo>
                  <a:lnTo>
                    <a:pt x="446" y="258"/>
                  </a:lnTo>
                  <a:lnTo>
                    <a:pt x="446" y="5"/>
                  </a:lnTo>
                  <a:lnTo>
                    <a:pt x="681" y="5"/>
                  </a:lnTo>
                  <a:lnTo>
                    <a:pt x="681" y="258"/>
                  </a:lnTo>
                  <a:lnTo>
                    <a:pt x="887" y="258"/>
                  </a:lnTo>
                  <a:lnTo>
                    <a:pt x="887" y="0"/>
                  </a:lnTo>
                  <a:lnTo>
                    <a:pt x="1111" y="0"/>
                  </a:lnTo>
                  <a:lnTo>
                    <a:pt x="1111" y="258"/>
                  </a:lnTo>
                  <a:lnTo>
                    <a:pt x="1340" y="258"/>
                  </a:lnTo>
                  <a:lnTo>
                    <a:pt x="1340" y="0"/>
                  </a:lnTo>
                  <a:lnTo>
                    <a:pt x="1563" y="0"/>
                  </a:lnTo>
                  <a:lnTo>
                    <a:pt x="1563" y="258"/>
                  </a:lnTo>
                  <a:lnTo>
                    <a:pt x="2010" y="258"/>
                  </a:lnTo>
                  <a:lnTo>
                    <a:pt x="2010" y="0"/>
                  </a:lnTo>
                  <a:lnTo>
                    <a:pt x="2245" y="0"/>
                  </a:lnTo>
                  <a:lnTo>
                    <a:pt x="2245" y="258"/>
                  </a:lnTo>
                  <a:lnTo>
                    <a:pt x="2462" y="258"/>
                  </a:lnTo>
                  <a:lnTo>
                    <a:pt x="2462" y="0"/>
                  </a:lnTo>
                  <a:lnTo>
                    <a:pt x="2686" y="0"/>
                  </a:lnTo>
                  <a:lnTo>
                    <a:pt x="2686" y="258"/>
                  </a:lnTo>
                  <a:lnTo>
                    <a:pt x="2909" y="258"/>
                  </a:lnTo>
                  <a:lnTo>
                    <a:pt x="2909"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2599" name="Freeform 87">
              <a:extLst>
                <a:ext uri="{FF2B5EF4-FFF2-40B4-BE49-F238E27FC236}">
                  <a16:creationId xmlns:a16="http://schemas.microsoft.com/office/drawing/2014/main" id="{E85CF8AD-1B82-B548-B0CD-83EF7C48A9E6}"/>
                </a:ext>
              </a:extLst>
            </p:cNvPr>
            <p:cNvSpPr>
              <a:spLocks/>
            </p:cNvSpPr>
            <p:nvPr/>
          </p:nvSpPr>
          <p:spPr bwMode="auto">
            <a:xfrm>
              <a:off x="4173" y="2804"/>
              <a:ext cx="1552" cy="258"/>
            </a:xfrm>
            <a:custGeom>
              <a:avLst/>
              <a:gdLst>
                <a:gd name="T0" fmla="*/ 0 w 1552"/>
                <a:gd name="T1" fmla="*/ 0 h 258"/>
                <a:gd name="T2" fmla="*/ 453 w 1552"/>
                <a:gd name="T3" fmla="*/ 0 h 258"/>
                <a:gd name="T4" fmla="*/ 453 w 1552"/>
                <a:gd name="T5" fmla="*/ 258 h 258"/>
                <a:gd name="T6" fmla="*/ 905 w 1552"/>
                <a:gd name="T7" fmla="*/ 258 h 258"/>
                <a:gd name="T8" fmla="*/ 905 w 1552"/>
                <a:gd name="T9" fmla="*/ 0 h 258"/>
                <a:gd name="T10" fmla="*/ 1329 w 1552"/>
                <a:gd name="T11" fmla="*/ 0 h 258"/>
                <a:gd name="T12" fmla="*/ 1329 w 1552"/>
                <a:gd name="T13" fmla="*/ 258 h 258"/>
                <a:gd name="T14" fmla="*/ 1552 w 1552"/>
                <a:gd name="T15" fmla="*/ 258 h 25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52" h="258">
                  <a:moveTo>
                    <a:pt x="0" y="0"/>
                  </a:moveTo>
                  <a:lnTo>
                    <a:pt x="453" y="0"/>
                  </a:lnTo>
                  <a:lnTo>
                    <a:pt x="453" y="258"/>
                  </a:lnTo>
                  <a:lnTo>
                    <a:pt x="905" y="258"/>
                  </a:lnTo>
                  <a:lnTo>
                    <a:pt x="905" y="0"/>
                  </a:lnTo>
                  <a:lnTo>
                    <a:pt x="1329" y="0"/>
                  </a:lnTo>
                  <a:lnTo>
                    <a:pt x="1329" y="258"/>
                  </a:lnTo>
                  <a:lnTo>
                    <a:pt x="1552" y="258"/>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52594" name="Rectangle 88">
            <a:extLst>
              <a:ext uri="{FF2B5EF4-FFF2-40B4-BE49-F238E27FC236}">
                <a16:creationId xmlns:a16="http://schemas.microsoft.com/office/drawing/2014/main" id="{8436A606-75DB-B44E-BB1E-F9D8173EC436}"/>
              </a:ext>
            </a:extLst>
          </p:cNvPr>
          <p:cNvSpPr>
            <a:spLocks noChangeArrowheads="1"/>
          </p:cNvSpPr>
          <p:nvPr/>
        </p:nvSpPr>
        <p:spPr bwMode="auto">
          <a:xfrm>
            <a:off x="1196287" y="2280048"/>
            <a:ext cx="1291221"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500">
                <a:solidFill>
                  <a:schemeClr val="tx1"/>
                </a:solidFill>
                <a:latin typeface="微软雅黑" panose="020B0503020204020204" pitchFamily="34" charset="-122"/>
                <a:ea typeface="宋体" panose="02010600030101010101" pitchFamily="2" charset="-122"/>
              </a:rPr>
              <a:t>差分曼彻斯特</a:t>
            </a:r>
          </a:p>
        </p:txBody>
      </p:sp>
      <p:sp>
        <p:nvSpPr>
          <p:cNvPr id="152595" name="Rectangle 89">
            <a:extLst>
              <a:ext uri="{FF2B5EF4-FFF2-40B4-BE49-F238E27FC236}">
                <a16:creationId xmlns:a16="http://schemas.microsoft.com/office/drawing/2014/main" id="{77E8B208-566C-6C46-AEB8-B26E49BFD8D8}"/>
              </a:ext>
            </a:extLst>
          </p:cNvPr>
          <p:cNvSpPr>
            <a:spLocks noChangeArrowheads="1"/>
          </p:cNvSpPr>
          <p:nvPr/>
        </p:nvSpPr>
        <p:spPr bwMode="auto">
          <a:xfrm>
            <a:off x="7558088" y="1327547"/>
            <a:ext cx="65485" cy="2000250"/>
          </a:xfrm>
          <a:prstGeom prst="rect">
            <a:avLst/>
          </a:prstGeom>
          <a:solidFill>
            <a:schemeClr val="bg1"/>
          </a:solidFill>
          <a:ln w="9525">
            <a:solidFill>
              <a:schemeClr val="bg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52596" name="幻灯片编号占位符 1">
            <a:extLst>
              <a:ext uri="{FF2B5EF4-FFF2-40B4-BE49-F238E27FC236}">
                <a16:creationId xmlns:a16="http://schemas.microsoft.com/office/drawing/2014/main" id="{72F78677-25F1-FC46-97AD-E7783D07A71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E80A9C1-0EEF-FD42-AE7A-D2248FB2ACC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64</a:t>
            </a:fld>
            <a:endParaRPr lang="en-US" altLang="zh-CN" sz="1050">
              <a:solidFill>
                <a:schemeClr val="tx1"/>
              </a:solidFill>
              <a:latin typeface="Tahoma" panose="020B0604030504040204" pitchFamily="34" charset="0"/>
              <a:ea typeface="宋体" panose="02010600030101010101" pitchFamily="2" charset="-122"/>
            </a:endParaRPr>
          </a:p>
        </p:txBody>
      </p:sp>
      <p:sp>
        <p:nvSpPr>
          <p:cNvPr id="152597" name="矩形 2">
            <a:extLst>
              <a:ext uri="{FF2B5EF4-FFF2-40B4-BE49-F238E27FC236}">
                <a16:creationId xmlns:a16="http://schemas.microsoft.com/office/drawing/2014/main" id="{4ECB8B34-8FFD-B547-9E88-80A209DCA2B6}"/>
              </a:ext>
            </a:extLst>
          </p:cNvPr>
          <p:cNvSpPr>
            <a:spLocks noChangeArrowheads="1"/>
          </p:cNvSpPr>
          <p:nvPr/>
        </p:nvSpPr>
        <p:spPr bwMode="auto">
          <a:xfrm>
            <a:off x="192177" y="2762671"/>
            <a:ext cx="8879192"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15900" indent="-2159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 typeface="Arial" panose="020B0604020202020204" pitchFamily="34" charset="0"/>
              <a:buChar char="•"/>
            </a:pPr>
            <a:r>
              <a:rPr lang="zh-CN" altLang="en-US" sz="1800" dirty="0">
                <a:solidFill>
                  <a:srgbClr val="333333"/>
                </a:solidFill>
                <a:latin typeface="微软雅黑" panose="020B0503020204020204" pitchFamily="34" charset="-122"/>
                <a:ea typeface="宋体" panose="02010600030101010101" pitchFamily="2" charset="-122"/>
              </a:rPr>
              <a:t>曼彻斯特编码中，每一位的中间有一跳变，位中间的跳变既作时钟信号，又作</a:t>
            </a:r>
            <a:r>
              <a:rPr lang="zh-CN" altLang="en-US" sz="1800" dirty="0">
                <a:solidFill>
                  <a:srgbClr val="136EC2"/>
                </a:solidFill>
                <a:latin typeface="微软雅黑" panose="020B0503020204020204" pitchFamily="34" charset="-122"/>
                <a:ea typeface="宋体" panose="02010600030101010101" pitchFamily="2" charset="-122"/>
                <a:hlinkClick r:id="rId3"/>
              </a:rPr>
              <a:t>数据</a:t>
            </a:r>
            <a:r>
              <a:rPr lang="zh-CN" altLang="en-US" sz="1800" dirty="0">
                <a:solidFill>
                  <a:srgbClr val="333333"/>
                </a:solidFill>
                <a:latin typeface="微软雅黑" panose="020B0503020204020204" pitchFamily="34" charset="-122"/>
                <a:ea typeface="宋体" panose="02010600030101010101" pitchFamily="2" charset="-122"/>
              </a:rPr>
              <a:t>信号；从高到低跳变表示</a:t>
            </a:r>
            <a:r>
              <a:rPr lang="en-US" altLang="zh-CN" sz="1800" dirty="0">
                <a:solidFill>
                  <a:srgbClr val="333333"/>
                </a:solidFill>
                <a:latin typeface="微软雅黑" panose="020B0503020204020204" pitchFamily="34" charset="-122"/>
                <a:ea typeface="宋体" panose="02010600030101010101" pitchFamily="2" charset="-122"/>
              </a:rPr>
              <a:t>" 1"</a:t>
            </a:r>
            <a:r>
              <a:rPr lang="zh-CN" altLang="en-US" sz="1800" dirty="0">
                <a:solidFill>
                  <a:srgbClr val="333333"/>
                </a:solidFill>
                <a:latin typeface="微软雅黑" panose="020B0503020204020204" pitchFamily="34" charset="-122"/>
                <a:ea typeface="宋体" panose="02010600030101010101" pitchFamily="2" charset="-122"/>
              </a:rPr>
              <a:t>，从低到高跳变表示</a:t>
            </a:r>
            <a:r>
              <a:rPr lang="en-US" altLang="zh-CN" sz="1800" dirty="0">
                <a:solidFill>
                  <a:srgbClr val="333333"/>
                </a:solidFill>
                <a:latin typeface="微软雅黑" panose="020B0503020204020204" pitchFamily="34" charset="-122"/>
                <a:ea typeface="宋体" panose="02010600030101010101" pitchFamily="2" charset="-122"/>
              </a:rPr>
              <a:t>" 0"</a:t>
            </a:r>
            <a:r>
              <a:rPr lang="zh-CN" altLang="en-US" sz="1800" dirty="0">
                <a:solidFill>
                  <a:srgbClr val="333333"/>
                </a:solidFill>
                <a:latin typeface="微软雅黑" panose="020B0503020204020204" pitchFamily="34" charset="-122"/>
                <a:ea typeface="宋体" panose="02010600030101010101" pitchFamily="2" charset="-122"/>
              </a:rPr>
              <a:t>。</a:t>
            </a:r>
            <a:endParaRPr lang="en-US" altLang="zh-CN" sz="1800" dirty="0">
              <a:solidFill>
                <a:srgbClr val="333333"/>
              </a:solidFill>
              <a:latin typeface="微软雅黑" panose="020B0503020204020204" pitchFamily="34" charset="-122"/>
              <a:ea typeface="宋体" panose="02010600030101010101" pitchFamily="2" charset="-122"/>
            </a:endParaRPr>
          </a:p>
          <a:p>
            <a:pPr>
              <a:spcBef>
                <a:spcPct val="0"/>
              </a:spcBef>
              <a:buClrTx/>
              <a:buSzTx/>
              <a:buFont typeface="Arial" panose="020B0604020202020204" pitchFamily="34" charset="0"/>
              <a:buChar char="•"/>
            </a:pPr>
            <a:r>
              <a:rPr lang="zh-CN" altLang="en-US" sz="1800" dirty="0">
                <a:solidFill>
                  <a:srgbClr val="333333"/>
                </a:solidFill>
                <a:latin typeface="微软雅黑" panose="020B0503020204020204" pitchFamily="34" charset="-122"/>
                <a:ea typeface="宋体" panose="02010600030101010101" pitchFamily="2" charset="-122"/>
              </a:rPr>
              <a:t>差分曼彻斯特编码，每位中间的跳变仅提供时钟定时，而用每位开始时有无跳变表示</a:t>
            </a:r>
            <a:r>
              <a:rPr lang="en-US" altLang="zh-CN" sz="1800" dirty="0">
                <a:solidFill>
                  <a:srgbClr val="333333"/>
                </a:solidFill>
                <a:latin typeface="微软雅黑" panose="020B0503020204020204" pitchFamily="34" charset="-122"/>
                <a:ea typeface="宋体" panose="02010600030101010101" pitchFamily="2" charset="-122"/>
              </a:rPr>
              <a:t>"0"</a:t>
            </a:r>
            <a:r>
              <a:rPr lang="zh-CN" altLang="en-US" sz="1800" dirty="0">
                <a:solidFill>
                  <a:srgbClr val="333333"/>
                </a:solidFill>
                <a:latin typeface="微软雅黑" panose="020B0503020204020204" pitchFamily="34" charset="-122"/>
                <a:ea typeface="宋体" panose="02010600030101010101" pitchFamily="2" charset="-122"/>
              </a:rPr>
              <a:t>或</a:t>
            </a:r>
            <a:r>
              <a:rPr lang="en-US" altLang="zh-CN" sz="1800" dirty="0">
                <a:solidFill>
                  <a:srgbClr val="333333"/>
                </a:solidFill>
                <a:latin typeface="微软雅黑" panose="020B0503020204020204" pitchFamily="34" charset="-122"/>
                <a:ea typeface="宋体" panose="02010600030101010101" pitchFamily="2" charset="-122"/>
              </a:rPr>
              <a:t>"1"</a:t>
            </a:r>
            <a:r>
              <a:rPr lang="zh-CN" altLang="en-US" sz="1800" dirty="0">
                <a:solidFill>
                  <a:srgbClr val="333333"/>
                </a:solidFill>
                <a:latin typeface="微软雅黑" panose="020B0503020204020204" pitchFamily="34" charset="-122"/>
                <a:ea typeface="宋体" panose="02010600030101010101" pitchFamily="2" charset="-122"/>
              </a:rPr>
              <a:t>，有跳变为</a:t>
            </a:r>
            <a:r>
              <a:rPr lang="en-US" altLang="zh-CN" sz="1800" dirty="0">
                <a:solidFill>
                  <a:srgbClr val="333333"/>
                </a:solidFill>
                <a:latin typeface="微软雅黑" panose="020B0503020204020204" pitchFamily="34" charset="-122"/>
                <a:ea typeface="宋体" panose="02010600030101010101" pitchFamily="2" charset="-122"/>
              </a:rPr>
              <a:t>"0"</a:t>
            </a:r>
            <a:r>
              <a:rPr lang="zh-CN" altLang="en-US" sz="1800" dirty="0">
                <a:solidFill>
                  <a:srgbClr val="333333"/>
                </a:solidFill>
                <a:latin typeface="微软雅黑" panose="020B0503020204020204" pitchFamily="34" charset="-122"/>
                <a:ea typeface="宋体" panose="02010600030101010101" pitchFamily="2" charset="-122"/>
              </a:rPr>
              <a:t>，无跳变为</a:t>
            </a:r>
            <a:r>
              <a:rPr lang="en-US" altLang="zh-CN" sz="1800" dirty="0">
                <a:solidFill>
                  <a:srgbClr val="333333"/>
                </a:solidFill>
                <a:latin typeface="微软雅黑" panose="020B0503020204020204" pitchFamily="34" charset="-122"/>
                <a:ea typeface="宋体" panose="02010600030101010101" pitchFamily="2" charset="-122"/>
              </a:rPr>
              <a:t>"1"</a:t>
            </a:r>
            <a:r>
              <a:rPr lang="zh-CN" altLang="en-US" sz="1800" dirty="0">
                <a:solidFill>
                  <a:srgbClr val="333333"/>
                </a:solidFill>
                <a:latin typeface="微软雅黑" panose="020B0503020204020204" pitchFamily="34" charset="-122"/>
                <a:ea typeface="宋体" panose="02010600030101010101" pitchFamily="2" charset="-122"/>
              </a:rPr>
              <a:t>。</a:t>
            </a:r>
            <a:r>
              <a:rPr lang="zh-CN" altLang="en-US" sz="1800" dirty="0">
                <a:solidFill>
                  <a:srgbClr val="333333"/>
                </a:solidFill>
                <a:latin typeface="Arial" panose="020B0604020202020204" pitchFamily="34" charset="0"/>
                <a:ea typeface="宋体" panose="02010600030101010101" pitchFamily="2" charset="-122"/>
              </a:rPr>
              <a:t> </a:t>
            </a:r>
            <a:endParaRPr lang="en-US" altLang="zh-CN" sz="1800" dirty="0">
              <a:solidFill>
                <a:srgbClr val="333333"/>
              </a:solidFill>
              <a:latin typeface="微软雅黑" panose="020B0503020204020204" pitchFamily="34" charset="-122"/>
              <a:ea typeface="宋体" panose="02010600030101010101" pitchFamily="2" charset="-122"/>
            </a:endParaRPr>
          </a:p>
          <a:p>
            <a:pPr>
              <a:spcBef>
                <a:spcPct val="0"/>
              </a:spcBef>
              <a:buClrTx/>
              <a:buSzTx/>
              <a:buFont typeface="Arial" panose="020B0604020202020204" pitchFamily="34" charset="0"/>
              <a:buChar char="•"/>
            </a:pPr>
            <a:r>
              <a:rPr lang="zh-CN" altLang="en-US" sz="1800" dirty="0">
                <a:solidFill>
                  <a:schemeClr val="tx1"/>
                </a:solidFill>
                <a:latin typeface="微软雅黑" panose="020B0503020204020204" pitchFamily="34" charset="-122"/>
                <a:ea typeface="宋体" panose="02010600030101010101" pitchFamily="2" charset="-122"/>
              </a:rPr>
              <a:t>两种曼彻斯特编码是将时钟和数据包含在数据流中，在传输代码信息的同时，也将时钟同步信号一起传输到对方，每位编码中有一跳变，不存在直流分量，因此具有自同步能力和良好的抗干扰性能。但每一个码元都被调成两个电平，所以数据传输速率只有调制速率的</a:t>
            </a:r>
            <a:r>
              <a:rPr lang="en-US" altLang="zh-CN" sz="1800" dirty="0">
                <a:solidFill>
                  <a:schemeClr val="tx1"/>
                </a:solidFill>
                <a:latin typeface="微软雅黑" panose="020B0503020204020204" pitchFamily="34" charset="-122"/>
                <a:ea typeface="宋体" panose="02010600030101010101" pitchFamily="2" charset="-122"/>
              </a:rPr>
              <a:t>1/2</a:t>
            </a:r>
            <a:r>
              <a:rPr lang="zh-CN" altLang="en-US" sz="1800" dirty="0">
                <a:solidFill>
                  <a:schemeClr val="tx1"/>
                </a:solidFill>
                <a:latin typeface="微软雅黑" panose="020B0503020204020204" pitchFamily="34" charset="-122"/>
                <a:ea typeface="宋体" panose="02010600030101010101" pitchFamily="2" charset="-122"/>
              </a:rPr>
              <a:t>。</a:t>
            </a:r>
          </a:p>
        </p:txBody>
      </p:sp>
    </p:spTree>
    <p:extLst>
      <p:ext uri="{BB962C8B-B14F-4D97-AF65-F5344CB8AC3E}">
        <p14:creationId xmlns:p14="http://schemas.microsoft.com/office/powerpoint/2010/main" val="295557009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Rectangle 2">
            <a:extLst>
              <a:ext uri="{FF2B5EF4-FFF2-40B4-BE49-F238E27FC236}">
                <a16:creationId xmlns:a16="http://schemas.microsoft.com/office/drawing/2014/main" id="{E8D04DD1-FEE6-9B41-9ACD-5BE6E11BC7AA}"/>
              </a:ext>
            </a:extLst>
          </p:cNvPr>
          <p:cNvSpPr>
            <a:spLocks noGrp="1" noChangeArrowheads="1"/>
          </p:cNvSpPr>
          <p:nvPr>
            <p:ph type="title"/>
          </p:nvPr>
        </p:nvSpPr>
        <p:spPr>
          <a:xfrm>
            <a:off x="148590" y="285751"/>
            <a:ext cx="7605951" cy="594360"/>
          </a:xfrm>
        </p:spPr>
        <p:txBody>
          <a:bodyPr/>
          <a:lstStyle/>
          <a:p>
            <a:pPr eaLnBrk="1" hangingPunct="1"/>
            <a:r>
              <a:rPr lang="zh-CN" altLang="en-US" dirty="0">
                <a:latin typeface="Times New Roman" panose="02020603050405020304" pitchFamily="18" charset="0"/>
                <a:ea typeface="宋体" panose="02010600030101010101" pitchFamily="2" charset="-122"/>
              </a:rPr>
              <a:t>载波监听多点接入</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碰撞检测  </a:t>
            </a:r>
            <a:r>
              <a:rPr lang="en-US" altLang="zh-CN" dirty="0">
                <a:latin typeface="Times New Roman" panose="02020603050405020304" pitchFamily="18" charset="0"/>
                <a:ea typeface="宋体" panose="02010600030101010101" pitchFamily="2" charset="-122"/>
              </a:rPr>
              <a:t>CSMA/CD </a:t>
            </a:r>
          </a:p>
        </p:txBody>
      </p:sp>
      <p:sp>
        <p:nvSpPr>
          <p:cNvPr id="408579" name="Rectangle 3">
            <a:extLst>
              <a:ext uri="{FF2B5EF4-FFF2-40B4-BE49-F238E27FC236}">
                <a16:creationId xmlns:a16="http://schemas.microsoft.com/office/drawing/2014/main" id="{D923089A-E7AA-0C4F-90EF-30E443AFA30E}"/>
              </a:ext>
            </a:extLst>
          </p:cNvPr>
          <p:cNvSpPr>
            <a:spLocks noGrp="1" noChangeArrowheads="1"/>
          </p:cNvSpPr>
          <p:nvPr>
            <p:ph type="body" idx="1"/>
          </p:nvPr>
        </p:nvSpPr>
        <p:spPr>
          <a:xfrm>
            <a:off x="260510" y="1074420"/>
            <a:ext cx="8654889" cy="3927396"/>
          </a:xfrm>
        </p:spPr>
        <p:txBody>
          <a:bodyPr/>
          <a:lstStyle/>
          <a:p>
            <a:pPr eaLnBrk="1" hangingPunct="1">
              <a:lnSpc>
                <a:spcPct val="90000"/>
              </a:lnSpc>
            </a:pPr>
            <a:r>
              <a:rPr lang="en-US" altLang="zh-CN" sz="2100" dirty="0">
                <a:ea typeface="宋体" panose="02010600030101010101" pitchFamily="2" charset="-122"/>
              </a:rPr>
              <a:t>CSMA/CD </a:t>
            </a:r>
            <a:r>
              <a:rPr lang="zh-CN" altLang="en-US" sz="2100" dirty="0">
                <a:ea typeface="宋体" panose="02010600030101010101" pitchFamily="2" charset="-122"/>
              </a:rPr>
              <a:t>表示 </a:t>
            </a:r>
            <a:r>
              <a:rPr lang="en-US" altLang="zh-CN" sz="2100" dirty="0">
                <a:ea typeface="宋体" panose="02010600030101010101" pitchFamily="2" charset="-122"/>
              </a:rPr>
              <a:t>Carrier Sense Multiple Access with Collision Detection</a:t>
            </a:r>
            <a:r>
              <a:rPr lang="zh-CN" altLang="en-US" sz="2100" dirty="0">
                <a:ea typeface="宋体" panose="02010600030101010101" pitchFamily="2" charset="-122"/>
              </a:rPr>
              <a:t>。</a:t>
            </a:r>
          </a:p>
          <a:p>
            <a:pPr eaLnBrk="1" hangingPunct="1">
              <a:lnSpc>
                <a:spcPct val="90000"/>
              </a:lnSpc>
            </a:pPr>
            <a:r>
              <a:rPr lang="zh-CN" altLang="en-US" sz="2100" dirty="0">
                <a:ea typeface="宋体" panose="02010600030101010101" pitchFamily="2" charset="-122"/>
              </a:rPr>
              <a:t>“</a:t>
            </a:r>
            <a:r>
              <a:rPr lang="zh-CN" altLang="en-US" sz="2100" dirty="0">
                <a:solidFill>
                  <a:schemeClr val="hlink"/>
                </a:solidFill>
                <a:ea typeface="宋体" panose="02010600030101010101" pitchFamily="2" charset="-122"/>
              </a:rPr>
              <a:t>多点接入</a:t>
            </a:r>
            <a:r>
              <a:rPr lang="zh-CN" altLang="en-US" sz="2100" dirty="0">
                <a:ea typeface="宋体" panose="02010600030101010101" pitchFamily="2" charset="-122"/>
              </a:rPr>
              <a:t>”表示许多计算机以多点接入的方式连接在一根总线上。</a:t>
            </a:r>
          </a:p>
          <a:p>
            <a:pPr eaLnBrk="1" hangingPunct="1">
              <a:lnSpc>
                <a:spcPct val="90000"/>
              </a:lnSpc>
            </a:pPr>
            <a:r>
              <a:rPr lang="zh-CN" altLang="en-US" sz="2100" dirty="0">
                <a:ea typeface="宋体" panose="02010600030101010101" pitchFamily="2" charset="-122"/>
              </a:rPr>
              <a:t>“</a:t>
            </a:r>
            <a:r>
              <a:rPr lang="zh-CN" altLang="en-US" sz="2100" dirty="0">
                <a:solidFill>
                  <a:schemeClr val="hlink"/>
                </a:solidFill>
                <a:ea typeface="宋体" panose="02010600030101010101" pitchFamily="2" charset="-122"/>
              </a:rPr>
              <a:t>载波监听</a:t>
            </a:r>
            <a:r>
              <a:rPr lang="zh-CN" altLang="en-US" sz="2100" dirty="0">
                <a:ea typeface="宋体" panose="02010600030101010101" pitchFamily="2" charset="-122"/>
              </a:rPr>
              <a:t>”是指每一个站在发送数据之前先要检测一下总线上是否有其他计算机在发送数据，如果有，则暂时不要发送数据，以免发生碰撞。 </a:t>
            </a:r>
          </a:p>
          <a:p>
            <a:pPr eaLnBrk="1" hangingPunct="1">
              <a:lnSpc>
                <a:spcPct val="90000"/>
              </a:lnSpc>
            </a:pPr>
            <a:r>
              <a:rPr lang="zh-CN" altLang="en-US" sz="2100" dirty="0">
                <a:ea typeface="宋体" panose="02010600030101010101" pitchFamily="2" charset="-122"/>
              </a:rPr>
              <a:t>总线上并没有什么“载波”。因此， “载波监听”就是用电子技术检测总线上有没有其他计算机发送的数据信号。  </a:t>
            </a:r>
          </a:p>
        </p:txBody>
      </p:sp>
      <p:sp>
        <p:nvSpPr>
          <p:cNvPr id="154627" name="幻灯片编号占位符 1">
            <a:extLst>
              <a:ext uri="{FF2B5EF4-FFF2-40B4-BE49-F238E27FC236}">
                <a16:creationId xmlns:a16="http://schemas.microsoft.com/office/drawing/2014/main" id="{1F8ADC5E-8924-604A-92C2-8F551F3157F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E86213A-691F-9543-83C8-D837C247FB5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058579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857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857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857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8579"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Rectangle 2">
            <a:extLst>
              <a:ext uri="{FF2B5EF4-FFF2-40B4-BE49-F238E27FC236}">
                <a16:creationId xmlns:a16="http://schemas.microsoft.com/office/drawing/2014/main" id="{1063B921-3DAA-9D4D-8939-00A08A30D8FC}"/>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碰撞检测</a:t>
            </a:r>
          </a:p>
        </p:txBody>
      </p:sp>
      <p:sp>
        <p:nvSpPr>
          <p:cNvPr id="409603" name="Rectangle 3">
            <a:extLst>
              <a:ext uri="{FF2B5EF4-FFF2-40B4-BE49-F238E27FC236}">
                <a16:creationId xmlns:a16="http://schemas.microsoft.com/office/drawing/2014/main" id="{3CFA52B5-B15F-9341-84B6-6E6D5B86E17A}"/>
              </a:ext>
            </a:extLst>
          </p:cNvPr>
          <p:cNvSpPr>
            <a:spLocks noGrp="1" noChangeArrowheads="1"/>
          </p:cNvSpPr>
          <p:nvPr>
            <p:ph type="body" idx="1"/>
          </p:nvPr>
        </p:nvSpPr>
        <p:spPr>
          <a:xfrm>
            <a:off x="133562" y="1097280"/>
            <a:ext cx="8804953" cy="3418761"/>
          </a:xfrm>
        </p:spPr>
        <p:txBody>
          <a:bodyPr/>
          <a:lstStyle/>
          <a:p>
            <a:pPr eaLnBrk="1" hangingPunct="1">
              <a:lnSpc>
                <a:spcPct val="90000"/>
              </a:lnSpc>
            </a:pPr>
            <a:r>
              <a:rPr lang="en-US" altLang="zh-CN" sz="2100" dirty="0">
                <a:ea typeface="宋体" panose="02010600030101010101" pitchFamily="2" charset="-122"/>
              </a:rPr>
              <a:t>“</a:t>
            </a:r>
            <a:r>
              <a:rPr lang="zh-CN" altLang="en-US" sz="2100" dirty="0">
                <a:solidFill>
                  <a:schemeClr val="hlink"/>
                </a:solidFill>
                <a:ea typeface="宋体" panose="02010600030101010101" pitchFamily="2" charset="-122"/>
              </a:rPr>
              <a:t>碰撞检测</a:t>
            </a:r>
            <a:r>
              <a:rPr lang="zh-CN" altLang="en-US" sz="2100" dirty="0">
                <a:ea typeface="宋体" panose="02010600030101010101" pitchFamily="2" charset="-122"/>
              </a:rPr>
              <a:t>”就是计算机边发送数据边检测信道上的信号电压大小。</a:t>
            </a:r>
          </a:p>
          <a:p>
            <a:pPr eaLnBrk="1" hangingPunct="1">
              <a:lnSpc>
                <a:spcPct val="90000"/>
              </a:lnSpc>
            </a:pPr>
            <a:r>
              <a:rPr lang="zh-CN" altLang="en-US" sz="2100" dirty="0">
                <a:ea typeface="宋体" panose="02010600030101010101" pitchFamily="2" charset="-122"/>
              </a:rPr>
              <a:t>当几个站同时在总线上发送数据时，总线上的信号电压摆动值将会增大（互相叠加）。</a:t>
            </a:r>
          </a:p>
          <a:p>
            <a:pPr eaLnBrk="1" hangingPunct="1">
              <a:lnSpc>
                <a:spcPct val="90000"/>
              </a:lnSpc>
            </a:pPr>
            <a:r>
              <a:rPr lang="zh-CN" altLang="en-US" sz="2100" dirty="0">
                <a:ea typeface="宋体" panose="02010600030101010101" pitchFamily="2" charset="-122"/>
              </a:rPr>
              <a:t>当一个站检测到的信号电压摆动值超过一定的门限值时，就认为总线上至少有两个站同时在发送数据，表明产生了碰撞。</a:t>
            </a:r>
          </a:p>
          <a:p>
            <a:pPr eaLnBrk="1" hangingPunct="1">
              <a:lnSpc>
                <a:spcPct val="90000"/>
              </a:lnSpc>
            </a:pPr>
            <a:r>
              <a:rPr lang="zh-CN" altLang="en-US" sz="2100" dirty="0">
                <a:ea typeface="宋体" panose="02010600030101010101" pitchFamily="2" charset="-122"/>
              </a:rPr>
              <a:t>所谓“碰撞”就是发生了冲突。因此“碰撞检测”也称为“冲突检测”。</a:t>
            </a:r>
          </a:p>
        </p:txBody>
      </p:sp>
      <p:sp>
        <p:nvSpPr>
          <p:cNvPr id="156675" name="幻灯片编号占位符 1">
            <a:extLst>
              <a:ext uri="{FF2B5EF4-FFF2-40B4-BE49-F238E27FC236}">
                <a16:creationId xmlns:a16="http://schemas.microsoft.com/office/drawing/2014/main" id="{EDE153E7-CB18-074C-A4ED-E664FFEFFA6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A246D4B-994B-2042-902B-3EBBEBFCDAB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0140704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0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960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960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03"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Rectangle 2">
            <a:extLst>
              <a:ext uri="{FF2B5EF4-FFF2-40B4-BE49-F238E27FC236}">
                <a16:creationId xmlns:a16="http://schemas.microsoft.com/office/drawing/2014/main" id="{5FA26592-C814-B744-9685-CCAC0A92748D}"/>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检测到碰撞后</a:t>
            </a:r>
          </a:p>
        </p:txBody>
      </p:sp>
      <p:sp>
        <p:nvSpPr>
          <p:cNvPr id="410627" name="Rectangle 3">
            <a:extLst>
              <a:ext uri="{FF2B5EF4-FFF2-40B4-BE49-F238E27FC236}">
                <a16:creationId xmlns:a16="http://schemas.microsoft.com/office/drawing/2014/main" id="{2910A889-E0F1-3B48-824C-9ACB9B88AAC1}"/>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在发生碰撞时，总线上传输的信号产生了严重的失真，无法从中恢复出有用的信息来。</a:t>
            </a:r>
          </a:p>
          <a:p>
            <a:pPr eaLnBrk="1" hangingPunct="1"/>
            <a:r>
              <a:rPr lang="zh-CN" altLang="en-US">
                <a:latin typeface="Times New Roman" panose="02020603050405020304" pitchFamily="18" charset="0"/>
                <a:ea typeface="宋体" panose="02010600030101010101" pitchFamily="2" charset="-122"/>
              </a:rPr>
              <a:t>每一个正在发送数据的站，一旦发现总线上出现了碰撞，就要立即停止发送，免得继续浪费网络资源，然后等待一段随机时间后再次发送。</a:t>
            </a:r>
          </a:p>
        </p:txBody>
      </p:sp>
      <p:sp>
        <p:nvSpPr>
          <p:cNvPr id="158723" name="幻灯片编号占位符 1">
            <a:extLst>
              <a:ext uri="{FF2B5EF4-FFF2-40B4-BE49-F238E27FC236}">
                <a16:creationId xmlns:a16="http://schemas.microsoft.com/office/drawing/2014/main" id="{81AF23FA-A0B1-494D-99C2-25DFFB947E5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29577C2-52C3-B640-B07A-7A7E50E4125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1730269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1062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Rectangle 2">
            <a:extLst>
              <a:ext uri="{FF2B5EF4-FFF2-40B4-BE49-F238E27FC236}">
                <a16:creationId xmlns:a16="http://schemas.microsoft.com/office/drawing/2014/main" id="{271832F0-30BC-974D-B6C7-83C0EA9BB2B2}"/>
              </a:ext>
            </a:extLst>
          </p:cNvPr>
          <p:cNvSpPr>
            <a:spLocks noGrp="1" noChangeArrowheads="1"/>
          </p:cNvSpPr>
          <p:nvPr>
            <p:ph type="title"/>
          </p:nvPr>
        </p:nvSpPr>
        <p:spPr>
          <a:xfrm>
            <a:off x="171450" y="357189"/>
            <a:ext cx="7748588" cy="522922"/>
          </a:xfrm>
        </p:spPr>
        <p:txBody>
          <a:bodyPr/>
          <a:lstStyle/>
          <a:p>
            <a:pPr eaLnBrk="1" hangingPunct="1"/>
            <a:r>
              <a:rPr lang="zh-CN" altLang="en-US" dirty="0">
                <a:latin typeface="Times New Roman" panose="02020603050405020304" pitchFamily="18" charset="0"/>
                <a:ea typeface="宋体" panose="02010600030101010101" pitchFamily="2" charset="-122"/>
              </a:rPr>
              <a:t>电磁波在总线上的有限传播速率的影响 </a:t>
            </a:r>
          </a:p>
        </p:txBody>
      </p:sp>
      <p:sp>
        <p:nvSpPr>
          <p:cNvPr id="411651" name="Rectangle 3">
            <a:extLst>
              <a:ext uri="{FF2B5EF4-FFF2-40B4-BE49-F238E27FC236}">
                <a16:creationId xmlns:a16="http://schemas.microsoft.com/office/drawing/2014/main" id="{8C4A285E-4BDA-C741-A887-8A4499B97812}"/>
              </a:ext>
            </a:extLst>
          </p:cNvPr>
          <p:cNvSpPr>
            <a:spLocks noGrp="1" noChangeArrowheads="1"/>
          </p:cNvSpPr>
          <p:nvPr>
            <p:ph type="body" idx="1"/>
          </p:nvPr>
        </p:nvSpPr>
        <p:spPr>
          <a:xfrm>
            <a:off x="171450" y="1040130"/>
            <a:ext cx="8755380" cy="3908108"/>
          </a:xfrm>
        </p:spPr>
        <p:txBody>
          <a:bodyPr/>
          <a:lstStyle/>
          <a:p>
            <a:pPr eaLnBrk="1" hangingPunct="1">
              <a:lnSpc>
                <a:spcPct val="90000"/>
              </a:lnSpc>
            </a:pPr>
            <a:r>
              <a:rPr lang="zh-CN" altLang="en-US">
                <a:latin typeface="Times New Roman" panose="02020603050405020304" pitchFamily="18" charset="0"/>
                <a:ea typeface="宋体" panose="02010600030101010101" pitchFamily="2" charset="-122"/>
              </a:rPr>
              <a:t>当某个站监听到总线是空闲时，也可能总线并非真正是空闲的。 </a:t>
            </a:r>
          </a:p>
          <a:p>
            <a:pPr eaLnBrk="1" hangingPunct="1">
              <a:lnSpc>
                <a:spcPct val="90000"/>
              </a:lnSpc>
            </a:pPr>
            <a:r>
              <a:rPr lang="en-US" altLang="zh-CN">
                <a:latin typeface="Times New Roman" panose="02020603050405020304" pitchFamily="18" charset="0"/>
                <a:ea typeface="宋体" panose="02010600030101010101" pitchFamily="2" charset="-122"/>
              </a:rPr>
              <a:t>A </a:t>
            </a:r>
            <a:r>
              <a:rPr lang="zh-CN" altLang="en-US">
                <a:latin typeface="Times New Roman" panose="02020603050405020304" pitchFamily="18" charset="0"/>
                <a:ea typeface="宋体" panose="02010600030101010101" pitchFamily="2" charset="-122"/>
              </a:rPr>
              <a:t>向 </a:t>
            </a:r>
            <a:r>
              <a:rPr lang="en-US" altLang="zh-CN">
                <a:latin typeface="Times New Roman" panose="02020603050405020304" pitchFamily="18" charset="0"/>
                <a:ea typeface="宋体" panose="02010600030101010101" pitchFamily="2" charset="-122"/>
              </a:rPr>
              <a:t>B </a:t>
            </a:r>
            <a:r>
              <a:rPr lang="zh-CN" altLang="en-US">
                <a:latin typeface="Times New Roman" panose="02020603050405020304" pitchFamily="18" charset="0"/>
                <a:ea typeface="宋体" panose="02010600030101010101" pitchFamily="2" charset="-122"/>
              </a:rPr>
              <a:t>发出的信息，要经过一定的时间后才能传送到 </a:t>
            </a:r>
            <a:r>
              <a:rPr lang="en-US" altLang="zh-CN">
                <a:latin typeface="Times New Roman" panose="02020603050405020304" pitchFamily="18" charset="0"/>
                <a:ea typeface="宋体" panose="02010600030101010101" pitchFamily="2" charset="-122"/>
              </a:rPr>
              <a:t>B</a:t>
            </a:r>
            <a:r>
              <a:rPr lang="zh-CN" altLang="en-US">
                <a:latin typeface="Times New Roman" panose="02020603050405020304" pitchFamily="18" charset="0"/>
                <a:ea typeface="宋体" panose="02010600030101010101" pitchFamily="2" charset="-122"/>
              </a:rPr>
              <a:t>。</a:t>
            </a:r>
          </a:p>
          <a:p>
            <a:pPr eaLnBrk="1" hangingPunct="1">
              <a:lnSpc>
                <a:spcPct val="90000"/>
              </a:lnSpc>
            </a:pPr>
            <a:r>
              <a:rPr lang="en-US" altLang="zh-CN">
                <a:latin typeface="Times New Roman" panose="02020603050405020304" pitchFamily="18" charset="0"/>
                <a:ea typeface="宋体" panose="02010600030101010101" pitchFamily="2" charset="-122"/>
              </a:rPr>
              <a:t>B </a:t>
            </a:r>
            <a:r>
              <a:rPr lang="zh-CN" altLang="en-US">
                <a:latin typeface="Times New Roman" panose="02020603050405020304" pitchFamily="18" charset="0"/>
                <a:ea typeface="宋体" panose="02010600030101010101" pitchFamily="2" charset="-122"/>
              </a:rPr>
              <a:t>若在 </a:t>
            </a:r>
            <a:r>
              <a:rPr lang="en-US" altLang="zh-CN">
                <a:latin typeface="Times New Roman" panose="02020603050405020304" pitchFamily="18" charset="0"/>
                <a:ea typeface="宋体" panose="02010600030101010101" pitchFamily="2" charset="-122"/>
              </a:rPr>
              <a:t>A </a:t>
            </a:r>
            <a:r>
              <a:rPr lang="zh-CN" altLang="en-US">
                <a:latin typeface="Times New Roman" panose="02020603050405020304" pitchFamily="18" charset="0"/>
                <a:ea typeface="宋体" panose="02010600030101010101" pitchFamily="2" charset="-122"/>
              </a:rPr>
              <a:t>发送的信息到达 </a:t>
            </a:r>
            <a:r>
              <a:rPr lang="en-US" altLang="zh-CN">
                <a:latin typeface="Times New Roman" panose="02020603050405020304" pitchFamily="18" charset="0"/>
                <a:ea typeface="宋体" panose="02010600030101010101" pitchFamily="2" charset="-122"/>
              </a:rPr>
              <a:t>B </a:t>
            </a:r>
            <a:r>
              <a:rPr lang="zh-CN" altLang="en-US">
                <a:latin typeface="Times New Roman" panose="02020603050405020304" pitchFamily="18" charset="0"/>
                <a:ea typeface="宋体" panose="02010600030101010101" pitchFamily="2" charset="-122"/>
              </a:rPr>
              <a:t>之前发送自己的帧</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因为这时 </a:t>
            </a:r>
            <a:r>
              <a:rPr lang="en-US" altLang="zh-CN">
                <a:latin typeface="Times New Roman" panose="02020603050405020304" pitchFamily="18" charset="0"/>
                <a:ea typeface="宋体" panose="02010600030101010101" pitchFamily="2" charset="-122"/>
              </a:rPr>
              <a:t>B </a:t>
            </a:r>
            <a:r>
              <a:rPr lang="zh-CN" altLang="en-US">
                <a:latin typeface="Times New Roman" panose="02020603050405020304" pitchFamily="18" charset="0"/>
                <a:ea typeface="宋体" panose="02010600030101010101" pitchFamily="2" charset="-122"/>
              </a:rPr>
              <a:t>的载波监听检测不到 </a:t>
            </a:r>
            <a:r>
              <a:rPr lang="en-US" altLang="zh-CN">
                <a:latin typeface="Times New Roman" panose="02020603050405020304" pitchFamily="18" charset="0"/>
                <a:ea typeface="宋体" panose="02010600030101010101" pitchFamily="2" charset="-122"/>
              </a:rPr>
              <a:t>A </a:t>
            </a:r>
            <a:r>
              <a:rPr lang="zh-CN" altLang="en-US">
                <a:latin typeface="Times New Roman" panose="02020603050405020304" pitchFamily="18" charset="0"/>
                <a:ea typeface="宋体" panose="02010600030101010101" pitchFamily="2" charset="-122"/>
              </a:rPr>
              <a:t>所发送的信息</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，则必然要在某个时间和 </a:t>
            </a:r>
            <a:r>
              <a:rPr lang="en-US" altLang="zh-CN">
                <a:latin typeface="Times New Roman" panose="02020603050405020304" pitchFamily="18" charset="0"/>
                <a:ea typeface="宋体" panose="02010600030101010101" pitchFamily="2" charset="-122"/>
              </a:rPr>
              <a:t>A </a:t>
            </a:r>
            <a:r>
              <a:rPr lang="zh-CN" altLang="en-US">
                <a:latin typeface="Times New Roman" panose="02020603050405020304" pitchFamily="18" charset="0"/>
                <a:ea typeface="宋体" panose="02010600030101010101" pitchFamily="2" charset="-122"/>
              </a:rPr>
              <a:t>发送的帧发生碰撞。</a:t>
            </a:r>
          </a:p>
          <a:p>
            <a:pPr eaLnBrk="1" hangingPunct="1">
              <a:lnSpc>
                <a:spcPct val="90000"/>
              </a:lnSpc>
            </a:pPr>
            <a:r>
              <a:rPr lang="zh-CN" altLang="en-US">
                <a:latin typeface="Times New Roman" panose="02020603050405020304" pitchFamily="18" charset="0"/>
                <a:ea typeface="宋体" panose="02010600030101010101" pitchFamily="2" charset="-122"/>
              </a:rPr>
              <a:t>碰撞的结果是两个帧都变得无用。  </a:t>
            </a:r>
          </a:p>
        </p:txBody>
      </p:sp>
      <p:sp>
        <p:nvSpPr>
          <p:cNvPr id="160771" name="幻灯片编号占位符 1">
            <a:extLst>
              <a:ext uri="{FF2B5EF4-FFF2-40B4-BE49-F238E27FC236}">
                <a16:creationId xmlns:a16="http://schemas.microsoft.com/office/drawing/2014/main" id="{2EF64DC6-6171-814D-91B1-07E16D04BEC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B45F99D-4E9E-1444-8E0D-924FB0D4DC4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0460662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1165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1165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1165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Line 2">
            <a:extLst>
              <a:ext uri="{FF2B5EF4-FFF2-40B4-BE49-F238E27FC236}">
                <a16:creationId xmlns:a16="http://schemas.microsoft.com/office/drawing/2014/main" id="{9ECAB939-F645-4644-A33D-ED3F250CEE7C}"/>
              </a:ext>
            </a:extLst>
          </p:cNvPr>
          <p:cNvSpPr>
            <a:spLocks noChangeShapeType="1"/>
          </p:cNvSpPr>
          <p:nvPr/>
        </p:nvSpPr>
        <p:spPr bwMode="auto">
          <a:xfrm>
            <a:off x="2574131" y="1756172"/>
            <a:ext cx="3495675" cy="0"/>
          </a:xfrm>
          <a:prstGeom prst="line">
            <a:avLst/>
          </a:prstGeom>
          <a:noFill/>
          <a:ln w="38100" cmpd="dbl">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2818" name="Line 3">
            <a:extLst>
              <a:ext uri="{FF2B5EF4-FFF2-40B4-BE49-F238E27FC236}">
                <a16:creationId xmlns:a16="http://schemas.microsoft.com/office/drawing/2014/main" id="{AE40B489-AEB0-A04C-B593-97B538244EE5}"/>
              </a:ext>
            </a:extLst>
          </p:cNvPr>
          <p:cNvSpPr>
            <a:spLocks noChangeShapeType="1"/>
          </p:cNvSpPr>
          <p:nvPr/>
        </p:nvSpPr>
        <p:spPr bwMode="auto">
          <a:xfrm>
            <a:off x="2569369" y="1539479"/>
            <a:ext cx="3505200" cy="0"/>
          </a:xfrm>
          <a:prstGeom prst="line">
            <a:avLst/>
          </a:prstGeom>
          <a:noFill/>
          <a:ln w="19050">
            <a:solidFill>
              <a:srgbClr val="333399"/>
            </a:solidFill>
            <a:round/>
            <a:headEnd type="triangle" w="med"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2819" name="Rectangle 4">
            <a:extLst>
              <a:ext uri="{FF2B5EF4-FFF2-40B4-BE49-F238E27FC236}">
                <a16:creationId xmlns:a16="http://schemas.microsoft.com/office/drawing/2014/main" id="{9ECB25B1-C370-F94C-9196-9269661ADCA0}"/>
              </a:ext>
            </a:extLst>
          </p:cNvPr>
          <p:cNvSpPr>
            <a:spLocks noChangeArrowheads="1"/>
          </p:cNvSpPr>
          <p:nvPr/>
        </p:nvSpPr>
        <p:spPr bwMode="auto">
          <a:xfrm>
            <a:off x="3970735" y="1382316"/>
            <a:ext cx="553838" cy="29816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 km</a:t>
            </a:r>
          </a:p>
        </p:txBody>
      </p:sp>
      <p:sp>
        <p:nvSpPr>
          <p:cNvPr id="162820" name="Line 5">
            <a:extLst>
              <a:ext uri="{FF2B5EF4-FFF2-40B4-BE49-F238E27FC236}">
                <a16:creationId xmlns:a16="http://schemas.microsoft.com/office/drawing/2014/main" id="{7EE8A215-39C4-FD47-BAF6-D696A97983EA}"/>
              </a:ext>
            </a:extLst>
          </p:cNvPr>
          <p:cNvSpPr>
            <a:spLocks noChangeShapeType="1"/>
          </p:cNvSpPr>
          <p:nvPr/>
        </p:nvSpPr>
        <p:spPr bwMode="auto">
          <a:xfrm>
            <a:off x="2565797" y="1759744"/>
            <a:ext cx="0" cy="135612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2678" name="Line 6">
            <a:extLst>
              <a:ext uri="{FF2B5EF4-FFF2-40B4-BE49-F238E27FC236}">
                <a16:creationId xmlns:a16="http://schemas.microsoft.com/office/drawing/2014/main" id="{EB0B9320-D74F-864C-9F5F-39820742295A}"/>
              </a:ext>
            </a:extLst>
          </p:cNvPr>
          <p:cNvSpPr>
            <a:spLocks noChangeShapeType="1"/>
          </p:cNvSpPr>
          <p:nvPr/>
        </p:nvSpPr>
        <p:spPr bwMode="auto">
          <a:xfrm>
            <a:off x="2569369" y="1759744"/>
            <a:ext cx="3486150" cy="651272"/>
          </a:xfrm>
          <a:prstGeom prst="line">
            <a:avLst/>
          </a:prstGeom>
          <a:noFill/>
          <a:ln w="76200">
            <a:solidFill>
              <a:schemeClr val="accent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2822" name="Rectangle 7">
            <a:extLst>
              <a:ext uri="{FF2B5EF4-FFF2-40B4-BE49-F238E27FC236}">
                <a16:creationId xmlns:a16="http://schemas.microsoft.com/office/drawing/2014/main" id="{837825BA-0E5C-3046-BA1F-98C6CE91249B}"/>
              </a:ext>
            </a:extLst>
          </p:cNvPr>
          <p:cNvSpPr>
            <a:spLocks noChangeArrowheads="1"/>
          </p:cNvSpPr>
          <p:nvPr/>
        </p:nvSpPr>
        <p:spPr bwMode="auto">
          <a:xfrm>
            <a:off x="2303860" y="1383506"/>
            <a:ext cx="316594" cy="390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2100">
                <a:latin typeface="Arial" panose="020B0604020202020204" pitchFamily="34" charset="0"/>
                <a:ea typeface="宋体" panose="02010600030101010101" pitchFamily="2" charset="-122"/>
              </a:rPr>
              <a:t>A</a:t>
            </a:r>
          </a:p>
        </p:txBody>
      </p:sp>
      <p:sp>
        <p:nvSpPr>
          <p:cNvPr id="162823" name="Rectangle 8">
            <a:extLst>
              <a:ext uri="{FF2B5EF4-FFF2-40B4-BE49-F238E27FC236}">
                <a16:creationId xmlns:a16="http://schemas.microsoft.com/office/drawing/2014/main" id="{884F1063-A0E5-A544-885B-67F4C57F552A}"/>
              </a:ext>
            </a:extLst>
          </p:cNvPr>
          <p:cNvSpPr>
            <a:spLocks noChangeArrowheads="1"/>
          </p:cNvSpPr>
          <p:nvPr/>
        </p:nvSpPr>
        <p:spPr bwMode="auto">
          <a:xfrm>
            <a:off x="6041231" y="1383506"/>
            <a:ext cx="316594" cy="390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2100">
                <a:latin typeface="Arial" panose="020B0604020202020204" pitchFamily="34" charset="0"/>
                <a:ea typeface="宋体" panose="02010600030101010101" pitchFamily="2" charset="-122"/>
              </a:rPr>
              <a:t>B</a:t>
            </a:r>
          </a:p>
        </p:txBody>
      </p:sp>
      <p:sp>
        <p:nvSpPr>
          <p:cNvPr id="162824" name="Line 9">
            <a:extLst>
              <a:ext uri="{FF2B5EF4-FFF2-40B4-BE49-F238E27FC236}">
                <a16:creationId xmlns:a16="http://schemas.microsoft.com/office/drawing/2014/main" id="{DC21F06B-176C-DC4C-B319-D3D8CF2FC1D1}"/>
              </a:ext>
            </a:extLst>
          </p:cNvPr>
          <p:cNvSpPr>
            <a:spLocks noChangeShapeType="1"/>
          </p:cNvSpPr>
          <p:nvPr/>
        </p:nvSpPr>
        <p:spPr bwMode="auto">
          <a:xfrm flipH="1">
            <a:off x="2477691" y="2016919"/>
            <a:ext cx="4763" cy="817960"/>
          </a:xfrm>
          <a:prstGeom prst="line">
            <a:avLst/>
          </a:prstGeom>
          <a:noFill/>
          <a:ln w="1270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2825" name="Rectangle 10">
            <a:extLst>
              <a:ext uri="{FF2B5EF4-FFF2-40B4-BE49-F238E27FC236}">
                <a16:creationId xmlns:a16="http://schemas.microsoft.com/office/drawing/2014/main" id="{899CAA71-73E6-D84E-B00E-ADA0F480C793}"/>
              </a:ext>
            </a:extLst>
          </p:cNvPr>
          <p:cNvSpPr>
            <a:spLocks noChangeArrowheads="1"/>
          </p:cNvSpPr>
          <p:nvPr/>
        </p:nvSpPr>
        <p:spPr bwMode="auto">
          <a:xfrm>
            <a:off x="2313385" y="2265760"/>
            <a:ext cx="189957"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i="1">
                <a:latin typeface="Arial" panose="020B0604020202020204" pitchFamily="34" charset="0"/>
                <a:ea typeface="宋体" panose="02010600030101010101" pitchFamily="2" charset="-122"/>
              </a:rPr>
              <a:t>t</a:t>
            </a:r>
          </a:p>
        </p:txBody>
      </p:sp>
      <p:sp>
        <p:nvSpPr>
          <p:cNvPr id="162826" name="Line 11">
            <a:extLst>
              <a:ext uri="{FF2B5EF4-FFF2-40B4-BE49-F238E27FC236}">
                <a16:creationId xmlns:a16="http://schemas.microsoft.com/office/drawing/2014/main" id="{77AB56B3-03C0-3544-B229-F80974F1638D}"/>
              </a:ext>
            </a:extLst>
          </p:cNvPr>
          <p:cNvSpPr>
            <a:spLocks noChangeShapeType="1"/>
          </p:cNvSpPr>
          <p:nvPr/>
        </p:nvSpPr>
        <p:spPr bwMode="auto">
          <a:xfrm>
            <a:off x="6069806" y="1751410"/>
            <a:ext cx="0" cy="1113234"/>
          </a:xfrm>
          <a:prstGeom prst="line">
            <a:avLst/>
          </a:prstGeom>
          <a:noFill/>
          <a:ln w="127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2684" name="Line 12">
            <a:extLst>
              <a:ext uri="{FF2B5EF4-FFF2-40B4-BE49-F238E27FC236}">
                <a16:creationId xmlns:a16="http://schemas.microsoft.com/office/drawing/2014/main" id="{6E63550B-CDF1-4B4F-A222-A4910E4DBFC3}"/>
              </a:ext>
            </a:extLst>
          </p:cNvPr>
          <p:cNvSpPr>
            <a:spLocks noChangeShapeType="1"/>
          </p:cNvSpPr>
          <p:nvPr/>
        </p:nvSpPr>
        <p:spPr bwMode="auto">
          <a:xfrm flipH="1">
            <a:off x="2565798" y="2287192"/>
            <a:ext cx="3502819" cy="659606"/>
          </a:xfrm>
          <a:prstGeom prst="line">
            <a:avLst/>
          </a:prstGeom>
          <a:noFill/>
          <a:ln w="76200">
            <a:solidFill>
              <a:srgbClr val="996600"/>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412685" name="Group 13">
            <a:extLst>
              <a:ext uri="{FF2B5EF4-FFF2-40B4-BE49-F238E27FC236}">
                <a16:creationId xmlns:a16="http://schemas.microsoft.com/office/drawing/2014/main" id="{82A22424-C361-784F-A201-D54C63F0B11D}"/>
              </a:ext>
            </a:extLst>
          </p:cNvPr>
          <p:cNvGrpSpPr>
            <a:grpSpLocks/>
          </p:cNvGrpSpPr>
          <p:nvPr/>
        </p:nvGrpSpPr>
        <p:grpSpPr bwMode="auto">
          <a:xfrm>
            <a:off x="5148263" y="1756172"/>
            <a:ext cx="723900" cy="595313"/>
            <a:chOff x="3364" y="411"/>
            <a:chExt cx="608" cy="500"/>
          </a:xfrm>
        </p:grpSpPr>
        <p:sp>
          <p:nvSpPr>
            <p:cNvPr id="162853" name="Line 14">
              <a:extLst>
                <a:ext uri="{FF2B5EF4-FFF2-40B4-BE49-F238E27FC236}">
                  <a16:creationId xmlns:a16="http://schemas.microsoft.com/office/drawing/2014/main" id="{6DC5939C-2657-154F-BF51-390400DBC8DF}"/>
                </a:ext>
              </a:extLst>
            </p:cNvPr>
            <p:cNvSpPr>
              <a:spLocks noChangeShapeType="1"/>
            </p:cNvSpPr>
            <p:nvPr/>
          </p:nvSpPr>
          <p:spPr bwMode="auto">
            <a:xfrm>
              <a:off x="3755" y="728"/>
              <a:ext cx="112" cy="183"/>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2687" name="AutoShape 15">
              <a:extLst>
                <a:ext uri="{FF2B5EF4-FFF2-40B4-BE49-F238E27FC236}">
                  <a16:creationId xmlns:a16="http://schemas.microsoft.com/office/drawing/2014/main" id="{2C50F944-9EAE-6E4F-BBBC-5FB8F02614B7}"/>
                </a:ext>
              </a:extLst>
            </p:cNvPr>
            <p:cNvSpPr>
              <a:spLocks noChangeArrowheads="1"/>
            </p:cNvSpPr>
            <p:nvPr/>
          </p:nvSpPr>
          <p:spPr bwMode="auto">
            <a:xfrm>
              <a:off x="3364" y="411"/>
              <a:ext cx="608" cy="454"/>
            </a:xfrm>
            <a:prstGeom prst="irregularSeal1">
              <a:avLst/>
            </a:prstGeom>
            <a:solidFill>
              <a:srgbClr val="FFCCFF"/>
            </a:solidFill>
            <a:ln w="12700">
              <a:solidFill>
                <a:srgbClr val="FFCCFF"/>
              </a:solidFill>
              <a:miter lim="800000"/>
              <a:headEnd/>
              <a:tailEnd/>
            </a:ln>
            <a:effectLst>
              <a:outerShdw blurRad="63500" dist="38099" dir="2700000" algn="ctr" rotWithShape="0">
                <a:schemeClr val="bg2">
                  <a:alpha val="74997"/>
                </a:schemeClr>
              </a:outerShdw>
            </a:effectLst>
          </p:spPr>
          <p:txBody>
            <a:bodyPr wrap="none" anchor="ct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zh-CN" altLang="en-US" sz="1500">
                  <a:solidFill>
                    <a:srgbClr val="333399"/>
                  </a:solidFill>
                  <a:latin typeface="Arial" panose="020B0604020202020204" pitchFamily="34" charset="0"/>
                </a:rPr>
                <a:t>碰撞</a:t>
              </a:r>
            </a:p>
          </p:txBody>
        </p:sp>
      </p:grpSp>
      <p:grpSp>
        <p:nvGrpSpPr>
          <p:cNvPr id="412688" name="Group 16">
            <a:extLst>
              <a:ext uri="{FF2B5EF4-FFF2-40B4-BE49-F238E27FC236}">
                <a16:creationId xmlns:a16="http://schemas.microsoft.com/office/drawing/2014/main" id="{2351C4BA-51EC-F141-8C3B-BD47C4349661}"/>
              </a:ext>
            </a:extLst>
          </p:cNvPr>
          <p:cNvGrpSpPr>
            <a:grpSpLocks/>
          </p:cNvGrpSpPr>
          <p:nvPr/>
        </p:nvGrpSpPr>
        <p:grpSpPr bwMode="auto">
          <a:xfrm>
            <a:off x="1331119" y="2164557"/>
            <a:ext cx="3013473" cy="935832"/>
            <a:chOff x="158" y="754"/>
            <a:chExt cx="2531" cy="786"/>
          </a:xfrm>
        </p:grpSpPr>
        <p:sp>
          <p:nvSpPr>
            <p:cNvPr id="162848" name="Text Box 17">
              <a:extLst>
                <a:ext uri="{FF2B5EF4-FFF2-40B4-BE49-F238E27FC236}">
                  <a16:creationId xmlns:a16="http://schemas.microsoft.com/office/drawing/2014/main" id="{2553D630-CBE2-1140-8648-1200B3386CBD}"/>
                </a:ext>
              </a:extLst>
            </p:cNvPr>
            <p:cNvSpPr txBox="1">
              <a:spLocks noChangeArrowheads="1"/>
            </p:cNvSpPr>
            <p:nvPr/>
          </p:nvSpPr>
          <p:spPr bwMode="auto">
            <a:xfrm>
              <a:off x="158" y="1269"/>
              <a:ext cx="80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i="1">
                  <a:latin typeface="Arial" panose="020B0604020202020204" pitchFamily="34" charset="0"/>
                  <a:ea typeface="宋体" panose="02010600030101010101" pitchFamily="2" charset="-122"/>
                </a:rPr>
                <a:t>t</a:t>
              </a:r>
              <a:r>
                <a:rPr kumimoji="1" lang="en-US" altLang="zh-CN" sz="1500">
                  <a:latin typeface="Arial" panose="020B0604020202020204" pitchFamily="34" charset="0"/>
                  <a:ea typeface="宋体" panose="02010600030101010101" pitchFamily="2" charset="-122"/>
                </a:rPr>
                <a:t> = 2</a:t>
              </a:r>
              <a:r>
                <a:rPr kumimoji="1" lang="en-US" altLang="zh-CN" sz="1500">
                  <a:latin typeface="Arial" panose="020B0604020202020204" pitchFamily="34" charset="0"/>
                  <a:ea typeface="宋体" panose="02010600030101010101" pitchFamily="2" charset="-122"/>
                  <a:sym typeface="Symbol" pitchFamily="2" charset="2"/>
                </a:rPr>
                <a:t></a:t>
              </a:r>
              <a:r>
                <a:rPr kumimoji="1" lang="en-US" altLang="zh-CN" sz="150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sym typeface="Symbol" pitchFamily="2" charset="2"/>
                </a:rPr>
                <a:t> </a:t>
              </a:r>
            </a:p>
          </p:txBody>
        </p:sp>
        <p:sp>
          <p:nvSpPr>
            <p:cNvPr id="162849" name="Line 18">
              <a:extLst>
                <a:ext uri="{FF2B5EF4-FFF2-40B4-BE49-F238E27FC236}">
                  <a16:creationId xmlns:a16="http://schemas.microsoft.com/office/drawing/2014/main" id="{0DF96246-6641-DB48-A009-383C8D2E7082}"/>
                </a:ext>
              </a:extLst>
            </p:cNvPr>
            <p:cNvSpPr>
              <a:spLocks noChangeShapeType="1"/>
            </p:cNvSpPr>
            <p:nvPr/>
          </p:nvSpPr>
          <p:spPr bwMode="auto">
            <a:xfrm>
              <a:off x="913" y="1417"/>
              <a:ext cx="26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nvGrpSpPr>
            <p:cNvPr id="162850" name="Group 19">
              <a:extLst>
                <a:ext uri="{FF2B5EF4-FFF2-40B4-BE49-F238E27FC236}">
                  <a16:creationId xmlns:a16="http://schemas.microsoft.com/office/drawing/2014/main" id="{E758729F-D0DD-F64B-B883-EEEF31AE7729}"/>
                </a:ext>
              </a:extLst>
            </p:cNvPr>
            <p:cNvGrpSpPr>
              <a:grpSpLocks/>
            </p:cNvGrpSpPr>
            <p:nvPr/>
          </p:nvGrpSpPr>
          <p:grpSpPr bwMode="auto">
            <a:xfrm>
              <a:off x="1247" y="754"/>
              <a:ext cx="1442" cy="272"/>
              <a:chOff x="1247" y="754"/>
              <a:chExt cx="1442" cy="272"/>
            </a:xfrm>
          </p:grpSpPr>
          <p:sp>
            <p:nvSpPr>
              <p:cNvPr id="162851" name="AutoShape 20">
                <a:extLst>
                  <a:ext uri="{FF2B5EF4-FFF2-40B4-BE49-F238E27FC236}">
                    <a16:creationId xmlns:a16="http://schemas.microsoft.com/office/drawing/2014/main" id="{F1D3890E-D29B-A944-BD39-24D4EC917D4D}"/>
                  </a:ext>
                </a:extLst>
              </p:cNvPr>
              <p:cNvSpPr>
                <a:spLocks noChangeArrowheads="1"/>
              </p:cNvSpPr>
              <p:nvPr/>
            </p:nvSpPr>
            <p:spPr bwMode="auto">
              <a:xfrm>
                <a:off x="1247" y="754"/>
                <a:ext cx="1406" cy="272"/>
              </a:xfrm>
              <a:prstGeom prst="wedgeRoundRectCallout">
                <a:avLst>
                  <a:gd name="adj1" fmla="val -52986"/>
                  <a:gd name="adj2" fmla="val 182352"/>
                  <a:gd name="adj3" fmla="val 16667"/>
                </a:avLst>
              </a:prstGeom>
              <a:solidFill>
                <a:srgbClr val="FFFF99"/>
              </a:solidFill>
              <a:ln w="12700">
                <a:solidFill>
                  <a:schemeClr val="tx1"/>
                </a:solidFill>
                <a:miter lim="800000"/>
                <a:headEnd/>
                <a:tailEnd/>
              </a:ln>
            </p:spPr>
            <p:txBody>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endParaRPr kumimoji="1" lang="zh-CN" altLang="zh-CN" sz="1500">
                  <a:latin typeface="Arial" panose="020B0604020202020204" pitchFamily="34" charset="0"/>
                  <a:ea typeface="宋体" panose="02010600030101010101" pitchFamily="2" charset="-122"/>
                </a:endParaRPr>
              </a:p>
            </p:txBody>
          </p:sp>
          <p:sp>
            <p:nvSpPr>
              <p:cNvPr id="162852" name="Text Box 21">
                <a:extLst>
                  <a:ext uri="{FF2B5EF4-FFF2-40B4-BE49-F238E27FC236}">
                    <a16:creationId xmlns:a16="http://schemas.microsoft.com/office/drawing/2014/main" id="{312A7B25-7C8E-DD4C-9799-C66C836293D2}"/>
                  </a:ext>
                </a:extLst>
              </p:cNvPr>
              <p:cNvSpPr txBox="1">
                <a:spLocks noChangeArrowheads="1"/>
              </p:cNvSpPr>
              <p:nvPr/>
            </p:nvSpPr>
            <p:spPr bwMode="auto">
              <a:xfrm>
                <a:off x="1247" y="754"/>
                <a:ext cx="1442"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dirty="0">
                    <a:latin typeface="Arial" panose="020B0604020202020204" pitchFamily="34" charset="0"/>
                    <a:ea typeface="宋体" panose="02010600030101010101" pitchFamily="2" charset="-122"/>
                  </a:rPr>
                  <a:t>A </a:t>
                </a:r>
                <a:r>
                  <a:rPr kumimoji="1" lang="zh-CN" altLang="en-US" sz="1500" dirty="0">
                    <a:latin typeface="Arial" panose="020B0604020202020204" pitchFamily="34" charset="0"/>
                    <a:ea typeface="宋体" panose="02010600030101010101" pitchFamily="2" charset="-122"/>
                  </a:rPr>
                  <a:t>检测到发生碰撞</a:t>
                </a:r>
              </a:p>
            </p:txBody>
          </p:sp>
        </p:grpSp>
      </p:grpSp>
      <p:grpSp>
        <p:nvGrpSpPr>
          <p:cNvPr id="412694" name="Group 22">
            <a:extLst>
              <a:ext uri="{FF2B5EF4-FFF2-40B4-BE49-F238E27FC236}">
                <a16:creationId xmlns:a16="http://schemas.microsoft.com/office/drawing/2014/main" id="{C0CDB84D-5E17-0347-8629-8B489D94C95A}"/>
              </a:ext>
            </a:extLst>
          </p:cNvPr>
          <p:cNvGrpSpPr>
            <a:grpSpLocks/>
          </p:cNvGrpSpPr>
          <p:nvPr/>
        </p:nvGrpSpPr>
        <p:grpSpPr bwMode="auto">
          <a:xfrm>
            <a:off x="6104335" y="1666875"/>
            <a:ext cx="1383506" cy="752476"/>
            <a:chOff x="4167" y="336"/>
            <a:chExt cx="1162" cy="632"/>
          </a:xfrm>
        </p:grpSpPr>
        <p:grpSp>
          <p:nvGrpSpPr>
            <p:cNvPr id="162842" name="Group 23">
              <a:extLst>
                <a:ext uri="{FF2B5EF4-FFF2-40B4-BE49-F238E27FC236}">
                  <a16:creationId xmlns:a16="http://schemas.microsoft.com/office/drawing/2014/main" id="{0B045B9D-E51D-CC40-83F8-AB5E01CEB003}"/>
                </a:ext>
              </a:extLst>
            </p:cNvPr>
            <p:cNvGrpSpPr>
              <a:grpSpLocks/>
            </p:cNvGrpSpPr>
            <p:nvPr/>
          </p:nvGrpSpPr>
          <p:grpSpPr bwMode="auto">
            <a:xfrm>
              <a:off x="4167" y="697"/>
              <a:ext cx="1074" cy="271"/>
              <a:chOff x="4167" y="697"/>
              <a:chExt cx="1074" cy="271"/>
            </a:xfrm>
          </p:grpSpPr>
          <p:sp>
            <p:nvSpPr>
              <p:cNvPr id="162846" name="Line 24">
                <a:extLst>
                  <a:ext uri="{FF2B5EF4-FFF2-40B4-BE49-F238E27FC236}">
                    <a16:creationId xmlns:a16="http://schemas.microsoft.com/office/drawing/2014/main" id="{EA4A1D65-10AA-CE41-A043-A128392E42FE}"/>
                  </a:ext>
                </a:extLst>
              </p:cNvPr>
              <p:cNvSpPr>
                <a:spLocks noChangeShapeType="1"/>
              </p:cNvSpPr>
              <p:nvPr/>
            </p:nvSpPr>
            <p:spPr bwMode="auto">
              <a:xfrm flipH="1">
                <a:off x="4167" y="847"/>
                <a:ext cx="261"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62847" name="Text Box 25">
                <a:extLst>
                  <a:ext uri="{FF2B5EF4-FFF2-40B4-BE49-F238E27FC236}">
                    <a16:creationId xmlns:a16="http://schemas.microsoft.com/office/drawing/2014/main" id="{F612643E-621D-DC47-A1CD-73C9E32EBF7D}"/>
                  </a:ext>
                </a:extLst>
              </p:cNvPr>
              <p:cNvSpPr txBox="1">
                <a:spLocks noChangeArrowheads="1"/>
              </p:cNvSpPr>
              <p:nvPr/>
            </p:nvSpPr>
            <p:spPr bwMode="auto">
              <a:xfrm>
                <a:off x="4411" y="697"/>
                <a:ext cx="83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i="1">
                    <a:latin typeface="Arial" panose="020B0604020202020204" pitchFamily="34" charset="0"/>
                    <a:ea typeface="宋体" panose="02010600030101010101" pitchFamily="2" charset="-122"/>
                  </a:rPr>
                  <a:t>  t</a:t>
                </a:r>
                <a:r>
                  <a:rPr kumimoji="1" lang="en-US" altLang="zh-CN" sz="1500">
                    <a:latin typeface="Arial" panose="020B0604020202020204" pitchFamily="34" charset="0"/>
                    <a:ea typeface="宋体" panose="02010600030101010101" pitchFamily="2" charset="-122"/>
                  </a:rPr>
                  <a:t> = </a:t>
                </a:r>
                <a:r>
                  <a:rPr kumimoji="1" lang="en-US" altLang="zh-CN" sz="1500">
                    <a:latin typeface="Tahoma" panose="020B0604030504040204" pitchFamily="34" charset="0"/>
                    <a:ea typeface="宋体" panose="02010600030101010101" pitchFamily="2" charset="-122"/>
                    <a:sym typeface="Symbol" pitchFamily="2" charset="2"/>
                  </a:rPr>
                  <a:t></a:t>
                </a:r>
                <a:r>
                  <a:rPr kumimoji="1" lang="en-US" altLang="zh-CN" sz="150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sym typeface="Symbol" pitchFamily="2" charset="2"/>
                  </a:rPr>
                  <a:t> </a:t>
                </a:r>
                <a:r>
                  <a:rPr kumimoji="1" lang="en-US" altLang="zh-CN" sz="1500" baseline="30000">
                    <a:latin typeface="Arial" panose="020B0604020202020204" pitchFamily="34" charset="0"/>
                    <a:ea typeface="宋体" panose="02010600030101010101" pitchFamily="2" charset="-122"/>
                  </a:rPr>
                  <a:t> </a:t>
                </a:r>
              </a:p>
            </p:txBody>
          </p:sp>
        </p:grpSp>
        <p:grpSp>
          <p:nvGrpSpPr>
            <p:cNvPr id="162843" name="Group 26">
              <a:extLst>
                <a:ext uri="{FF2B5EF4-FFF2-40B4-BE49-F238E27FC236}">
                  <a16:creationId xmlns:a16="http://schemas.microsoft.com/office/drawing/2014/main" id="{D30D3B3A-32CC-3D47-9F19-DB6EB21024ED}"/>
                </a:ext>
              </a:extLst>
            </p:cNvPr>
            <p:cNvGrpSpPr>
              <a:grpSpLocks/>
            </p:cNvGrpSpPr>
            <p:nvPr/>
          </p:nvGrpSpPr>
          <p:grpSpPr bwMode="auto">
            <a:xfrm>
              <a:off x="4286" y="336"/>
              <a:ext cx="1043" cy="271"/>
              <a:chOff x="4286" y="336"/>
              <a:chExt cx="1043" cy="271"/>
            </a:xfrm>
          </p:grpSpPr>
          <p:sp>
            <p:nvSpPr>
              <p:cNvPr id="162844" name="AutoShape 27">
                <a:extLst>
                  <a:ext uri="{FF2B5EF4-FFF2-40B4-BE49-F238E27FC236}">
                    <a16:creationId xmlns:a16="http://schemas.microsoft.com/office/drawing/2014/main" id="{9EFBF3EA-1B3F-874D-BC32-E1932FEBFE07}"/>
                  </a:ext>
                </a:extLst>
              </p:cNvPr>
              <p:cNvSpPr>
                <a:spLocks noChangeArrowheads="1"/>
              </p:cNvSpPr>
              <p:nvPr/>
            </p:nvSpPr>
            <p:spPr bwMode="auto">
              <a:xfrm>
                <a:off x="4341" y="346"/>
                <a:ext cx="988" cy="246"/>
              </a:xfrm>
              <a:prstGeom prst="wedgeRoundRectCallout">
                <a:avLst>
                  <a:gd name="adj1" fmla="val -70042"/>
                  <a:gd name="adj2" fmla="val 145528"/>
                  <a:gd name="adj3" fmla="val 16667"/>
                </a:avLst>
              </a:prstGeom>
              <a:solidFill>
                <a:srgbClr val="FFFF99"/>
              </a:solidFill>
              <a:ln w="12700">
                <a:solidFill>
                  <a:schemeClr val="tx1"/>
                </a:solidFill>
                <a:miter lim="800000"/>
                <a:headEnd/>
                <a:tailEnd/>
              </a:ln>
            </p:spPr>
            <p:txBody>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endParaRPr kumimoji="1" lang="zh-CN" altLang="zh-CN" sz="1500">
                  <a:latin typeface="Arial" panose="020B0604020202020204" pitchFamily="34" charset="0"/>
                  <a:ea typeface="宋体" panose="02010600030101010101" pitchFamily="2" charset="-122"/>
                </a:endParaRPr>
              </a:p>
            </p:txBody>
          </p:sp>
          <p:sp>
            <p:nvSpPr>
              <p:cNvPr id="162845" name="Text Box 28">
                <a:extLst>
                  <a:ext uri="{FF2B5EF4-FFF2-40B4-BE49-F238E27FC236}">
                    <a16:creationId xmlns:a16="http://schemas.microsoft.com/office/drawing/2014/main" id="{98A35A93-2C72-B641-8759-1916789EB17D}"/>
                  </a:ext>
                </a:extLst>
              </p:cNvPr>
              <p:cNvSpPr txBox="1">
                <a:spLocks noChangeArrowheads="1"/>
              </p:cNvSpPr>
              <p:nvPr/>
            </p:nvSpPr>
            <p:spPr bwMode="auto">
              <a:xfrm>
                <a:off x="4286" y="336"/>
                <a:ext cx="1042"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  B </a:t>
                </a:r>
                <a:r>
                  <a:rPr kumimoji="1" lang="zh-CN" altLang="en-US" sz="1500">
                    <a:latin typeface="Arial" panose="020B0604020202020204" pitchFamily="34" charset="0"/>
                    <a:ea typeface="宋体" panose="02010600030101010101" pitchFamily="2" charset="-122"/>
                  </a:rPr>
                  <a:t>发送数据</a:t>
                </a:r>
              </a:p>
            </p:txBody>
          </p:sp>
        </p:grpSp>
      </p:grpSp>
      <p:grpSp>
        <p:nvGrpSpPr>
          <p:cNvPr id="412701" name="Group 29">
            <a:extLst>
              <a:ext uri="{FF2B5EF4-FFF2-40B4-BE49-F238E27FC236}">
                <a16:creationId xmlns:a16="http://schemas.microsoft.com/office/drawing/2014/main" id="{F0EF72A9-B004-E04D-87CE-1FA90F654853}"/>
              </a:ext>
            </a:extLst>
          </p:cNvPr>
          <p:cNvGrpSpPr>
            <a:grpSpLocks/>
          </p:cNvGrpSpPr>
          <p:nvPr/>
        </p:nvGrpSpPr>
        <p:grpSpPr bwMode="auto">
          <a:xfrm>
            <a:off x="4193382" y="2296716"/>
            <a:ext cx="2846785" cy="769143"/>
            <a:chOff x="2562" y="865"/>
            <a:chExt cx="2391" cy="646"/>
          </a:xfrm>
        </p:grpSpPr>
        <p:grpSp>
          <p:nvGrpSpPr>
            <p:cNvPr id="162837" name="Group 30">
              <a:extLst>
                <a:ext uri="{FF2B5EF4-FFF2-40B4-BE49-F238E27FC236}">
                  <a16:creationId xmlns:a16="http://schemas.microsoft.com/office/drawing/2014/main" id="{D10B60FC-48E8-7643-965A-05382F0B35AA}"/>
                </a:ext>
              </a:extLst>
            </p:cNvPr>
            <p:cNvGrpSpPr>
              <a:grpSpLocks/>
            </p:cNvGrpSpPr>
            <p:nvPr/>
          </p:nvGrpSpPr>
          <p:grpSpPr bwMode="auto">
            <a:xfrm>
              <a:off x="2562" y="1240"/>
              <a:ext cx="1546" cy="271"/>
              <a:chOff x="2562" y="1240"/>
              <a:chExt cx="1546" cy="271"/>
            </a:xfrm>
          </p:grpSpPr>
          <p:sp>
            <p:nvSpPr>
              <p:cNvPr id="162840" name="AutoShape 31">
                <a:extLst>
                  <a:ext uri="{FF2B5EF4-FFF2-40B4-BE49-F238E27FC236}">
                    <a16:creationId xmlns:a16="http://schemas.microsoft.com/office/drawing/2014/main" id="{F10EBE19-87D6-F34F-9D8C-EB32CFEBA981}"/>
                  </a:ext>
                </a:extLst>
              </p:cNvPr>
              <p:cNvSpPr>
                <a:spLocks noChangeArrowheads="1"/>
              </p:cNvSpPr>
              <p:nvPr/>
            </p:nvSpPr>
            <p:spPr bwMode="auto">
              <a:xfrm>
                <a:off x="2562" y="1253"/>
                <a:ext cx="1407" cy="246"/>
              </a:xfrm>
              <a:prstGeom prst="wedgeRoundRectCallout">
                <a:avLst>
                  <a:gd name="adj1" fmla="val 61231"/>
                  <a:gd name="adj2" fmla="val -165449"/>
                  <a:gd name="adj3" fmla="val 16667"/>
                </a:avLst>
              </a:prstGeom>
              <a:solidFill>
                <a:srgbClr val="FFFF99"/>
              </a:solidFill>
              <a:ln w="12700">
                <a:solidFill>
                  <a:schemeClr val="tx1"/>
                </a:solidFill>
                <a:miter lim="800000"/>
                <a:headEnd/>
                <a:tailEnd/>
              </a:ln>
            </p:spPr>
            <p:txBody>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endParaRPr kumimoji="1" lang="zh-CN" altLang="zh-CN" sz="1500">
                  <a:latin typeface="Arial" panose="020B0604020202020204" pitchFamily="34" charset="0"/>
                  <a:ea typeface="宋体" panose="02010600030101010101" pitchFamily="2" charset="-122"/>
                </a:endParaRPr>
              </a:p>
            </p:txBody>
          </p:sp>
          <p:sp>
            <p:nvSpPr>
              <p:cNvPr id="162841" name="Text Box 32">
                <a:extLst>
                  <a:ext uri="{FF2B5EF4-FFF2-40B4-BE49-F238E27FC236}">
                    <a16:creationId xmlns:a16="http://schemas.microsoft.com/office/drawing/2014/main" id="{19667779-0323-C246-BE0B-40CDFD2438C8}"/>
                  </a:ext>
                </a:extLst>
              </p:cNvPr>
              <p:cNvSpPr txBox="1">
                <a:spLocks noChangeArrowheads="1"/>
              </p:cNvSpPr>
              <p:nvPr/>
            </p:nvSpPr>
            <p:spPr bwMode="auto">
              <a:xfrm>
                <a:off x="2562" y="1240"/>
                <a:ext cx="1546"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B </a:t>
                </a:r>
                <a:r>
                  <a:rPr kumimoji="1" lang="zh-CN" altLang="en-US" sz="1500">
                    <a:latin typeface="Arial" panose="020B0604020202020204" pitchFamily="34" charset="0"/>
                    <a:ea typeface="宋体" panose="02010600030101010101" pitchFamily="2" charset="-122"/>
                  </a:rPr>
                  <a:t>检测到发生碰撞</a:t>
                </a:r>
              </a:p>
            </p:txBody>
          </p:sp>
        </p:grpSp>
        <p:sp>
          <p:nvSpPr>
            <p:cNvPr id="162838" name="Line 33">
              <a:extLst>
                <a:ext uri="{FF2B5EF4-FFF2-40B4-BE49-F238E27FC236}">
                  <a16:creationId xmlns:a16="http://schemas.microsoft.com/office/drawing/2014/main" id="{15F1450C-F52B-A248-9A88-0EABD2AE96B6}"/>
                </a:ext>
              </a:extLst>
            </p:cNvPr>
            <p:cNvSpPr>
              <a:spLocks noChangeShapeType="1"/>
            </p:cNvSpPr>
            <p:nvPr/>
          </p:nvSpPr>
          <p:spPr bwMode="auto">
            <a:xfrm flipH="1">
              <a:off x="4167" y="964"/>
              <a:ext cx="261"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62839" name="Text Box 34">
              <a:extLst>
                <a:ext uri="{FF2B5EF4-FFF2-40B4-BE49-F238E27FC236}">
                  <a16:creationId xmlns:a16="http://schemas.microsoft.com/office/drawing/2014/main" id="{66BAF7F1-1DA8-D044-9B9C-F6BD364945BA}"/>
                </a:ext>
              </a:extLst>
            </p:cNvPr>
            <p:cNvSpPr txBox="1">
              <a:spLocks noChangeArrowheads="1"/>
            </p:cNvSpPr>
            <p:nvPr/>
          </p:nvSpPr>
          <p:spPr bwMode="auto">
            <a:xfrm>
              <a:off x="4410" y="865"/>
              <a:ext cx="54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i="1">
                  <a:latin typeface="Arial" panose="020B0604020202020204" pitchFamily="34" charset="0"/>
                  <a:ea typeface="宋体" panose="02010600030101010101" pitchFamily="2" charset="-122"/>
                </a:rPr>
                <a:t>  t</a:t>
              </a:r>
              <a:r>
                <a:rPr kumimoji="1" lang="en-US" altLang="zh-CN" sz="1500">
                  <a:latin typeface="Arial" panose="020B0604020202020204" pitchFamily="34" charset="0"/>
                  <a:ea typeface="宋体" panose="02010600030101010101" pitchFamily="2" charset="-122"/>
                </a:rPr>
                <a:t> = </a:t>
              </a:r>
              <a:r>
                <a:rPr kumimoji="1" lang="en-US" altLang="zh-CN" sz="1500">
                  <a:latin typeface="Tahoma" panose="020B0604030504040204" pitchFamily="34" charset="0"/>
                  <a:ea typeface="宋体" panose="02010600030101010101" pitchFamily="2" charset="-122"/>
                  <a:sym typeface="Symbol" pitchFamily="2" charset="2"/>
                </a:rPr>
                <a:t></a:t>
              </a:r>
            </a:p>
          </p:txBody>
        </p:sp>
      </p:grpSp>
      <p:sp>
        <p:nvSpPr>
          <p:cNvPr id="162832" name="Text Box 35">
            <a:extLst>
              <a:ext uri="{FF2B5EF4-FFF2-40B4-BE49-F238E27FC236}">
                <a16:creationId xmlns:a16="http://schemas.microsoft.com/office/drawing/2014/main" id="{51944FB3-BDC4-C240-862D-A86834FCF7CF}"/>
              </a:ext>
            </a:extLst>
          </p:cNvPr>
          <p:cNvSpPr txBox="1">
            <a:spLocks noChangeArrowheads="1"/>
          </p:cNvSpPr>
          <p:nvPr/>
        </p:nvSpPr>
        <p:spPr bwMode="auto">
          <a:xfrm>
            <a:off x="1727598" y="1602582"/>
            <a:ext cx="56297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i="1">
                <a:latin typeface="Arial" panose="020B0604020202020204" pitchFamily="34" charset="0"/>
                <a:ea typeface="宋体" panose="02010600030101010101" pitchFamily="2" charset="-122"/>
              </a:rPr>
              <a:t>t</a:t>
            </a:r>
            <a:r>
              <a:rPr kumimoji="1" lang="en-US" altLang="zh-CN" sz="1500">
                <a:latin typeface="Arial" panose="020B0604020202020204" pitchFamily="34" charset="0"/>
                <a:ea typeface="宋体" panose="02010600030101010101" pitchFamily="2" charset="-122"/>
              </a:rPr>
              <a:t> = 0</a:t>
            </a:r>
            <a:endParaRPr kumimoji="1" lang="en-US" altLang="zh-CN" sz="1500" baseline="30000">
              <a:latin typeface="Arial" panose="020B0604020202020204" pitchFamily="34" charset="0"/>
              <a:ea typeface="宋体" panose="02010600030101010101" pitchFamily="2" charset="-122"/>
            </a:endParaRPr>
          </a:p>
        </p:txBody>
      </p:sp>
      <p:sp>
        <p:nvSpPr>
          <p:cNvPr id="162833" name="Line 36">
            <a:extLst>
              <a:ext uri="{FF2B5EF4-FFF2-40B4-BE49-F238E27FC236}">
                <a16:creationId xmlns:a16="http://schemas.microsoft.com/office/drawing/2014/main" id="{87E71D03-A210-4B4A-B0EA-202B3D45BB33}"/>
              </a:ext>
            </a:extLst>
          </p:cNvPr>
          <p:cNvSpPr>
            <a:spLocks noChangeShapeType="1"/>
          </p:cNvSpPr>
          <p:nvPr/>
        </p:nvSpPr>
        <p:spPr bwMode="auto">
          <a:xfrm>
            <a:off x="2230041" y="1756172"/>
            <a:ext cx="309563"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62834" name="Text Box 37">
            <a:extLst>
              <a:ext uri="{FF2B5EF4-FFF2-40B4-BE49-F238E27FC236}">
                <a16:creationId xmlns:a16="http://schemas.microsoft.com/office/drawing/2014/main" id="{4D07F43D-9274-BC45-8A61-EC7AB6AC636B}"/>
              </a:ext>
            </a:extLst>
          </p:cNvPr>
          <p:cNvSpPr txBox="1">
            <a:spLocks noChangeArrowheads="1"/>
          </p:cNvSpPr>
          <p:nvPr/>
        </p:nvSpPr>
        <p:spPr bwMode="auto">
          <a:xfrm>
            <a:off x="6109083" y="2602707"/>
            <a:ext cx="173477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单程端到端</a:t>
            </a:r>
          </a:p>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传播时延记为</a:t>
            </a:r>
            <a:r>
              <a:rPr lang="zh-CN" altLang="en-US" sz="1800" i="1">
                <a:latin typeface="Arial" panose="020B0604020202020204" pitchFamily="34" charset="0"/>
                <a:ea typeface="宋体" panose="02010600030101010101" pitchFamily="2" charset="-122"/>
                <a:sym typeface="Symbol" pitchFamily="2" charset="2"/>
              </a:rPr>
              <a:t></a:t>
            </a:r>
            <a:r>
              <a:rPr lang="zh-CN" altLang="en-US" sz="1800">
                <a:latin typeface="Arial" panose="020B0604020202020204" pitchFamily="34" charset="0"/>
                <a:ea typeface="宋体" panose="02010600030101010101" pitchFamily="2" charset="-122"/>
              </a:rPr>
              <a:t> </a:t>
            </a:r>
          </a:p>
        </p:txBody>
      </p:sp>
      <p:sp>
        <p:nvSpPr>
          <p:cNvPr id="162836" name="幻灯片编号占位符 1">
            <a:extLst>
              <a:ext uri="{FF2B5EF4-FFF2-40B4-BE49-F238E27FC236}">
                <a16:creationId xmlns:a16="http://schemas.microsoft.com/office/drawing/2014/main" id="{6287B66C-7E07-4C49-8422-27514295B2F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7F2A9DF-C1F2-E149-A86C-2C8981A6F19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69</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DC30CB3E-C360-464C-AF3E-C4BB01B30FB2}"/>
              </a:ext>
            </a:extLst>
          </p:cNvPr>
          <p:cNvSpPr>
            <a:spLocks noGrp="1"/>
          </p:cNvSpPr>
          <p:nvPr>
            <p:ph type="title"/>
          </p:nvPr>
        </p:nvSpPr>
        <p:spPr>
          <a:xfrm>
            <a:off x="169523" y="197271"/>
            <a:ext cx="8804953" cy="647700"/>
          </a:xfrm>
        </p:spPr>
        <p:txBody>
          <a:bodyPr/>
          <a:lstStyle/>
          <a:p>
            <a:r>
              <a:rPr lang="zh-CN" altLang="en-US" dirty="0">
                <a:solidFill>
                  <a:schemeClr val="folHlink"/>
                </a:solidFill>
                <a:latin typeface="黑体" panose="02010609060101010101" pitchFamily="49" charset="-122"/>
                <a:ea typeface="宋体" panose="02010600030101010101" pitchFamily="2" charset="-122"/>
              </a:rPr>
              <a:t>传播时延对载波监听的影响 </a:t>
            </a:r>
            <a:endParaRPr kumimoji="1" lang="zh-CN" altLang="en-US" dirty="0"/>
          </a:p>
        </p:txBody>
      </p:sp>
    </p:spTree>
    <p:extLst>
      <p:ext uri="{BB962C8B-B14F-4D97-AF65-F5344CB8AC3E}">
        <p14:creationId xmlns:p14="http://schemas.microsoft.com/office/powerpoint/2010/main" val="10297057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12678"/>
                                        </p:tgtEl>
                                        <p:attrNameLst>
                                          <p:attrName>style.visibility</p:attrName>
                                        </p:attrNameLst>
                                      </p:cBhvr>
                                      <p:to>
                                        <p:strVal val="visible"/>
                                      </p:to>
                                    </p:set>
                                    <p:animEffect transition="in" filter="wipe(left)">
                                      <p:cBhvr>
                                        <p:cTn id="7" dur="5000"/>
                                        <p:tgtEl>
                                          <p:spTgt spid="412678"/>
                                        </p:tgtEl>
                                      </p:cBhvr>
                                    </p:animEffect>
                                  </p:childTnLst>
                                </p:cTn>
                              </p:par>
                              <p:par>
                                <p:cTn id="8" presetID="22" presetClass="entr" presetSubtype="2" fill="hold" nodeType="withEffect">
                                  <p:stCondLst>
                                    <p:cond delay="4000"/>
                                  </p:stCondLst>
                                  <p:childTnLst>
                                    <p:set>
                                      <p:cBhvr>
                                        <p:cTn id="9" dur="1" fill="hold">
                                          <p:stCondLst>
                                            <p:cond delay="0"/>
                                          </p:stCondLst>
                                        </p:cTn>
                                        <p:tgtEl>
                                          <p:spTgt spid="412684"/>
                                        </p:tgtEl>
                                        <p:attrNameLst>
                                          <p:attrName>style.visibility</p:attrName>
                                        </p:attrNameLst>
                                      </p:cBhvr>
                                      <p:to>
                                        <p:strVal val="visible"/>
                                      </p:to>
                                    </p:set>
                                    <p:animEffect transition="in" filter="wipe(right)">
                                      <p:cBhvr>
                                        <p:cTn id="10" dur="5000"/>
                                        <p:tgtEl>
                                          <p:spTgt spid="412684"/>
                                        </p:tgtEl>
                                      </p:cBhvr>
                                    </p:animEffect>
                                  </p:childTnLst>
                                </p:cTn>
                              </p:par>
                              <p:par>
                                <p:cTn id="11" presetID="1" presetClass="entr" presetSubtype="0" fill="hold" nodeType="withEffect">
                                  <p:stCondLst>
                                    <p:cond delay="4000"/>
                                  </p:stCondLst>
                                  <p:childTnLst>
                                    <p:set>
                                      <p:cBhvr>
                                        <p:cTn id="12" dur="1" fill="hold">
                                          <p:stCondLst>
                                            <p:cond delay="0"/>
                                          </p:stCondLst>
                                        </p:cTn>
                                        <p:tgtEl>
                                          <p:spTgt spid="412694"/>
                                        </p:tgtEl>
                                        <p:attrNameLst>
                                          <p:attrName>style.visibility</p:attrName>
                                        </p:attrNameLst>
                                      </p:cBhvr>
                                      <p:to>
                                        <p:strVal val="visible"/>
                                      </p:to>
                                    </p:set>
                                  </p:childTnLst>
                                </p:cTn>
                              </p:par>
                              <p:par>
                                <p:cTn id="13" presetID="1" presetClass="entr" presetSubtype="0" fill="hold" nodeType="withEffect">
                                  <p:stCondLst>
                                    <p:cond delay="4500"/>
                                  </p:stCondLst>
                                  <p:childTnLst>
                                    <p:set>
                                      <p:cBhvr>
                                        <p:cTn id="14" dur="1" fill="hold">
                                          <p:stCondLst>
                                            <p:cond delay="0"/>
                                          </p:stCondLst>
                                        </p:cTn>
                                        <p:tgtEl>
                                          <p:spTgt spid="412685"/>
                                        </p:tgtEl>
                                        <p:attrNameLst>
                                          <p:attrName>style.visibility</p:attrName>
                                        </p:attrNameLst>
                                      </p:cBhvr>
                                      <p:to>
                                        <p:strVal val="visible"/>
                                      </p:to>
                                    </p:set>
                                  </p:childTnLst>
                                </p:cTn>
                              </p:par>
                              <p:par>
                                <p:cTn id="15" presetID="1" presetClass="entr" presetSubtype="0" fill="hold" nodeType="withEffect">
                                  <p:stCondLst>
                                    <p:cond delay="5000"/>
                                  </p:stCondLst>
                                  <p:childTnLst>
                                    <p:set>
                                      <p:cBhvr>
                                        <p:cTn id="16" dur="1" fill="hold">
                                          <p:stCondLst>
                                            <p:cond delay="0"/>
                                          </p:stCondLst>
                                        </p:cTn>
                                        <p:tgtEl>
                                          <p:spTgt spid="412701"/>
                                        </p:tgtEl>
                                        <p:attrNameLst>
                                          <p:attrName>style.visibility</p:attrName>
                                        </p:attrNameLst>
                                      </p:cBhvr>
                                      <p:to>
                                        <p:strVal val="visible"/>
                                      </p:to>
                                    </p:set>
                                  </p:childTnLst>
                                </p:cTn>
                              </p:par>
                              <p:par>
                                <p:cTn id="17" presetID="1" presetClass="entr" presetSubtype="0" fill="hold" nodeType="withEffect">
                                  <p:stCondLst>
                                    <p:cond delay="9000"/>
                                  </p:stCondLst>
                                  <p:childTnLst>
                                    <p:set>
                                      <p:cBhvr>
                                        <p:cTn id="18" dur="1" fill="hold">
                                          <p:stCondLst>
                                            <p:cond delay="0"/>
                                          </p:stCondLst>
                                        </p:cTn>
                                        <p:tgtEl>
                                          <p:spTgt spid="4126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3698" name="Rectangle 2">
            <a:extLst>
              <a:ext uri="{FF2B5EF4-FFF2-40B4-BE49-F238E27FC236}">
                <a16:creationId xmlns:a16="http://schemas.microsoft.com/office/drawing/2014/main" id="{9BB470D3-16C6-D547-948D-FB65E625812F}"/>
              </a:ext>
            </a:extLst>
          </p:cNvPr>
          <p:cNvSpPr>
            <a:spLocks noChangeArrowheads="1"/>
          </p:cNvSpPr>
          <p:nvPr/>
        </p:nvSpPr>
        <p:spPr bwMode="auto">
          <a:xfrm>
            <a:off x="5119688" y="4071938"/>
            <a:ext cx="858441" cy="107156"/>
          </a:xfrm>
          <a:prstGeom prst="rect">
            <a:avLst/>
          </a:prstGeom>
          <a:solidFill>
            <a:srgbClr val="996600"/>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13699" name="Rectangle 3">
            <a:extLst>
              <a:ext uri="{FF2B5EF4-FFF2-40B4-BE49-F238E27FC236}">
                <a16:creationId xmlns:a16="http://schemas.microsoft.com/office/drawing/2014/main" id="{9C7F3A96-9ADE-664F-9F22-8AC6EE7F2251}"/>
              </a:ext>
            </a:extLst>
          </p:cNvPr>
          <p:cNvSpPr>
            <a:spLocks noChangeArrowheads="1"/>
          </p:cNvSpPr>
          <p:nvPr/>
        </p:nvSpPr>
        <p:spPr bwMode="auto">
          <a:xfrm>
            <a:off x="2688432" y="3910013"/>
            <a:ext cx="3289697" cy="107156"/>
          </a:xfrm>
          <a:prstGeom prst="rect">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64867" name="Line 4">
            <a:extLst>
              <a:ext uri="{FF2B5EF4-FFF2-40B4-BE49-F238E27FC236}">
                <a16:creationId xmlns:a16="http://schemas.microsoft.com/office/drawing/2014/main" id="{A6F5A425-0FA7-A34A-89A7-83779BBA8763}"/>
              </a:ext>
            </a:extLst>
          </p:cNvPr>
          <p:cNvSpPr>
            <a:spLocks noChangeShapeType="1"/>
          </p:cNvSpPr>
          <p:nvPr/>
        </p:nvSpPr>
        <p:spPr bwMode="auto">
          <a:xfrm>
            <a:off x="2574131" y="489347"/>
            <a:ext cx="3495675" cy="0"/>
          </a:xfrm>
          <a:prstGeom prst="line">
            <a:avLst/>
          </a:prstGeom>
          <a:noFill/>
          <a:ln w="38100" cmpd="dbl">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868" name="Line 5">
            <a:extLst>
              <a:ext uri="{FF2B5EF4-FFF2-40B4-BE49-F238E27FC236}">
                <a16:creationId xmlns:a16="http://schemas.microsoft.com/office/drawing/2014/main" id="{0807FF9C-576D-494A-A7FE-04A915904804}"/>
              </a:ext>
            </a:extLst>
          </p:cNvPr>
          <p:cNvSpPr>
            <a:spLocks noChangeShapeType="1"/>
          </p:cNvSpPr>
          <p:nvPr/>
        </p:nvSpPr>
        <p:spPr bwMode="auto">
          <a:xfrm>
            <a:off x="2569369" y="272654"/>
            <a:ext cx="3505200" cy="0"/>
          </a:xfrm>
          <a:prstGeom prst="line">
            <a:avLst/>
          </a:prstGeom>
          <a:noFill/>
          <a:ln w="19050">
            <a:solidFill>
              <a:srgbClr val="333399"/>
            </a:solidFill>
            <a:round/>
            <a:headEnd type="triangle" w="med"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869" name="Rectangle 6">
            <a:extLst>
              <a:ext uri="{FF2B5EF4-FFF2-40B4-BE49-F238E27FC236}">
                <a16:creationId xmlns:a16="http://schemas.microsoft.com/office/drawing/2014/main" id="{3589749C-85EB-1E44-8FF7-48498FBFF6BB}"/>
              </a:ext>
            </a:extLst>
          </p:cNvPr>
          <p:cNvSpPr>
            <a:spLocks noChangeArrowheads="1"/>
          </p:cNvSpPr>
          <p:nvPr/>
        </p:nvSpPr>
        <p:spPr bwMode="auto">
          <a:xfrm>
            <a:off x="3970735" y="115491"/>
            <a:ext cx="553838" cy="29816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 km</a:t>
            </a:r>
          </a:p>
        </p:txBody>
      </p:sp>
      <p:sp>
        <p:nvSpPr>
          <p:cNvPr id="164870" name="Line 7">
            <a:extLst>
              <a:ext uri="{FF2B5EF4-FFF2-40B4-BE49-F238E27FC236}">
                <a16:creationId xmlns:a16="http://schemas.microsoft.com/office/drawing/2014/main" id="{FFBE11C5-29FB-174E-9DEB-B9B2D54CBB92}"/>
              </a:ext>
            </a:extLst>
          </p:cNvPr>
          <p:cNvSpPr>
            <a:spLocks noChangeShapeType="1"/>
          </p:cNvSpPr>
          <p:nvPr/>
        </p:nvSpPr>
        <p:spPr bwMode="auto">
          <a:xfrm>
            <a:off x="2565797" y="492919"/>
            <a:ext cx="0" cy="135612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871" name="Line 8">
            <a:extLst>
              <a:ext uri="{FF2B5EF4-FFF2-40B4-BE49-F238E27FC236}">
                <a16:creationId xmlns:a16="http://schemas.microsoft.com/office/drawing/2014/main" id="{94E5E9F3-9718-F549-8454-2FE4381D6B0B}"/>
              </a:ext>
            </a:extLst>
          </p:cNvPr>
          <p:cNvSpPr>
            <a:spLocks noChangeShapeType="1"/>
          </p:cNvSpPr>
          <p:nvPr/>
        </p:nvSpPr>
        <p:spPr bwMode="auto">
          <a:xfrm>
            <a:off x="2569369" y="492919"/>
            <a:ext cx="3486150" cy="651272"/>
          </a:xfrm>
          <a:prstGeom prst="line">
            <a:avLst/>
          </a:prstGeom>
          <a:noFill/>
          <a:ln w="76200">
            <a:solidFill>
              <a:schemeClr val="accent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872" name="Rectangle 9">
            <a:extLst>
              <a:ext uri="{FF2B5EF4-FFF2-40B4-BE49-F238E27FC236}">
                <a16:creationId xmlns:a16="http://schemas.microsoft.com/office/drawing/2014/main" id="{A4B5D764-D98B-C941-88C3-B3B9065DFF0B}"/>
              </a:ext>
            </a:extLst>
          </p:cNvPr>
          <p:cNvSpPr>
            <a:spLocks noChangeArrowheads="1"/>
          </p:cNvSpPr>
          <p:nvPr/>
        </p:nvSpPr>
        <p:spPr bwMode="auto">
          <a:xfrm>
            <a:off x="2374106" y="230982"/>
            <a:ext cx="26529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a:t>
            </a:r>
          </a:p>
        </p:txBody>
      </p:sp>
      <p:sp>
        <p:nvSpPr>
          <p:cNvPr id="164873" name="Rectangle 10">
            <a:extLst>
              <a:ext uri="{FF2B5EF4-FFF2-40B4-BE49-F238E27FC236}">
                <a16:creationId xmlns:a16="http://schemas.microsoft.com/office/drawing/2014/main" id="{B0B88DF6-1DE7-A444-A887-FBCDFEC1B42F}"/>
              </a:ext>
            </a:extLst>
          </p:cNvPr>
          <p:cNvSpPr>
            <a:spLocks noChangeArrowheads="1"/>
          </p:cNvSpPr>
          <p:nvPr/>
        </p:nvSpPr>
        <p:spPr bwMode="auto">
          <a:xfrm>
            <a:off x="5991225" y="230982"/>
            <a:ext cx="26529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B</a:t>
            </a:r>
          </a:p>
        </p:txBody>
      </p:sp>
      <p:sp>
        <p:nvSpPr>
          <p:cNvPr id="164874" name="Line 11">
            <a:extLst>
              <a:ext uri="{FF2B5EF4-FFF2-40B4-BE49-F238E27FC236}">
                <a16:creationId xmlns:a16="http://schemas.microsoft.com/office/drawing/2014/main" id="{5F8ED1CB-8D40-2D4B-A780-AD482D3E0864}"/>
              </a:ext>
            </a:extLst>
          </p:cNvPr>
          <p:cNvSpPr>
            <a:spLocks noChangeShapeType="1"/>
          </p:cNvSpPr>
          <p:nvPr/>
        </p:nvSpPr>
        <p:spPr bwMode="auto">
          <a:xfrm flipH="1">
            <a:off x="2477691" y="750094"/>
            <a:ext cx="4763" cy="817960"/>
          </a:xfrm>
          <a:prstGeom prst="line">
            <a:avLst/>
          </a:prstGeom>
          <a:noFill/>
          <a:ln w="1270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875" name="Rectangle 12">
            <a:extLst>
              <a:ext uri="{FF2B5EF4-FFF2-40B4-BE49-F238E27FC236}">
                <a16:creationId xmlns:a16="http://schemas.microsoft.com/office/drawing/2014/main" id="{59DE825C-FF3D-564B-ACD2-CA0E525DC655}"/>
              </a:ext>
            </a:extLst>
          </p:cNvPr>
          <p:cNvSpPr>
            <a:spLocks noChangeArrowheads="1"/>
          </p:cNvSpPr>
          <p:nvPr/>
        </p:nvSpPr>
        <p:spPr bwMode="auto">
          <a:xfrm>
            <a:off x="2313385" y="998935"/>
            <a:ext cx="189957"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i="1">
                <a:latin typeface="Arial" panose="020B0604020202020204" pitchFamily="34" charset="0"/>
                <a:ea typeface="宋体" panose="02010600030101010101" pitchFamily="2" charset="-122"/>
              </a:rPr>
              <a:t>t</a:t>
            </a:r>
          </a:p>
        </p:txBody>
      </p:sp>
      <p:sp>
        <p:nvSpPr>
          <p:cNvPr id="164876" name="Line 13">
            <a:extLst>
              <a:ext uri="{FF2B5EF4-FFF2-40B4-BE49-F238E27FC236}">
                <a16:creationId xmlns:a16="http://schemas.microsoft.com/office/drawing/2014/main" id="{15287A12-FFCA-7D40-BDFE-AFF25FC0F577}"/>
              </a:ext>
            </a:extLst>
          </p:cNvPr>
          <p:cNvSpPr>
            <a:spLocks noChangeShapeType="1"/>
          </p:cNvSpPr>
          <p:nvPr/>
        </p:nvSpPr>
        <p:spPr bwMode="auto">
          <a:xfrm>
            <a:off x="6069806" y="484585"/>
            <a:ext cx="0" cy="1113234"/>
          </a:xfrm>
          <a:prstGeom prst="line">
            <a:avLst/>
          </a:prstGeom>
          <a:noFill/>
          <a:ln w="127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877" name="Line 14">
            <a:extLst>
              <a:ext uri="{FF2B5EF4-FFF2-40B4-BE49-F238E27FC236}">
                <a16:creationId xmlns:a16="http://schemas.microsoft.com/office/drawing/2014/main" id="{D3E50F6E-B526-9544-B4FE-9AD57C44C0FD}"/>
              </a:ext>
            </a:extLst>
          </p:cNvPr>
          <p:cNvSpPr>
            <a:spLocks noChangeShapeType="1"/>
          </p:cNvSpPr>
          <p:nvPr/>
        </p:nvSpPr>
        <p:spPr bwMode="auto">
          <a:xfrm flipH="1">
            <a:off x="2565798" y="1020367"/>
            <a:ext cx="3502819" cy="659606"/>
          </a:xfrm>
          <a:prstGeom prst="line">
            <a:avLst/>
          </a:prstGeom>
          <a:noFill/>
          <a:ln w="76200">
            <a:solidFill>
              <a:srgbClr val="996600"/>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64878" name="Group 15">
            <a:extLst>
              <a:ext uri="{FF2B5EF4-FFF2-40B4-BE49-F238E27FC236}">
                <a16:creationId xmlns:a16="http://schemas.microsoft.com/office/drawing/2014/main" id="{ED530347-44E5-7444-9BD2-3A134DCEC179}"/>
              </a:ext>
            </a:extLst>
          </p:cNvPr>
          <p:cNvGrpSpPr>
            <a:grpSpLocks/>
          </p:cNvGrpSpPr>
          <p:nvPr/>
        </p:nvGrpSpPr>
        <p:grpSpPr bwMode="auto">
          <a:xfrm>
            <a:off x="5148263" y="489347"/>
            <a:ext cx="723900" cy="595313"/>
            <a:chOff x="3364" y="411"/>
            <a:chExt cx="608" cy="500"/>
          </a:xfrm>
        </p:grpSpPr>
        <p:sp>
          <p:nvSpPr>
            <p:cNvPr id="164939" name="Line 16">
              <a:extLst>
                <a:ext uri="{FF2B5EF4-FFF2-40B4-BE49-F238E27FC236}">
                  <a16:creationId xmlns:a16="http://schemas.microsoft.com/office/drawing/2014/main" id="{4D032FBC-B40B-5F4D-8ED8-6D5DD1ADA092}"/>
                </a:ext>
              </a:extLst>
            </p:cNvPr>
            <p:cNvSpPr>
              <a:spLocks noChangeShapeType="1"/>
            </p:cNvSpPr>
            <p:nvPr/>
          </p:nvSpPr>
          <p:spPr bwMode="auto">
            <a:xfrm>
              <a:off x="3755" y="728"/>
              <a:ext cx="112" cy="183"/>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3713" name="AutoShape 17">
              <a:extLst>
                <a:ext uri="{FF2B5EF4-FFF2-40B4-BE49-F238E27FC236}">
                  <a16:creationId xmlns:a16="http://schemas.microsoft.com/office/drawing/2014/main" id="{84ECD772-97DB-054C-981B-E2D76CA0AC21}"/>
                </a:ext>
              </a:extLst>
            </p:cNvPr>
            <p:cNvSpPr>
              <a:spLocks noChangeArrowheads="1"/>
            </p:cNvSpPr>
            <p:nvPr/>
          </p:nvSpPr>
          <p:spPr bwMode="auto">
            <a:xfrm>
              <a:off x="3364" y="411"/>
              <a:ext cx="608" cy="454"/>
            </a:xfrm>
            <a:prstGeom prst="irregularSeal1">
              <a:avLst/>
            </a:prstGeom>
            <a:solidFill>
              <a:srgbClr val="FFCCFF"/>
            </a:solidFill>
            <a:ln w="12700">
              <a:solidFill>
                <a:srgbClr val="FFCCFF"/>
              </a:solidFill>
              <a:miter lim="800000"/>
              <a:headEnd/>
              <a:tailEnd/>
            </a:ln>
            <a:effectLst>
              <a:outerShdw blurRad="63500" dist="38099" dir="2700000" algn="ctr" rotWithShape="0">
                <a:schemeClr val="bg2">
                  <a:alpha val="74997"/>
                </a:schemeClr>
              </a:outerShdw>
            </a:effectLst>
          </p:spPr>
          <p:txBody>
            <a:bodyPr wrap="none" anchor="ct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zh-CN" altLang="en-US" sz="1500">
                  <a:solidFill>
                    <a:srgbClr val="333399"/>
                  </a:solidFill>
                  <a:latin typeface="Arial" panose="020B0604020202020204" pitchFamily="34" charset="0"/>
                </a:rPr>
                <a:t>碰撞</a:t>
              </a:r>
            </a:p>
          </p:txBody>
        </p:sp>
      </p:grpSp>
      <p:sp>
        <p:nvSpPr>
          <p:cNvPr id="413714" name="Text Box 18">
            <a:extLst>
              <a:ext uri="{FF2B5EF4-FFF2-40B4-BE49-F238E27FC236}">
                <a16:creationId xmlns:a16="http://schemas.microsoft.com/office/drawing/2014/main" id="{4BD8FA83-DE96-524B-857E-B1DA246B7CAA}"/>
              </a:ext>
            </a:extLst>
          </p:cNvPr>
          <p:cNvSpPr txBox="1">
            <a:spLocks noChangeArrowheads="1"/>
          </p:cNvSpPr>
          <p:nvPr/>
        </p:nvSpPr>
        <p:spPr bwMode="auto">
          <a:xfrm>
            <a:off x="6300788" y="2456260"/>
            <a:ext cx="1712328" cy="715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90000"/>
              </a:lnSpc>
              <a:spcBef>
                <a:spcPct val="0"/>
              </a:spcBef>
              <a:buClrTx/>
              <a:buSzTx/>
              <a:buFontTx/>
              <a:buNone/>
            </a:pPr>
            <a:r>
              <a:rPr kumimoji="1" lang="en-US" altLang="zh-CN" sz="1500" i="1">
                <a:latin typeface="Arial" panose="020B0604020202020204" pitchFamily="34" charset="0"/>
                <a:ea typeface="宋体" panose="02010600030101010101" pitchFamily="2" charset="-122"/>
              </a:rPr>
              <a:t>t</a:t>
            </a:r>
            <a:r>
              <a:rPr kumimoji="1" lang="en-US" altLang="zh-CN" sz="1500">
                <a:latin typeface="Arial" panose="020B0604020202020204" pitchFamily="34" charset="0"/>
                <a:ea typeface="宋体" panose="02010600030101010101" pitchFamily="2" charset="-122"/>
              </a:rPr>
              <a:t> = </a:t>
            </a:r>
            <a:r>
              <a:rPr kumimoji="1" lang="en-US" altLang="zh-CN" sz="1500">
                <a:latin typeface="Tahoma" panose="020B0604030504040204" pitchFamily="34" charset="0"/>
                <a:ea typeface="宋体" panose="02010600030101010101" pitchFamily="2" charset="-122"/>
                <a:sym typeface="Symbol" pitchFamily="2" charset="2"/>
              </a:rPr>
              <a:t></a:t>
            </a:r>
            <a:r>
              <a:rPr kumimoji="1" lang="en-US" altLang="zh-CN" sz="150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sym typeface="Symbol" pitchFamily="2" charset="2"/>
              </a:rPr>
              <a:t> </a:t>
            </a:r>
            <a:endParaRPr kumimoji="1" lang="en-US" altLang="zh-CN" sz="1500">
              <a:latin typeface="Arial" panose="020B0604020202020204" pitchFamily="34" charset="0"/>
              <a:ea typeface="宋体" panose="02010600030101010101" pitchFamily="2" charset="-122"/>
            </a:endParaRPr>
          </a:p>
          <a:p>
            <a:pPr>
              <a:lnSpc>
                <a:spcPct val="90000"/>
              </a:lnSpc>
              <a:spcBef>
                <a:spcPct val="0"/>
              </a:spcBef>
              <a:buClrTx/>
              <a:buSzTx/>
              <a:buFontTx/>
              <a:buNone/>
            </a:pPr>
            <a:r>
              <a:rPr kumimoji="1" lang="en-US" altLang="zh-CN" sz="1500">
                <a:latin typeface="Arial" panose="020B0604020202020204" pitchFamily="34" charset="0"/>
                <a:ea typeface="宋体" panose="02010600030101010101" pitchFamily="2" charset="-122"/>
              </a:rPr>
              <a:t>B </a:t>
            </a:r>
            <a:r>
              <a:rPr kumimoji="1" lang="zh-CN" altLang="en-US" sz="1500">
                <a:latin typeface="Arial" panose="020B0604020202020204" pitchFamily="34" charset="0"/>
                <a:ea typeface="宋体" panose="02010600030101010101" pitchFamily="2" charset="-122"/>
              </a:rPr>
              <a:t>检测到</a:t>
            </a:r>
            <a:r>
              <a:rPr kumimoji="1" lang="zh-CN" altLang="en-US" sz="1500">
                <a:solidFill>
                  <a:schemeClr val="hlink"/>
                </a:solidFill>
                <a:latin typeface="Arial" panose="020B0604020202020204" pitchFamily="34" charset="0"/>
                <a:ea typeface="宋体" panose="02010600030101010101" pitchFamily="2" charset="-122"/>
              </a:rPr>
              <a:t>信道空闲</a:t>
            </a:r>
          </a:p>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发送数据</a:t>
            </a:r>
          </a:p>
        </p:txBody>
      </p:sp>
      <p:sp>
        <p:nvSpPr>
          <p:cNvPr id="413715" name="Text Box 19">
            <a:extLst>
              <a:ext uri="{FF2B5EF4-FFF2-40B4-BE49-F238E27FC236}">
                <a16:creationId xmlns:a16="http://schemas.microsoft.com/office/drawing/2014/main" id="{1877AC01-10F8-0F41-9D31-250CEDDEB2AA}"/>
              </a:ext>
            </a:extLst>
          </p:cNvPr>
          <p:cNvSpPr txBox="1">
            <a:spLocks noChangeArrowheads="1"/>
          </p:cNvSpPr>
          <p:nvPr/>
        </p:nvSpPr>
        <p:spPr bwMode="auto">
          <a:xfrm>
            <a:off x="6300788" y="3184923"/>
            <a:ext cx="1120820"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90000"/>
              </a:lnSpc>
              <a:spcBef>
                <a:spcPct val="0"/>
              </a:spcBef>
              <a:buClrTx/>
              <a:buSzTx/>
              <a:buFontTx/>
              <a:buNone/>
            </a:pPr>
            <a:r>
              <a:rPr kumimoji="1" lang="en-US" altLang="zh-CN" sz="1500" i="1">
                <a:latin typeface="Arial" panose="020B0604020202020204" pitchFamily="34" charset="0"/>
                <a:ea typeface="宋体" panose="02010600030101010101" pitchFamily="2" charset="-122"/>
              </a:rPr>
              <a:t>t</a:t>
            </a:r>
            <a:r>
              <a:rPr kumimoji="1" lang="en-US" altLang="zh-CN" sz="1500">
                <a:latin typeface="Arial" panose="020B0604020202020204" pitchFamily="34" charset="0"/>
                <a:ea typeface="宋体" panose="02010600030101010101" pitchFamily="2" charset="-122"/>
              </a:rPr>
              <a:t> = </a:t>
            </a:r>
            <a:r>
              <a:rPr kumimoji="1" lang="en-US" altLang="zh-CN" sz="1500">
                <a:latin typeface="Tahoma" panose="020B0604030504040204" pitchFamily="34" charset="0"/>
                <a:ea typeface="宋体" panose="02010600030101010101" pitchFamily="2" charset="-122"/>
                <a:sym typeface="Symbol" pitchFamily="2" charset="2"/>
              </a:rPr>
              <a:t></a:t>
            </a:r>
            <a:r>
              <a:rPr kumimoji="1" lang="en-US" altLang="zh-CN" sz="1500">
                <a:solidFill>
                  <a:schemeClr val="tx1"/>
                </a:solidFill>
                <a:latin typeface="Tahoma" panose="020B060403050404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sym typeface="Symbol" pitchFamily="2" charset="2"/>
              </a:rPr>
              <a:t>  / 2</a:t>
            </a:r>
            <a:endParaRPr kumimoji="1" lang="en-US" altLang="zh-CN" sz="1500" baseline="30000">
              <a:latin typeface="Arial" panose="020B0604020202020204" pitchFamily="34" charset="0"/>
              <a:ea typeface="宋体" panose="02010600030101010101" pitchFamily="2" charset="-122"/>
            </a:endParaRPr>
          </a:p>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发生碰撞</a:t>
            </a:r>
          </a:p>
        </p:txBody>
      </p:sp>
      <p:grpSp>
        <p:nvGrpSpPr>
          <p:cNvPr id="164881" name="Group 20">
            <a:extLst>
              <a:ext uri="{FF2B5EF4-FFF2-40B4-BE49-F238E27FC236}">
                <a16:creationId xmlns:a16="http://schemas.microsoft.com/office/drawing/2014/main" id="{4926992D-3501-2B4E-AFDE-C79943EB4284}"/>
              </a:ext>
            </a:extLst>
          </p:cNvPr>
          <p:cNvGrpSpPr>
            <a:grpSpLocks/>
          </p:cNvGrpSpPr>
          <p:nvPr/>
        </p:nvGrpSpPr>
        <p:grpSpPr bwMode="auto">
          <a:xfrm>
            <a:off x="1331119" y="897732"/>
            <a:ext cx="3013473" cy="935832"/>
            <a:chOff x="158" y="754"/>
            <a:chExt cx="2531" cy="786"/>
          </a:xfrm>
        </p:grpSpPr>
        <p:sp>
          <p:nvSpPr>
            <p:cNvPr id="164934" name="Text Box 21">
              <a:extLst>
                <a:ext uri="{FF2B5EF4-FFF2-40B4-BE49-F238E27FC236}">
                  <a16:creationId xmlns:a16="http://schemas.microsoft.com/office/drawing/2014/main" id="{75768B95-8918-0D44-8112-7623E62AF870}"/>
                </a:ext>
              </a:extLst>
            </p:cNvPr>
            <p:cNvSpPr txBox="1">
              <a:spLocks noChangeArrowheads="1"/>
            </p:cNvSpPr>
            <p:nvPr/>
          </p:nvSpPr>
          <p:spPr bwMode="auto">
            <a:xfrm>
              <a:off x="158" y="1269"/>
              <a:ext cx="80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i="1">
                  <a:latin typeface="Arial" panose="020B0604020202020204" pitchFamily="34" charset="0"/>
                  <a:ea typeface="宋体" panose="02010600030101010101" pitchFamily="2" charset="-122"/>
                </a:rPr>
                <a:t>t</a:t>
              </a:r>
              <a:r>
                <a:rPr kumimoji="1" lang="en-US" altLang="zh-CN" sz="1500">
                  <a:latin typeface="Arial" panose="020B0604020202020204" pitchFamily="34" charset="0"/>
                  <a:ea typeface="宋体" panose="02010600030101010101" pitchFamily="2" charset="-122"/>
                </a:rPr>
                <a:t> = 2</a:t>
              </a:r>
              <a:r>
                <a:rPr kumimoji="1" lang="en-US" altLang="zh-CN" sz="1500">
                  <a:latin typeface="Arial" panose="020B0604020202020204" pitchFamily="34" charset="0"/>
                  <a:ea typeface="宋体" panose="02010600030101010101" pitchFamily="2" charset="-122"/>
                  <a:sym typeface="Symbol" pitchFamily="2" charset="2"/>
                </a:rPr>
                <a:t></a:t>
              </a:r>
              <a:r>
                <a:rPr kumimoji="1" lang="en-US" altLang="zh-CN" sz="150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sym typeface="Symbol" pitchFamily="2" charset="2"/>
                </a:rPr>
                <a:t> </a:t>
              </a:r>
            </a:p>
          </p:txBody>
        </p:sp>
        <p:sp>
          <p:nvSpPr>
            <p:cNvPr id="164935" name="Line 22">
              <a:extLst>
                <a:ext uri="{FF2B5EF4-FFF2-40B4-BE49-F238E27FC236}">
                  <a16:creationId xmlns:a16="http://schemas.microsoft.com/office/drawing/2014/main" id="{E95ED66C-3C56-4D4B-8320-23A6F1DC906F}"/>
                </a:ext>
              </a:extLst>
            </p:cNvPr>
            <p:cNvSpPr>
              <a:spLocks noChangeShapeType="1"/>
            </p:cNvSpPr>
            <p:nvPr/>
          </p:nvSpPr>
          <p:spPr bwMode="auto">
            <a:xfrm>
              <a:off x="913" y="1417"/>
              <a:ext cx="26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nvGrpSpPr>
            <p:cNvPr id="164936" name="Group 23">
              <a:extLst>
                <a:ext uri="{FF2B5EF4-FFF2-40B4-BE49-F238E27FC236}">
                  <a16:creationId xmlns:a16="http://schemas.microsoft.com/office/drawing/2014/main" id="{1CDB497A-869C-4A4F-B461-55ADA99563A9}"/>
                </a:ext>
              </a:extLst>
            </p:cNvPr>
            <p:cNvGrpSpPr>
              <a:grpSpLocks/>
            </p:cNvGrpSpPr>
            <p:nvPr/>
          </p:nvGrpSpPr>
          <p:grpSpPr bwMode="auto">
            <a:xfrm>
              <a:off x="1247" y="754"/>
              <a:ext cx="1442" cy="272"/>
              <a:chOff x="1247" y="754"/>
              <a:chExt cx="1442" cy="272"/>
            </a:xfrm>
          </p:grpSpPr>
          <p:sp>
            <p:nvSpPr>
              <p:cNvPr id="164937" name="AutoShape 24">
                <a:extLst>
                  <a:ext uri="{FF2B5EF4-FFF2-40B4-BE49-F238E27FC236}">
                    <a16:creationId xmlns:a16="http://schemas.microsoft.com/office/drawing/2014/main" id="{45BF00B9-20F5-C948-AF89-8361CBCFF833}"/>
                  </a:ext>
                </a:extLst>
              </p:cNvPr>
              <p:cNvSpPr>
                <a:spLocks noChangeArrowheads="1"/>
              </p:cNvSpPr>
              <p:nvPr/>
            </p:nvSpPr>
            <p:spPr bwMode="auto">
              <a:xfrm>
                <a:off x="1247" y="754"/>
                <a:ext cx="1406" cy="272"/>
              </a:xfrm>
              <a:prstGeom prst="wedgeRoundRectCallout">
                <a:avLst>
                  <a:gd name="adj1" fmla="val -52986"/>
                  <a:gd name="adj2" fmla="val 182352"/>
                  <a:gd name="adj3" fmla="val 16667"/>
                </a:avLst>
              </a:prstGeom>
              <a:solidFill>
                <a:srgbClr val="FFFF99"/>
              </a:solidFill>
              <a:ln w="12700">
                <a:solidFill>
                  <a:schemeClr val="tx1"/>
                </a:solidFill>
                <a:miter lim="800000"/>
                <a:headEnd/>
                <a:tailEnd/>
              </a:ln>
            </p:spPr>
            <p:txBody>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endParaRPr kumimoji="1" lang="zh-CN" altLang="zh-CN" sz="1500">
                  <a:latin typeface="Arial" panose="020B0604020202020204" pitchFamily="34" charset="0"/>
                  <a:ea typeface="宋体" panose="02010600030101010101" pitchFamily="2" charset="-122"/>
                </a:endParaRPr>
              </a:p>
            </p:txBody>
          </p:sp>
          <p:sp>
            <p:nvSpPr>
              <p:cNvPr id="164938" name="Text Box 25">
                <a:extLst>
                  <a:ext uri="{FF2B5EF4-FFF2-40B4-BE49-F238E27FC236}">
                    <a16:creationId xmlns:a16="http://schemas.microsoft.com/office/drawing/2014/main" id="{8ADFD51A-BA16-2E42-A488-2C88C46DEC6D}"/>
                  </a:ext>
                </a:extLst>
              </p:cNvPr>
              <p:cNvSpPr txBox="1">
                <a:spLocks noChangeArrowheads="1"/>
              </p:cNvSpPr>
              <p:nvPr/>
            </p:nvSpPr>
            <p:spPr bwMode="auto">
              <a:xfrm>
                <a:off x="1247" y="754"/>
                <a:ext cx="1442"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 </a:t>
                </a:r>
                <a:r>
                  <a:rPr kumimoji="1" lang="zh-CN" altLang="en-US" sz="1500">
                    <a:latin typeface="Arial" panose="020B0604020202020204" pitchFamily="34" charset="0"/>
                    <a:ea typeface="宋体" panose="02010600030101010101" pitchFamily="2" charset="-122"/>
                  </a:rPr>
                  <a:t>检测到发生碰撞</a:t>
                </a:r>
              </a:p>
            </p:txBody>
          </p:sp>
        </p:grpSp>
      </p:grpSp>
      <p:grpSp>
        <p:nvGrpSpPr>
          <p:cNvPr id="164882" name="Group 26">
            <a:extLst>
              <a:ext uri="{FF2B5EF4-FFF2-40B4-BE49-F238E27FC236}">
                <a16:creationId xmlns:a16="http://schemas.microsoft.com/office/drawing/2014/main" id="{620521B2-DC90-334E-B35C-31B015915BE2}"/>
              </a:ext>
            </a:extLst>
          </p:cNvPr>
          <p:cNvGrpSpPr>
            <a:grpSpLocks/>
          </p:cNvGrpSpPr>
          <p:nvPr/>
        </p:nvGrpSpPr>
        <p:grpSpPr bwMode="auto">
          <a:xfrm>
            <a:off x="6104335" y="400050"/>
            <a:ext cx="1383506" cy="752476"/>
            <a:chOff x="4167" y="336"/>
            <a:chExt cx="1162" cy="632"/>
          </a:xfrm>
        </p:grpSpPr>
        <p:grpSp>
          <p:nvGrpSpPr>
            <p:cNvPr id="164928" name="Group 27">
              <a:extLst>
                <a:ext uri="{FF2B5EF4-FFF2-40B4-BE49-F238E27FC236}">
                  <a16:creationId xmlns:a16="http://schemas.microsoft.com/office/drawing/2014/main" id="{F2AC9DED-DC93-7643-A75C-42DFFBE1F02C}"/>
                </a:ext>
              </a:extLst>
            </p:cNvPr>
            <p:cNvGrpSpPr>
              <a:grpSpLocks/>
            </p:cNvGrpSpPr>
            <p:nvPr/>
          </p:nvGrpSpPr>
          <p:grpSpPr bwMode="auto">
            <a:xfrm>
              <a:off x="4167" y="697"/>
              <a:ext cx="1074" cy="271"/>
              <a:chOff x="4167" y="697"/>
              <a:chExt cx="1074" cy="271"/>
            </a:xfrm>
          </p:grpSpPr>
          <p:sp>
            <p:nvSpPr>
              <p:cNvPr id="164932" name="Line 28">
                <a:extLst>
                  <a:ext uri="{FF2B5EF4-FFF2-40B4-BE49-F238E27FC236}">
                    <a16:creationId xmlns:a16="http://schemas.microsoft.com/office/drawing/2014/main" id="{D8BDA9C0-26A7-7F45-A9A9-3B1FA35D957C}"/>
                  </a:ext>
                </a:extLst>
              </p:cNvPr>
              <p:cNvSpPr>
                <a:spLocks noChangeShapeType="1"/>
              </p:cNvSpPr>
              <p:nvPr/>
            </p:nvSpPr>
            <p:spPr bwMode="auto">
              <a:xfrm flipH="1">
                <a:off x="4167" y="847"/>
                <a:ext cx="261"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64933" name="Text Box 29">
                <a:extLst>
                  <a:ext uri="{FF2B5EF4-FFF2-40B4-BE49-F238E27FC236}">
                    <a16:creationId xmlns:a16="http://schemas.microsoft.com/office/drawing/2014/main" id="{716532EF-5803-8047-9636-B6F997CA18DC}"/>
                  </a:ext>
                </a:extLst>
              </p:cNvPr>
              <p:cNvSpPr txBox="1">
                <a:spLocks noChangeArrowheads="1"/>
              </p:cNvSpPr>
              <p:nvPr/>
            </p:nvSpPr>
            <p:spPr bwMode="auto">
              <a:xfrm>
                <a:off x="4411" y="697"/>
                <a:ext cx="83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i="1">
                    <a:latin typeface="Arial" panose="020B0604020202020204" pitchFamily="34" charset="0"/>
                    <a:ea typeface="宋体" panose="02010600030101010101" pitchFamily="2" charset="-122"/>
                  </a:rPr>
                  <a:t>  t</a:t>
                </a:r>
                <a:r>
                  <a:rPr kumimoji="1" lang="en-US" altLang="zh-CN" sz="1500">
                    <a:latin typeface="Arial" panose="020B0604020202020204" pitchFamily="34" charset="0"/>
                    <a:ea typeface="宋体" panose="02010600030101010101" pitchFamily="2" charset="-122"/>
                  </a:rPr>
                  <a:t> = </a:t>
                </a:r>
                <a:r>
                  <a:rPr kumimoji="1" lang="en-US" altLang="zh-CN" sz="1500">
                    <a:latin typeface="Tahoma" panose="020B0604030504040204" pitchFamily="34" charset="0"/>
                    <a:ea typeface="宋体" panose="02010600030101010101" pitchFamily="2" charset="-122"/>
                    <a:sym typeface="Symbol" pitchFamily="2" charset="2"/>
                  </a:rPr>
                  <a:t></a:t>
                </a:r>
                <a:r>
                  <a:rPr kumimoji="1" lang="en-US" altLang="zh-CN" sz="150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sym typeface="Symbol" pitchFamily="2" charset="2"/>
                  </a:rPr>
                  <a:t> </a:t>
                </a:r>
                <a:r>
                  <a:rPr kumimoji="1" lang="en-US" altLang="zh-CN" sz="1500" baseline="30000">
                    <a:latin typeface="Arial" panose="020B0604020202020204" pitchFamily="34" charset="0"/>
                    <a:ea typeface="宋体" panose="02010600030101010101" pitchFamily="2" charset="-122"/>
                  </a:rPr>
                  <a:t> </a:t>
                </a:r>
              </a:p>
            </p:txBody>
          </p:sp>
        </p:grpSp>
        <p:grpSp>
          <p:nvGrpSpPr>
            <p:cNvPr id="164929" name="Group 30">
              <a:extLst>
                <a:ext uri="{FF2B5EF4-FFF2-40B4-BE49-F238E27FC236}">
                  <a16:creationId xmlns:a16="http://schemas.microsoft.com/office/drawing/2014/main" id="{630EF5C4-1257-C34A-80E6-61C1ADEE3584}"/>
                </a:ext>
              </a:extLst>
            </p:cNvPr>
            <p:cNvGrpSpPr>
              <a:grpSpLocks/>
            </p:cNvGrpSpPr>
            <p:nvPr/>
          </p:nvGrpSpPr>
          <p:grpSpPr bwMode="auto">
            <a:xfrm>
              <a:off x="4286" y="336"/>
              <a:ext cx="1043" cy="271"/>
              <a:chOff x="4286" y="336"/>
              <a:chExt cx="1043" cy="271"/>
            </a:xfrm>
          </p:grpSpPr>
          <p:sp>
            <p:nvSpPr>
              <p:cNvPr id="164930" name="AutoShape 31">
                <a:extLst>
                  <a:ext uri="{FF2B5EF4-FFF2-40B4-BE49-F238E27FC236}">
                    <a16:creationId xmlns:a16="http://schemas.microsoft.com/office/drawing/2014/main" id="{A7AE87AE-AED3-094B-A381-A2B1C2A0A0EC}"/>
                  </a:ext>
                </a:extLst>
              </p:cNvPr>
              <p:cNvSpPr>
                <a:spLocks noChangeArrowheads="1"/>
              </p:cNvSpPr>
              <p:nvPr/>
            </p:nvSpPr>
            <p:spPr bwMode="auto">
              <a:xfrm>
                <a:off x="4341" y="346"/>
                <a:ext cx="988" cy="246"/>
              </a:xfrm>
              <a:prstGeom prst="wedgeRoundRectCallout">
                <a:avLst>
                  <a:gd name="adj1" fmla="val -70042"/>
                  <a:gd name="adj2" fmla="val 145528"/>
                  <a:gd name="adj3" fmla="val 16667"/>
                </a:avLst>
              </a:prstGeom>
              <a:solidFill>
                <a:srgbClr val="FFFF99"/>
              </a:solidFill>
              <a:ln w="12700">
                <a:solidFill>
                  <a:schemeClr val="tx1"/>
                </a:solidFill>
                <a:miter lim="800000"/>
                <a:headEnd/>
                <a:tailEnd/>
              </a:ln>
            </p:spPr>
            <p:txBody>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endParaRPr kumimoji="1" lang="zh-CN" altLang="zh-CN" sz="1500">
                  <a:latin typeface="Arial" panose="020B0604020202020204" pitchFamily="34" charset="0"/>
                  <a:ea typeface="宋体" panose="02010600030101010101" pitchFamily="2" charset="-122"/>
                </a:endParaRPr>
              </a:p>
            </p:txBody>
          </p:sp>
          <p:sp>
            <p:nvSpPr>
              <p:cNvPr id="164931" name="Text Box 32">
                <a:extLst>
                  <a:ext uri="{FF2B5EF4-FFF2-40B4-BE49-F238E27FC236}">
                    <a16:creationId xmlns:a16="http://schemas.microsoft.com/office/drawing/2014/main" id="{C563CECE-D96F-A345-AC7B-63261612D516}"/>
                  </a:ext>
                </a:extLst>
              </p:cNvPr>
              <p:cNvSpPr txBox="1">
                <a:spLocks noChangeArrowheads="1"/>
              </p:cNvSpPr>
              <p:nvPr/>
            </p:nvSpPr>
            <p:spPr bwMode="auto">
              <a:xfrm>
                <a:off x="4286" y="336"/>
                <a:ext cx="1042"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  B </a:t>
                </a:r>
                <a:r>
                  <a:rPr kumimoji="1" lang="zh-CN" altLang="en-US" sz="1500">
                    <a:latin typeface="Arial" panose="020B0604020202020204" pitchFamily="34" charset="0"/>
                    <a:ea typeface="宋体" panose="02010600030101010101" pitchFamily="2" charset="-122"/>
                  </a:rPr>
                  <a:t>发送数据</a:t>
                </a:r>
              </a:p>
            </p:txBody>
          </p:sp>
        </p:grpSp>
      </p:grpSp>
      <p:grpSp>
        <p:nvGrpSpPr>
          <p:cNvPr id="164883" name="Group 33">
            <a:extLst>
              <a:ext uri="{FF2B5EF4-FFF2-40B4-BE49-F238E27FC236}">
                <a16:creationId xmlns:a16="http://schemas.microsoft.com/office/drawing/2014/main" id="{AC448201-226C-8947-BFF4-176A536C64F0}"/>
              </a:ext>
            </a:extLst>
          </p:cNvPr>
          <p:cNvGrpSpPr>
            <a:grpSpLocks/>
          </p:cNvGrpSpPr>
          <p:nvPr/>
        </p:nvGrpSpPr>
        <p:grpSpPr bwMode="auto">
          <a:xfrm>
            <a:off x="4193382" y="1029891"/>
            <a:ext cx="2846785" cy="769143"/>
            <a:chOff x="2562" y="865"/>
            <a:chExt cx="2391" cy="646"/>
          </a:xfrm>
        </p:grpSpPr>
        <p:grpSp>
          <p:nvGrpSpPr>
            <p:cNvPr id="164923" name="Group 34">
              <a:extLst>
                <a:ext uri="{FF2B5EF4-FFF2-40B4-BE49-F238E27FC236}">
                  <a16:creationId xmlns:a16="http://schemas.microsoft.com/office/drawing/2014/main" id="{C51C11BD-6AD2-8E4E-8F33-06AAF790FE17}"/>
                </a:ext>
              </a:extLst>
            </p:cNvPr>
            <p:cNvGrpSpPr>
              <a:grpSpLocks/>
            </p:cNvGrpSpPr>
            <p:nvPr/>
          </p:nvGrpSpPr>
          <p:grpSpPr bwMode="auto">
            <a:xfrm>
              <a:off x="2562" y="1240"/>
              <a:ext cx="1546" cy="271"/>
              <a:chOff x="2562" y="1240"/>
              <a:chExt cx="1546" cy="271"/>
            </a:xfrm>
          </p:grpSpPr>
          <p:sp>
            <p:nvSpPr>
              <p:cNvPr id="164926" name="AutoShape 35">
                <a:extLst>
                  <a:ext uri="{FF2B5EF4-FFF2-40B4-BE49-F238E27FC236}">
                    <a16:creationId xmlns:a16="http://schemas.microsoft.com/office/drawing/2014/main" id="{E8E391F7-1275-704D-8F16-2C70E659D33F}"/>
                  </a:ext>
                </a:extLst>
              </p:cNvPr>
              <p:cNvSpPr>
                <a:spLocks noChangeArrowheads="1"/>
              </p:cNvSpPr>
              <p:nvPr/>
            </p:nvSpPr>
            <p:spPr bwMode="auto">
              <a:xfrm>
                <a:off x="2562" y="1253"/>
                <a:ext cx="1407" cy="246"/>
              </a:xfrm>
              <a:prstGeom prst="wedgeRoundRectCallout">
                <a:avLst>
                  <a:gd name="adj1" fmla="val 61231"/>
                  <a:gd name="adj2" fmla="val -165449"/>
                  <a:gd name="adj3" fmla="val 16667"/>
                </a:avLst>
              </a:prstGeom>
              <a:solidFill>
                <a:srgbClr val="FFFF99"/>
              </a:solidFill>
              <a:ln w="12700">
                <a:solidFill>
                  <a:schemeClr val="tx1"/>
                </a:solidFill>
                <a:miter lim="800000"/>
                <a:headEnd/>
                <a:tailEnd/>
              </a:ln>
            </p:spPr>
            <p:txBody>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endParaRPr kumimoji="1" lang="zh-CN" altLang="zh-CN" sz="1500">
                  <a:latin typeface="Arial" panose="020B0604020202020204" pitchFamily="34" charset="0"/>
                  <a:ea typeface="宋体" panose="02010600030101010101" pitchFamily="2" charset="-122"/>
                </a:endParaRPr>
              </a:p>
            </p:txBody>
          </p:sp>
          <p:sp>
            <p:nvSpPr>
              <p:cNvPr id="164927" name="Text Box 36">
                <a:extLst>
                  <a:ext uri="{FF2B5EF4-FFF2-40B4-BE49-F238E27FC236}">
                    <a16:creationId xmlns:a16="http://schemas.microsoft.com/office/drawing/2014/main" id="{DFBB1C65-D403-824B-8FCC-E1F7262999B5}"/>
                  </a:ext>
                </a:extLst>
              </p:cNvPr>
              <p:cNvSpPr txBox="1">
                <a:spLocks noChangeArrowheads="1"/>
              </p:cNvSpPr>
              <p:nvPr/>
            </p:nvSpPr>
            <p:spPr bwMode="auto">
              <a:xfrm>
                <a:off x="2562" y="1240"/>
                <a:ext cx="1546"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B </a:t>
                </a:r>
                <a:r>
                  <a:rPr kumimoji="1" lang="zh-CN" altLang="en-US" sz="1500">
                    <a:latin typeface="Arial" panose="020B0604020202020204" pitchFamily="34" charset="0"/>
                    <a:ea typeface="宋体" panose="02010600030101010101" pitchFamily="2" charset="-122"/>
                  </a:rPr>
                  <a:t>检测到发生碰撞</a:t>
                </a:r>
              </a:p>
            </p:txBody>
          </p:sp>
        </p:grpSp>
        <p:sp>
          <p:nvSpPr>
            <p:cNvPr id="164924" name="Line 37">
              <a:extLst>
                <a:ext uri="{FF2B5EF4-FFF2-40B4-BE49-F238E27FC236}">
                  <a16:creationId xmlns:a16="http://schemas.microsoft.com/office/drawing/2014/main" id="{7495BF60-3083-7344-89BB-357C7BB4483C}"/>
                </a:ext>
              </a:extLst>
            </p:cNvPr>
            <p:cNvSpPr>
              <a:spLocks noChangeShapeType="1"/>
            </p:cNvSpPr>
            <p:nvPr/>
          </p:nvSpPr>
          <p:spPr bwMode="auto">
            <a:xfrm flipH="1">
              <a:off x="4167" y="964"/>
              <a:ext cx="261"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64925" name="Text Box 38">
              <a:extLst>
                <a:ext uri="{FF2B5EF4-FFF2-40B4-BE49-F238E27FC236}">
                  <a16:creationId xmlns:a16="http://schemas.microsoft.com/office/drawing/2014/main" id="{EBD34630-5D0C-8E4B-8214-214E41A1416B}"/>
                </a:ext>
              </a:extLst>
            </p:cNvPr>
            <p:cNvSpPr txBox="1">
              <a:spLocks noChangeArrowheads="1"/>
            </p:cNvSpPr>
            <p:nvPr/>
          </p:nvSpPr>
          <p:spPr bwMode="auto">
            <a:xfrm>
              <a:off x="4410" y="865"/>
              <a:ext cx="54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i="1">
                  <a:latin typeface="Arial" panose="020B0604020202020204" pitchFamily="34" charset="0"/>
                  <a:ea typeface="宋体" panose="02010600030101010101" pitchFamily="2" charset="-122"/>
                </a:rPr>
                <a:t>  t</a:t>
              </a:r>
              <a:r>
                <a:rPr kumimoji="1" lang="en-US" altLang="zh-CN" sz="1500">
                  <a:latin typeface="Arial" panose="020B0604020202020204" pitchFamily="34" charset="0"/>
                  <a:ea typeface="宋体" panose="02010600030101010101" pitchFamily="2" charset="-122"/>
                </a:rPr>
                <a:t> = </a:t>
              </a:r>
              <a:r>
                <a:rPr kumimoji="1" lang="en-US" altLang="zh-CN" sz="1500">
                  <a:latin typeface="Tahoma" panose="020B0604030504040204" pitchFamily="34" charset="0"/>
                  <a:ea typeface="宋体" panose="02010600030101010101" pitchFamily="2" charset="-122"/>
                  <a:sym typeface="Symbol" pitchFamily="2" charset="2"/>
                </a:rPr>
                <a:t></a:t>
              </a:r>
            </a:p>
          </p:txBody>
        </p:sp>
      </p:grpSp>
      <p:sp>
        <p:nvSpPr>
          <p:cNvPr id="413735" name="Rectangle 39">
            <a:extLst>
              <a:ext uri="{FF2B5EF4-FFF2-40B4-BE49-F238E27FC236}">
                <a16:creationId xmlns:a16="http://schemas.microsoft.com/office/drawing/2014/main" id="{E2D76F75-05C5-8C49-8DF2-63CFD7711E24}"/>
              </a:ext>
            </a:extLst>
          </p:cNvPr>
          <p:cNvSpPr>
            <a:spLocks noChangeArrowheads="1"/>
          </p:cNvSpPr>
          <p:nvPr/>
        </p:nvSpPr>
        <p:spPr bwMode="auto">
          <a:xfrm>
            <a:off x="2412206" y="3273029"/>
            <a:ext cx="300038" cy="378619"/>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en-US" altLang="zh-CN" sz="1500">
                <a:latin typeface="Arial" panose="020B0604020202020204" pitchFamily="34" charset="0"/>
                <a:ea typeface="宋体" panose="02010600030101010101" pitchFamily="2" charset="-122"/>
              </a:rPr>
              <a:t>A</a:t>
            </a:r>
          </a:p>
        </p:txBody>
      </p:sp>
      <p:sp>
        <p:nvSpPr>
          <p:cNvPr id="413736" name="Rectangle 40">
            <a:extLst>
              <a:ext uri="{FF2B5EF4-FFF2-40B4-BE49-F238E27FC236}">
                <a16:creationId xmlns:a16="http://schemas.microsoft.com/office/drawing/2014/main" id="{949BE2B5-8824-E74C-B93F-80868B83CD67}"/>
              </a:ext>
            </a:extLst>
          </p:cNvPr>
          <p:cNvSpPr>
            <a:spLocks noChangeArrowheads="1"/>
          </p:cNvSpPr>
          <p:nvPr/>
        </p:nvSpPr>
        <p:spPr bwMode="auto">
          <a:xfrm>
            <a:off x="5945981" y="3856435"/>
            <a:ext cx="300038" cy="376238"/>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en-US" altLang="zh-CN" sz="1500">
                <a:latin typeface="Arial" panose="020B0604020202020204" pitchFamily="34" charset="0"/>
                <a:ea typeface="宋体" panose="02010600030101010101" pitchFamily="2" charset="-122"/>
              </a:rPr>
              <a:t>B</a:t>
            </a:r>
          </a:p>
        </p:txBody>
      </p:sp>
      <p:grpSp>
        <p:nvGrpSpPr>
          <p:cNvPr id="413737" name="Group 41">
            <a:extLst>
              <a:ext uri="{FF2B5EF4-FFF2-40B4-BE49-F238E27FC236}">
                <a16:creationId xmlns:a16="http://schemas.microsoft.com/office/drawing/2014/main" id="{393ED9FF-BA53-3D42-8505-BE515B1C4927}"/>
              </a:ext>
            </a:extLst>
          </p:cNvPr>
          <p:cNvGrpSpPr>
            <a:grpSpLocks/>
          </p:cNvGrpSpPr>
          <p:nvPr/>
        </p:nvGrpSpPr>
        <p:grpSpPr bwMode="auto">
          <a:xfrm>
            <a:off x="2712244" y="3327798"/>
            <a:ext cx="3075385" cy="107156"/>
            <a:chOff x="1318" y="2795"/>
            <a:chExt cx="2583" cy="90"/>
          </a:xfrm>
        </p:grpSpPr>
        <p:sp>
          <p:nvSpPr>
            <p:cNvPr id="164921" name="Rectangle 42">
              <a:extLst>
                <a:ext uri="{FF2B5EF4-FFF2-40B4-BE49-F238E27FC236}">
                  <a16:creationId xmlns:a16="http://schemas.microsoft.com/office/drawing/2014/main" id="{852BDE7C-9E69-2343-B5CD-0ED6D57465C0}"/>
                </a:ext>
              </a:extLst>
            </p:cNvPr>
            <p:cNvSpPr>
              <a:spLocks noChangeArrowheads="1"/>
            </p:cNvSpPr>
            <p:nvPr/>
          </p:nvSpPr>
          <p:spPr bwMode="auto">
            <a:xfrm>
              <a:off x="1318" y="2795"/>
              <a:ext cx="2462" cy="90"/>
            </a:xfrm>
            <a:prstGeom prst="rect">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64922" name="Line 43">
              <a:extLst>
                <a:ext uri="{FF2B5EF4-FFF2-40B4-BE49-F238E27FC236}">
                  <a16:creationId xmlns:a16="http://schemas.microsoft.com/office/drawing/2014/main" id="{C5AC437A-2E09-8A4B-A64C-6CDBC278D72C}"/>
                </a:ext>
              </a:extLst>
            </p:cNvPr>
            <p:cNvSpPr>
              <a:spLocks noChangeShapeType="1"/>
            </p:cNvSpPr>
            <p:nvPr/>
          </p:nvSpPr>
          <p:spPr bwMode="auto">
            <a:xfrm>
              <a:off x="3780" y="2841"/>
              <a:ext cx="121" cy="0"/>
            </a:xfrm>
            <a:prstGeom prst="line">
              <a:avLst/>
            </a:prstGeom>
            <a:noFill/>
            <a:ln w="1270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13740" name="Group 44">
            <a:extLst>
              <a:ext uri="{FF2B5EF4-FFF2-40B4-BE49-F238E27FC236}">
                <a16:creationId xmlns:a16="http://schemas.microsoft.com/office/drawing/2014/main" id="{DA051C97-49F9-D542-8301-11B603245FA8}"/>
              </a:ext>
            </a:extLst>
          </p:cNvPr>
          <p:cNvGrpSpPr>
            <a:grpSpLocks/>
          </p:cNvGrpSpPr>
          <p:nvPr/>
        </p:nvGrpSpPr>
        <p:grpSpPr bwMode="auto">
          <a:xfrm>
            <a:off x="5500688" y="3488531"/>
            <a:ext cx="477441" cy="109538"/>
            <a:chOff x="3660" y="2930"/>
            <a:chExt cx="401" cy="92"/>
          </a:xfrm>
        </p:grpSpPr>
        <p:sp>
          <p:nvSpPr>
            <p:cNvPr id="164919" name="Rectangle 45">
              <a:extLst>
                <a:ext uri="{FF2B5EF4-FFF2-40B4-BE49-F238E27FC236}">
                  <a16:creationId xmlns:a16="http://schemas.microsoft.com/office/drawing/2014/main" id="{5B0A83DC-19A6-0F4A-8AC6-FEE853150D30}"/>
                </a:ext>
              </a:extLst>
            </p:cNvPr>
            <p:cNvSpPr>
              <a:spLocks noChangeArrowheads="1"/>
            </p:cNvSpPr>
            <p:nvPr/>
          </p:nvSpPr>
          <p:spPr bwMode="auto">
            <a:xfrm>
              <a:off x="3780" y="2930"/>
              <a:ext cx="281" cy="92"/>
            </a:xfrm>
            <a:prstGeom prst="rect">
              <a:avLst/>
            </a:prstGeom>
            <a:solidFill>
              <a:srgbClr val="996600"/>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64920" name="Line 46">
              <a:extLst>
                <a:ext uri="{FF2B5EF4-FFF2-40B4-BE49-F238E27FC236}">
                  <a16:creationId xmlns:a16="http://schemas.microsoft.com/office/drawing/2014/main" id="{199BEA11-3BEE-EB4D-B9C5-6C9823E28628}"/>
                </a:ext>
              </a:extLst>
            </p:cNvPr>
            <p:cNvSpPr>
              <a:spLocks noChangeShapeType="1"/>
            </p:cNvSpPr>
            <p:nvPr/>
          </p:nvSpPr>
          <p:spPr bwMode="auto">
            <a:xfrm flipH="1">
              <a:off x="3660" y="2976"/>
              <a:ext cx="120" cy="0"/>
            </a:xfrm>
            <a:prstGeom prst="line">
              <a:avLst/>
            </a:prstGeom>
            <a:noFill/>
            <a:ln w="1270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
        <p:nvSpPr>
          <p:cNvPr id="413743" name="Line 47">
            <a:extLst>
              <a:ext uri="{FF2B5EF4-FFF2-40B4-BE49-F238E27FC236}">
                <a16:creationId xmlns:a16="http://schemas.microsoft.com/office/drawing/2014/main" id="{ACB3996B-A7BF-DA44-9AE5-5F66B296C803}"/>
              </a:ext>
            </a:extLst>
          </p:cNvPr>
          <p:cNvSpPr>
            <a:spLocks noChangeShapeType="1"/>
          </p:cNvSpPr>
          <p:nvPr/>
        </p:nvSpPr>
        <p:spPr bwMode="auto">
          <a:xfrm>
            <a:off x="5901929" y="3963591"/>
            <a:ext cx="142875" cy="0"/>
          </a:xfrm>
          <a:prstGeom prst="line">
            <a:avLst/>
          </a:prstGeom>
          <a:noFill/>
          <a:ln w="1270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nvGrpSpPr>
          <p:cNvPr id="413744" name="Group 48">
            <a:extLst>
              <a:ext uri="{FF2B5EF4-FFF2-40B4-BE49-F238E27FC236}">
                <a16:creationId xmlns:a16="http://schemas.microsoft.com/office/drawing/2014/main" id="{E71E2538-2436-C342-83CE-932E272EA9F1}"/>
              </a:ext>
            </a:extLst>
          </p:cNvPr>
          <p:cNvGrpSpPr>
            <a:grpSpLocks/>
          </p:cNvGrpSpPr>
          <p:nvPr/>
        </p:nvGrpSpPr>
        <p:grpSpPr bwMode="auto">
          <a:xfrm>
            <a:off x="2412206" y="4427935"/>
            <a:ext cx="3833813" cy="377428"/>
            <a:chOff x="1066" y="3719"/>
            <a:chExt cx="3220" cy="317"/>
          </a:xfrm>
        </p:grpSpPr>
        <p:sp>
          <p:nvSpPr>
            <p:cNvPr id="164914" name="Rectangle 49">
              <a:extLst>
                <a:ext uri="{FF2B5EF4-FFF2-40B4-BE49-F238E27FC236}">
                  <a16:creationId xmlns:a16="http://schemas.microsoft.com/office/drawing/2014/main" id="{BD54EDD6-7D29-E342-BDD5-73B46C44D283}"/>
                </a:ext>
              </a:extLst>
            </p:cNvPr>
            <p:cNvSpPr>
              <a:spLocks noChangeArrowheads="1"/>
            </p:cNvSpPr>
            <p:nvPr/>
          </p:nvSpPr>
          <p:spPr bwMode="auto">
            <a:xfrm>
              <a:off x="1298" y="3900"/>
              <a:ext cx="720" cy="92"/>
            </a:xfrm>
            <a:prstGeom prst="rect">
              <a:avLst/>
            </a:prstGeom>
            <a:solidFill>
              <a:srgbClr val="996600"/>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64915" name="Rectangle 50">
              <a:extLst>
                <a:ext uri="{FF2B5EF4-FFF2-40B4-BE49-F238E27FC236}">
                  <a16:creationId xmlns:a16="http://schemas.microsoft.com/office/drawing/2014/main" id="{22F1F9CD-4B98-D648-B5B9-F626F61DF506}"/>
                </a:ext>
              </a:extLst>
            </p:cNvPr>
            <p:cNvSpPr>
              <a:spLocks noChangeArrowheads="1"/>
            </p:cNvSpPr>
            <p:nvPr/>
          </p:nvSpPr>
          <p:spPr bwMode="auto">
            <a:xfrm>
              <a:off x="1298" y="3765"/>
              <a:ext cx="2763" cy="90"/>
            </a:xfrm>
            <a:prstGeom prst="rect">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64916" name="Rectangle 51">
              <a:extLst>
                <a:ext uri="{FF2B5EF4-FFF2-40B4-BE49-F238E27FC236}">
                  <a16:creationId xmlns:a16="http://schemas.microsoft.com/office/drawing/2014/main" id="{A66B4DE6-EDEF-DE40-B97A-AD2BA0BECDFE}"/>
                </a:ext>
              </a:extLst>
            </p:cNvPr>
            <p:cNvSpPr>
              <a:spLocks noChangeArrowheads="1"/>
            </p:cNvSpPr>
            <p:nvPr/>
          </p:nvSpPr>
          <p:spPr bwMode="auto">
            <a:xfrm>
              <a:off x="1066" y="3719"/>
              <a:ext cx="252" cy="317"/>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en-US" altLang="zh-CN" sz="1500">
                  <a:latin typeface="Arial" panose="020B0604020202020204" pitchFamily="34" charset="0"/>
                  <a:ea typeface="宋体" panose="02010600030101010101" pitchFamily="2" charset="-122"/>
                </a:rPr>
                <a:t>A</a:t>
              </a:r>
            </a:p>
          </p:txBody>
        </p:sp>
        <p:sp>
          <p:nvSpPr>
            <p:cNvPr id="164917" name="Rectangle 52">
              <a:extLst>
                <a:ext uri="{FF2B5EF4-FFF2-40B4-BE49-F238E27FC236}">
                  <a16:creationId xmlns:a16="http://schemas.microsoft.com/office/drawing/2014/main" id="{BAEBD2E6-2C93-2D4F-B332-D69F12242339}"/>
                </a:ext>
              </a:extLst>
            </p:cNvPr>
            <p:cNvSpPr>
              <a:spLocks noChangeArrowheads="1"/>
            </p:cNvSpPr>
            <p:nvPr/>
          </p:nvSpPr>
          <p:spPr bwMode="auto">
            <a:xfrm>
              <a:off x="4034" y="3719"/>
              <a:ext cx="252" cy="317"/>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en-US" altLang="zh-CN" sz="1500">
                  <a:latin typeface="Arial" panose="020B0604020202020204" pitchFamily="34" charset="0"/>
                  <a:ea typeface="宋体" panose="02010600030101010101" pitchFamily="2" charset="-122"/>
                </a:rPr>
                <a:t>B</a:t>
              </a:r>
            </a:p>
          </p:txBody>
        </p:sp>
        <p:sp>
          <p:nvSpPr>
            <p:cNvPr id="164918" name="Line 53">
              <a:extLst>
                <a:ext uri="{FF2B5EF4-FFF2-40B4-BE49-F238E27FC236}">
                  <a16:creationId xmlns:a16="http://schemas.microsoft.com/office/drawing/2014/main" id="{1B2BC703-44E0-F84E-996D-81793C436428}"/>
                </a:ext>
              </a:extLst>
            </p:cNvPr>
            <p:cNvSpPr>
              <a:spLocks noChangeShapeType="1"/>
            </p:cNvSpPr>
            <p:nvPr/>
          </p:nvSpPr>
          <p:spPr bwMode="auto">
            <a:xfrm flipH="1">
              <a:off x="1217" y="3946"/>
              <a:ext cx="120" cy="0"/>
            </a:xfrm>
            <a:prstGeom prst="line">
              <a:avLst/>
            </a:prstGeom>
            <a:noFill/>
            <a:ln w="1270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
        <p:nvSpPr>
          <p:cNvPr id="413750" name="Rectangle 54">
            <a:extLst>
              <a:ext uri="{FF2B5EF4-FFF2-40B4-BE49-F238E27FC236}">
                <a16:creationId xmlns:a16="http://schemas.microsoft.com/office/drawing/2014/main" id="{D57AC238-AF8A-8647-87B7-197877F8694A}"/>
              </a:ext>
            </a:extLst>
          </p:cNvPr>
          <p:cNvSpPr>
            <a:spLocks noChangeArrowheads="1"/>
          </p:cNvSpPr>
          <p:nvPr/>
        </p:nvSpPr>
        <p:spPr bwMode="auto">
          <a:xfrm>
            <a:off x="5882879" y="2863453"/>
            <a:ext cx="95250" cy="109538"/>
          </a:xfrm>
          <a:prstGeom prst="rect">
            <a:avLst/>
          </a:prstGeom>
          <a:solidFill>
            <a:srgbClr val="996600"/>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13751" name="Rectangle 55">
            <a:extLst>
              <a:ext uri="{FF2B5EF4-FFF2-40B4-BE49-F238E27FC236}">
                <a16:creationId xmlns:a16="http://schemas.microsoft.com/office/drawing/2014/main" id="{D22644CF-A6E3-B747-81A4-8D0DE0CA9350}"/>
              </a:ext>
            </a:extLst>
          </p:cNvPr>
          <p:cNvSpPr>
            <a:spLocks noChangeArrowheads="1"/>
          </p:cNvSpPr>
          <p:nvPr/>
        </p:nvSpPr>
        <p:spPr bwMode="auto">
          <a:xfrm>
            <a:off x="2712244" y="2701528"/>
            <a:ext cx="2550319" cy="108347"/>
          </a:xfrm>
          <a:prstGeom prst="rect">
            <a:avLst/>
          </a:prstGeom>
          <a:solidFill>
            <a:schemeClr val="accent1"/>
          </a:solidFill>
          <a:ln w="12700">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13752" name="Rectangle 56">
            <a:extLst>
              <a:ext uri="{FF2B5EF4-FFF2-40B4-BE49-F238E27FC236}">
                <a16:creationId xmlns:a16="http://schemas.microsoft.com/office/drawing/2014/main" id="{8FEE7235-53CF-4444-9545-2BCA17499994}"/>
              </a:ext>
            </a:extLst>
          </p:cNvPr>
          <p:cNvSpPr>
            <a:spLocks noChangeArrowheads="1"/>
          </p:cNvSpPr>
          <p:nvPr/>
        </p:nvSpPr>
        <p:spPr bwMode="auto">
          <a:xfrm>
            <a:off x="2412206" y="2647950"/>
            <a:ext cx="300038" cy="378619"/>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en-US" altLang="zh-CN" sz="1500">
                <a:latin typeface="Arial" panose="020B0604020202020204" pitchFamily="34" charset="0"/>
                <a:ea typeface="宋体" panose="02010600030101010101" pitchFamily="2" charset="-122"/>
              </a:rPr>
              <a:t>A</a:t>
            </a:r>
          </a:p>
        </p:txBody>
      </p:sp>
      <p:sp>
        <p:nvSpPr>
          <p:cNvPr id="413753" name="Rectangle 57">
            <a:extLst>
              <a:ext uri="{FF2B5EF4-FFF2-40B4-BE49-F238E27FC236}">
                <a16:creationId xmlns:a16="http://schemas.microsoft.com/office/drawing/2014/main" id="{20C4B77F-121C-9640-B6DD-F41E07BD4F41}"/>
              </a:ext>
            </a:extLst>
          </p:cNvPr>
          <p:cNvSpPr>
            <a:spLocks noChangeArrowheads="1"/>
          </p:cNvSpPr>
          <p:nvPr/>
        </p:nvSpPr>
        <p:spPr bwMode="auto">
          <a:xfrm>
            <a:off x="5945981" y="2647950"/>
            <a:ext cx="300038" cy="378619"/>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en-US" altLang="zh-CN" sz="1500">
                <a:latin typeface="Arial" panose="020B0604020202020204" pitchFamily="34" charset="0"/>
                <a:ea typeface="宋体" panose="02010600030101010101" pitchFamily="2" charset="-122"/>
              </a:rPr>
              <a:t>B</a:t>
            </a:r>
          </a:p>
        </p:txBody>
      </p:sp>
      <p:sp>
        <p:nvSpPr>
          <p:cNvPr id="413754" name="Line 58">
            <a:extLst>
              <a:ext uri="{FF2B5EF4-FFF2-40B4-BE49-F238E27FC236}">
                <a16:creationId xmlns:a16="http://schemas.microsoft.com/office/drawing/2014/main" id="{975F022F-955C-394C-B0A9-04DFCA08CCBB}"/>
              </a:ext>
            </a:extLst>
          </p:cNvPr>
          <p:cNvSpPr>
            <a:spLocks noChangeShapeType="1"/>
          </p:cNvSpPr>
          <p:nvPr/>
        </p:nvSpPr>
        <p:spPr bwMode="auto">
          <a:xfrm>
            <a:off x="5262563" y="2756297"/>
            <a:ext cx="142875" cy="0"/>
          </a:xfrm>
          <a:prstGeom prst="line">
            <a:avLst/>
          </a:prstGeom>
          <a:noFill/>
          <a:ln w="1270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13755" name="Line 59">
            <a:extLst>
              <a:ext uri="{FF2B5EF4-FFF2-40B4-BE49-F238E27FC236}">
                <a16:creationId xmlns:a16="http://schemas.microsoft.com/office/drawing/2014/main" id="{38FA52D5-4B0D-3446-B5EC-6DAF10706999}"/>
              </a:ext>
            </a:extLst>
          </p:cNvPr>
          <p:cNvSpPr>
            <a:spLocks noChangeShapeType="1"/>
          </p:cNvSpPr>
          <p:nvPr/>
        </p:nvSpPr>
        <p:spPr bwMode="auto">
          <a:xfrm flipH="1">
            <a:off x="5740004" y="2917031"/>
            <a:ext cx="142875" cy="0"/>
          </a:xfrm>
          <a:prstGeom prst="line">
            <a:avLst/>
          </a:prstGeom>
          <a:noFill/>
          <a:ln w="1270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13756" name="Text Box 60">
            <a:extLst>
              <a:ext uri="{FF2B5EF4-FFF2-40B4-BE49-F238E27FC236}">
                <a16:creationId xmlns:a16="http://schemas.microsoft.com/office/drawing/2014/main" id="{0EE2192D-77E6-3249-87BC-59290CA3BB0E}"/>
              </a:ext>
            </a:extLst>
          </p:cNvPr>
          <p:cNvSpPr txBox="1">
            <a:spLocks noChangeArrowheads="1"/>
          </p:cNvSpPr>
          <p:nvPr/>
        </p:nvSpPr>
        <p:spPr bwMode="auto">
          <a:xfrm>
            <a:off x="1346654" y="1781176"/>
            <a:ext cx="1027397" cy="957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lnSpc>
                <a:spcPct val="90000"/>
              </a:lnSpc>
              <a:spcBef>
                <a:spcPct val="0"/>
              </a:spcBef>
              <a:buClrTx/>
              <a:buSzTx/>
              <a:buFontTx/>
              <a:buNone/>
            </a:pPr>
            <a:r>
              <a:rPr kumimoji="1" lang="en-US" altLang="zh-CN" sz="1500" i="1">
                <a:latin typeface="Arial" panose="020B0604020202020204" pitchFamily="34" charset="0"/>
                <a:ea typeface="宋体" panose="02010600030101010101" pitchFamily="2" charset="-122"/>
              </a:rPr>
              <a:t> t</a:t>
            </a:r>
            <a:r>
              <a:rPr kumimoji="1" lang="en-US" altLang="zh-CN" sz="1500">
                <a:latin typeface="Arial" panose="020B0604020202020204" pitchFamily="34" charset="0"/>
                <a:ea typeface="宋体" panose="02010600030101010101" pitchFamily="2" charset="-122"/>
              </a:rPr>
              <a:t> = 0</a:t>
            </a:r>
            <a:endParaRPr kumimoji="1" lang="en-US" altLang="zh-CN" sz="1500" baseline="30000">
              <a:latin typeface="Arial" panose="020B0604020202020204" pitchFamily="34" charset="0"/>
              <a:ea typeface="宋体" panose="02010600030101010101" pitchFamily="2" charset="-122"/>
            </a:endParaRPr>
          </a:p>
          <a:p>
            <a:pPr algn="ctr">
              <a:lnSpc>
                <a:spcPct val="95000"/>
              </a:lnSpc>
              <a:spcBef>
                <a:spcPct val="0"/>
              </a:spcBef>
              <a:buClrTx/>
              <a:buSzTx/>
              <a:buFontTx/>
              <a:buNone/>
            </a:pPr>
            <a:r>
              <a:rPr kumimoji="1" lang="en-US" altLang="zh-CN" sz="1500">
                <a:latin typeface="Arial" panose="020B0604020202020204" pitchFamily="34" charset="0"/>
                <a:ea typeface="宋体" panose="02010600030101010101" pitchFamily="2" charset="-122"/>
              </a:rPr>
              <a:t>  A </a:t>
            </a:r>
            <a:r>
              <a:rPr kumimoji="1" lang="zh-CN" altLang="en-US" sz="1500">
                <a:latin typeface="Arial" panose="020B0604020202020204" pitchFamily="34" charset="0"/>
                <a:ea typeface="宋体" panose="02010600030101010101" pitchFamily="2" charset="-122"/>
              </a:rPr>
              <a:t>检测到</a:t>
            </a:r>
          </a:p>
          <a:p>
            <a:pPr algn="ctr">
              <a:lnSpc>
                <a:spcPct val="95000"/>
              </a:lnSpc>
              <a:spcBef>
                <a:spcPct val="0"/>
              </a:spcBef>
              <a:buClrTx/>
              <a:buSzTx/>
              <a:buFontTx/>
              <a:buNone/>
            </a:pPr>
            <a:r>
              <a:rPr kumimoji="1" lang="zh-CN" altLang="en-US" sz="1500">
                <a:latin typeface="Arial" panose="020B0604020202020204" pitchFamily="34" charset="0"/>
                <a:ea typeface="宋体" panose="02010600030101010101" pitchFamily="2" charset="-122"/>
              </a:rPr>
              <a:t>信道空闲</a:t>
            </a:r>
          </a:p>
          <a:p>
            <a:pPr algn="ctr">
              <a:lnSpc>
                <a:spcPct val="95000"/>
              </a:lnSpc>
              <a:spcBef>
                <a:spcPct val="0"/>
              </a:spcBef>
              <a:buClrTx/>
              <a:buSzTx/>
              <a:buFontTx/>
              <a:buNone/>
            </a:pPr>
            <a:r>
              <a:rPr kumimoji="1" lang="zh-CN" altLang="en-US" sz="1500">
                <a:latin typeface="Arial" panose="020B0604020202020204" pitchFamily="34" charset="0"/>
                <a:ea typeface="宋体" panose="02010600030101010101" pitchFamily="2" charset="-122"/>
              </a:rPr>
              <a:t>发送数据</a:t>
            </a:r>
          </a:p>
        </p:txBody>
      </p:sp>
      <p:grpSp>
        <p:nvGrpSpPr>
          <p:cNvPr id="413757" name="Group 61">
            <a:extLst>
              <a:ext uri="{FF2B5EF4-FFF2-40B4-BE49-F238E27FC236}">
                <a16:creationId xmlns:a16="http://schemas.microsoft.com/office/drawing/2014/main" id="{9E9A8004-C3C4-FB47-8DDF-957B517B5954}"/>
              </a:ext>
            </a:extLst>
          </p:cNvPr>
          <p:cNvGrpSpPr>
            <a:grpSpLocks/>
          </p:cNvGrpSpPr>
          <p:nvPr/>
        </p:nvGrpSpPr>
        <p:grpSpPr bwMode="auto">
          <a:xfrm>
            <a:off x="2639617" y="2106217"/>
            <a:ext cx="334565" cy="107156"/>
            <a:chOff x="1176" y="1872"/>
            <a:chExt cx="336" cy="96"/>
          </a:xfrm>
        </p:grpSpPr>
        <p:sp>
          <p:nvSpPr>
            <p:cNvPr id="164912" name="Rectangle 62">
              <a:extLst>
                <a:ext uri="{FF2B5EF4-FFF2-40B4-BE49-F238E27FC236}">
                  <a16:creationId xmlns:a16="http://schemas.microsoft.com/office/drawing/2014/main" id="{FB8AF40C-9A21-8147-ABC3-EA0EC5EDDDB7}"/>
                </a:ext>
              </a:extLst>
            </p:cNvPr>
            <p:cNvSpPr>
              <a:spLocks noChangeArrowheads="1"/>
            </p:cNvSpPr>
            <p:nvPr/>
          </p:nvSpPr>
          <p:spPr bwMode="auto">
            <a:xfrm>
              <a:off x="1176" y="1872"/>
              <a:ext cx="193" cy="96"/>
            </a:xfrm>
            <a:prstGeom prst="rect">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64913" name="Line 63">
              <a:extLst>
                <a:ext uri="{FF2B5EF4-FFF2-40B4-BE49-F238E27FC236}">
                  <a16:creationId xmlns:a16="http://schemas.microsoft.com/office/drawing/2014/main" id="{C9D2EE3A-28A5-1142-A47B-EFEBF2DFA3E9}"/>
                </a:ext>
              </a:extLst>
            </p:cNvPr>
            <p:cNvSpPr>
              <a:spLocks noChangeShapeType="1"/>
            </p:cNvSpPr>
            <p:nvPr/>
          </p:nvSpPr>
          <p:spPr bwMode="auto">
            <a:xfrm>
              <a:off x="1369" y="1926"/>
              <a:ext cx="143" cy="0"/>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
        <p:nvSpPr>
          <p:cNvPr id="413760" name="Rectangle 64">
            <a:extLst>
              <a:ext uri="{FF2B5EF4-FFF2-40B4-BE49-F238E27FC236}">
                <a16:creationId xmlns:a16="http://schemas.microsoft.com/office/drawing/2014/main" id="{7E4525B0-3C62-B748-B3B3-DDB6A2B5C579}"/>
              </a:ext>
            </a:extLst>
          </p:cNvPr>
          <p:cNvSpPr>
            <a:spLocks noChangeArrowheads="1"/>
          </p:cNvSpPr>
          <p:nvPr/>
        </p:nvSpPr>
        <p:spPr bwMode="auto">
          <a:xfrm>
            <a:off x="2412206" y="2052637"/>
            <a:ext cx="300038" cy="377429"/>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en-US" altLang="zh-CN" sz="1500">
                <a:latin typeface="Arial" panose="020B0604020202020204" pitchFamily="34" charset="0"/>
                <a:ea typeface="宋体" panose="02010600030101010101" pitchFamily="2" charset="-122"/>
              </a:rPr>
              <a:t>A</a:t>
            </a:r>
          </a:p>
        </p:txBody>
      </p:sp>
      <p:sp>
        <p:nvSpPr>
          <p:cNvPr id="413761" name="Rectangle 65">
            <a:extLst>
              <a:ext uri="{FF2B5EF4-FFF2-40B4-BE49-F238E27FC236}">
                <a16:creationId xmlns:a16="http://schemas.microsoft.com/office/drawing/2014/main" id="{74762B08-D78D-E641-BF2C-05FB765779FE}"/>
              </a:ext>
            </a:extLst>
          </p:cNvPr>
          <p:cNvSpPr>
            <a:spLocks noChangeArrowheads="1"/>
          </p:cNvSpPr>
          <p:nvPr/>
        </p:nvSpPr>
        <p:spPr bwMode="auto">
          <a:xfrm>
            <a:off x="5945981" y="2052637"/>
            <a:ext cx="300038" cy="377429"/>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en-US" altLang="zh-CN" sz="1500">
                <a:latin typeface="Arial" panose="020B0604020202020204" pitchFamily="34" charset="0"/>
                <a:ea typeface="宋体" panose="02010600030101010101" pitchFamily="2" charset="-122"/>
              </a:rPr>
              <a:t>B</a:t>
            </a:r>
          </a:p>
        </p:txBody>
      </p:sp>
      <p:sp>
        <p:nvSpPr>
          <p:cNvPr id="164900" name="Text Box 66">
            <a:extLst>
              <a:ext uri="{FF2B5EF4-FFF2-40B4-BE49-F238E27FC236}">
                <a16:creationId xmlns:a16="http://schemas.microsoft.com/office/drawing/2014/main" id="{B57D2749-FED5-CF40-A2E0-73F1D60AF019}"/>
              </a:ext>
            </a:extLst>
          </p:cNvPr>
          <p:cNvSpPr txBox="1">
            <a:spLocks noChangeArrowheads="1"/>
          </p:cNvSpPr>
          <p:nvPr/>
        </p:nvSpPr>
        <p:spPr bwMode="auto">
          <a:xfrm>
            <a:off x="1727598" y="335757"/>
            <a:ext cx="56297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i="1">
                <a:latin typeface="Arial" panose="020B0604020202020204" pitchFamily="34" charset="0"/>
                <a:ea typeface="宋体" panose="02010600030101010101" pitchFamily="2" charset="-122"/>
              </a:rPr>
              <a:t>t</a:t>
            </a:r>
            <a:r>
              <a:rPr kumimoji="1" lang="en-US" altLang="zh-CN" sz="1500">
                <a:latin typeface="Arial" panose="020B0604020202020204" pitchFamily="34" charset="0"/>
                <a:ea typeface="宋体" panose="02010600030101010101" pitchFamily="2" charset="-122"/>
              </a:rPr>
              <a:t> = 0</a:t>
            </a:r>
            <a:endParaRPr kumimoji="1" lang="en-US" altLang="zh-CN" sz="1500" baseline="30000">
              <a:latin typeface="Arial" panose="020B0604020202020204" pitchFamily="34" charset="0"/>
              <a:ea typeface="宋体" panose="02010600030101010101" pitchFamily="2" charset="-122"/>
            </a:endParaRPr>
          </a:p>
        </p:txBody>
      </p:sp>
      <p:sp>
        <p:nvSpPr>
          <p:cNvPr id="164901" name="Line 67">
            <a:extLst>
              <a:ext uri="{FF2B5EF4-FFF2-40B4-BE49-F238E27FC236}">
                <a16:creationId xmlns:a16="http://schemas.microsoft.com/office/drawing/2014/main" id="{066C0ED7-7567-AA46-8DD0-7C44258E59C2}"/>
              </a:ext>
            </a:extLst>
          </p:cNvPr>
          <p:cNvSpPr>
            <a:spLocks noChangeShapeType="1"/>
          </p:cNvSpPr>
          <p:nvPr/>
        </p:nvSpPr>
        <p:spPr bwMode="auto">
          <a:xfrm>
            <a:off x="2230041" y="489347"/>
            <a:ext cx="309563"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nvGrpSpPr>
          <p:cNvPr id="413764" name="Group 68">
            <a:extLst>
              <a:ext uri="{FF2B5EF4-FFF2-40B4-BE49-F238E27FC236}">
                <a16:creationId xmlns:a16="http://schemas.microsoft.com/office/drawing/2014/main" id="{08F923AA-2B97-9B40-A593-35D60B0F5309}"/>
              </a:ext>
            </a:extLst>
          </p:cNvPr>
          <p:cNvGrpSpPr>
            <a:grpSpLocks/>
          </p:cNvGrpSpPr>
          <p:nvPr/>
        </p:nvGrpSpPr>
        <p:grpSpPr bwMode="auto">
          <a:xfrm>
            <a:off x="4518422" y="3690939"/>
            <a:ext cx="3494484" cy="715566"/>
            <a:chOff x="2835" y="3100"/>
            <a:chExt cx="2935" cy="601"/>
          </a:xfrm>
        </p:grpSpPr>
        <p:sp>
          <p:nvSpPr>
            <p:cNvPr id="164910" name="Text Box 69">
              <a:extLst>
                <a:ext uri="{FF2B5EF4-FFF2-40B4-BE49-F238E27FC236}">
                  <a16:creationId xmlns:a16="http://schemas.microsoft.com/office/drawing/2014/main" id="{500402DC-1715-FC4C-9AA9-47AAAF3D5347}"/>
                </a:ext>
              </a:extLst>
            </p:cNvPr>
            <p:cNvSpPr txBox="1">
              <a:spLocks noChangeArrowheads="1"/>
            </p:cNvSpPr>
            <p:nvPr/>
          </p:nvSpPr>
          <p:spPr bwMode="auto">
            <a:xfrm>
              <a:off x="4332" y="3100"/>
              <a:ext cx="1438"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90000"/>
                </a:lnSpc>
                <a:spcBef>
                  <a:spcPct val="0"/>
                </a:spcBef>
                <a:buClrTx/>
                <a:buSzTx/>
                <a:buFontTx/>
                <a:buNone/>
              </a:pPr>
              <a:r>
                <a:rPr kumimoji="1" lang="en-US" altLang="zh-CN" sz="1500" i="1">
                  <a:latin typeface="Arial" panose="020B0604020202020204" pitchFamily="34" charset="0"/>
                  <a:ea typeface="宋体" panose="02010600030101010101" pitchFamily="2" charset="-122"/>
                </a:rPr>
                <a:t>t</a:t>
              </a:r>
              <a:r>
                <a:rPr kumimoji="1" lang="en-US" altLang="zh-CN" sz="1500">
                  <a:latin typeface="Arial" panose="020B0604020202020204" pitchFamily="34" charset="0"/>
                  <a:ea typeface="宋体" panose="02010600030101010101" pitchFamily="2" charset="-122"/>
                </a:rPr>
                <a:t> = </a:t>
              </a:r>
              <a:r>
                <a:rPr kumimoji="1" lang="en-US" altLang="zh-CN" sz="1500">
                  <a:latin typeface="Tahoma" panose="020B0604030504040204" pitchFamily="34" charset="0"/>
                  <a:ea typeface="宋体" panose="02010600030101010101" pitchFamily="2" charset="-122"/>
                  <a:sym typeface="Symbol" pitchFamily="2" charset="2"/>
                </a:rPr>
                <a:t></a:t>
              </a:r>
              <a:endParaRPr kumimoji="1" lang="en-US" altLang="zh-CN" sz="1500" baseline="30000">
                <a:latin typeface="Arial" panose="020B0604020202020204" pitchFamily="34" charset="0"/>
                <a:ea typeface="宋体" panose="02010600030101010101" pitchFamily="2" charset="-122"/>
              </a:endParaRPr>
            </a:p>
            <a:p>
              <a:pPr>
                <a:lnSpc>
                  <a:spcPct val="90000"/>
                </a:lnSpc>
                <a:spcBef>
                  <a:spcPct val="0"/>
                </a:spcBef>
                <a:buClrTx/>
                <a:buSzTx/>
                <a:buFontTx/>
                <a:buNone/>
              </a:pPr>
              <a:r>
                <a:rPr kumimoji="1" lang="en-US" altLang="zh-CN" sz="1500">
                  <a:latin typeface="Arial" panose="020B0604020202020204" pitchFamily="34" charset="0"/>
                  <a:ea typeface="宋体" panose="02010600030101010101" pitchFamily="2" charset="-122"/>
                </a:rPr>
                <a:t>B </a:t>
              </a:r>
              <a:r>
                <a:rPr kumimoji="1" lang="zh-CN" altLang="en-US" sz="1500">
                  <a:latin typeface="Arial" panose="020B0604020202020204" pitchFamily="34" charset="0"/>
                  <a:ea typeface="宋体" panose="02010600030101010101" pitchFamily="2" charset="-122"/>
                </a:rPr>
                <a:t>检测到发生碰撞</a:t>
              </a:r>
            </a:p>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停止发送</a:t>
              </a:r>
            </a:p>
          </p:txBody>
        </p:sp>
        <p:sp>
          <p:nvSpPr>
            <p:cNvPr id="164911" name="Text Box 70">
              <a:extLst>
                <a:ext uri="{FF2B5EF4-FFF2-40B4-BE49-F238E27FC236}">
                  <a16:creationId xmlns:a16="http://schemas.microsoft.com/office/drawing/2014/main" id="{2A720C15-84D9-8E4D-9A42-5A6F6F694DD4}"/>
                </a:ext>
              </a:extLst>
            </p:cNvPr>
            <p:cNvSpPr txBox="1">
              <a:spLocks noChangeArrowheads="1"/>
            </p:cNvSpPr>
            <p:nvPr/>
          </p:nvSpPr>
          <p:spPr bwMode="auto">
            <a:xfrm>
              <a:off x="2835" y="3339"/>
              <a:ext cx="586"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1500" b="1">
                  <a:solidFill>
                    <a:schemeClr val="hlink"/>
                  </a:solidFill>
                  <a:latin typeface="Tahoma" panose="020B0604030504040204" pitchFamily="34" charset="0"/>
                  <a:ea typeface="宋体" panose="02010600030101010101" pitchFamily="2" charset="-122"/>
                </a:rPr>
                <a:t>STOP</a:t>
              </a:r>
            </a:p>
          </p:txBody>
        </p:sp>
      </p:grpSp>
      <p:grpSp>
        <p:nvGrpSpPr>
          <p:cNvPr id="413767" name="Group 71">
            <a:extLst>
              <a:ext uri="{FF2B5EF4-FFF2-40B4-BE49-F238E27FC236}">
                <a16:creationId xmlns:a16="http://schemas.microsoft.com/office/drawing/2014/main" id="{78D35A61-06E7-884F-B4C2-5ED1FC193A4A}"/>
              </a:ext>
            </a:extLst>
          </p:cNvPr>
          <p:cNvGrpSpPr>
            <a:grpSpLocks/>
          </p:cNvGrpSpPr>
          <p:nvPr/>
        </p:nvGrpSpPr>
        <p:grpSpPr bwMode="auto">
          <a:xfrm>
            <a:off x="1385888" y="4245771"/>
            <a:ext cx="1995488" cy="733425"/>
            <a:chOff x="204" y="3566"/>
            <a:chExt cx="1676" cy="616"/>
          </a:xfrm>
        </p:grpSpPr>
        <p:sp>
          <p:nvSpPr>
            <p:cNvPr id="164908" name="Text Box 72">
              <a:extLst>
                <a:ext uri="{FF2B5EF4-FFF2-40B4-BE49-F238E27FC236}">
                  <a16:creationId xmlns:a16="http://schemas.microsoft.com/office/drawing/2014/main" id="{8E7537C6-A09D-6D41-8889-F1B92124A6E4}"/>
                </a:ext>
              </a:extLst>
            </p:cNvPr>
            <p:cNvSpPr txBox="1">
              <a:spLocks noChangeArrowheads="1"/>
            </p:cNvSpPr>
            <p:nvPr/>
          </p:nvSpPr>
          <p:spPr bwMode="auto">
            <a:xfrm>
              <a:off x="204" y="3581"/>
              <a:ext cx="801"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90000"/>
                </a:lnSpc>
                <a:spcBef>
                  <a:spcPct val="0"/>
                </a:spcBef>
                <a:buClrTx/>
                <a:buSzTx/>
                <a:buFontTx/>
                <a:buNone/>
              </a:pPr>
              <a:r>
                <a:rPr kumimoji="1" lang="en-US" altLang="zh-CN" sz="1500" i="1">
                  <a:latin typeface="Arial" panose="020B0604020202020204" pitchFamily="34" charset="0"/>
                  <a:ea typeface="宋体" panose="02010600030101010101" pitchFamily="2" charset="-122"/>
                </a:rPr>
                <a:t>t</a:t>
              </a:r>
              <a:r>
                <a:rPr kumimoji="1" lang="en-US" altLang="zh-CN" sz="1500">
                  <a:latin typeface="Arial" panose="020B0604020202020204" pitchFamily="34" charset="0"/>
                  <a:ea typeface="宋体" panose="02010600030101010101" pitchFamily="2" charset="-122"/>
                </a:rPr>
                <a:t> = 2</a:t>
              </a:r>
              <a:r>
                <a:rPr kumimoji="1" lang="en-US" altLang="zh-CN" sz="1500">
                  <a:latin typeface="Tahoma" panose="020B0604030504040204" pitchFamily="34" charset="0"/>
                  <a:ea typeface="宋体" panose="02010600030101010101" pitchFamily="2" charset="-122"/>
                  <a:sym typeface="Symbol" pitchFamily="2" charset="2"/>
                </a:rPr>
                <a:t></a:t>
              </a:r>
              <a:r>
                <a:rPr kumimoji="1" lang="en-US" altLang="zh-CN" sz="150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sym typeface="Symbol" pitchFamily="2" charset="2"/>
                </a:rPr>
                <a:t> </a:t>
              </a:r>
              <a:endParaRPr kumimoji="1" lang="en-US" altLang="zh-CN" sz="1500" baseline="30000">
                <a:latin typeface="Arial" panose="020B0604020202020204" pitchFamily="34" charset="0"/>
                <a:ea typeface="宋体" panose="02010600030101010101" pitchFamily="2" charset="-122"/>
              </a:endParaRPr>
            </a:p>
            <a:p>
              <a:pPr>
                <a:lnSpc>
                  <a:spcPct val="90000"/>
                </a:lnSpc>
                <a:spcBef>
                  <a:spcPct val="0"/>
                </a:spcBef>
                <a:buClrTx/>
                <a:buSzTx/>
                <a:buFontTx/>
                <a:buNone/>
              </a:pPr>
              <a:r>
                <a:rPr kumimoji="1" lang="en-US" altLang="zh-CN" sz="1500">
                  <a:latin typeface="Arial" panose="020B0604020202020204" pitchFamily="34" charset="0"/>
                  <a:ea typeface="宋体" panose="02010600030101010101" pitchFamily="2" charset="-122"/>
                </a:rPr>
                <a:t>A </a:t>
              </a:r>
              <a:r>
                <a:rPr kumimoji="1" lang="zh-CN" altLang="en-US" sz="1500">
                  <a:latin typeface="Arial" panose="020B0604020202020204" pitchFamily="34" charset="0"/>
                  <a:ea typeface="宋体" panose="02010600030101010101" pitchFamily="2" charset="-122"/>
                </a:rPr>
                <a:t>检测到</a:t>
              </a:r>
            </a:p>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发生碰撞</a:t>
              </a:r>
            </a:p>
          </p:txBody>
        </p:sp>
        <p:sp>
          <p:nvSpPr>
            <p:cNvPr id="164909" name="Text Box 73">
              <a:extLst>
                <a:ext uri="{FF2B5EF4-FFF2-40B4-BE49-F238E27FC236}">
                  <a16:creationId xmlns:a16="http://schemas.microsoft.com/office/drawing/2014/main" id="{75B9FF04-076C-2E47-A4E4-F19F6F2A1C08}"/>
                </a:ext>
              </a:extLst>
            </p:cNvPr>
            <p:cNvSpPr txBox="1">
              <a:spLocks noChangeArrowheads="1"/>
            </p:cNvSpPr>
            <p:nvPr/>
          </p:nvSpPr>
          <p:spPr bwMode="auto">
            <a:xfrm>
              <a:off x="1294" y="3566"/>
              <a:ext cx="586"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1500" b="1">
                  <a:solidFill>
                    <a:schemeClr val="hlink"/>
                  </a:solidFill>
                  <a:latin typeface="Tahoma" panose="020B0604030504040204" pitchFamily="34" charset="0"/>
                  <a:ea typeface="宋体" panose="02010600030101010101" pitchFamily="2" charset="-122"/>
                </a:rPr>
                <a:t>STOP</a:t>
              </a:r>
            </a:p>
          </p:txBody>
        </p:sp>
      </p:grpSp>
      <p:sp>
        <p:nvSpPr>
          <p:cNvPr id="413770" name="Rectangle 74">
            <a:extLst>
              <a:ext uri="{FF2B5EF4-FFF2-40B4-BE49-F238E27FC236}">
                <a16:creationId xmlns:a16="http://schemas.microsoft.com/office/drawing/2014/main" id="{97B753E3-FDCF-7346-907C-2175693EA039}"/>
              </a:ext>
            </a:extLst>
          </p:cNvPr>
          <p:cNvSpPr>
            <a:spLocks noChangeArrowheads="1"/>
          </p:cNvSpPr>
          <p:nvPr/>
        </p:nvSpPr>
        <p:spPr bwMode="auto">
          <a:xfrm>
            <a:off x="2412206" y="3856435"/>
            <a:ext cx="300038" cy="376238"/>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en-US" altLang="zh-CN" sz="1500">
                <a:latin typeface="Arial" panose="020B0604020202020204" pitchFamily="34" charset="0"/>
                <a:ea typeface="宋体" panose="02010600030101010101" pitchFamily="2" charset="-122"/>
              </a:rPr>
              <a:t>A</a:t>
            </a:r>
          </a:p>
        </p:txBody>
      </p:sp>
      <p:sp>
        <p:nvSpPr>
          <p:cNvPr id="413771" name="Rectangle 75">
            <a:extLst>
              <a:ext uri="{FF2B5EF4-FFF2-40B4-BE49-F238E27FC236}">
                <a16:creationId xmlns:a16="http://schemas.microsoft.com/office/drawing/2014/main" id="{10F7E98C-EC36-C140-827A-5F0215EB9EC3}"/>
              </a:ext>
            </a:extLst>
          </p:cNvPr>
          <p:cNvSpPr>
            <a:spLocks noChangeArrowheads="1"/>
          </p:cNvSpPr>
          <p:nvPr/>
        </p:nvSpPr>
        <p:spPr bwMode="auto">
          <a:xfrm>
            <a:off x="5945981" y="3273029"/>
            <a:ext cx="300038" cy="378619"/>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en-US" altLang="zh-CN" sz="1500">
                <a:latin typeface="Arial" panose="020B0604020202020204" pitchFamily="34" charset="0"/>
                <a:ea typeface="宋体" panose="02010600030101010101" pitchFamily="2" charset="-122"/>
              </a:rPr>
              <a:t>B</a:t>
            </a:r>
          </a:p>
        </p:txBody>
      </p:sp>
      <p:sp>
        <p:nvSpPr>
          <p:cNvPr id="164906" name="Text Box 76">
            <a:extLst>
              <a:ext uri="{FF2B5EF4-FFF2-40B4-BE49-F238E27FC236}">
                <a16:creationId xmlns:a16="http://schemas.microsoft.com/office/drawing/2014/main" id="{AB55D367-2361-234A-A34E-9390B0E70EAB}"/>
              </a:ext>
            </a:extLst>
          </p:cNvPr>
          <p:cNvSpPr txBox="1">
            <a:spLocks noChangeArrowheads="1"/>
          </p:cNvSpPr>
          <p:nvPr/>
        </p:nvSpPr>
        <p:spPr bwMode="auto">
          <a:xfrm>
            <a:off x="6109083" y="1335882"/>
            <a:ext cx="173477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单程端到端</a:t>
            </a:r>
          </a:p>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传播时延记为</a:t>
            </a:r>
            <a:r>
              <a:rPr lang="zh-CN" altLang="en-US" sz="1800" i="1">
                <a:latin typeface="Arial" panose="020B0604020202020204" pitchFamily="34" charset="0"/>
                <a:ea typeface="宋体" panose="02010600030101010101" pitchFamily="2" charset="-122"/>
                <a:sym typeface="Symbol" pitchFamily="2" charset="2"/>
              </a:rPr>
              <a:t></a:t>
            </a:r>
            <a:r>
              <a:rPr lang="zh-CN" altLang="en-US" sz="1800">
                <a:latin typeface="Arial" panose="020B0604020202020204" pitchFamily="34" charset="0"/>
                <a:ea typeface="宋体" panose="02010600030101010101" pitchFamily="2" charset="-122"/>
              </a:rPr>
              <a:t> </a:t>
            </a:r>
          </a:p>
        </p:txBody>
      </p:sp>
      <p:sp>
        <p:nvSpPr>
          <p:cNvPr id="164907" name="幻灯片编号占位符 1">
            <a:extLst>
              <a:ext uri="{FF2B5EF4-FFF2-40B4-BE49-F238E27FC236}">
                <a16:creationId xmlns:a16="http://schemas.microsoft.com/office/drawing/2014/main" id="{FB3DD2CB-18F9-F94E-9A00-DA1930B9576E}"/>
              </a:ext>
            </a:extLst>
          </p:cNvPr>
          <p:cNvSpPr>
            <a:spLocks noGrp="1" noChangeArrowheads="1"/>
          </p:cNvSpPr>
          <p:nvPr>
            <p:ph type="sldNum" sz="quarter" idx="10"/>
          </p:nvPr>
        </p:nvSpPr>
        <p:spPr>
          <a:xfrm>
            <a:off x="8742760" y="4805363"/>
            <a:ext cx="401240" cy="2746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2599D66-A1C1-C841-A6D2-8DF701E0BA2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70</a:t>
            </a:fld>
            <a:endParaRPr lang="en-US" altLang="zh-CN" sz="1050" dirty="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3324628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1375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375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1376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3761"/>
                                        </p:tgtEl>
                                        <p:attrNameLst>
                                          <p:attrName>style.visibility</p:attrName>
                                        </p:attrNameLst>
                                      </p:cBhvr>
                                      <p:to>
                                        <p:strVal val="visible"/>
                                      </p:to>
                                    </p:set>
                                  </p:childTnLst>
                                </p:cTn>
                              </p:par>
                              <p:par>
                                <p:cTn id="13" presetID="35" presetClass="emph" presetSubtype="0" repeatCount="3000" fill="hold" grpId="1" nodeType="withEffect">
                                  <p:stCondLst>
                                    <p:cond delay="500"/>
                                  </p:stCondLst>
                                  <p:childTnLst>
                                    <p:anim calcmode="discrete" valueType="str">
                                      <p:cBhvr>
                                        <p:cTn id="14" dur="1000" fill="hold"/>
                                        <p:tgtEl>
                                          <p:spTgt spid="413756"/>
                                        </p:tgtEl>
                                        <p:attrNameLst>
                                          <p:attrName>style.visibility</p:attrName>
                                        </p:attrNameLst>
                                      </p:cBhvr>
                                      <p:tavLst>
                                        <p:tav tm="0">
                                          <p:val>
                                            <p:strVal val="hidden"/>
                                          </p:val>
                                        </p:tav>
                                        <p:tav tm="50000">
                                          <p:val>
                                            <p:strVal val="visible"/>
                                          </p:val>
                                        </p:tav>
                                      </p:tavLst>
                                    </p:anim>
                                  </p:childTnLst>
                                </p:cTn>
                              </p:par>
                              <p:par>
                                <p:cTn id="15" presetID="35" presetClass="emph" presetSubtype="0" repeatCount="3000" fill="hold" nodeType="withEffect">
                                  <p:stCondLst>
                                    <p:cond delay="500"/>
                                  </p:stCondLst>
                                  <p:childTnLst>
                                    <p:anim calcmode="discrete" valueType="str">
                                      <p:cBhvr>
                                        <p:cTn id="16" dur="1000" fill="hold"/>
                                        <p:tgtEl>
                                          <p:spTgt spid="413757"/>
                                        </p:tgtEl>
                                        <p:attrNameLst>
                                          <p:attrName>style.visibility</p:attrName>
                                        </p:attrNameLst>
                                      </p:cBhvr>
                                      <p:tavLst>
                                        <p:tav tm="0">
                                          <p:val>
                                            <p:strVal val="hidden"/>
                                          </p:val>
                                        </p:tav>
                                        <p:tav tm="50000">
                                          <p:val>
                                            <p:strVal val="visible"/>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1375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1375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1375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1375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1375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1375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13714"/>
                                        </p:tgtEl>
                                        <p:attrNameLst>
                                          <p:attrName>style.visibility</p:attrName>
                                        </p:attrNameLst>
                                      </p:cBhvr>
                                      <p:to>
                                        <p:strVal val="visible"/>
                                      </p:to>
                                    </p:set>
                                  </p:childTnLst>
                                </p:cTn>
                              </p:par>
                              <p:par>
                                <p:cTn id="33" presetID="35" presetClass="emph" presetSubtype="0" repeatCount="3000" fill="hold" grpId="1" nodeType="withEffect">
                                  <p:stCondLst>
                                    <p:cond delay="500"/>
                                  </p:stCondLst>
                                  <p:childTnLst>
                                    <p:anim calcmode="discrete" valueType="str">
                                      <p:cBhvr>
                                        <p:cTn id="34" dur="1000" fill="hold"/>
                                        <p:tgtEl>
                                          <p:spTgt spid="413714"/>
                                        </p:tgtEl>
                                        <p:attrNameLst>
                                          <p:attrName>style.visibility</p:attrName>
                                        </p:attrNameLst>
                                      </p:cBhvr>
                                      <p:tavLst>
                                        <p:tav tm="0">
                                          <p:val>
                                            <p:strVal val="hidden"/>
                                          </p:val>
                                        </p:tav>
                                        <p:tav tm="50000">
                                          <p:val>
                                            <p:strVal val="visible"/>
                                          </p:val>
                                        </p:tav>
                                      </p:tavLst>
                                    </p:anim>
                                  </p:childTnLst>
                                </p:cTn>
                              </p:par>
                              <p:par>
                                <p:cTn id="35" presetID="35" presetClass="emph" presetSubtype="0" repeatCount="3000" fill="hold" grpId="1" nodeType="withEffect">
                                  <p:stCondLst>
                                    <p:cond delay="500"/>
                                  </p:stCondLst>
                                  <p:childTnLst>
                                    <p:anim calcmode="discrete" valueType="str">
                                      <p:cBhvr>
                                        <p:cTn id="36" dur="1000" fill="hold"/>
                                        <p:tgtEl>
                                          <p:spTgt spid="413750"/>
                                        </p:tgtEl>
                                        <p:attrNameLst>
                                          <p:attrName>style.visibility</p:attrName>
                                        </p:attrNameLst>
                                      </p:cBhvr>
                                      <p:tavLst>
                                        <p:tav tm="0">
                                          <p:val>
                                            <p:strVal val="hidden"/>
                                          </p:val>
                                        </p:tav>
                                        <p:tav tm="50000">
                                          <p:val>
                                            <p:strVal val="visible"/>
                                          </p:val>
                                        </p:tav>
                                      </p:tavLst>
                                    </p:anim>
                                  </p:childTnLst>
                                </p:cTn>
                              </p:par>
                              <p:par>
                                <p:cTn id="37" presetID="35" presetClass="emph" presetSubtype="0" repeatCount="3000" fill="hold" grpId="2" nodeType="withEffect">
                                  <p:stCondLst>
                                    <p:cond delay="500"/>
                                  </p:stCondLst>
                                  <p:childTnLst>
                                    <p:anim calcmode="discrete" valueType="str">
                                      <p:cBhvr>
                                        <p:cTn id="38" dur="1000" fill="hold"/>
                                        <p:tgtEl>
                                          <p:spTgt spid="413750"/>
                                        </p:tgtEl>
                                        <p:attrNameLst>
                                          <p:attrName>style.visibility</p:attrName>
                                        </p:attrNameLst>
                                      </p:cBhvr>
                                      <p:tavLst>
                                        <p:tav tm="0">
                                          <p:val>
                                            <p:strVal val="hidden"/>
                                          </p:val>
                                        </p:tav>
                                        <p:tav tm="50000">
                                          <p:val>
                                            <p:strVal val="visible"/>
                                          </p:val>
                                        </p:tav>
                                      </p:tavLst>
                                    </p:anim>
                                  </p:childTnLst>
                                </p:cTn>
                              </p:par>
                              <p:par>
                                <p:cTn id="39" presetID="35" presetClass="emph" presetSubtype="0" repeatCount="3000" fill="hold" nodeType="withEffect">
                                  <p:stCondLst>
                                    <p:cond delay="500"/>
                                  </p:stCondLst>
                                  <p:childTnLst>
                                    <p:anim calcmode="discrete" valueType="str">
                                      <p:cBhvr>
                                        <p:cTn id="40" dur="1000" fill="hold"/>
                                        <p:tgtEl>
                                          <p:spTgt spid="413755"/>
                                        </p:tgtEl>
                                        <p:attrNameLst>
                                          <p:attrName>style.visibility</p:attrName>
                                        </p:attrNameLst>
                                      </p:cBhvr>
                                      <p:tavLst>
                                        <p:tav tm="0">
                                          <p:val>
                                            <p:strVal val="hidden"/>
                                          </p:val>
                                        </p:tav>
                                        <p:tav tm="50000">
                                          <p:val>
                                            <p:strVal val="visible"/>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1373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13771"/>
                                        </p:tgtEl>
                                        <p:attrNameLst>
                                          <p:attrName>style.visibility</p:attrName>
                                        </p:attrNameLst>
                                      </p:cBhvr>
                                      <p:to>
                                        <p:strVal val="visible"/>
                                      </p:to>
                                    </p:set>
                                  </p:childTnLst>
                                </p:cTn>
                              </p:par>
                            </p:childTnLst>
                          </p:cTn>
                        </p:par>
                        <p:par>
                          <p:cTn id="47" fill="hold" nodeType="afterGroup">
                            <p:stCondLst>
                              <p:cond delay="0"/>
                            </p:stCondLst>
                            <p:childTnLst>
                              <p:par>
                                <p:cTn id="48" presetID="22" presetClass="entr" presetSubtype="8" fill="hold" nodeType="afterEffect">
                                  <p:stCondLst>
                                    <p:cond delay="0"/>
                                  </p:stCondLst>
                                  <p:childTnLst>
                                    <p:set>
                                      <p:cBhvr>
                                        <p:cTn id="49" dur="1" fill="hold">
                                          <p:stCondLst>
                                            <p:cond delay="0"/>
                                          </p:stCondLst>
                                        </p:cTn>
                                        <p:tgtEl>
                                          <p:spTgt spid="413737"/>
                                        </p:tgtEl>
                                        <p:attrNameLst>
                                          <p:attrName>style.visibility</p:attrName>
                                        </p:attrNameLst>
                                      </p:cBhvr>
                                      <p:to>
                                        <p:strVal val="visible"/>
                                      </p:to>
                                    </p:set>
                                    <p:animEffect transition="in" filter="wipe(left)">
                                      <p:cBhvr>
                                        <p:cTn id="50" dur="7000"/>
                                        <p:tgtEl>
                                          <p:spTgt spid="413737"/>
                                        </p:tgtEl>
                                      </p:cBhvr>
                                    </p:animEffect>
                                  </p:childTnLst>
                                </p:cTn>
                              </p:par>
                              <p:par>
                                <p:cTn id="51" presetID="22" presetClass="entr" presetSubtype="2" fill="hold" nodeType="withEffect">
                                  <p:stCondLst>
                                    <p:cond delay="6000"/>
                                  </p:stCondLst>
                                  <p:childTnLst>
                                    <p:set>
                                      <p:cBhvr>
                                        <p:cTn id="52" dur="1" fill="hold">
                                          <p:stCondLst>
                                            <p:cond delay="0"/>
                                          </p:stCondLst>
                                        </p:cTn>
                                        <p:tgtEl>
                                          <p:spTgt spid="413740"/>
                                        </p:tgtEl>
                                        <p:attrNameLst>
                                          <p:attrName>style.visibility</p:attrName>
                                        </p:attrNameLst>
                                      </p:cBhvr>
                                      <p:to>
                                        <p:strVal val="visible"/>
                                      </p:to>
                                    </p:set>
                                    <p:animEffect transition="in" filter="wipe(right)">
                                      <p:cBhvr>
                                        <p:cTn id="53" dur="1000"/>
                                        <p:tgtEl>
                                          <p:spTgt spid="413740"/>
                                        </p:tgtEl>
                                      </p:cBhvr>
                                    </p:animEffect>
                                  </p:childTnLst>
                                </p:cTn>
                              </p:par>
                            </p:childTnLst>
                          </p:cTn>
                        </p:par>
                        <p:par>
                          <p:cTn id="54" fill="hold" nodeType="afterGroup">
                            <p:stCondLst>
                              <p:cond delay="7000"/>
                            </p:stCondLst>
                            <p:childTnLst>
                              <p:par>
                                <p:cTn id="55" presetID="1" presetClass="entr" presetSubtype="0" fill="hold" grpId="0" nodeType="afterEffect">
                                  <p:stCondLst>
                                    <p:cond delay="0"/>
                                  </p:stCondLst>
                                  <p:childTnLst>
                                    <p:set>
                                      <p:cBhvr>
                                        <p:cTn id="56" dur="1" fill="hold">
                                          <p:stCondLst>
                                            <p:cond delay="0"/>
                                          </p:stCondLst>
                                        </p:cTn>
                                        <p:tgtEl>
                                          <p:spTgt spid="413715"/>
                                        </p:tgtEl>
                                        <p:attrNameLst>
                                          <p:attrName>style.visibility</p:attrName>
                                        </p:attrNameLst>
                                      </p:cBhvr>
                                      <p:to>
                                        <p:strVal val="visible"/>
                                      </p:to>
                                    </p:set>
                                  </p:childTnLst>
                                </p:cTn>
                              </p:par>
                            </p:childTnLst>
                          </p:cTn>
                        </p:par>
                        <p:par>
                          <p:cTn id="57" fill="hold" nodeType="afterGroup">
                            <p:stCondLst>
                              <p:cond delay="7000"/>
                            </p:stCondLst>
                            <p:childTnLst>
                              <p:par>
                                <p:cTn id="58" presetID="35" presetClass="emph" presetSubtype="0" repeatCount="4000" fill="hold" grpId="1" nodeType="afterEffect">
                                  <p:stCondLst>
                                    <p:cond delay="0"/>
                                  </p:stCondLst>
                                  <p:childTnLst>
                                    <p:anim calcmode="discrete" valueType="str">
                                      <p:cBhvr>
                                        <p:cTn id="59" dur="1000" fill="hold"/>
                                        <p:tgtEl>
                                          <p:spTgt spid="413715"/>
                                        </p:tgtEl>
                                        <p:attrNameLst>
                                          <p:attrName>style.visibility</p:attrName>
                                        </p:attrNameLst>
                                      </p:cBhvr>
                                      <p:tavLst>
                                        <p:tav tm="0">
                                          <p:val>
                                            <p:strVal val="hidden"/>
                                          </p:val>
                                        </p:tav>
                                        <p:tav tm="50000">
                                          <p:val>
                                            <p:strVal val="visible"/>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413770"/>
                                        </p:tgtEl>
                                        <p:attrNameLst>
                                          <p:attrName>style.visibility</p:attrName>
                                        </p:attrNameLst>
                                      </p:cBhvr>
                                      <p:to>
                                        <p:strVal val="visible"/>
                                      </p:to>
                                    </p:set>
                                  </p:childTnLst>
                                </p:cTn>
                              </p:par>
                            </p:childTnLst>
                          </p:cTn>
                        </p:par>
                        <p:par>
                          <p:cTn id="64" fill="hold" nodeType="afterGroup">
                            <p:stCondLst>
                              <p:cond delay="0"/>
                            </p:stCondLst>
                            <p:childTnLst>
                              <p:par>
                                <p:cTn id="65" presetID="1" presetClass="entr" presetSubtype="0" fill="hold" grpId="0" nodeType="afterEffect">
                                  <p:stCondLst>
                                    <p:cond delay="0"/>
                                  </p:stCondLst>
                                  <p:childTnLst>
                                    <p:set>
                                      <p:cBhvr>
                                        <p:cTn id="66" dur="1" fill="hold">
                                          <p:stCondLst>
                                            <p:cond delay="0"/>
                                          </p:stCondLst>
                                        </p:cTn>
                                        <p:tgtEl>
                                          <p:spTgt spid="413736"/>
                                        </p:tgtEl>
                                        <p:attrNameLst>
                                          <p:attrName>style.visibility</p:attrName>
                                        </p:attrNameLst>
                                      </p:cBhvr>
                                      <p:to>
                                        <p:strVal val="visible"/>
                                      </p:to>
                                    </p:set>
                                  </p:childTnLst>
                                </p:cTn>
                              </p:par>
                            </p:childTnLst>
                          </p:cTn>
                        </p:par>
                        <p:par>
                          <p:cTn id="67" fill="hold" nodeType="afterGroup">
                            <p:stCondLst>
                              <p:cond delay="0"/>
                            </p:stCondLst>
                            <p:childTnLst>
                              <p:par>
                                <p:cTn id="68" presetID="1" presetClass="entr" presetSubtype="0" fill="hold" grpId="0" nodeType="afterEffect">
                                  <p:stCondLst>
                                    <p:cond delay="0"/>
                                  </p:stCondLst>
                                  <p:childTnLst>
                                    <p:set>
                                      <p:cBhvr>
                                        <p:cTn id="69" dur="1" fill="hold">
                                          <p:stCondLst>
                                            <p:cond delay="0"/>
                                          </p:stCondLst>
                                        </p:cTn>
                                        <p:tgtEl>
                                          <p:spTgt spid="413698"/>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413699"/>
                                        </p:tgtEl>
                                        <p:attrNameLst>
                                          <p:attrName>style.visibility</p:attrName>
                                        </p:attrNameLst>
                                      </p:cBhvr>
                                      <p:to>
                                        <p:strVal val="visible"/>
                                      </p:to>
                                    </p:set>
                                  </p:childTnLst>
                                </p:cTn>
                              </p:par>
                              <p:par>
                                <p:cTn id="72" presetID="1" presetClass="entr" presetSubtype="0" fill="hold" nodeType="withEffect">
                                  <p:stCondLst>
                                    <p:cond delay="0"/>
                                  </p:stCondLst>
                                  <p:childTnLst>
                                    <p:set>
                                      <p:cBhvr>
                                        <p:cTn id="73" dur="1" fill="hold">
                                          <p:stCondLst>
                                            <p:cond delay="0"/>
                                          </p:stCondLst>
                                        </p:cTn>
                                        <p:tgtEl>
                                          <p:spTgt spid="413743"/>
                                        </p:tgtEl>
                                        <p:attrNameLst>
                                          <p:attrName>style.visibility</p:attrName>
                                        </p:attrNameLst>
                                      </p:cBhvr>
                                      <p:to>
                                        <p:strVal val="visible"/>
                                      </p:to>
                                    </p:set>
                                  </p:childTnLst>
                                </p:cTn>
                              </p:par>
                            </p:childTnLst>
                          </p:cTn>
                        </p:par>
                        <p:par>
                          <p:cTn id="74" fill="hold" nodeType="afterGroup">
                            <p:stCondLst>
                              <p:cond delay="0"/>
                            </p:stCondLst>
                            <p:childTnLst>
                              <p:par>
                                <p:cTn id="75" presetID="1" presetClass="entr" presetSubtype="0" fill="hold" nodeType="afterEffect">
                                  <p:stCondLst>
                                    <p:cond delay="0"/>
                                  </p:stCondLst>
                                  <p:childTnLst>
                                    <p:set>
                                      <p:cBhvr>
                                        <p:cTn id="76" dur="1" fill="hold">
                                          <p:stCondLst>
                                            <p:cond delay="0"/>
                                          </p:stCondLst>
                                        </p:cTn>
                                        <p:tgtEl>
                                          <p:spTgt spid="413764"/>
                                        </p:tgtEl>
                                        <p:attrNameLst>
                                          <p:attrName>style.visibility</p:attrName>
                                        </p:attrNameLst>
                                      </p:cBhvr>
                                      <p:to>
                                        <p:strVal val="visible"/>
                                      </p:to>
                                    </p:set>
                                  </p:childTnLst>
                                </p:cTn>
                              </p:par>
                            </p:childTnLst>
                          </p:cTn>
                        </p:par>
                        <p:par>
                          <p:cTn id="77" fill="hold" nodeType="afterGroup">
                            <p:stCondLst>
                              <p:cond delay="0"/>
                            </p:stCondLst>
                            <p:childTnLst>
                              <p:par>
                                <p:cTn id="78" presetID="35" presetClass="emph" presetSubtype="0" repeatCount="3000" fill="hold" nodeType="afterEffect">
                                  <p:stCondLst>
                                    <p:cond delay="0"/>
                                  </p:stCondLst>
                                  <p:childTnLst>
                                    <p:anim calcmode="discrete" valueType="str">
                                      <p:cBhvr>
                                        <p:cTn id="79" dur="1000" fill="hold"/>
                                        <p:tgtEl>
                                          <p:spTgt spid="413764"/>
                                        </p:tgtEl>
                                        <p:attrNameLst>
                                          <p:attrName>style.visibility</p:attrName>
                                        </p:attrNameLst>
                                      </p:cBhvr>
                                      <p:tavLst>
                                        <p:tav tm="0">
                                          <p:val>
                                            <p:strVal val="hidden"/>
                                          </p:val>
                                        </p:tav>
                                        <p:tav tm="50000">
                                          <p:val>
                                            <p:strVal val="visible"/>
                                          </p:val>
                                        </p:tav>
                                      </p:tavLst>
                                    </p:anim>
                                  </p:childTnLst>
                                </p:cTn>
                              </p:par>
                            </p:childTnLst>
                          </p:cTn>
                        </p:par>
                      </p:childTnLst>
                    </p:cTn>
                  </p:par>
                  <p:par>
                    <p:cTn id="80" fill="hold" nodeType="clickPar">
                      <p:stCondLst>
                        <p:cond delay="indefinite"/>
                      </p:stCondLst>
                      <p:childTnLst>
                        <p:par>
                          <p:cTn id="81" fill="hold" nodeType="withGroup">
                            <p:stCondLst>
                              <p:cond delay="0"/>
                            </p:stCondLst>
                            <p:childTnLst>
                              <p:par>
                                <p:cTn id="82" presetID="1" presetClass="entr" presetSubtype="0" fill="hold" nodeType="clickEffect">
                                  <p:stCondLst>
                                    <p:cond delay="0"/>
                                  </p:stCondLst>
                                  <p:childTnLst>
                                    <p:set>
                                      <p:cBhvr>
                                        <p:cTn id="83" dur="1" fill="hold">
                                          <p:stCondLst>
                                            <p:cond delay="0"/>
                                          </p:stCondLst>
                                        </p:cTn>
                                        <p:tgtEl>
                                          <p:spTgt spid="413744"/>
                                        </p:tgtEl>
                                        <p:attrNameLst>
                                          <p:attrName>style.visibility</p:attrName>
                                        </p:attrNameLst>
                                      </p:cBhvr>
                                      <p:to>
                                        <p:strVal val="visible"/>
                                      </p:to>
                                    </p:set>
                                  </p:childTnLst>
                                </p:cTn>
                              </p:par>
                            </p:childTnLst>
                          </p:cTn>
                        </p:par>
                        <p:par>
                          <p:cTn id="84" fill="hold" nodeType="afterGroup">
                            <p:stCondLst>
                              <p:cond delay="0"/>
                            </p:stCondLst>
                            <p:childTnLst>
                              <p:par>
                                <p:cTn id="85" presetID="1" presetClass="entr" presetSubtype="0" fill="hold" nodeType="afterEffect">
                                  <p:stCondLst>
                                    <p:cond delay="0"/>
                                  </p:stCondLst>
                                  <p:childTnLst>
                                    <p:set>
                                      <p:cBhvr>
                                        <p:cTn id="86" dur="1" fill="hold">
                                          <p:stCondLst>
                                            <p:cond delay="0"/>
                                          </p:stCondLst>
                                        </p:cTn>
                                        <p:tgtEl>
                                          <p:spTgt spid="413767"/>
                                        </p:tgtEl>
                                        <p:attrNameLst>
                                          <p:attrName>style.visibility</p:attrName>
                                        </p:attrNameLst>
                                      </p:cBhvr>
                                      <p:to>
                                        <p:strVal val="visible"/>
                                      </p:to>
                                    </p:set>
                                  </p:childTnLst>
                                </p:cTn>
                              </p:par>
                            </p:childTnLst>
                          </p:cTn>
                        </p:par>
                        <p:par>
                          <p:cTn id="87" fill="hold" nodeType="afterGroup">
                            <p:stCondLst>
                              <p:cond delay="0"/>
                            </p:stCondLst>
                            <p:childTnLst>
                              <p:par>
                                <p:cTn id="88" presetID="35" presetClass="emph" presetSubtype="0" repeatCount="3000" fill="hold" nodeType="afterEffect">
                                  <p:stCondLst>
                                    <p:cond delay="0"/>
                                  </p:stCondLst>
                                  <p:childTnLst>
                                    <p:anim calcmode="discrete" valueType="str">
                                      <p:cBhvr>
                                        <p:cTn id="89" dur="1000" fill="hold"/>
                                        <p:tgtEl>
                                          <p:spTgt spid="41376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3698" grpId="0" animBg="1"/>
      <p:bldP spid="413699" grpId="0" animBg="1"/>
      <p:bldP spid="413714" grpId="0"/>
      <p:bldP spid="413714" grpId="1"/>
      <p:bldP spid="413715" grpId="0"/>
      <p:bldP spid="413715" grpId="1"/>
      <p:bldP spid="413735" grpId="0" animBg="1"/>
      <p:bldP spid="413736" grpId="0" animBg="1"/>
      <p:bldP spid="413750" grpId="0" animBg="1"/>
      <p:bldP spid="413750" grpId="1" animBg="1"/>
      <p:bldP spid="413750" grpId="2" animBg="1"/>
      <p:bldP spid="413751" grpId="0" animBg="1"/>
      <p:bldP spid="413752" grpId="0" animBg="1"/>
      <p:bldP spid="413753" grpId="0" animBg="1"/>
      <p:bldP spid="413756" grpId="0"/>
      <p:bldP spid="413756" grpId="1"/>
      <p:bldP spid="413760" grpId="0" animBg="1"/>
      <p:bldP spid="413761" grpId="0" animBg="1"/>
      <p:bldP spid="413770" grpId="0" animBg="1"/>
      <p:bldP spid="413771"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Rectangle 2">
            <a:extLst>
              <a:ext uri="{FF2B5EF4-FFF2-40B4-BE49-F238E27FC236}">
                <a16:creationId xmlns:a16="http://schemas.microsoft.com/office/drawing/2014/main" id="{9760C518-B29A-7B43-8BF2-0F693F6F830A}"/>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重要特性</a:t>
            </a:r>
          </a:p>
        </p:txBody>
      </p:sp>
      <p:sp>
        <p:nvSpPr>
          <p:cNvPr id="414723" name="Rectangle 3">
            <a:extLst>
              <a:ext uri="{FF2B5EF4-FFF2-40B4-BE49-F238E27FC236}">
                <a16:creationId xmlns:a16="http://schemas.microsoft.com/office/drawing/2014/main" id="{58E6720B-792D-6647-8D6F-2ABD5830E138}"/>
              </a:ext>
            </a:extLst>
          </p:cNvPr>
          <p:cNvSpPr>
            <a:spLocks noGrp="1" noChangeArrowheads="1"/>
          </p:cNvSpPr>
          <p:nvPr>
            <p:ph type="body" idx="1"/>
          </p:nvPr>
        </p:nvSpPr>
        <p:spPr>
          <a:xfrm>
            <a:off x="240030" y="1108710"/>
            <a:ext cx="8698485" cy="3460909"/>
          </a:xfrm>
        </p:spPr>
        <p:txBody>
          <a:bodyPr/>
          <a:lstStyle/>
          <a:p>
            <a:pPr eaLnBrk="1" hangingPunct="1"/>
            <a:r>
              <a:rPr lang="zh-CN" altLang="en-US" dirty="0">
                <a:latin typeface="Times New Roman" panose="02020603050405020304" pitchFamily="18" charset="0"/>
                <a:ea typeface="宋体" panose="02010600030101010101" pitchFamily="2" charset="-122"/>
              </a:rPr>
              <a:t>使用 </a:t>
            </a:r>
            <a:r>
              <a:rPr lang="en-US" altLang="zh-CN" dirty="0">
                <a:latin typeface="Times New Roman" panose="02020603050405020304" pitchFamily="18" charset="0"/>
                <a:ea typeface="宋体" panose="02010600030101010101" pitchFamily="2" charset="-122"/>
              </a:rPr>
              <a:t>CSMA/CD </a:t>
            </a:r>
            <a:r>
              <a:rPr lang="zh-CN" altLang="en-US" dirty="0">
                <a:latin typeface="Times New Roman" panose="02020603050405020304" pitchFamily="18" charset="0"/>
                <a:ea typeface="宋体" panose="02010600030101010101" pitchFamily="2" charset="-122"/>
              </a:rPr>
              <a:t>协议的以太网不能进行全双工通信而只能进行双向交替通信（半双工通信）。</a:t>
            </a:r>
          </a:p>
          <a:p>
            <a:pPr eaLnBrk="1" hangingPunct="1"/>
            <a:r>
              <a:rPr lang="zh-CN" altLang="en-US" dirty="0">
                <a:latin typeface="Times New Roman" panose="02020603050405020304" pitchFamily="18" charset="0"/>
                <a:ea typeface="宋体" panose="02010600030101010101" pitchFamily="2" charset="-122"/>
              </a:rPr>
              <a:t>每个站在发送数据之后的一小段时间内，存在着遭遇碰撞的可能性。 </a:t>
            </a:r>
          </a:p>
          <a:p>
            <a:pPr eaLnBrk="1" hangingPunct="1"/>
            <a:r>
              <a:rPr lang="zh-CN" altLang="en-US" dirty="0">
                <a:latin typeface="Times New Roman" panose="02020603050405020304" pitchFamily="18" charset="0"/>
                <a:ea typeface="宋体" panose="02010600030101010101" pitchFamily="2" charset="-122"/>
              </a:rPr>
              <a:t>这种</a:t>
            </a:r>
            <a:r>
              <a:rPr lang="zh-CN" altLang="en-US" dirty="0">
                <a:solidFill>
                  <a:schemeClr val="hlink"/>
                </a:solidFill>
                <a:latin typeface="Times New Roman" panose="02020603050405020304" pitchFamily="18" charset="0"/>
                <a:ea typeface="宋体" panose="02010600030101010101" pitchFamily="2" charset="-122"/>
              </a:rPr>
              <a:t>发送的不确定性</a:t>
            </a:r>
            <a:r>
              <a:rPr lang="zh-CN" altLang="en-US" dirty="0">
                <a:latin typeface="Times New Roman" panose="02020603050405020304" pitchFamily="18" charset="0"/>
                <a:ea typeface="宋体" panose="02010600030101010101" pitchFamily="2" charset="-122"/>
              </a:rPr>
              <a:t>使整个以太网的平均通信量远小于以太网的最高数据率。  </a:t>
            </a:r>
          </a:p>
        </p:txBody>
      </p:sp>
      <p:sp>
        <p:nvSpPr>
          <p:cNvPr id="166915" name="幻灯片编号占位符 1">
            <a:extLst>
              <a:ext uri="{FF2B5EF4-FFF2-40B4-BE49-F238E27FC236}">
                <a16:creationId xmlns:a16="http://schemas.microsoft.com/office/drawing/2014/main" id="{B617455D-5A23-EE4F-92BE-4B85B47BB49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DF9CD63-14F7-D44F-9778-A841D06F396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9183394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472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472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723"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Rectangle 2">
            <a:extLst>
              <a:ext uri="{FF2B5EF4-FFF2-40B4-BE49-F238E27FC236}">
                <a16:creationId xmlns:a16="http://schemas.microsoft.com/office/drawing/2014/main" id="{93F38528-8B30-7943-99BF-EC05D83AC584}"/>
              </a:ext>
            </a:extLst>
          </p:cNvPr>
          <p:cNvSpPr>
            <a:spLocks noGrp="1" noChangeArrowheads="1"/>
          </p:cNvSpPr>
          <p:nvPr>
            <p:ph type="title"/>
          </p:nvPr>
        </p:nvSpPr>
        <p:spPr>
          <a:xfrm>
            <a:off x="160020" y="160735"/>
            <a:ext cx="7003971" cy="809625"/>
          </a:xfrm>
        </p:spPr>
        <p:txBody>
          <a:bodyPr/>
          <a:lstStyle/>
          <a:p>
            <a:pPr eaLnBrk="1" hangingPunct="1"/>
            <a:r>
              <a:rPr lang="zh-CN" altLang="en-US" dirty="0">
                <a:latin typeface="Times New Roman" panose="02020603050405020304" pitchFamily="18" charset="0"/>
                <a:ea typeface="宋体" panose="02010600030101010101" pitchFamily="2" charset="-122"/>
              </a:rPr>
              <a:t>争用期</a:t>
            </a:r>
          </a:p>
        </p:txBody>
      </p:sp>
      <p:sp>
        <p:nvSpPr>
          <p:cNvPr id="415747" name="Rectangle 3">
            <a:extLst>
              <a:ext uri="{FF2B5EF4-FFF2-40B4-BE49-F238E27FC236}">
                <a16:creationId xmlns:a16="http://schemas.microsoft.com/office/drawing/2014/main" id="{4B562184-CCC6-D949-99E0-235D78F00F35}"/>
              </a:ext>
            </a:extLst>
          </p:cNvPr>
          <p:cNvSpPr>
            <a:spLocks noGrp="1" noChangeArrowheads="1"/>
          </p:cNvSpPr>
          <p:nvPr>
            <p:ph type="body" idx="1"/>
          </p:nvPr>
        </p:nvSpPr>
        <p:spPr>
          <a:xfrm>
            <a:off x="160020" y="1120140"/>
            <a:ext cx="8766810" cy="3449479"/>
          </a:xfrm>
        </p:spPr>
        <p:txBody>
          <a:bodyPr/>
          <a:lstStyle/>
          <a:p>
            <a:pPr eaLnBrk="1" hangingPunct="1"/>
            <a:r>
              <a:rPr lang="zh-CN" altLang="en-US" dirty="0">
                <a:latin typeface="Times New Roman" panose="02020603050405020304" pitchFamily="18" charset="0"/>
                <a:ea typeface="宋体" panose="02010600030101010101" pitchFamily="2" charset="-122"/>
              </a:rPr>
              <a:t>最先发送数据帧的站，在发送数据帧后至多经过时间 </a:t>
            </a:r>
            <a:r>
              <a:rPr lang="en-US" altLang="zh-CN" dirty="0">
                <a:latin typeface="Times New Roman" panose="02020603050405020304" pitchFamily="18" charset="0"/>
                <a:ea typeface="宋体" panose="02010600030101010101" pitchFamily="2" charset="-122"/>
              </a:rPr>
              <a:t>2</a:t>
            </a:r>
            <a:r>
              <a:rPr lang="en-US" altLang="zh-CN" i="1" dirty="0">
                <a:latin typeface="Times New Roman" panose="02020603050405020304" pitchFamily="18" charset="0"/>
                <a:ea typeface="宋体" panose="02010600030101010101" pitchFamily="2" charset="-122"/>
                <a:sym typeface="Symbol" pitchFamily="2" charset="2"/>
              </a:rPr>
              <a:t> </a:t>
            </a:r>
            <a:r>
              <a:rPr lang="zh-CN" altLang="en-US" dirty="0">
                <a:latin typeface="Times New Roman" panose="02020603050405020304" pitchFamily="18" charset="0"/>
                <a:ea typeface="宋体" panose="02010600030101010101" pitchFamily="2" charset="-122"/>
                <a:sym typeface="Symbol" pitchFamily="2" charset="2"/>
              </a:rPr>
              <a:t>（两倍的端到端往返时延）</a:t>
            </a:r>
            <a:r>
              <a:rPr lang="zh-CN" altLang="en-US" dirty="0">
                <a:latin typeface="Times New Roman" panose="02020603050405020304" pitchFamily="18" charset="0"/>
                <a:ea typeface="宋体" panose="02010600030101010101" pitchFamily="2" charset="-122"/>
              </a:rPr>
              <a:t>就可知道发送的数据帧是否遭受了碰撞。</a:t>
            </a:r>
          </a:p>
          <a:p>
            <a:pPr eaLnBrk="1" hangingPunct="1"/>
            <a:r>
              <a:rPr lang="zh-CN" altLang="en-US" dirty="0">
                <a:latin typeface="Times New Roman" panose="02020603050405020304" pitchFamily="18" charset="0"/>
                <a:ea typeface="宋体" panose="02010600030101010101" pitchFamily="2" charset="-122"/>
              </a:rPr>
              <a:t>以太网的端到端往返时延 </a:t>
            </a:r>
            <a:r>
              <a:rPr lang="en-US" altLang="zh-CN" dirty="0">
                <a:latin typeface="Times New Roman" panose="02020603050405020304" pitchFamily="18" charset="0"/>
                <a:ea typeface="宋体" panose="02010600030101010101" pitchFamily="2" charset="-122"/>
              </a:rPr>
              <a:t>2</a:t>
            </a:r>
            <a:r>
              <a:rPr lang="en-US" altLang="zh-CN" i="1" dirty="0">
                <a:latin typeface="Times New Roman" panose="02020603050405020304" pitchFamily="18" charset="0"/>
                <a:ea typeface="宋体" panose="02010600030101010101" pitchFamily="2" charset="-122"/>
                <a:sym typeface="Symbol" pitchFamily="2" charset="2"/>
              </a:rPr>
              <a:t> </a:t>
            </a:r>
            <a:r>
              <a:rPr lang="zh-CN" altLang="en-US" dirty="0">
                <a:latin typeface="Times New Roman" panose="02020603050405020304" pitchFamily="18" charset="0"/>
                <a:ea typeface="宋体" panose="02010600030101010101" pitchFamily="2" charset="-122"/>
              </a:rPr>
              <a:t>称为</a:t>
            </a:r>
            <a:r>
              <a:rPr lang="zh-CN" altLang="en-US" dirty="0">
                <a:solidFill>
                  <a:schemeClr val="hlink"/>
                </a:solidFill>
                <a:latin typeface="Times New Roman" panose="02020603050405020304" pitchFamily="18" charset="0"/>
                <a:ea typeface="宋体" panose="02010600030101010101" pitchFamily="2" charset="-122"/>
              </a:rPr>
              <a:t>争用期</a:t>
            </a:r>
            <a:r>
              <a:rPr lang="zh-CN" altLang="en-US" dirty="0">
                <a:latin typeface="Times New Roman" panose="02020603050405020304" pitchFamily="18" charset="0"/>
                <a:ea typeface="宋体" panose="02010600030101010101" pitchFamily="2" charset="-122"/>
              </a:rPr>
              <a:t>，或</a:t>
            </a:r>
            <a:r>
              <a:rPr lang="zh-CN" altLang="en-US" dirty="0">
                <a:solidFill>
                  <a:schemeClr val="hlink"/>
                </a:solidFill>
                <a:latin typeface="Times New Roman" panose="02020603050405020304" pitchFamily="18" charset="0"/>
                <a:ea typeface="宋体" panose="02010600030101010101" pitchFamily="2" charset="-122"/>
              </a:rPr>
              <a:t>碰撞窗口</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经过争用期这段时间还没有检测到碰撞，才能肯定这次发送不会发生碰撞。   </a:t>
            </a:r>
          </a:p>
        </p:txBody>
      </p:sp>
      <p:sp>
        <p:nvSpPr>
          <p:cNvPr id="168963" name="幻灯片编号占位符 1">
            <a:extLst>
              <a:ext uri="{FF2B5EF4-FFF2-40B4-BE49-F238E27FC236}">
                <a16:creationId xmlns:a16="http://schemas.microsoft.com/office/drawing/2014/main" id="{70CEDB06-640D-2444-BF3C-324B8C5B62D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2E8D64F-027F-7C4D-93A9-94EF3E59C2C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963980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574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57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5747"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Rectangle 2">
            <a:extLst>
              <a:ext uri="{FF2B5EF4-FFF2-40B4-BE49-F238E27FC236}">
                <a16:creationId xmlns:a16="http://schemas.microsoft.com/office/drawing/2014/main" id="{0968F182-3A75-A547-B8E3-37BC3946B531}"/>
              </a:ext>
            </a:extLst>
          </p:cNvPr>
          <p:cNvSpPr>
            <a:spLocks noGrp="1" noChangeArrowheads="1"/>
          </p:cNvSpPr>
          <p:nvPr>
            <p:ph type="title"/>
          </p:nvPr>
        </p:nvSpPr>
        <p:spPr>
          <a:xfrm>
            <a:off x="0" y="189311"/>
            <a:ext cx="9269730" cy="576500"/>
          </a:xfrm>
        </p:spPr>
        <p:txBody>
          <a:bodyPr/>
          <a:lstStyle/>
          <a:p>
            <a:pPr eaLnBrk="1" hangingPunct="1"/>
            <a:r>
              <a:rPr lang="zh-CN" altLang="en-US" sz="3000" dirty="0">
                <a:ea typeface="宋体" panose="02010600030101010101" pitchFamily="2" charset="-122"/>
              </a:rPr>
              <a:t>二进制指数类型退避算法 </a:t>
            </a:r>
            <a:r>
              <a:rPr lang="en-US" altLang="zh-CN" sz="2700" dirty="0">
                <a:ea typeface="宋体" panose="02010600030101010101" pitchFamily="2" charset="-122"/>
              </a:rPr>
              <a:t>(truncated binary exponential type)</a:t>
            </a:r>
          </a:p>
        </p:txBody>
      </p:sp>
      <p:sp>
        <p:nvSpPr>
          <p:cNvPr id="416771" name="Rectangle 3">
            <a:extLst>
              <a:ext uri="{FF2B5EF4-FFF2-40B4-BE49-F238E27FC236}">
                <a16:creationId xmlns:a16="http://schemas.microsoft.com/office/drawing/2014/main" id="{213607CE-D89E-3940-B016-BCF845EA6E90}"/>
              </a:ext>
            </a:extLst>
          </p:cNvPr>
          <p:cNvSpPr>
            <a:spLocks noGrp="1" noChangeArrowheads="1"/>
          </p:cNvSpPr>
          <p:nvPr>
            <p:ph type="body" idx="1"/>
          </p:nvPr>
        </p:nvSpPr>
        <p:spPr>
          <a:xfrm>
            <a:off x="205740" y="1051560"/>
            <a:ext cx="8709660" cy="3788331"/>
          </a:xfrm>
        </p:spPr>
        <p:txBody>
          <a:bodyPr/>
          <a:lstStyle/>
          <a:p>
            <a:pPr eaLnBrk="1" hangingPunct="1"/>
            <a:r>
              <a:rPr lang="zh-CN" altLang="en-US" sz="2100" dirty="0">
                <a:ea typeface="宋体" panose="02010600030101010101" pitchFamily="2" charset="-122"/>
              </a:rPr>
              <a:t>发生碰撞的站在停止发送数据后，要推迟（退避）一个随机时间才能再发送数据。</a:t>
            </a:r>
          </a:p>
          <a:p>
            <a:pPr lvl="1" eaLnBrk="1" hangingPunct="1"/>
            <a:r>
              <a:rPr lang="zh-CN" altLang="en-US" sz="1800" dirty="0">
                <a:solidFill>
                  <a:srgbClr val="333399"/>
                </a:solidFill>
                <a:latin typeface="Arial" panose="020B0604020202020204" pitchFamily="34" charset="0"/>
                <a:ea typeface="宋体" panose="02010600030101010101" pitchFamily="2" charset="-122"/>
              </a:rPr>
              <a:t>基本退避时间取为争用期 </a:t>
            </a:r>
            <a:r>
              <a:rPr lang="en-US" altLang="zh-CN" sz="1800" dirty="0">
                <a:solidFill>
                  <a:srgbClr val="333399"/>
                </a:solidFill>
                <a:latin typeface="Arial" panose="020B0604020202020204" pitchFamily="34" charset="0"/>
                <a:ea typeface="宋体" panose="02010600030101010101" pitchFamily="2" charset="-122"/>
              </a:rPr>
              <a:t>2</a:t>
            </a:r>
            <a:r>
              <a:rPr lang="en-US" altLang="zh-CN" sz="1800" i="1" dirty="0">
                <a:solidFill>
                  <a:srgbClr val="333399"/>
                </a:solidFill>
                <a:latin typeface="Arial" panose="020B0604020202020204" pitchFamily="34" charset="0"/>
                <a:ea typeface="宋体" panose="02010600030101010101" pitchFamily="2" charset="-122"/>
                <a:sym typeface="Symbol" pitchFamily="2" charset="2"/>
              </a:rPr>
              <a:t></a:t>
            </a:r>
            <a:r>
              <a:rPr lang="zh-CN" altLang="en-US" sz="1800" dirty="0">
                <a:solidFill>
                  <a:srgbClr val="333399"/>
                </a:solidFill>
                <a:latin typeface="Arial" panose="020B0604020202020204" pitchFamily="34" charset="0"/>
                <a:ea typeface="宋体" panose="02010600030101010101" pitchFamily="2" charset="-122"/>
              </a:rPr>
              <a:t>。</a:t>
            </a:r>
          </a:p>
          <a:p>
            <a:pPr lvl="1" eaLnBrk="1" hangingPunct="1"/>
            <a:r>
              <a:rPr lang="zh-CN" altLang="en-US" sz="1800" dirty="0">
                <a:solidFill>
                  <a:srgbClr val="333399"/>
                </a:solidFill>
                <a:latin typeface="Arial" panose="020B0604020202020204" pitchFamily="34" charset="0"/>
                <a:ea typeface="宋体" panose="02010600030101010101" pitchFamily="2" charset="-122"/>
              </a:rPr>
              <a:t>从整数集合</a:t>
            </a:r>
            <a:r>
              <a:rPr lang="en-US" altLang="zh-CN" sz="1800" dirty="0">
                <a:solidFill>
                  <a:srgbClr val="333399"/>
                </a:solidFill>
                <a:latin typeface="Arial" panose="020B0604020202020204" pitchFamily="34" charset="0"/>
                <a:ea typeface="宋体" panose="02010600030101010101" pitchFamily="2" charset="-122"/>
              </a:rPr>
              <a:t>[0,1,…, (2</a:t>
            </a:r>
            <a:r>
              <a:rPr lang="en-US" altLang="zh-CN" sz="1800" i="1" baseline="30000" dirty="0">
                <a:solidFill>
                  <a:srgbClr val="333399"/>
                </a:solidFill>
                <a:latin typeface="Arial" panose="020B0604020202020204" pitchFamily="34" charset="0"/>
                <a:ea typeface="宋体" panose="02010600030101010101" pitchFamily="2" charset="-122"/>
              </a:rPr>
              <a:t>k</a:t>
            </a:r>
            <a:r>
              <a:rPr lang="en-US" altLang="zh-CN" sz="1800" i="1" dirty="0">
                <a:solidFill>
                  <a:srgbClr val="333399"/>
                </a:solidFill>
                <a:latin typeface="Arial" panose="020B0604020202020204" pitchFamily="34" charset="0"/>
                <a:ea typeface="宋体" panose="02010600030101010101" pitchFamily="2" charset="-122"/>
              </a:rPr>
              <a:t> </a:t>
            </a:r>
            <a:r>
              <a:rPr lang="en-US" altLang="zh-CN" sz="1800" dirty="0">
                <a:solidFill>
                  <a:srgbClr val="333399"/>
                </a:solidFill>
                <a:latin typeface="Arial" panose="020B0604020202020204" pitchFamily="34" charset="0"/>
                <a:ea typeface="宋体" panose="02010600030101010101" pitchFamily="2" charset="-122"/>
                <a:sym typeface="Symbol" pitchFamily="2" charset="2"/>
              </a:rPr>
              <a:t></a:t>
            </a:r>
            <a:r>
              <a:rPr lang="en-US" altLang="zh-CN" sz="1800" dirty="0">
                <a:solidFill>
                  <a:srgbClr val="333399"/>
                </a:solidFill>
                <a:latin typeface="Arial" panose="020B0604020202020204" pitchFamily="34" charset="0"/>
                <a:ea typeface="宋体" panose="02010600030101010101" pitchFamily="2" charset="-122"/>
              </a:rPr>
              <a:t>1)]</a:t>
            </a:r>
            <a:r>
              <a:rPr lang="zh-CN" altLang="en-US" sz="1800" dirty="0">
                <a:solidFill>
                  <a:srgbClr val="333399"/>
                </a:solidFill>
                <a:latin typeface="Arial" panose="020B0604020202020204" pitchFamily="34" charset="0"/>
                <a:ea typeface="宋体" panose="02010600030101010101" pitchFamily="2" charset="-122"/>
              </a:rPr>
              <a:t>中随机地取出一个数，记为 </a:t>
            </a:r>
            <a:r>
              <a:rPr lang="en-US" altLang="zh-CN" sz="1800" i="1" dirty="0">
                <a:solidFill>
                  <a:srgbClr val="333399"/>
                </a:solidFill>
                <a:latin typeface="Arial" panose="020B0604020202020204" pitchFamily="34" charset="0"/>
                <a:ea typeface="宋体" panose="02010600030101010101" pitchFamily="2" charset="-122"/>
              </a:rPr>
              <a:t>r</a:t>
            </a:r>
            <a:r>
              <a:rPr lang="zh-CN" altLang="en-US" sz="1800" dirty="0">
                <a:solidFill>
                  <a:srgbClr val="333399"/>
                </a:solidFill>
                <a:latin typeface="Arial" panose="020B0604020202020204" pitchFamily="34" charset="0"/>
                <a:ea typeface="宋体" panose="02010600030101010101" pitchFamily="2" charset="-122"/>
              </a:rPr>
              <a:t>。重传所需的时延就是 </a:t>
            </a:r>
            <a:r>
              <a:rPr lang="en-US" altLang="zh-CN" sz="1800" i="1" dirty="0">
                <a:solidFill>
                  <a:srgbClr val="333399"/>
                </a:solidFill>
                <a:latin typeface="Arial" panose="020B0604020202020204" pitchFamily="34" charset="0"/>
                <a:ea typeface="宋体" panose="02010600030101010101" pitchFamily="2" charset="-122"/>
              </a:rPr>
              <a:t>r </a:t>
            </a:r>
            <a:r>
              <a:rPr lang="zh-CN" altLang="en-US" sz="1800" dirty="0">
                <a:solidFill>
                  <a:srgbClr val="333399"/>
                </a:solidFill>
                <a:latin typeface="Arial" panose="020B0604020202020204" pitchFamily="34" charset="0"/>
                <a:ea typeface="宋体" panose="02010600030101010101" pitchFamily="2" charset="-122"/>
              </a:rPr>
              <a:t>倍的基本退避时间。</a:t>
            </a:r>
          </a:p>
          <a:p>
            <a:pPr lvl="1" eaLnBrk="1" hangingPunct="1"/>
            <a:r>
              <a:rPr lang="zh-CN" altLang="en-US" sz="1800" dirty="0">
                <a:solidFill>
                  <a:srgbClr val="333399"/>
                </a:solidFill>
                <a:latin typeface="Arial" panose="020B0604020202020204" pitchFamily="34" charset="0"/>
                <a:ea typeface="宋体" panose="02010600030101010101" pitchFamily="2" charset="-122"/>
              </a:rPr>
              <a:t>参数 </a:t>
            </a:r>
            <a:r>
              <a:rPr lang="en-US" altLang="zh-CN" sz="1800" i="1" dirty="0">
                <a:solidFill>
                  <a:srgbClr val="333399"/>
                </a:solidFill>
                <a:latin typeface="Arial" panose="020B0604020202020204" pitchFamily="34" charset="0"/>
                <a:ea typeface="宋体" panose="02010600030101010101" pitchFamily="2" charset="-122"/>
              </a:rPr>
              <a:t>k</a:t>
            </a:r>
            <a:r>
              <a:rPr lang="en-US" altLang="zh-CN" sz="1800" dirty="0">
                <a:solidFill>
                  <a:srgbClr val="333399"/>
                </a:solidFill>
                <a:latin typeface="Arial" panose="020B0604020202020204" pitchFamily="34" charset="0"/>
                <a:ea typeface="宋体" panose="02010600030101010101" pitchFamily="2" charset="-122"/>
              </a:rPr>
              <a:t> </a:t>
            </a:r>
            <a:r>
              <a:rPr lang="zh-CN" altLang="en-US" sz="1800" dirty="0">
                <a:solidFill>
                  <a:srgbClr val="333399"/>
                </a:solidFill>
                <a:latin typeface="Arial" panose="020B0604020202020204" pitchFamily="34" charset="0"/>
                <a:ea typeface="宋体" panose="02010600030101010101" pitchFamily="2" charset="-122"/>
              </a:rPr>
              <a:t>按下面的公式计算：</a:t>
            </a:r>
          </a:p>
          <a:p>
            <a:pPr lvl="1" eaLnBrk="1" hangingPunct="1">
              <a:buFont typeface="Wingdings" pitchFamily="2" charset="2"/>
              <a:buNone/>
            </a:pPr>
            <a:r>
              <a:rPr lang="zh-CN" altLang="en-US" sz="1800" dirty="0">
                <a:solidFill>
                  <a:srgbClr val="333399"/>
                </a:solidFill>
                <a:latin typeface="Arial" panose="020B0604020202020204" pitchFamily="34" charset="0"/>
                <a:ea typeface="宋体" panose="02010600030101010101" pitchFamily="2" charset="-122"/>
              </a:rPr>
              <a:t>                 </a:t>
            </a:r>
            <a:r>
              <a:rPr lang="en-US" altLang="zh-CN" sz="1800" i="1" dirty="0">
                <a:solidFill>
                  <a:srgbClr val="333399"/>
                </a:solidFill>
                <a:latin typeface="Arial" panose="020B0604020202020204" pitchFamily="34" charset="0"/>
                <a:ea typeface="宋体" panose="02010600030101010101" pitchFamily="2" charset="-122"/>
              </a:rPr>
              <a:t>k</a:t>
            </a:r>
            <a:r>
              <a:rPr lang="en-US" altLang="zh-CN" sz="1800" dirty="0">
                <a:solidFill>
                  <a:srgbClr val="333399"/>
                </a:solidFill>
                <a:latin typeface="Arial" panose="020B0604020202020204" pitchFamily="34" charset="0"/>
                <a:ea typeface="宋体" panose="02010600030101010101" pitchFamily="2" charset="-122"/>
              </a:rPr>
              <a:t> = Min[</a:t>
            </a:r>
            <a:r>
              <a:rPr lang="zh-CN" altLang="en-US" sz="1800" dirty="0">
                <a:solidFill>
                  <a:srgbClr val="333399"/>
                </a:solidFill>
                <a:latin typeface="Arial" panose="020B0604020202020204" pitchFamily="34" charset="0"/>
                <a:ea typeface="宋体" panose="02010600030101010101" pitchFamily="2" charset="-122"/>
              </a:rPr>
              <a:t>重传次数</a:t>
            </a:r>
            <a:r>
              <a:rPr lang="en-US" altLang="zh-CN" sz="1800" dirty="0">
                <a:solidFill>
                  <a:srgbClr val="333399"/>
                </a:solidFill>
                <a:latin typeface="Arial" panose="020B0604020202020204" pitchFamily="34" charset="0"/>
                <a:ea typeface="宋体" panose="02010600030101010101" pitchFamily="2" charset="-122"/>
              </a:rPr>
              <a:t>, 10]</a:t>
            </a:r>
          </a:p>
          <a:p>
            <a:pPr lvl="1" eaLnBrk="1" hangingPunct="1"/>
            <a:r>
              <a:rPr lang="zh-CN" altLang="en-US" sz="1800" dirty="0">
                <a:solidFill>
                  <a:srgbClr val="333399"/>
                </a:solidFill>
                <a:latin typeface="Arial" panose="020B0604020202020204" pitchFamily="34" charset="0"/>
                <a:ea typeface="宋体" panose="02010600030101010101" pitchFamily="2" charset="-122"/>
              </a:rPr>
              <a:t>当 </a:t>
            </a:r>
            <a:r>
              <a:rPr lang="en-US" altLang="zh-CN" sz="1800" i="1" dirty="0">
                <a:solidFill>
                  <a:srgbClr val="333399"/>
                </a:solidFill>
                <a:latin typeface="Arial" panose="020B0604020202020204" pitchFamily="34" charset="0"/>
                <a:ea typeface="宋体" panose="02010600030101010101" pitchFamily="2" charset="-122"/>
              </a:rPr>
              <a:t>k </a:t>
            </a:r>
            <a:r>
              <a:rPr lang="en-US" altLang="zh-CN" sz="1800" dirty="0">
                <a:solidFill>
                  <a:srgbClr val="333399"/>
                </a:solidFill>
                <a:latin typeface="Arial" panose="020B0604020202020204" pitchFamily="34" charset="0"/>
                <a:ea typeface="宋体" panose="02010600030101010101" pitchFamily="2" charset="-122"/>
                <a:sym typeface="Symbol" pitchFamily="2" charset="2"/>
              </a:rPr>
              <a:t> </a:t>
            </a:r>
            <a:r>
              <a:rPr lang="en-US" altLang="zh-CN" sz="1800" dirty="0">
                <a:solidFill>
                  <a:srgbClr val="333399"/>
                </a:solidFill>
                <a:latin typeface="Arial" panose="020B0604020202020204" pitchFamily="34" charset="0"/>
                <a:ea typeface="宋体" panose="02010600030101010101" pitchFamily="2" charset="-122"/>
              </a:rPr>
              <a:t>10 </a:t>
            </a:r>
            <a:r>
              <a:rPr lang="zh-CN" altLang="en-US" sz="1800" dirty="0">
                <a:solidFill>
                  <a:srgbClr val="333399"/>
                </a:solidFill>
                <a:latin typeface="Arial" panose="020B0604020202020204" pitchFamily="34" charset="0"/>
                <a:ea typeface="宋体" panose="02010600030101010101" pitchFamily="2" charset="-122"/>
              </a:rPr>
              <a:t>时，参数 </a:t>
            </a:r>
            <a:r>
              <a:rPr lang="en-US" altLang="zh-CN" sz="1800" i="1" dirty="0">
                <a:solidFill>
                  <a:srgbClr val="333399"/>
                </a:solidFill>
                <a:latin typeface="Arial" panose="020B0604020202020204" pitchFamily="34" charset="0"/>
                <a:ea typeface="宋体" panose="02010600030101010101" pitchFamily="2" charset="-122"/>
              </a:rPr>
              <a:t>k</a:t>
            </a:r>
            <a:r>
              <a:rPr lang="en-US" altLang="zh-CN" sz="1800" dirty="0">
                <a:solidFill>
                  <a:srgbClr val="333399"/>
                </a:solidFill>
                <a:latin typeface="Arial" panose="020B0604020202020204" pitchFamily="34" charset="0"/>
                <a:ea typeface="宋体" panose="02010600030101010101" pitchFamily="2" charset="-122"/>
              </a:rPr>
              <a:t> </a:t>
            </a:r>
            <a:r>
              <a:rPr lang="zh-CN" altLang="en-US" sz="1800" dirty="0">
                <a:solidFill>
                  <a:srgbClr val="333399"/>
                </a:solidFill>
                <a:latin typeface="Arial" panose="020B0604020202020204" pitchFamily="34" charset="0"/>
                <a:ea typeface="宋体" panose="02010600030101010101" pitchFamily="2" charset="-122"/>
              </a:rPr>
              <a:t>等于重传次数。</a:t>
            </a:r>
          </a:p>
          <a:p>
            <a:pPr lvl="1" eaLnBrk="1" hangingPunct="1"/>
            <a:r>
              <a:rPr lang="zh-CN" altLang="en-US" sz="1800" dirty="0">
                <a:solidFill>
                  <a:srgbClr val="333399"/>
                </a:solidFill>
                <a:latin typeface="Arial" panose="020B0604020202020204" pitchFamily="34" charset="0"/>
                <a:ea typeface="宋体" panose="02010600030101010101" pitchFamily="2" charset="-122"/>
              </a:rPr>
              <a:t>当重传达 </a:t>
            </a:r>
            <a:r>
              <a:rPr lang="en-US" altLang="zh-CN" sz="1800" dirty="0">
                <a:solidFill>
                  <a:srgbClr val="333399"/>
                </a:solidFill>
                <a:latin typeface="Arial" panose="020B0604020202020204" pitchFamily="34" charset="0"/>
                <a:ea typeface="宋体" panose="02010600030101010101" pitchFamily="2" charset="-122"/>
              </a:rPr>
              <a:t>16 </a:t>
            </a:r>
            <a:r>
              <a:rPr lang="zh-CN" altLang="en-US" sz="1800" dirty="0">
                <a:solidFill>
                  <a:srgbClr val="333399"/>
                </a:solidFill>
                <a:latin typeface="Arial" panose="020B0604020202020204" pitchFamily="34" charset="0"/>
                <a:ea typeface="宋体" panose="02010600030101010101" pitchFamily="2" charset="-122"/>
              </a:rPr>
              <a:t>次仍不能成功时即丢弃该帧，并向高层报告。</a:t>
            </a:r>
            <a:r>
              <a:rPr lang="zh-CN" altLang="en-US" sz="1800" dirty="0">
                <a:ea typeface="宋体" panose="02010600030101010101" pitchFamily="2" charset="-122"/>
              </a:rPr>
              <a:t> </a:t>
            </a:r>
          </a:p>
        </p:txBody>
      </p:sp>
      <p:sp>
        <p:nvSpPr>
          <p:cNvPr id="171011" name="幻灯片编号占位符 1">
            <a:extLst>
              <a:ext uri="{FF2B5EF4-FFF2-40B4-BE49-F238E27FC236}">
                <a16:creationId xmlns:a16="http://schemas.microsoft.com/office/drawing/2014/main" id="{3E36A4D0-1B23-4C41-89DF-11ED6BFE0E4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B6F3B4B-7BA1-834F-BB85-58137EA2E04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3109086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1677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1677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16771">
                                            <p:txEl>
                                              <p:pRg st="3" end="3"/>
                                            </p:txEl>
                                          </p:spTgt>
                                        </p:tgtEl>
                                        <p:attrNameLst>
                                          <p:attrName>style.visibility</p:attrName>
                                        </p:attrNameLst>
                                      </p:cBhvr>
                                      <p:to>
                                        <p:strVal val="visible"/>
                                      </p:to>
                                    </p:set>
                                  </p:childTnLst>
                                </p:cTn>
                              </p:par>
                            </p:childTnLst>
                          </p:cTn>
                        </p:par>
                        <p:par>
                          <p:cTn id="15" fill="hold" nodeType="afterGroup">
                            <p:stCondLst>
                              <p:cond delay="0"/>
                            </p:stCondLst>
                            <p:childTnLst>
                              <p:par>
                                <p:cTn id="16" presetID="1" presetClass="entr" presetSubtype="0" fill="hold" nodeType="afterEffect">
                                  <p:stCondLst>
                                    <p:cond delay="0"/>
                                  </p:stCondLst>
                                  <p:childTnLst>
                                    <p:set>
                                      <p:cBhvr>
                                        <p:cTn id="17" dur="1" fill="hold">
                                          <p:stCondLst>
                                            <p:cond delay="0"/>
                                          </p:stCondLst>
                                        </p:cTn>
                                        <p:tgtEl>
                                          <p:spTgt spid="416771">
                                            <p:txEl>
                                              <p:pRg st="4" end="4"/>
                                            </p:txEl>
                                          </p:spTgt>
                                        </p:tgtEl>
                                        <p:attrNameLst>
                                          <p:attrName>style.visibility</p:attrName>
                                        </p:attrNameLst>
                                      </p:cBhvr>
                                      <p:to>
                                        <p:strVal val="visible"/>
                                      </p:to>
                                    </p:set>
                                  </p:childTnLst>
                                </p:cTn>
                              </p:par>
                            </p:childTnLst>
                          </p:cTn>
                        </p:par>
                        <p:par>
                          <p:cTn id="18" fill="hold" nodeType="afterGroup">
                            <p:stCondLst>
                              <p:cond delay="0"/>
                            </p:stCondLst>
                            <p:childTnLst>
                              <p:par>
                                <p:cTn id="19" presetID="1" presetClass="entr" presetSubtype="0" fill="hold" nodeType="afterEffect">
                                  <p:stCondLst>
                                    <p:cond delay="0"/>
                                  </p:stCondLst>
                                  <p:childTnLst>
                                    <p:set>
                                      <p:cBhvr>
                                        <p:cTn id="20" dur="1" fill="hold">
                                          <p:stCondLst>
                                            <p:cond delay="0"/>
                                          </p:stCondLst>
                                        </p:cTn>
                                        <p:tgtEl>
                                          <p:spTgt spid="416771">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41677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Rectangle 2">
            <a:extLst>
              <a:ext uri="{FF2B5EF4-FFF2-40B4-BE49-F238E27FC236}">
                <a16:creationId xmlns:a16="http://schemas.microsoft.com/office/drawing/2014/main" id="{1D713F4C-096D-6446-9E52-D6DC1A4B34C5}"/>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争用期的长度 </a:t>
            </a:r>
          </a:p>
        </p:txBody>
      </p:sp>
      <p:sp>
        <p:nvSpPr>
          <p:cNvPr id="417795" name="Rectangle 3">
            <a:extLst>
              <a:ext uri="{FF2B5EF4-FFF2-40B4-BE49-F238E27FC236}">
                <a16:creationId xmlns:a16="http://schemas.microsoft.com/office/drawing/2014/main" id="{313A9315-BE63-B149-92A6-F86552115BDF}"/>
              </a:ext>
            </a:extLst>
          </p:cNvPr>
          <p:cNvSpPr>
            <a:spLocks noGrp="1" noChangeArrowheads="1"/>
          </p:cNvSpPr>
          <p:nvPr>
            <p:ph type="body" idx="1"/>
          </p:nvPr>
        </p:nvSpPr>
        <p:spPr>
          <a:xfrm>
            <a:off x="217171" y="1085850"/>
            <a:ext cx="8804952" cy="3483769"/>
          </a:xfrm>
        </p:spPr>
        <p:txBody>
          <a:bodyPr/>
          <a:lstStyle/>
          <a:p>
            <a:pPr eaLnBrk="1" hangingPunct="1"/>
            <a:r>
              <a:rPr lang="zh-CN" altLang="en-US" dirty="0">
                <a:latin typeface="Times New Roman" panose="02020603050405020304" pitchFamily="18" charset="0"/>
                <a:ea typeface="宋体" panose="02010600030101010101" pitchFamily="2" charset="-122"/>
              </a:rPr>
              <a:t>以太网取 </a:t>
            </a:r>
            <a:r>
              <a:rPr lang="en-US" altLang="zh-CN" dirty="0">
                <a:latin typeface="Times New Roman" panose="02020603050405020304" pitchFamily="18" charset="0"/>
                <a:ea typeface="宋体" panose="02010600030101010101" pitchFamily="2" charset="-122"/>
              </a:rPr>
              <a:t>51.2 </a:t>
            </a:r>
            <a:r>
              <a:rPr lang="en-US" altLang="zh-CN" dirty="0">
                <a:latin typeface="Times New Roman" panose="02020603050405020304" pitchFamily="18" charset="0"/>
                <a:ea typeface="宋体" panose="02010600030101010101" pitchFamily="2" charset="-122"/>
                <a:sym typeface="Symbol" pitchFamily="2" charset="2"/>
              </a:rPr>
              <a:t></a:t>
            </a:r>
            <a:r>
              <a:rPr lang="en-US" altLang="zh-CN" dirty="0">
                <a:latin typeface="Times New Roman" panose="02020603050405020304" pitchFamily="18" charset="0"/>
                <a:ea typeface="宋体" panose="02010600030101010101" pitchFamily="2" charset="-122"/>
              </a:rPr>
              <a:t>s </a:t>
            </a:r>
            <a:r>
              <a:rPr lang="zh-CN" altLang="en-US" dirty="0">
                <a:latin typeface="Times New Roman" panose="02020603050405020304" pitchFamily="18" charset="0"/>
                <a:ea typeface="宋体" panose="02010600030101010101" pitchFamily="2" charset="-122"/>
              </a:rPr>
              <a:t>为争用期的长度。</a:t>
            </a:r>
          </a:p>
          <a:p>
            <a:pPr eaLnBrk="1" hangingPunct="1"/>
            <a:r>
              <a:rPr lang="zh-CN" altLang="en-US" dirty="0">
                <a:latin typeface="Times New Roman" panose="02020603050405020304" pitchFamily="18" charset="0"/>
                <a:ea typeface="宋体" panose="02010600030101010101" pitchFamily="2" charset="-122"/>
              </a:rPr>
              <a:t>对于 </a:t>
            </a:r>
            <a:r>
              <a:rPr lang="en-US" altLang="zh-CN" dirty="0">
                <a:latin typeface="Times New Roman" panose="02020603050405020304" pitchFamily="18" charset="0"/>
                <a:ea typeface="宋体" panose="02010600030101010101" pitchFamily="2" charset="-122"/>
              </a:rPr>
              <a:t>10 Mb/s </a:t>
            </a:r>
            <a:r>
              <a:rPr lang="zh-CN" altLang="en-US" dirty="0">
                <a:latin typeface="Times New Roman" panose="02020603050405020304" pitchFamily="18" charset="0"/>
                <a:ea typeface="宋体" panose="02010600030101010101" pitchFamily="2" charset="-122"/>
              </a:rPr>
              <a:t>以太网，在争用期内可发送</a:t>
            </a:r>
            <a:r>
              <a:rPr lang="en-US" altLang="zh-CN" dirty="0">
                <a:latin typeface="Times New Roman" panose="02020603050405020304" pitchFamily="18" charset="0"/>
                <a:ea typeface="宋体" panose="02010600030101010101" pitchFamily="2" charset="-122"/>
              </a:rPr>
              <a:t>512 bit</a:t>
            </a:r>
            <a:r>
              <a:rPr lang="zh-CN" altLang="en-US" dirty="0">
                <a:latin typeface="Times New Roman" panose="02020603050405020304" pitchFamily="18" charset="0"/>
                <a:ea typeface="宋体" panose="02010600030101010101" pitchFamily="2" charset="-122"/>
              </a:rPr>
              <a:t>，即 </a:t>
            </a:r>
            <a:r>
              <a:rPr lang="en-US" altLang="zh-CN" dirty="0">
                <a:latin typeface="Times New Roman" panose="02020603050405020304" pitchFamily="18" charset="0"/>
                <a:ea typeface="宋体" panose="02010600030101010101" pitchFamily="2" charset="-122"/>
              </a:rPr>
              <a:t>64 </a:t>
            </a:r>
            <a:r>
              <a:rPr lang="zh-CN" altLang="en-US" dirty="0">
                <a:latin typeface="Times New Roman" panose="02020603050405020304" pitchFamily="18" charset="0"/>
                <a:ea typeface="宋体" panose="02010600030101010101" pitchFamily="2" charset="-122"/>
              </a:rPr>
              <a:t>字节。</a:t>
            </a:r>
          </a:p>
          <a:p>
            <a:pPr eaLnBrk="1" hangingPunct="1"/>
            <a:r>
              <a:rPr lang="zh-CN" altLang="en-US" dirty="0">
                <a:latin typeface="Times New Roman" panose="02020603050405020304" pitchFamily="18" charset="0"/>
                <a:ea typeface="宋体" panose="02010600030101010101" pitchFamily="2" charset="-122"/>
              </a:rPr>
              <a:t>以太网在发送数据时，若前 </a:t>
            </a:r>
            <a:r>
              <a:rPr lang="en-US" altLang="zh-CN" dirty="0">
                <a:latin typeface="Times New Roman" panose="02020603050405020304" pitchFamily="18" charset="0"/>
                <a:ea typeface="宋体" panose="02010600030101010101" pitchFamily="2" charset="-122"/>
              </a:rPr>
              <a:t>64 </a:t>
            </a:r>
            <a:r>
              <a:rPr lang="zh-CN" altLang="en-US" dirty="0">
                <a:latin typeface="Times New Roman" panose="02020603050405020304" pitchFamily="18" charset="0"/>
                <a:ea typeface="宋体" panose="02010600030101010101" pitchFamily="2" charset="-122"/>
              </a:rPr>
              <a:t>字节没有发生冲突，则后续的数据就不会发生冲突。</a:t>
            </a:r>
            <a:endParaRPr lang="en-US" altLang="zh-CN" dirty="0">
              <a:latin typeface="Times New Roman" panose="02020603050405020304" pitchFamily="18" charset="0"/>
              <a:ea typeface="宋体" panose="02010600030101010101" pitchFamily="2" charset="-122"/>
            </a:endParaRPr>
          </a:p>
          <a:p>
            <a:pPr marL="0" indent="0" eaLnBrk="1" hangingPunct="1">
              <a:buNone/>
            </a:pPr>
            <a:endParaRPr lang="en-US" altLang="zh-CN" dirty="0">
              <a:ea typeface="宋体" panose="02010600030101010101" pitchFamily="2" charset="-122"/>
            </a:endParaRPr>
          </a:p>
          <a:p>
            <a:pPr marL="0" indent="0" eaLnBrk="1" hangingPunct="1">
              <a:buNone/>
            </a:pPr>
            <a:r>
              <a:rPr lang="zh-CN" altLang="en-US" dirty="0">
                <a:ea typeface="宋体" panose="02010600030101010101" pitchFamily="2" charset="-122"/>
              </a:rPr>
              <a:t>当以太网速度提升时，争用期会缩短，这时如何处理？</a:t>
            </a:r>
            <a:endParaRPr lang="en-US" altLang="zh-CN" dirty="0">
              <a:ea typeface="宋体" panose="02010600030101010101" pitchFamily="2" charset="-122"/>
            </a:endParaRPr>
          </a:p>
          <a:p>
            <a:pPr eaLnBrk="1" hangingPunct="1"/>
            <a:r>
              <a:rPr lang="en-US" altLang="zh-CN" dirty="0">
                <a:ea typeface="宋体" panose="02010600030101010101" pitchFamily="2" charset="-122"/>
              </a:rPr>
              <a:t>802.3</a:t>
            </a:r>
            <a:r>
              <a:rPr lang="zh-CN" altLang="en-US" dirty="0">
                <a:ea typeface="宋体" panose="02010600030101010101" pitchFamily="2" charset="-122"/>
              </a:rPr>
              <a:t>委员会采用了保持最短帧长不变，但将一个网段的最大电缆长度减小到 </a:t>
            </a:r>
            <a:r>
              <a:rPr lang="en-US" altLang="zh-CN" dirty="0">
                <a:ea typeface="宋体" panose="02010600030101010101" pitchFamily="2" charset="-122"/>
              </a:rPr>
              <a:t>100 m</a:t>
            </a:r>
            <a:r>
              <a:rPr lang="zh-CN" altLang="en-US" dirty="0">
                <a:ea typeface="宋体" panose="02010600030101010101" pitchFamily="2" charset="-122"/>
              </a:rPr>
              <a:t>，帧间时间间隔缩短。    </a:t>
            </a:r>
          </a:p>
        </p:txBody>
      </p:sp>
      <p:sp>
        <p:nvSpPr>
          <p:cNvPr id="173059" name="幻灯片编号占位符 1">
            <a:extLst>
              <a:ext uri="{FF2B5EF4-FFF2-40B4-BE49-F238E27FC236}">
                <a16:creationId xmlns:a16="http://schemas.microsoft.com/office/drawing/2014/main" id="{65938BC6-16A9-7440-ACF3-E5CDEF696BC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826FD01-41EA-E44B-A3F4-D8F0E68394B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6300543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779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779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779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779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7795"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Rectangle 2">
            <a:extLst>
              <a:ext uri="{FF2B5EF4-FFF2-40B4-BE49-F238E27FC236}">
                <a16:creationId xmlns:a16="http://schemas.microsoft.com/office/drawing/2014/main" id="{589755E3-DC8E-154A-B348-589113BD90CE}"/>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最短有效帧长 </a:t>
            </a:r>
          </a:p>
        </p:txBody>
      </p:sp>
      <p:sp>
        <p:nvSpPr>
          <p:cNvPr id="418819" name="Rectangle 3">
            <a:extLst>
              <a:ext uri="{FF2B5EF4-FFF2-40B4-BE49-F238E27FC236}">
                <a16:creationId xmlns:a16="http://schemas.microsoft.com/office/drawing/2014/main" id="{12968568-8C6F-0C43-A188-B19F05980707}"/>
              </a:ext>
            </a:extLst>
          </p:cNvPr>
          <p:cNvSpPr>
            <a:spLocks noGrp="1" noChangeArrowheads="1"/>
          </p:cNvSpPr>
          <p:nvPr>
            <p:ph type="body" idx="1"/>
          </p:nvPr>
        </p:nvSpPr>
        <p:spPr>
          <a:xfrm>
            <a:off x="251460" y="1062990"/>
            <a:ext cx="8687055" cy="3506629"/>
          </a:xfrm>
        </p:spPr>
        <p:txBody>
          <a:bodyPr/>
          <a:lstStyle/>
          <a:p>
            <a:pPr eaLnBrk="1" hangingPunct="1"/>
            <a:r>
              <a:rPr lang="zh-CN" altLang="en-US" dirty="0">
                <a:latin typeface="Times New Roman" panose="02020603050405020304" pitchFamily="18" charset="0"/>
                <a:ea typeface="宋体" panose="02010600030101010101" pitchFamily="2" charset="-122"/>
              </a:rPr>
              <a:t>如果发生冲突，就一定是在发送的前 </a:t>
            </a:r>
            <a:r>
              <a:rPr lang="en-US" altLang="zh-CN" dirty="0">
                <a:latin typeface="Times New Roman" panose="02020603050405020304" pitchFamily="18" charset="0"/>
                <a:ea typeface="宋体" panose="02010600030101010101" pitchFamily="2" charset="-122"/>
              </a:rPr>
              <a:t>64 </a:t>
            </a:r>
            <a:r>
              <a:rPr lang="zh-CN" altLang="en-US" dirty="0">
                <a:latin typeface="Times New Roman" panose="02020603050405020304" pitchFamily="18" charset="0"/>
                <a:ea typeface="宋体" panose="02010600030101010101" pitchFamily="2" charset="-122"/>
              </a:rPr>
              <a:t>字节之内。 </a:t>
            </a:r>
          </a:p>
          <a:p>
            <a:pPr eaLnBrk="1" hangingPunct="1"/>
            <a:r>
              <a:rPr lang="zh-CN" altLang="en-US" dirty="0">
                <a:latin typeface="Times New Roman" panose="02020603050405020304" pitchFamily="18" charset="0"/>
                <a:ea typeface="宋体" panose="02010600030101010101" pitchFamily="2" charset="-122"/>
              </a:rPr>
              <a:t>由于一检测到冲突就立即中止发送，这时已经发送出去的数据一定小于 </a:t>
            </a:r>
            <a:r>
              <a:rPr lang="en-US" altLang="zh-CN" dirty="0">
                <a:latin typeface="Times New Roman" panose="02020603050405020304" pitchFamily="18" charset="0"/>
                <a:ea typeface="宋体" panose="02010600030101010101" pitchFamily="2" charset="-122"/>
              </a:rPr>
              <a:t>64 </a:t>
            </a:r>
            <a:r>
              <a:rPr lang="zh-CN" altLang="en-US" dirty="0">
                <a:latin typeface="Times New Roman" panose="02020603050405020304" pitchFamily="18" charset="0"/>
                <a:ea typeface="宋体" panose="02010600030101010101" pitchFamily="2" charset="-122"/>
              </a:rPr>
              <a:t>字节。 </a:t>
            </a:r>
          </a:p>
          <a:p>
            <a:pPr eaLnBrk="1" hangingPunct="1"/>
            <a:r>
              <a:rPr lang="zh-CN" altLang="en-US" dirty="0">
                <a:latin typeface="Times New Roman" panose="02020603050405020304" pitchFamily="18" charset="0"/>
                <a:ea typeface="宋体" panose="02010600030101010101" pitchFamily="2" charset="-122"/>
              </a:rPr>
              <a:t>以太网规定了最短有效帧长为 </a:t>
            </a:r>
            <a:r>
              <a:rPr lang="en-US" altLang="zh-CN" dirty="0">
                <a:latin typeface="Times New Roman" panose="02020603050405020304" pitchFamily="18" charset="0"/>
                <a:ea typeface="宋体" panose="02010600030101010101" pitchFamily="2" charset="-122"/>
              </a:rPr>
              <a:t>64 </a:t>
            </a:r>
            <a:r>
              <a:rPr lang="zh-CN" altLang="en-US" dirty="0">
                <a:latin typeface="Times New Roman" panose="02020603050405020304" pitchFamily="18" charset="0"/>
                <a:ea typeface="宋体" panose="02010600030101010101" pitchFamily="2" charset="-122"/>
              </a:rPr>
              <a:t>字节，凡长度小于 </a:t>
            </a:r>
            <a:r>
              <a:rPr lang="en-US" altLang="zh-CN" dirty="0">
                <a:latin typeface="Times New Roman" panose="02020603050405020304" pitchFamily="18" charset="0"/>
                <a:ea typeface="宋体" panose="02010600030101010101" pitchFamily="2" charset="-122"/>
              </a:rPr>
              <a:t>64 </a:t>
            </a:r>
            <a:r>
              <a:rPr lang="zh-CN" altLang="en-US" dirty="0">
                <a:latin typeface="Times New Roman" panose="02020603050405020304" pitchFamily="18" charset="0"/>
                <a:ea typeface="宋体" panose="02010600030101010101" pitchFamily="2" charset="-122"/>
              </a:rPr>
              <a:t>字节的帧都是由于冲突而异常中止的</a:t>
            </a:r>
            <a:r>
              <a:rPr lang="zh-CN" altLang="en-US" dirty="0">
                <a:solidFill>
                  <a:schemeClr val="hlink"/>
                </a:solidFill>
                <a:latin typeface="Times New Roman" panose="02020603050405020304" pitchFamily="18" charset="0"/>
                <a:ea typeface="宋体" panose="02010600030101010101" pitchFamily="2" charset="-122"/>
              </a:rPr>
              <a:t>无效帧</a:t>
            </a:r>
            <a:r>
              <a:rPr lang="zh-CN" altLang="en-US" dirty="0">
                <a:latin typeface="Times New Roman" panose="02020603050405020304" pitchFamily="18" charset="0"/>
                <a:ea typeface="宋体" panose="02010600030101010101" pitchFamily="2" charset="-122"/>
              </a:rPr>
              <a:t>。 </a:t>
            </a:r>
          </a:p>
        </p:txBody>
      </p:sp>
      <p:sp>
        <p:nvSpPr>
          <p:cNvPr id="175107" name="幻灯片编号占位符 1">
            <a:extLst>
              <a:ext uri="{FF2B5EF4-FFF2-40B4-BE49-F238E27FC236}">
                <a16:creationId xmlns:a16="http://schemas.microsoft.com/office/drawing/2014/main" id="{BF1C108A-1700-DC48-9707-4F10A2B1C71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F869543-4641-E241-A864-3D2611A12F8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633416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881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881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8819"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3" name="Rectangle 2">
            <a:extLst>
              <a:ext uri="{FF2B5EF4-FFF2-40B4-BE49-F238E27FC236}">
                <a16:creationId xmlns:a16="http://schemas.microsoft.com/office/drawing/2014/main" id="{FBA833EF-5E38-9B4B-96E2-F3906C95FE92}"/>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强化碰撞 </a:t>
            </a:r>
          </a:p>
        </p:txBody>
      </p:sp>
      <p:sp>
        <p:nvSpPr>
          <p:cNvPr id="177154" name="Rectangle 3">
            <a:extLst>
              <a:ext uri="{FF2B5EF4-FFF2-40B4-BE49-F238E27FC236}">
                <a16:creationId xmlns:a16="http://schemas.microsoft.com/office/drawing/2014/main" id="{C4C14987-EB90-4E41-96F0-39B5998A723E}"/>
              </a:ext>
            </a:extLst>
          </p:cNvPr>
          <p:cNvSpPr>
            <a:spLocks noGrp="1" noChangeArrowheads="1"/>
          </p:cNvSpPr>
          <p:nvPr>
            <p:ph type="body" idx="1"/>
          </p:nvPr>
        </p:nvSpPr>
        <p:spPr>
          <a:xfrm>
            <a:off x="228600" y="1051560"/>
            <a:ext cx="8709915" cy="3518059"/>
          </a:xfrm>
        </p:spPr>
        <p:txBody>
          <a:bodyPr/>
          <a:lstStyle/>
          <a:p>
            <a:pPr eaLnBrk="1" hangingPunct="1"/>
            <a:r>
              <a:rPr lang="zh-CN" altLang="en-US" dirty="0">
                <a:latin typeface="Times New Roman" panose="02020603050405020304" pitchFamily="18" charset="0"/>
                <a:ea typeface="宋体" panose="02010600030101010101" pitchFamily="2" charset="-122"/>
              </a:rPr>
              <a:t>当发送数据的站一旦发现发生了碰撞时：</a:t>
            </a:r>
          </a:p>
          <a:p>
            <a:pPr lvl="1" eaLnBrk="1" hangingPunct="1"/>
            <a:r>
              <a:rPr lang="zh-CN" altLang="en-US" dirty="0">
                <a:solidFill>
                  <a:schemeClr val="folHlink"/>
                </a:solidFill>
                <a:latin typeface="Arial" panose="020B0604020202020204" pitchFamily="34" charset="0"/>
                <a:ea typeface="宋体" panose="02010600030101010101" pitchFamily="2" charset="-122"/>
              </a:rPr>
              <a:t>立即停止发送数据；</a:t>
            </a:r>
          </a:p>
          <a:p>
            <a:pPr lvl="1" eaLnBrk="1" hangingPunct="1"/>
            <a:r>
              <a:rPr lang="zh-CN" altLang="en-US" dirty="0">
                <a:solidFill>
                  <a:schemeClr val="folHlink"/>
                </a:solidFill>
                <a:latin typeface="Arial" panose="020B0604020202020204" pitchFamily="34" charset="0"/>
                <a:ea typeface="宋体" panose="02010600030101010101" pitchFamily="2" charset="-122"/>
              </a:rPr>
              <a:t>再继续发送若干比特的</a:t>
            </a:r>
            <a:r>
              <a:rPr lang="zh-CN" altLang="en-US" dirty="0">
                <a:solidFill>
                  <a:schemeClr val="hlink"/>
                </a:solidFill>
                <a:latin typeface="Arial" panose="020B0604020202020204" pitchFamily="34" charset="0"/>
                <a:ea typeface="宋体" panose="02010600030101010101" pitchFamily="2" charset="-122"/>
              </a:rPr>
              <a:t>人为干扰信号</a:t>
            </a:r>
            <a:r>
              <a:rPr lang="en-US" altLang="zh-CN" dirty="0">
                <a:solidFill>
                  <a:schemeClr val="folHlink"/>
                </a:solidFill>
                <a:latin typeface="Arial" panose="020B0604020202020204" pitchFamily="34" charset="0"/>
                <a:ea typeface="宋体" panose="02010600030101010101" pitchFamily="2" charset="-122"/>
              </a:rPr>
              <a:t>(jamming signal)</a:t>
            </a:r>
            <a:r>
              <a:rPr lang="zh-CN" altLang="en-US" dirty="0">
                <a:solidFill>
                  <a:schemeClr val="folHlink"/>
                </a:solidFill>
                <a:latin typeface="Arial" panose="020B0604020202020204" pitchFamily="34" charset="0"/>
                <a:ea typeface="宋体" panose="02010600030101010101" pitchFamily="2" charset="-122"/>
              </a:rPr>
              <a:t>，以便让所有用户都知道现在已经发生了碰撞。</a:t>
            </a:r>
            <a:r>
              <a:rPr lang="zh-CN" altLang="en-US" dirty="0">
                <a:latin typeface="Times New Roman" panose="02020603050405020304" pitchFamily="18" charset="0"/>
                <a:ea typeface="宋体" panose="02010600030101010101" pitchFamily="2" charset="-122"/>
              </a:rPr>
              <a:t>  </a:t>
            </a:r>
          </a:p>
        </p:txBody>
      </p:sp>
      <p:sp>
        <p:nvSpPr>
          <p:cNvPr id="177155" name="幻灯片编号占位符 1">
            <a:extLst>
              <a:ext uri="{FF2B5EF4-FFF2-40B4-BE49-F238E27FC236}">
                <a16:creationId xmlns:a16="http://schemas.microsoft.com/office/drawing/2014/main" id="{3D1B7B09-3ADB-1C4F-85A1-6894AC3BCB4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5FDA54E-F6C0-2D49-A0E3-C7F3A2B8DC2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95017875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Rectangle 2">
            <a:extLst>
              <a:ext uri="{FF2B5EF4-FFF2-40B4-BE49-F238E27FC236}">
                <a16:creationId xmlns:a16="http://schemas.microsoft.com/office/drawing/2014/main" id="{02AF63BD-E5DB-964F-8EFE-73533116621F}"/>
              </a:ext>
            </a:extLst>
          </p:cNvPr>
          <p:cNvSpPr>
            <a:spLocks noChangeArrowheads="1"/>
          </p:cNvSpPr>
          <p:nvPr/>
        </p:nvSpPr>
        <p:spPr bwMode="auto">
          <a:xfrm>
            <a:off x="2032397" y="3568725"/>
            <a:ext cx="219075" cy="22502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79202" name="Rectangle 3">
            <a:extLst>
              <a:ext uri="{FF2B5EF4-FFF2-40B4-BE49-F238E27FC236}">
                <a16:creationId xmlns:a16="http://schemas.microsoft.com/office/drawing/2014/main" id="{2A653C13-11EA-C44B-9DA5-BE9A250355BA}"/>
              </a:ext>
            </a:extLst>
          </p:cNvPr>
          <p:cNvSpPr>
            <a:spLocks noChangeArrowheads="1"/>
          </p:cNvSpPr>
          <p:nvPr/>
        </p:nvSpPr>
        <p:spPr bwMode="auto">
          <a:xfrm>
            <a:off x="2057400" y="2935313"/>
            <a:ext cx="158354" cy="21312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nvGrpSpPr>
          <p:cNvPr id="420868" name="Group 4">
            <a:extLst>
              <a:ext uri="{FF2B5EF4-FFF2-40B4-BE49-F238E27FC236}">
                <a16:creationId xmlns:a16="http://schemas.microsoft.com/office/drawing/2014/main" id="{5FA72722-40BB-9641-AB74-78DC8A53FA5E}"/>
              </a:ext>
            </a:extLst>
          </p:cNvPr>
          <p:cNvGrpSpPr>
            <a:grpSpLocks/>
          </p:cNvGrpSpPr>
          <p:nvPr/>
        </p:nvGrpSpPr>
        <p:grpSpPr bwMode="auto">
          <a:xfrm>
            <a:off x="1944291" y="1608956"/>
            <a:ext cx="4908947" cy="2482454"/>
            <a:chOff x="673" y="1619"/>
            <a:chExt cx="4123" cy="2085"/>
          </a:xfrm>
        </p:grpSpPr>
        <p:grpSp>
          <p:nvGrpSpPr>
            <p:cNvPr id="179246" name="Group 5">
              <a:extLst>
                <a:ext uri="{FF2B5EF4-FFF2-40B4-BE49-F238E27FC236}">
                  <a16:creationId xmlns:a16="http://schemas.microsoft.com/office/drawing/2014/main" id="{52D4CEB7-2986-E24D-A344-64B3275068CC}"/>
                </a:ext>
              </a:extLst>
            </p:cNvPr>
            <p:cNvGrpSpPr>
              <a:grpSpLocks/>
            </p:cNvGrpSpPr>
            <p:nvPr/>
          </p:nvGrpSpPr>
          <p:grpSpPr bwMode="auto">
            <a:xfrm>
              <a:off x="992" y="1619"/>
              <a:ext cx="3804" cy="1645"/>
              <a:chOff x="992" y="1619"/>
              <a:chExt cx="3804" cy="1645"/>
            </a:xfrm>
          </p:grpSpPr>
          <p:sp>
            <p:nvSpPr>
              <p:cNvPr id="179260" name="AutoShape 6">
                <a:extLst>
                  <a:ext uri="{FF2B5EF4-FFF2-40B4-BE49-F238E27FC236}">
                    <a16:creationId xmlns:a16="http://schemas.microsoft.com/office/drawing/2014/main" id="{2B07696D-C222-0948-9AF4-6E8F03685877}"/>
                  </a:ext>
                </a:extLst>
              </p:cNvPr>
              <p:cNvSpPr>
                <a:spLocks noChangeArrowheads="1"/>
              </p:cNvSpPr>
              <p:nvPr/>
            </p:nvSpPr>
            <p:spPr bwMode="auto">
              <a:xfrm rot="5400000">
                <a:off x="2081" y="540"/>
                <a:ext cx="1645" cy="3804"/>
              </a:xfrm>
              <a:prstGeom prst="parallelogram">
                <a:avLst>
                  <a:gd name="adj" fmla="val 37968"/>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79261" name="AutoShape 7">
                <a:extLst>
                  <a:ext uri="{FF2B5EF4-FFF2-40B4-BE49-F238E27FC236}">
                    <a16:creationId xmlns:a16="http://schemas.microsoft.com/office/drawing/2014/main" id="{9BA2531F-8A8D-CD4B-A010-2763FF2B8BAD}"/>
                  </a:ext>
                </a:extLst>
              </p:cNvPr>
              <p:cNvSpPr>
                <a:spLocks noChangeArrowheads="1"/>
              </p:cNvSpPr>
              <p:nvPr/>
            </p:nvSpPr>
            <p:spPr bwMode="auto">
              <a:xfrm rot="601221">
                <a:off x="2228" y="2087"/>
                <a:ext cx="1066" cy="424"/>
              </a:xfrm>
              <a:prstGeom prst="rightArrow">
                <a:avLst>
                  <a:gd name="adj1" fmla="val 49370"/>
                  <a:gd name="adj2" fmla="val 80790"/>
                </a:avLst>
              </a:prstGeom>
              <a:solidFill>
                <a:srgbClr val="FFFF99"/>
              </a:solidFill>
              <a:ln w="28575">
                <a:solidFill>
                  <a:schemeClr val="tx1"/>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500">
                    <a:latin typeface="Arial" panose="020B0604020202020204" pitchFamily="34" charset="0"/>
                    <a:ea typeface="宋体" panose="02010600030101010101" pitchFamily="2" charset="-122"/>
                  </a:rPr>
                  <a:t>数据帧</a:t>
                </a:r>
              </a:p>
            </p:txBody>
          </p:sp>
        </p:grpSp>
        <p:grpSp>
          <p:nvGrpSpPr>
            <p:cNvPr id="179247" name="Group 8">
              <a:extLst>
                <a:ext uri="{FF2B5EF4-FFF2-40B4-BE49-F238E27FC236}">
                  <a16:creationId xmlns:a16="http://schemas.microsoft.com/office/drawing/2014/main" id="{1A36D3CF-4E5F-C742-9E71-9DB6D6F40107}"/>
                </a:ext>
              </a:extLst>
            </p:cNvPr>
            <p:cNvGrpSpPr>
              <a:grpSpLocks/>
            </p:cNvGrpSpPr>
            <p:nvPr/>
          </p:nvGrpSpPr>
          <p:grpSpPr bwMode="auto">
            <a:xfrm>
              <a:off x="673" y="2614"/>
              <a:ext cx="4123" cy="1090"/>
              <a:chOff x="673" y="2606"/>
              <a:chExt cx="4123" cy="1090"/>
            </a:xfrm>
          </p:grpSpPr>
          <p:grpSp>
            <p:nvGrpSpPr>
              <p:cNvPr id="179248" name="Group 9">
                <a:extLst>
                  <a:ext uri="{FF2B5EF4-FFF2-40B4-BE49-F238E27FC236}">
                    <a16:creationId xmlns:a16="http://schemas.microsoft.com/office/drawing/2014/main" id="{9467AF13-A22D-4645-A4B9-972BF1858A3F}"/>
                  </a:ext>
                </a:extLst>
              </p:cNvPr>
              <p:cNvGrpSpPr>
                <a:grpSpLocks/>
              </p:cNvGrpSpPr>
              <p:nvPr/>
            </p:nvGrpSpPr>
            <p:grpSpPr bwMode="auto">
              <a:xfrm>
                <a:off x="992" y="2627"/>
                <a:ext cx="3804" cy="1061"/>
                <a:chOff x="992" y="2627"/>
                <a:chExt cx="3804" cy="1061"/>
              </a:xfrm>
            </p:grpSpPr>
            <p:grpSp>
              <p:nvGrpSpPr>
                <p:cNvPr id="179256" name="Group 10">
                  <a:extLst>
                    <a:ext uri="{FF2B5EF4-FFF2-40B4-BE49-F238E27FC236}">
                      <a16:creationId xmlns:a16="http://schemas.microsoft.com/office/drawing/2014/main" id="{3F4AA3A7-648A-9842-B911-C662AC7AB7D4}"/>
                    </a:ext>
                  </a:extLst>
                </p:cNvPr>
                <p:cNvGrpSpPr>
                  <a:grpSpLocks/>
                </p:cNvGrpSpPr>
                <p:nvPr/>
              </p:nvGrpSpPr>
              <p:grpSpPr bwMode="auto">
                <a:xfrm>
                  <a:off x="992" y="2627"/>
                  <a:ext cx="3804" cy="1061"/>
                  <a:chOff x="992" y="2627"/>
                  <a:chExt cx="3804" cy="1061"/>
                </a:xfrm>
              </p:grpSpPr>
              <p:sp>
                <p:nvSpPr>
                  <p:cNvPr id="179258" name="AutoShape 11">
                    <a:extLst>
                      <a:ext uri="{FF2B5EF4-FFF2-40B4-BE49-F238E27FC236}">
                        <a16:creationId xmlns:a16="http://schemas.microsoft.com/office/drawing/2014/main" id="{D0E7FD90-0B5C-3E48-AD7E-3F6B803BD52E}"/>
                      </a:ext>
                    </a:extLst>
                  </p:cNvPr>
                  <p:cNvSpPr>
                    <a:spLocks noChangeArrowheads="1"/>
                  </p:cNvSpPr>
                  <p:nvPr/>
                </p:nvSpPr>
                <p:spPr bwMode="auto">
                  <a:xfrm rot="5400000">
                    <a:off x="2373" y="1246"/>
                    <a:ext cx="1061" cy="3804"/>
                  </a:xfrm>
                  <a:prstGeom prst="parallelogram">
                    <a:avLst>
                      <a:gd name="adj" fmla="val 59685"/>
                    </a:avLst>
                  </a:prstGeom>
                  <a:solidFill>
                    <a:srgbClr val="FF3399"/>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79259" name="AutoShape 12">
                    <a:extLst>
                      <a:ext uri="{FF2B5EF4-FFF2-40B4-BE49-F238E27FC236}">
                        <a16:creationId xmlns:a16="http://schemas.microsoft.com/office/drawing/2014/main" id="{10DA558E-0DBC-1946-956D-8444E356D4BF}"/>
                      </a:ext>
                    </a:extLst>
                  </p:cNvPr>
                  <p:cNvSpPr>
                    <a:spLocks noChangeArrowheads="1"/>
                  </p:cNvSpPr>
                  <p:nvPr/>
                </p:nvSpPr>
                <p:spPr bwMode="auto">
                  <a:xfrm rot="601221">
                    <a:off x="2272" y="2973"/>
                    <a:ext cx="1737" cy="469"/>
                  </a:xfrm>
                  <a:prstGeom prst="rightArrow">
                    <a:avLst>
                      <a:gd name="adj1" fmla="val 49370"/>
                      <a:gd name="adj2" fmla="val 119013"/>
                    </a:avLst>
                  </a:prstGeom>
                  <a:solidFill>
                    <a:srgbClr val="FFFF99"/>
                  </a:solidFill>
                  <a:ln w="38100" cmpd="dbl">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sp>
              <p:nvSpPr>
                <p:cNvPr id="179257" name="Text Box 13">
                  <a:extLst>
                    <a:ext uri="{FF2B5EF4-FFF2-40B4-BE49-F238E27FC236}">
                      <a16:creationId xmlns:a16="http://schemas.microsoft.com/office/drawing/2014/main" id="{DCDEB33F-39F0-D743-85E2-CFAF2E5C6ABB}"/>
                    </a:ext>
                  </a:extLst>
                </p:cNvPr>
                <p:cNvSpPr txBox="1">
                  <a:spLocks noChangeArrowheads="1"/>
                </p:cNvSpPr>
                <p:nvPr/>
              </p:nvSpPr>
              <p:spPr bwMode="auto">
                <a:xfrm rot="595815">
                  <a:off x="2508" y="3024"/>
                  <a:ext cx="80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干扰信号</a:t>
                  </a:r>
                </a:p>
              </p:txBody>
            </p:sp>
          </p:grpSp>
          <p:grpSp>
            <p:nvGrpSpPr>
              <p:cNvPr id="179249" name="Group 14">
                <a:extLst>
                  <a:ext uri="{FF2B5EF4-FFF2-40B4-BE49-F238E27FC236}">
                    <a16:creationId xmlns:a16="http://schemas.microsoft.com/office/drawing/2014/main" id="{10EA4635-2E9F-6243-91B8-314520FF4F17}"/>
                  </a:ext>
                </a:extLst>
              </p:cNvPr>
              <p:cNvGrpSpPr>
                <a:grpSpLocks/>
              </p:cNvGrpSpPr>
              <p:nvPr/>
            </p:nvGrpSpPr>
            <p:grpSpPr bwMode="auto">
              <a:xfrm>
                <a:off x="673" y="2606"/>
                <a:ext cx="319" cy="1090"/>
                <a:chOff x="673" y="2606"/>
                <a:chExt cx="319" cy="1090"/>
              </a:xfrm>
            </p:grpSpPr>
            <p:sp>
              <p:nvSpPr>
                <p:cNvPr id="179250" name="Line 15">
                  <a:extLst>
                    <a:ext uri="{FF2B5EF4-FFF2-40B4-BE49-F238E27FC236}">
                      <a16:creationId xmlns:a16="http://schemas.microsoft.com/office/drawing/2014/main" id="{C83B2D3A-0369-324E-B5CA-E2639DBC14FC}"/>
                    </a:ext>
                  </a:extLst>
                </p:cNvPr>
                <p:cNvSpPr>
                  <a:spLocks noChangeShapeType="1"/>
                </p:cNvSpPr>
                <p:nvPr/>
              </p:nvSpPr>
              <p:spPr bwMode="auto">
                <a:xfrm>
                  <a:off x="823" y="3057"/>
                  <a:ext cx="0" cy="639"/>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51" name="Line 16">
                  <a:extLst>
                    <a:ext uri="{FF2B5EF4-FFF2-40B4-BE49-F238E27FC236}">
                      <a16:creationId xmlns:a16="http://schemas.microsoft.com/office/drawing/2014/main" id="{8D68EA54-B5A5-D348-B3D3-2DBD46962AA1}"/>
                    </a:ext>
                  </a:extLst>
                </p:cNvPr>
                <p:cNvSpPr>
                  <a:spLocks noChangeShapeType="1"/>
                </p:cNvSpPr>
                <p:nvPr/>
              </p:nvSpPr>
              <p:spPr bwMode="auto">
                <a:xfrm>
                  <a:off x="814" y="2606"/>
                  <a:ext cx="9" cy="445"/>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52" name="Rectangle 17">
                  <a:extLst>
                    <a:ext uri="{FF2B5EF4-FFF2-40B4-BE49-F238E27FC236}">
                      <a16:creationId xmlns:a16="http://schemas.microsoft.com/office/drawing/2014/main" id="{2B2876C4-7D13-DF4F-BD51-2DC79E014C82}"/>
                    </a:ext>
                  </a:extLst>
                </p:cNvPr>
                <p:cNvSpPr>
                  <a:spLocks noChangeArrowheads="1"/>
                </p:cNvSpPr>
                <p:nvPr/>
              </p:nvSpPr>
              <p:spPr bwMode="auto">
                <a:xfrm>
                  <a:off x="728" y="3259"/>
                  <a:ext cx="186"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b="1">
                      <a:latin typeface="Arial" panose="020B0604020202020204" pitchFamily="34" charset="0"/>
                      <a:ea typeface="宋体" panose="02010600030101010101" pitchFamily="2" charset="-122"/>
                      <a:sym typeface="Symbol" pitchFamily="2" charset="2"/>
                    </a:rPr>
                    <a:t></a:t>
                  </a:r>
                </a:p>
              </p:txBody>
            </p:sp>
            <p:sp>
              <p:nvSpPr>
                <p:cNvPr id="179253" name="Line 18">
                  <a:extLst>
                    <a:ext uri="{FF2B5EF4-FFF2-40B4-BE49-F238E27FC236}">
                      <a16:creationId xmlns:a16="http://schemas.microsoft.com/office/drawing/2014/main" id="{38300FCD-8D89-E749-8506-16BD3F2789DB}"/>
                    </a:ext>
                  </a:extLst>
                </p:cNvPr>
                <p:cNvSpPr>
                  <a:spLocks noChangeShapeType="1"/>
                </p:cNvSpPr>
                <p:nvPr/>
              </p:nvSpPr>
              <p:spPr bwMode="auto">
                <a:xfrm>
                  <a:off x="739" y="3051"/>
                  <a:ext cx="25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54" name="Line 19">
                  <a:extLst>
                    <a:ext uri="{FF2B5EF4-FFF2-40B4-BE49-F238E27FC236}">
                      <a16:creationId xmlns:a16="http://schemas.microsoft.com/office/drawing/2014/main" id="{271761DA-3E94-AF43-9171-9CDB7E7BEE6B}"/>
                    </a:ext>
                  </a:extLst>
                </p:cNvPr>
                <p:cNvSpPr>
                  <a:spLocks noChangeShapeType="1"/>
                </p:cNvSpPr>
                <p:nvPr/>
              </p:nvSpPr>
              <p:spPr bwMode="auto">
                <a:xfrm>
                  <a:off x="739" y="3696"/>
                  <a:ext cx="25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55" name="Text Box 20">
                  <a:extLst>
                    <a:ext uri="{FF2B5EF4-FFF2-40B4-BE49-F238E27FC236}">
                      <a16:creationId xmlns:a16="http://schemas.microsoft.com/office/drawing/2014/main" id="{976B89BA-FE1E-B24F-A3A4-970A321D8220}"/>
                    </a:ext>
                  </a:extLst>
                </p:cNvPr>
                <p:cNvSpPr txBox="1">
                  <a:spLocks noChangeArrowheads="1"/>
                </p:cNvSpPr>
                <p:nvPr/>
              </p:nvSpPr>
              <p:spPr bwMode="auto">
                <a:xfrm>
                  <a:off x="673" y="2722"/>
                  <a:ext cx="307" cy="27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i="1">
                      <a:latin typeface="Arial" panose="020B0604020202020204" pitchFamily="34" charset="0"/>
                      <a:ea typeface="宋体" panose="02010600030101010101" pitchFamily="2" charset="-122"/>
                    </a:rPr>
                    <a:t>T</a:t>
                  </a:r>
                  <a:r>
                    <a:rPr kumimoji="1" lang="en-US" altLang="zh-CN" sz="1500" i="1" baseline="-25000">
                      <a:latin typeface="Arial" panose="020B0604020202020204" pitchFamily="34" charset="0"/>
                      <a:ea typeface="宋体" panose="02010600030101010101" pitchFamily="2" charset="-122"/>
                    </a:rPr>
                    <a:t>J</a:t>
                  </a:r>
                  <a:endParaRPr kumimoji="1" lang="en-US" altLang="zh-CN" sz="1500">
                    <a:latin typeface="Arial" panose="020B0604020202020204" pitchFamily="34" charset="0"/>
                    <a:ea typeface="宋体" panose="02010600030101010101" pitchFamily="2" charset="-122"/>
                  </a:endParaRPr>
                </a:p>
              </p:txBody>
            </p:sp>
          </p:grpSp>
        </p:grpSp>
      </p:grpSp>
      <p:sp>
        <p:nvSpPr>
          <p:cNvPr id="179204" name="Rectangle 21">
            <a:extLst>
              <a:ext uri="{FF2B5EF4-FFF2-40B4-BE49-F238E27FC236}">
                <a16:creationId xmlns:a16="http://schemas.microsoft.com/office/drawing/2014/main" id="{DDA42D80-E085-F74E-A725-A63F5875D5FD}"/>
              </a:ext>
            </a:extLst>
          </p:cNvPr>
          <p:cNvSpPr>
            <a:spLocks noGrp="1" noChangeArrowheads="1"/>
          </p:cNvSpPr>
          <p:nvPr>
            <p:ph type="title"/>
          </p:nvPr>
        </p:nvSpPr>
        <p:spPr>
          <a:xfrm>
            <a:off x="204550" y="269626"/>
            <a:ext cx="5844778" cy="521494"/>
          </a:xfrm>
        </p:spPr>
        <p:txBody>
          <a:bodyPr/>
          <a:lstStyle/>
          <a:p>
            <a:pPr eaLnBrk="1" hangingPunct="1"/>
            <a:r>
              <a:rPr lang="zh-CN" altLang="en-US" sz="3000" dirty="0">
                <a:ea typeface="宋体" panose="02010600030101010101" pitchFamily="2" charset="-122"/>
              </a:rPr>
              <a:t>人为干扰信号 </a:t>
            </a:r>
          </a:p>
        </p:txBody>
      </p:sp>
      <p:sp>
        <p:nvSpPr>
          <p:cNvPr id="179205" name="Line 22">
            <a:extLst>
              <a:ext uri="{FF2B5EF4-FFF2-40B4-BE49-F238E27FC236}">
                <a16:creationId xmlns:a16="http://schemas.microsoft.com/office/drawing/2014/main" id="{3ED09006-ED09-5E4C-B8CD-2137155E492D}"/>
              </a:ext>
            </a:extLst>
          </p:cNvPr>
          <p:cNvSpPr>
            <a:spLocks noChangeShapeType="1"/>
          </p:cNvSpPr>
          <p:nvPr/>
        </p:nvSpPr>
        <p:spPr bwMode="auto">
          <a:xfrm>
            <a:off x="2334817" y="1608956"/>
            <a:ext cx="4516040" cy="0"/>
          </a:xfrm>
          <a:prstGeom prst="line">
            <a:avLst/>
          </a:prstGeom>
          <a:noFill/>
          <a:ln w="38100" cmpd="dbl">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06" name="Line 23">
            <a:extLst>
              <a:ext uri="{FF2B5EF4-FFF2-40B4-BE49-F238E27FC236}">
                <a16:creationId xmlns:a16="http://schemas.microsoft.com/office/drawing/2014/main" id="{07F2F832-F313-C94C-9FF4-4166A954E05F}"/>
              </a:ext>
            </a:extLst>
          </p:cNvPr>
          <p:cNvSpPr>
            <a:spLocks noChangeShapeType="1"/>
          </p:cNvSpPr>
          <p:nvPr/>
        </p:nvSpPr>
        <p:spPr bwMode="auto">
          <a:xfrm>
            <a:off x="2324100" y="1614909"/>
            <a:ext cx="0" cy="25765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07" name="Line 24">
            <a:extLst>
              <a:ext uri="{FF2B5EF4-FFF2-40B4-BE49-F238E27FC236}">
                <a16:creationId xmlns:a16="http://schemas.microsoft.com/office/drawing/2014/main" id="{057A9011-E4E4-6A40-9D75-05B36142C5CE}"/>
              </a:ext>
            </a:extLst>
          </p:cNvPr>
          <p:cNvSpPr>
            <a:spLocks noChangeShapeType="1"/>
          </p:cNvSpPr>
          <p:nvPr/>
        </p:nvSpPr>
        <p:spPr bwMode="auto">
          <a:xfrm>
            <a:off x="6888957" y="1608956"/>
            <a:ext cx="707231"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08" name="Line 25">
            <a:extLst>
              <a:ext uri="{FF2B5EF4-FFF2-40B4-BE49-F238E27FC236}">
                <a16:creationId xmlns:a16="http://schemas.microsoft.com/office/drawing/2014/main" id="{2A96F887-D1AA-674E-8AFD-C2827978E768}"/>
              </a:ext>
            </a:extLst>
          </p:cNvPr>
          <p:cNvSpPr>
            <a:spLocks noChangeShapeType="1"/>
          </p:cNvSpPr>
          <p:nvPr/>
        </p:nvSpPr>
        <p:spPr bwMode="auto">
          <a:xfrm>
            <a:off x="6888956" y="2367385"/>
            <a:ext cx="30122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09" name="Line 26">
            <a:extLst>
              <a:ext uri="{FF2B5EF4-FFF2-40B4-BE49-F238E27FC236}">
                <a16:creationId xmlns:a16="http://schemas.microsoft.com/office/drawing/2014/main" id="{5156753B-2523-B842-B48A-70EB5CC4D940}"/>
              </a:ext>
            </a:extLst>
          </p:cNvPr>
          <p:cNvSpPr>
            <a:spLocks noChangeShapeType="1"/>
          </p:cNvSpPr>
          <p:nvPr/>
        </p:nvSpPr>
        <p:spPr bwMode="auto">
          <a:xfrm>
            <a:off x="7029450" y="1614910"/>
            <a:ext cx="0" cy="752475"/>
          </a:xfrm>
          <a:prstGeom prst="line">
            <a:avLst/>
          </a:prstGeom>
          <a:noFill/>
          <a:ln w="19050">
            <a:solidFill>
              <a:srgbClr val="333399"/>
            </a:solidFill>
            <a:round/>
            <a:headEnd type="triangle" w="med"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10" name="Rectangle 27">
            <a:extLst>
              <a:ext uri="{FF2B5EF4-FFF2-40B4-BE49-F238E27FC236}">
                <a16:creationId xmlns:a16="http://schemas.microsoft.com/office/drawing/2014/main" id="{A4FB22F3-4BAD-754D-84D3-EBA6C25A01C4}"/>
              </a:ext>
            </a:extLst>
          </p:cNvPr>
          <p:cNvSpPr>
            <a:spLocks noChangeArrowheads="1"/>
          </p:cNvSpPr>
          <p:nvPr/>
        </p:nvSpPr>
        <p:spPr bwMode="auto">
          <a:xfrm>
            <a:off x="2044304" y="1280343"/>
            <a:ext cx="316594" cy="390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2100">
                <a:latin typeface="Arial" panose="020B0604020202020204" pitchFamily="34" charset="0"/>
                <a:ea typeface="宋体" panose="02010600030101010101" pitchFamily="2" charset="-122"/>
              </a:rPr>
              <a:t>A</a:t>
            </a:r>
          </a:p>
        </p:txBody>
      </p:sp>
      <p:sp>
        <p:nvSpPr>
          <p:cNvPr id="179211" name="Rectangle 28">
            <a:extLst>
              <a:ext uri="{FF2B5EF4-FFF2-40B4-BE49-F238E27FC236}">
                <a16:creationId xmlns:a16="http://schemas.microsoft.com/office/drawing/2014/main" id="{031B04D3-ADA5-E344-8BD3-5F974B0396CD}"/>
              </a:ext>
            </a:extLst>
          </p:cNvPr>
          <p:cNvSpPr>
            <a:spLocks noChangeArrowheads="1"/>
          </p:cNvSpPr>
          <p:nvPr/>
        </p:nvSpPr>
        <p:spPr bwMode="auto">
          <a:xfrm>
            <a:off x="6731794" y="1280343"/>
            <a:ext cx="316594" cy="390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2100">
                <a:latin typeface="Arial" panose="020B0604020202020204" pitchFamily="34" charset="0"/>
                <a:ea typeface="宋体" panose="02010600030101010101" pitchFamily="2" charset="-122"/>
              </a:rPr>
              <a:t>B</a:t>
            </a:r>
          </a:p>
        </p:txBody>
      </p:sp>
      <p:sp>
        <p:nvSpPr>
          <p:cNvPr id="179212" name="Line 29">
            <a:extLst>
              <a:ext uri="{FF2B5EF4-FFF2-40B4-BE49-F238E27FC236}">
                <a16:creationId xmlns:a16="http://schemas.microsoft.com/office/drawing/2014/main" id="{36335122-70FC-3041-836C-7ECC9DC0DDB8}"/>
              </a:ext>
            </a:extLst>
          </p:cNvPr>
          <p:cNvSpPr>
            <a:spLocks noChangeShapeType="1"/>
          </p:cNvSpPr>
          <p:nvPr/>
        </p:nvSpPr>
        <p:spPr bwMode="auto">
          <a:xfrm>
            <a:off x="1790700" y="1762547"/>
            <a:ext cx="0" cy="1741884"/>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13" name="Line 30">
            <a:extLst>
              <a:ext uri="{FF2B5EF4-FFF2-40B4-BE49-F238E27FC236}">
                <a16:creationId xmlns:a16="http://schemas.microsoft.com/office/drawing/2014/main" id="{11A571BB-A0E0-2243-84BC-C857643CA2D3}"/>
              </a:ext>
            </a:extLst>
          </p:cNvPr>
          <p:cNvSpPr>
            <a:spLocks noChangeShapeType="1"/>
          </p:cNvSpPr>
          <p:nvPr/>
        </p:nvSpPr>
        <p:spPr bwMode="auto">
          <a:xfrm>
            <a:off x="6850856" y="1604194"/>
            <a:ext cx="0" cy="259318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14" name="Line 31">
            <a:extLst>
              <a:ext uri="{FF2B5EF4-FFF2-40B4-BE49-F238E27FC236}">
                <a16:creationId xmlns:a16="http://schemas.microsoft.com/office/drawing/2014/main" id="{BA6B86CB-4820-3945-AFD4-265829CCC3E5}"/>
              </a:ext>
            </a:extLst>
          </p:cNvPr>
          <p:cNvSpPr>
            <a:spLocks noChangeShapeType="1"/>
          </p:cNvSpPr>
          <p:nvPr/>
        </p:nvSpPr>
        <p:spPr bwMode="auto">
          <a:xfrm>
            <a:off x="1987153" y="2796010"/>
            <a:ext cx="3000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15" name="Line 32">
            <a:extLst>
              <a:ext uri="{FF2B5EF4-FFF2-40B4-BE49-F238E27FC236}">
                <a16:creationId xmlns:a16="http://schemas.microsoft.com/office/drawing/2014/main" id="{1E5A6C9B-468A-C24D-A869-7F59CAF3DBAF}"/>
              </a:ext>
            </a:extLst>
          </p:cNvPr>
          <p:cNvSpPr>
            <a:spLocks noChangeShapeType="1"/>
          </p:cNvSpPr>
          <p:nvPr/>
        </p:nvSpPr>
        <p:spPr bwMode="auto">
          <a:xfrm>
            <a:off x="1969294" y="1608956"/>
            <a:ext cx="3000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16" name="Line 33">
            <a:extLst>
              <a:ext uri="{FF2B5EF4-FFF2-40B4-BE49-F238E27FC236}">
                <a16:creationId xmlns:a16="http://schemas.microsoft.com/office/drawing/2014/main" id="{BDF48C3C-289D-CB4F-AFBC-A8E133BD5B4D}"/>
              </a:ext>
            </a:extLst>
          </p:cNvPr>
          <p:cNvSpPr>
            <a:spLocks noChangeShapeType="1"/>
          </p:cNvSpPr>
          <p:nvPr/>
        </p:nvSpPr>
        <p:spPr bwMode="auto">
          <a:xfrm>
            <a:off x="2122885" y="1608956"/>
            <a:ext cx="0" cy="1177529"/>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79217" name="Group 34">
            <a:extLst>
              <a:ext uri="{FF2B5EF4-FFF2-40B4-BE49-F238E27FC236}">
                <a16:creationId xmlns:a16="http://schemas.microsoft.com/office/drawing/2014/main" id="{73C70DC9-1C9A-894E-B363-B3D90562451F}"/>
              </a:ext>
            </a:extLst>
          </p:cNvPr>
          <p:cNvGrpSpPr>
            <a:grpSpLocks/>
          </p:cNvGrpSpPr>
          <p:nvPr/>
        </p:nvGrpSpPr>
        <p:grpSpPr bwMode="auto">
          <a:xfrm>
            <a:off x="1964527" y="2001859"/>
            <a:ext cx="387279" cy="322544"/>
            <a:chOff x="4272" y="1968"/>
            <a:chExt cx="277" cy="245"/>
          </a:xfrm>
        </p:grpSpPr>
        <p:sp>
          <p:nvSpPr>
            <p:cNvPr id="179244" name="Rectangle 35">
              <a:extLst>
                <a:ext uri="{FF2B5EF4-FFF2-40B4-BE49-F238E27FC236}">
                  <a16:creationId xmlns:a16="http://schemas.microsoft.com/office/drawing/2014/main" id="{E8ABACFB-0610-8943-8AF8-AB4E79E95A45}"/>
                </a:ext>
              </a:extLst>
            </p:cNvPr>
            <p:cNvSpPr>
              <a:spLocks noChangeArrowheads="1"/>
            </p:cNvSpPr>
            <p:nvPr/>
          </p:nvSpPr>
          <p:spPr bwMode="auto">
            <a:xfrm>
              <a:off x="4309" y="2009"/>
              <a:ext cx="181" cy="18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79245" name="Text Box 36">
              <a:extLst>
                <a:ext uri="{FF2B5EF4-FFF2-40B4-BE49-F238E27FC236}">
                  <a16:creationId xmlns:a16="http://schemas.microsoft.com/office/drawing/2014/main" id="{7E93FA32-F3D7-7E4F-9C9D-787E92876432}"/>
                </a:ext>
              </a:extLst>
            </p:cNvPr>
            <p:cNvSpPr txBox="1">
              <a:spLocks noChangeArrowheads="1"/>
            </p:cNvSpPr>
            <p:nvPr/>
          </p:nvSpPr>
          <p:spPr bwMode="auto">
            <a:xfrm>
              <a:off x="4272" y="1968"/>
              <a:ext cx="277"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i="1">
                  <a:latin typeface="Arial" panose="020B0604020202020204" pitchFamily="34" charset="0"/>
                  <a:ea typeface="宋体" panose="02010600030101010101" pitchFamily="2" charset="-122"/>
                </a:rPr>
                <a:t>T</a:t>
              </a:r>
              <a:r>
                <a:rPr kumimoji="1" lang="en-US" altLang="zh-CN" sz="1500" i="1" baseline="-25000">
                  <a:latin typeface="Arial" panose="020B0604020202020204" pitchFamily="34" charset="0"/>
                  <a:ea typeface="宋体" panose="02010600030101010101" pitchFamily="2" charset="-122"/>
                </a:rPr>
                <a:t>B</a:t>
              </a:r>
              <a:endParaRPr kumimoji="1" lang="en-US" altLang="zh-CN" sz="1500">
                <a:latin typeface="Arial" panose="020B0604020202020204" pitchFamily="34" charset="0"/>
                <a:ea typeface="宋体" panose="02010600030101010101" pitchFamily="2" charset="-122"/>
              </a:endParaRPr>
            </a:p>
          </p:txBody>
        </p:sp>
      </p:grpSp>
      <p:sp>
        <p:nvSpPr>
          <p:cNvPr id="179218" name="Text Box 37">
            <a:extLst>
              <a:ext uri="{FF2B5EF4-FFF2-40B4-BE49-F238E27FC236}">
                <a16:creationId xmlns:a16="http://schemas.microsoft.com/office/drawing/2014/main" id="{F4D4A588-47FD-FD4D-B9EE-9E7FACDBD7A9}"/>
              </a:ext>
            </a:extLst>
          </p:cNvPr>
          <p:cNvSpPr txBox="1">
            <a:spLocks noChangeArrowheads="1"/>
          </p:cNvSpPr>
          <p:nvPr/>
        </p:nvSpPr>
        <p:spPr bwMode="auto">
          <a:xfrm>
            <a:off x="1656160" y="3481810"/>
            <a:ext cx="23756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i="1">
                <a:latin typeface="Arial" panose="020B0604020202020204" pitchFamily="34" charset="0"/>
                <a:ea typeface="宋体" panose="02010600030101010101" pitchFamily="2" charset="-122"/>
              </a:rPr>
              <a:t>t</a:t>
            </a:r>
          </a:p>
        </p:txBody>
      </p:sp>
      <p:sp>
        <p:nvSpPr>
          <p:cNvPr id="179219" name="Line 38">
            <a:extLst>
              <a:ext uri="{FF2B5EF4-FFF2-40B4-BE49-F238E27FC236}">
                <a16:creationId xmlns:a16="http://schemas.microsoft.com/office/drawing/2014/main" id="{E7EA3753-9553-BC41-A607-5DFF873584AF}"/>
              </a:ext>
            </a:extLst>
          </p:cNvPr>
          <p:cNvSpPr>
            <a:spLocks noChangeShapeType="1"/>
          </p:cNvSpPr>
          <p:nvPr/>
        </p:nvSpPr>
        <p:spPr bwMode="auto">
          <a:xfrm>
            <a:off x="2324100" y="4081885"/>
            <a:ext cx="4538663" cy="0"/>
          </a:xfrm>
          <a:prstGeom prst="line">
            <a:avLst/>
          </a:prstGeom>
          <a:noFill/>
          <a:ln w="1905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20" name="Rectangle 39">
            <a:extLst>
              <a:ext uri="{FF2B5EF4-FFF2-40B4-BE49-F238E27FC236}">
                <a16:creationId xmlns:a16="http://schemas.microsoft.com/office/drawing/2014/main" id="{6F1E2A9B-6F03-FF44-B886-FAF4F2A2FC49}"/>
              </a:ext>
            </a:extLst>
          </p:cNvPr>
          <p:cNvSpPr>
            <a:spLocks noChangeArrowheads="1"/>
          </p:cNvSpPr>
          <p:nvPr/>
        </p:nvSpPr>
        <p:spPr bwMode="auto">
          <a:xfrm>
            <a:off x="6935392" y="1814935"/>
            <a:ext cx="222017" cy="29816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b="1">
                <a:latin typeface="Arial" panose="020B0604020202020204" pitchFamily="34" charset="0"/>
                <a:ea typeface="宋体" panose="02010600030101010101" pitchFamily="2" charset="-122"/>
                <a:sym typeface="Symbol" pitchFamily="2" charset="2"/>
              </a:rPr>
              <a:t></a:t>
            </a:r>
          </a:p>
        </p:txBody>
      </p:sp>
      <p:grpSp>
        <p:nvGrpSpPr>
          <p:cNvPr id="420904" name="Group 40">
            <a:extLst>
              <a:ext uri="{FF2B5EF4-FFF2-40B4-BE49-F238E27FC236}">
                <a16:creationId xmlns:a16="http://schemas.microsoft.com/office/drawing/2014/main" id="{C58D9CE0-482A-D04A-9FF7-B314E6721039}"/>
              </a:ext>
            </a:extLst>
          </p:cNvPr>
          <p:cNvGrpSpPr>
            <a:grpSpLocks/>
          </p:cNvGrpSpPr>
          <p:nvPr/>
        </p:nvGrpSpPr>
        <p:grpSpPr bwMode="auto">
          <a:xfrm>
            <a:off x="5740005" y="1064841"/>
            <a:ext cx="1154906" cy="987028"/>
            <a:chOff x="3861" y="1162"/>
            <a:chExt cx="970" cy="829"/>
          </a:xfrm>
        </p:grpSpPr>
        <p:sp>
          <p:nvSpPr>
            <p:cNvPr id="179241" name="AutoShape 41">
              <a:extLst>
                <a:ext uri="{FF2B5EF4-FFF2-40B4-BE49-F238E27FC236}">
                  <a16:creationId xmlns:a16="http://schemas.microsoft.com/office/drawing/2014/main" id="{1E05124A-0790-5A49-B979-E3E6147054CA}"/>
                </a:ext>
              </a:extLst>
            </p:cNvPr>
            <p:cNvSpPr>
              <a:spLocks noChangeArrowheads="1"/>
            </p:cNvSpPr>
            <p:nvPr/>
          </p:nvSpPr>
          <p:spPr bwMode="auto">
            <a:xfrm flipH="1">
              <a:off x="3861" y="1171"/>
              <a:ext cx="924" cy="225"/>
            </a:xfrm>
            <a:prstGeom prst="roundRect">
              <a:avLst>
                <a:gd name="adj" fmla="val 35417"/>
              </a:avLst>
            </a:prstGeom>
            <a:solidFill>
              <a:srgbClr val="FFFF99"/>
            </a:solidFill>
            <a:ln w="1905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79242" name="Text Box 42">
              <a:extLst>
                <a:ext uri="{FF2B5EF4-FFF2-40B4-BE49-F238E27FC236}">
                  <a16:creationId xmlns:a16="http://schemas.microsoft.com/office/drawing/2014/main" id="{C1C72291-7062-3446-93F9-E45FD21E4DE9}"/>
                </a:ext>
              </a:extLst>
            </p:cNvPr>
            <p:cNvSpPr txBox="1">
              <a:spLocks noChangeArrowheads="1"/>
            </p:cNvSpPr>
            <p:nvPr/>
          </p:nvSpPr>
          <p:spPr bwMode="auto">
            <a:xfrm>
              <a:off x="3878" y="1162"/>
              <a:ext cx="95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B </a:t>
              </a:r>
              <a:r>
                <a:rPr kumimoji="1" lang="zh-CN" altLang="en-US" sz="1500">
                  <a:latin typeface="Arial" panose="020B0604020202020204" pitchFamily="34" charset="0"/>
                  <a:ea typeface="宋体" panose="02010600030101010101" pitchFamily="2" charset="-122"/>
                </a:rPr>
                <a:t>发送数据</a:t>
              </a:r>
            </a:p>
          </p:txBody>
        </p:sp>
        <p:sp>
          <p:nvSpPr>
            <p:cNvPr id="179243" name="Line 43">
              <a:extLst>
                <a:ext uri="{FF2B5EF4-FFF2-40B4-BE49-F238E27FC236}">
                  <a16:creationId xmlns:a16="http://schemas.microsoft.com/office/drawing/2014/main" id="{653481E0-C1E7-7D47-94FC-90AD24019674}"/>
                </a:ext>
              </a:extLst>
            </p:cNvPr>
            <p:cNvSpPr>
              <a:spLocks noChangeShapeType="1"/>
            </p:cNvSpPr>
            <p:nvPr/>
          </p:nvSpPr>
          <p:spPr bwMode="auto">
            <a:xfrm>
              <a:off x="4377" y="1389"/>
              <a:ext cx="427" cy="602"/>
            </a:xfrm>
            <a:prstGeom prst="line">
              <a:avLst/>
            </a:prstGeom>
            <a:noFill/>
            <a:ln w="19050">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79222" name="Line 45">
            <a:extLst>
              <a:ext uri="{FF2B5EF4-FFF2-40B4-BE49-F238E27FC236}">
                <a16:creationId xmlns:a16="http://schemas.microsoft.com/office/drawing/2014/main" id="{D9D3DC77-CC00-474D-AACA-B1112BAA3C36}"/>
              </a:ext>
            </a:extLst>
          </p:cNvPr>
          <p:cNvSpPr>
            <a:spLocks noChangeShapeType="1"/>
          </p:cNvSpPr>
          <p:nvPr/>
        </p:nvSpPr>
        <p:spPr bwMode="auto">
          <a:xfrm flipH="1">
            <a:off x="2319337" y="2367385"/>
            <a:ext cx="404813" cy="434578"/>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23" name="AutoShape 46">
            <a:extLst>
              <a:ext uri="{FF2B5EF4-FFF2-40B4-BE49-F238E27FC236}">
                <a16:creationId xmlns:a16="http://schemas.microsoft.com/office/drawing/2014/main" id="{6906047E-E350-5449-BB5E-ECA203B0FB92}"/>
              </a:ext>
            </a:extLst>
          </p:cNvPr>
          <p:cNvSpPr>
            <a:spLocks noChangeArrowheads="1"/>
          </p:cNvSpPr>
          <p:nvPr/>
        </p:nvSpPr>
        <p:spPr bwMode="auto">
          <a:xfrm>
            <a:off x="2324100" y="1767310"/>
            <a:ext cx="1276350" cy="1188244"/>
          </a:xfrm>
          <a:prstGeom prst="irregularSeal1">
            <a:avLst/>
          </a:prstGeom>
          <a:solidFill>
            <a:srgbClr val="FFCCFF"/>
          </a:solidFill>
          <a:ln w="1905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79224" name="Text Box 47">
            <a:extLst>
              <a:ext uri="{FF2B5EF4-FFF2-40B4-BE49-F238E27FC236}">
                <a16:creationId xmlns:a16="http://schemas.microsoft.com/office/drawing/2014/main" id="{33721F21-E9EA-0547-ABA2-6CC61EBFB384}"/>
              </a:ext>
            </a:extLst>
          </p:cNvPr>
          <p:cNvSpPr txBox="1">
            <a:spLocks noChangeArrowheads="1"/>
          </p:cNvSpPr>
          <p:nvPr/>
        </p:nvSpPr>
        <p:spPr bwMode="auto">
          <a:xfrm>
            <a:off x="2534842" y="2103066"/>
            <a:ext cx="877163" cy="563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85000"/>
              </a:lnSpc>
              <a:spcBef>
                <a:spcPct val="0"/>
              </a:spcBef>
              <a:buClrTx/>
              <a:buSzTx/>
              <a:buFontTx/>
              <a:buNone/>
            </a:pPr>
            <a:r>
              <a:rPr kumimoji="1" lang="en-US" altLang="zh-CN" sz="1800">
                <a:latin typeface="Arial" panose="020B0604020202020204" pitchFamily="34" charset="0"/>
                <a:ea typeface="宋体" panose="02010600030101010101" pitchFamily="2" charset="-122"/>
              </a:rPr>
              <a:t>A </a:t>
            </a:r>
            <a:r>
              <a:rPr kumimoji="1" lang="zh-CN" altLang="en-US" sz="1800">
                <a:latin typeface="Arial" panose="020B0604020202020204" pitchFamily="34" charset="0"/>
                <a:ea typeface="宋体" panose="02010600030101010101" pitchFamily="2" charset="-122"/>
              </a:rPr>
              <a:t>检测</a:t>
            </a:r>
          </a:p>
          <a:p>
            <a:pPr>
              <a:lnSpc>
                <a:spcPct val="85000"/>
              </a:lnSpc>
              <a:spcBef>
                <a:spcPct val="0"/>
              </a:spcBef>
              <a:buClrTx/>
              <a:buSzTx/>
              <a:buFontTx/>
              <a:buNone/>
            </a:pPr>
            <a:r>
              <a:rPr kumimoji="1" lang="zh-CN" altLang="en-US" sz="1800">
                <a:latin typeface="Arial" panose="020B0604020202020204" pitchFamily="34" charset="0"/>
                <a:ea typeface="宋体" panose="02010600030101010101" pitchFamily="2" charset="-122"/>
              </a:rPr>
              <a:t>到冲突</a:t>
            </a:r>
          </a:p>
        </p:txBody>
      </p:sp>
      <p:grpSp>
        <p:nvGrpSpPr>
          <p:cNvPr id="420912" name="Group 48">
            <a:extLst>
              <a:ext uri="{FF2B5EF4-FFF2-40B4-BE49-F238E27FC236}">
                <a16:creationId xmlns:a16="http://schemas.microsoft.com/office/drawing/2014/main" id="{48730215-C61E-0645-84E6-AA6F1E1E0A31}"/>
              </a:ext>
            </a:extLst>
          </p:cNvPr>
          <p:cNvGrpSpPr>
            <a:grpSpLocks/>
          </p:cNvGrpSpPr>
          <p:nvPr/>
        </p:nvGrpSpPr>
        <p:grpSpPr bwMode="auto">
          <a:xfrm>
            <a:off x="4624388" y="1162472"/>
            <a:ext cx="1334691" cy="1047750"/>
            <a:chOff x="2925" y="1207"/>
            <a:chExt cx="1121" cy="880"/>
          </a:xfrm>
        </p:grpSpPr>
        <p:sp>
          <p:nvSpPr>
            <p:cNvPr id="179237" name="Line 49">
              <a:extLst>
                <a:ext uri="{FF2B5EF4-FFF2-40B4-BE49-F238E27FC236}">
                  <a16:creationId xmlns:a16="http://schemas.microsoft.com/office/drawing/2014/main" id="{46A0624E-C155-2F41-BA00-BC7CFC8E0B78}"/>
                </a:ext>
              </a:extLst>
            </p:cNvPr>
            <p:cNvSpPr>
              <a:spLocks noChangeShapeType="1"/>
            </p:cNvSpPr>
            <p:nvPr/>
          </p:nvSpPr>
          <p:spPr bwMode="auto">
            <a:xfrm>
              <a:off x="3787" y="1706"/>
              <a:ext cx="232" cy="381"/>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79238" name="Group 50">
              <a:extLst>
                <a:ext uri="{FF2B5EF4-FFF2-40B4-BE49-F238E27FC236}">
                  <a16:creationId xmlns:a16="http://schemas.microsoft.com/office/drawing/2014/main" id="{83AA2BBF-D68F-A947-9918-2A321B7064B7}"/>
                </a:ext>
              </a:extLst>
            </p:cNvPr>
            <p:cNvGrpSpPr>
              <a:grpSpLocks/>
            </p:cNvGrpSpPr>
            <p:nvPr/>
          </p:nvGrpSpPr>
          <p:grpSpPr bwMode="auto">
            <a:xfrm>
              <a:off x="2925" y="1207"/>
              <a:ext cx="1121" cy="681"/>
              <a:chOff x="3514" y="2256"/>
              <a:chExt cx="1121" cy="681"/>
            </a:xfrm>
          </p:grpSpPr>
          <p:sp>
            <p:nvSpPr>
              <p:cNvPr id="179239" name="AutoShape 51">
                <a:extLst>
                  <a:ext uri="{FF2B5EF4-FFF2-40B4-BE49-F238E27FC236}">
                    <a16:creationId xmlns:a16="http://schemas.microsoft.com/office/drawing/2014/main" id="{E0AD61A4-14A5-A842-A927-27201D807626}"/>
                  </a:ext>
                </a:extLst>
              </p:cNvPr>
              <p:cNvSpPr>
                <a:spLocks noChangeArrowheads="1"/>
              </p:cNvSpPr>
              <p:nvPr/>
            </p:nvSpPr>
            <p:spPr bwMode="auto">
              <a:xfrm>
                <a:off x="3514" y="2256"/>
                <a:ext cx="1121" cy="681"/>
              </a:xfrm>
              <a:prstGeom prst="irregularSeal1">
                <a:avLst/>
              </a:prstGeom>
              <a:solidFill>
                <a:srgbClr val="FFCCFF"/>
              </a:solidFill>
              <a:ln w="1905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79240" name="Text Box 52">
                <a:extLst>
                  <a:ext uri="{FF2B5EF4-FFF2-40B4-BE49-F238E27FC236}">
                    <a16:creationId xmlns:a16="http://schemas.microsoft.com/office/drawing/2014/main" id="{2662BB56-9397-2347-8AEF-0CD01A405493}"/>
                  </a:ext>
                </a:extLst>
              </p:cNvPr>
              <p:cNvSpPr txBox="1">
                <a:spLocks noChangeArrowheads="1"/>
              </p:cNvSpPr>
              <p:nvPr/>
            </p:nvSpPr>
            <p:spPr bwMode="auto">
              <a:xfrm>
                <a:off x="3701" y="2427"/>
                <a:ext cx="80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开始冲突</a:t>
                </a:r>
              </a:p>
            </p:txBody>
          </p:sp>
        </p:grpSp>
      </p:grpSp>
      <p:sp>
        <p:nvSpPr>
          <p:cNvPr id="179226" name="Line 54">
            <a:extLst>
              <a:ext uri="{FF2B5EF4-FFF2-40B4-BE49-F238E27FC236}">
                <a16:creationId xmlns:a16="http://schemas.microsoft.com/office/drawing/2014/main" id="{F8C9B21C-1697-FD4E-A3E5-F0503B219334}"/>
              </a:ext>
            </a:extLst>
          </p:cNvPr>
          <p:cNvSpPr>
            <a:spLocks noChangeShapeType="1"/>
          </p:cNvSpPr>
          <p:nvPr/>
        </p:nvSpPr>
        <p:spPr bwMode="auto">
          <a:xfrm>
            <a:off x="6910388" y="4081885"/>
            <a:ext cx="6858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27" name="Line 55">
            <a:extLst>
              <a:ext uri="{FF2B5EF4-FFF2-40B4-BE49-F238E27FC236}">
                <a16:creationId xmlns:a16="http://schemas.microsoft.com/office/drawing/2014/main" id="{F8DE71AE-ED3E-854A-B489-605358366F65}"/>
              </a:ext>
            </a:extLst>
          </p:cNvPr>
          <p:cNvSpPr>
            <a:spLocks noChangeShapeType="1"/>
          </p:cNvSpPr>
          <p:nvPr/>
        </p:nvSpPr>
        <p:spPr bwMode="auto">
          <a:xfrm>
            <a:off x="7379494" y="1592288"/>
            <a:ext cx="0" cy="2480072"/>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28" name="Text Box 56">
            <a:extLst>
              <a:ext uri="{FF2B5EF4-FFF2-40B4-BE49-F238E27FC236}">
                <a16:creationId xmlns:a16="http://schemas.microsoft.com/office/drawing/2014/main" id="{3CBE21B4-BC78-DC49-8B4C-85C9F7C63626}"/>
              </a:ext>
            </a:extLst>
          </p:cNvPr>
          <p:cNvSpPr txBox="1">
            <a:spLocks noChangeArrowheads="1"/>
          </p:cNvSpPr>
          <p:nvPr/>
        </p:nvSpPr>
        <p:spPr bwMode="auto">
          <a:xfrm>
            <a:off x="7204472" y="2063775"/>
            <a:ext cx="415498" cy="175432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信</a:t>
            </a:r>
          </a:p>
          <a:p>
            <a:pPr>
              <a:spcBef>
                <a:spcPct val="0"/>
              </a:spcBef>
              <a:buClrTx/>
              <a:buSzTx/>
              <a:buFontTx/>
              <a:buNone/>
            </a:pPr>
            <a:r>
              <a:rPr kumimoji="1" lang="zh-CN" altLang="en-US" sz="1800">
                <a:latin typeface="Arial" panose="020B0604020202020204" pitchFamily="34" charset="0"/>
                <a:ea typeface="宋体" panose="02010600030101010101" pitchFamily="2" charset="-122"/>
              </a:rPr>
              <a:t>道</a:t>
            </a:r>
          </a:p>
          <a:p>
            <a:pPr>
              <a:spcBef>
                <a:spcPct val="0"/>
              </a:spcBef>
              <a:buClrTx/>
              <a:buSzTx/>
              <a:buFontTx/>
              <a:buNone/>
            </a:pPr>
            <a:r>
              <a:rPr kumimoji="1" lang="zh-CN" altLang="en-US" sz="1800">
                <a:latin typeface="Arial" panose="020B0604020202020204" pitchFamily="34" charset="0"/>
                <a:ea typeface="宋体" panose="02010600030101010101" pitchFamily="2" charset="-122"/>
              </a:rPr>
              <a:t>占</a:t>
            </a:r>
          </a:p>
          <a:p>
            <a:pPr>
              <a:spcBef>
                <a:spcPct val="0"/>
              </a:spcBef>
              <a:buClrTx/>
              <a:buSzTx/>
              <a:buFontTx/>
              <a:buNone/>
            </a:pPr>
            <a:r>
              <a:rPr kumimoji="1" lang="zh-CN" altLang="en-US" sz="1800">
                <a:latin typeface="Arial" panose="020B0604020202020204" pitchFamily="34" charset="0"/>
                <a:ea typeface="宋体" panose="02010600030101010101" pitchFamily="2" charset="-122"/>
              </a:rPr>
              <a:t>用</a:t>
            </a:r>
          </a:p>
          <a:p>
            <a:pPr>
              <a:spcBef>
                <a:spcPct val="0"/>
              </a:spcBef>
              <a:buClrTx/>
              <a:buSzTx/>
              <a:buFontTx/>
              <a:buNone/>
            </a:pPr>
            <a:r>
              <a:rPr kumimoji="1" lang="zh-CN" altLang="en-US" sz="1800">
                <a:latin typeface="Arial" panose="020B0604020202020204" pitchFamily="34" charset="0"/>
                <a:ea typeface="宋体" panose="02010600030101010101" pitchFamily="2" charset="-122"/>
              </a:rPr>
              <a:t>时</a:t>
            </a:r>
          </a:p>
          <a:p>
            <a:pPr>
              <a:spcBef>
                <a:spcPct val="0"/>
              </a:spcBef>
              <a:buClrTx/>
              <a:buSzTx/>
              <a:buFontTx/>
              <a:buNone/>
            </a:pPr>
            <a:r>
              <a:rPr kumimoji="1" lang="zh-CN" altLang="en-US" sz="1800">
                <a:latin typeface="Arial" panose="020B0604020202020204" pitchFamily="34" charset="0"/>
                <a:ea typeface="宋体" panose="02010600030101010101" pitchFamily="2" charset="-122"/>
              </a:rPr>
              <a:t>间</a:t>
            </a:r>
          </a:p>
        </p:txBody>
      </p:sp>
      <p:grpSp>
        <p:nvGrpSpPr>
          <p:cNvPr id="179229" name="Group 57">
            <a:extLst>
              <a:ext uri="{FF2B5EF4-FFF2-40B4-BE49-F238E27FC236}">
                <a16:creationId xmlns:a16="http://schemas.microsoft.com/office/drawing/2014/main" id="{D3477ABC-D1B3-6140-B2A3-7EB053A0E7C1}"/>
              </a:ext>
            </a:extLst>
          </p:cNvPr>
          <p:cNvGrpSpPr>
            <a:grpSpLocks/>
          </p:cNvGrpSpPr>
          <p:nvPr/>
        </p:nvGrpSpPr>
        <p:grpSpPr bwMode="auto">
          <a:xfrm>
            <a:off x="2357438" y="1064841"/>
            <a:ext cx="1233488" cy="540544"/>
            <a:chOff x="1020" y="1162"/>
            <a:chExt cx="1036" cy="454"/>
          </a:xfrm>
        </p:grpSpPr>
        <p:sp>
          <p:nvSpPr>
            <p:cNvPr id="179234" name="AutoShape 58">
              <a:extLst>
                <a:ext uri="{FF2B5EF4-FFF2-40B4-BE49-F238E27FC236}">
                  <a16:creationId xmlns:a16="http://schemas.microsoft.com/office/drawing/2014/main" id="{7C0791D5-2723-FE43-A634-C500A75E1B36}"/>
                </a:ext>
              </a:extLst>
            </p:cNvPr>
            <p:cNvSpPr>
              <a:spLocks noChangeArrowheads="1"/>
            </p:cNvSpPr>
            <p:nvPr/>
          </p:nvSpPr>
          <p:spPr bwMode="auto">
            <a:xfrm flipH="1">
              <a:off x="1111" y="1171"/>
              <a:ext cx="924" cy="225"/>
            </a:xfrm>
            <a:prstGeom prst="roundRect">
              <a:avLst>
                <a:gd name="adj" fmla="val 35417"/>
              </a:avLst>
            </a:prstGeom>
            <a:solidFill>
              <a:srgbClr val="FFFF99"/>
            </a:solidFill>
            <a:ln w="1905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79235" name="Text Box 59">
              <a:extLst>
                <a:ext uri="{FF2B5EF4-FFF2-40B4-BE49-F238E27FC236}">
                  <a16:creationId xmlns:a16="http://schemas.microsoft.com/office/drawing/2014/main" id="{56D182D5-57EA-2F48-92C6-9C61277B26CD}"/>
                </a:ext>
              </a:extLst>
            </p:cNvPr>
            <p:cNvSpPr txBox="1">
              <a:spLocks noChangeArrowheads="1"/>
            </p:cNvSpPr>
            <p:nvPr/>
          </p:nvSpPr>
          <p:spPr bwMode="auto">
            <a:xfrm>
              <a:off x="1111" y="1162"/>
              <a:ext cx="945"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 </a:t>
              </a:r>
              <a:r>
                <a:rPr kumimoji="1" lang="zh-CN" altLang="en-US" sz="1500">
                  <a:latin typeface="Arial" panose="020B0604020202020204" pitchFamily="34" charset="0"/>
                  <a:ea typeface="宋体" panose="02010600030101010101" pitchFamily="2" charset="-122"/>
                </a:rPr>
                <a:t>发送数据</a:t>
              </a:r>
            </a:p>
          </p:txBody>
        </p:sp>
        <p:sp>
          <p:nvSpPr>
            <p:cNvPr id="179236" name="Line 60">
              <a:extLst>
                <a:ext uri="{FF2B5EF4-FFF2-40B4-BE49-F238E27FC236}">
                  <a16:creationId xmlns:a16="http://schemas.microsoft.com/office/drawing/2014/main" id="{E9769A5A-D7E3-5C4F-B7C0-589E9F5599B7}"/>
                </a:ext>
              </a:extLst>
            </p:cNvPr>
            <p:cNvSpPr>
              <a:spLocks noChangeShapeType="1"/>
            </p:cNvSpPr>
            <p:nvPr/>
          </p:nvSpPr>
          <p:spPr bwMode="auto">
            <a:xfrm flipH="1">
              <a:off x="1020" y="1389"/>
              <a:ext cx="409" cy="227"/>
            </a:xfrm>
            <a:prstGeom prst="line">
              <a:avLst/>
            </a:prstGeom>
            <a:noFill/>
            <a:ln w="19050">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20925" name="Line 61">
            <a:extLst>
              <a:ext uri="{FF2B5EF4-FFF2-40B4-BE49-F238E27FC236}">
                <a16:creationId xmlns:a16="http://schemas.microsoft.com/office/drawing/2014/main" id="{A2935811-F7F4-AC44-AA5E-259532019CA5}"/>
              </a:ext>
            </a:extLst>
          </p:cNvPr>
          <p:cNvSpPr>
            <a:spLocks noChangeShapeType="1"/>
          </p:cNvSpPr>
          <p:nvPr/>
        </p:nvSpPr>
        <p:spPr bwMode="auto">
          <a:xfrm flipH="1">
            <a:off x="2314575" y="2051869"/>
            <a:ext cx="4519613" cy="756047"/>
          </a:xfrm>
          <a:prstGeom prst="line">
            <a:avLst/>
          </a:prstGeom>
          <a:noFill/>
          <a:ln w="57150">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31" name="Rectangle 62">
            <a:extLst>
              <a:ext uri="{FF2B5EF4-FFF2-40B4-BE49-F238E27FC236}">
                <a16:creationId xmlns:a16="http://schemas.microsoft.com/office/drawing/2014/main" id="{5BF99547-5FA7-DC41-87DC-454818088605}"/>
              </a:ext>
            </a:extLst>
          </p:cNvPr>
          <p:cNvSpPr>
            <a:spLocks noChangeArrowheads="1"/>
          </p:cNvSpPr>
          <p:nvPr/>
        </p:nvSpPr>
        <p:spPr bwMode="auto">
          <a:xfrm>
            <a:off x="2034779" y="3873104"/>
            <a:ext cx="322659" cy="265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20927" name="Text Box 63">
            <a:extLst>
              <a:ext uri="{FF2B5EF4-FFF2-40B4-BE49-F238E27FC236}">
                <a16:creationId xmlns:a16="http://schemas.microsoft.com/office/drawing/2014/main" id="{81DFE9DC-751B-8D4E-BB90-9A660E9CBA66}"/>
              </a:ext>
            </a:extLst>
          </p:cNvPr>
          <p:cNvSpPr txBox="1">
            <a:spLocks noChangeArrowheads="1"/>
          </p:cNvSpPr>
          <p:nvPr/>
        </p:nvSpPr>
        <p:spPr bwMode="auto">
          <a:xfrm>
            <a:off x="1144192" y="4281854"/>
            <a:ext cx="7475931" cy="738664"/>
          </a:xfrm>
          <a:prstGeom prst="rect">
            <a:avLst/>
          </a:prstGeom>
          <a:solidFill>
            <a:srgbClr val="FFFF99"/>
          </a:solidFill>
          <a:ln w="9525">
            <a:solidFill>
              <a:srgbClr val="333399"/>
            </a:solidFill>
            <a:miter lim="800000"/>
            <a:headEnd/>
            <a:tailEnd/>
          </a:ln>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2100" dirty="0">
                <a:latin typeface="Arial" panose="020B0604020202020204" pitchFamily="34" charset="0"/>
                <a:ea typeface="宋体" panose="02010600030101010101" pitchFamily="2" charset="-122"/>
              </a:rPr>
              <a:t>B </a:t>
            </a:r>
            <a:r>
              <a:rPr lang="zh-CN" altLang="en-US" sz="2100" dirty="0">
                <a:latin typeface="Arial" panose="020B0604020202020204" pitchFamily="34" charset="0"/>
                <a:ea typeface="宋体" panose="02010600030101010101" pitchFamily="2" charset="-122"/>
              </a:rPr>
              <a:t>也能够检测到冲突，并立即停止发送数据帧，接着就发送干扰信号。这里为了简单起见，只画出 </a:t>
            </a:r>
            <a:r>
              <a:rPr lang="en-US" altLang="zh-CN" sz="2100" dirty="0">
                <a:latin typeface="Arial" panose="020B0604020202020204" pitchFamily="34" charset="0"/>
                <a:ea typeface="宋体" panose="02010600030101010101" pitchFamily="2" charset="-122"/>
              </a:rPr>
              <a:t>A </a:t>
            </a:r>
            <a:r>
              <a:rPr lang="zh-CN" altLang="en-US" sz="2100" dirty="0">
                <a:latin typeface="Arial" panose="020B0604020202020204" pitchFamily="34" charset="0"/>
                <a:ea typeface="宋体" panose="02010600030101010101" pitchFamily="2" charset="-122"/>
              </a:rPr>
              <a:t>发送干扰信号的情况。</a:t>
            </a:r>
          </a:p>
        </p:txBody>
      </p:sp>
      <p:sp>
        <p:nvSpPr>
          <p:cNvPr id="179233" name="幻灯片编号占位符 1">
            <a:extLst>
              <a:ext uri="{FF2B5EF4-FFF2-40B4-BE49-F238E27FC236}">
                <a16:creationId xmlns:a16="http://schemas.microsoft.com/office/drawing/2014/main" id="{28878C51-7036-B145-AD9D-28C712BE7AF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068222D-1E18-8940-8259-59008D742E0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1287586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withEffect">
                                  <p:stCondLst>
                                    <p:cond delay="0"/>
                                  </p:stCondLst>
                                  <p:childTnLst>
                                    <p:set>
                                      <p:cBhvr>
                                        <p:cTn id="6" dur="1" fill="hold">
                                          <p:stCondLst>
                                            <p:cond delay="0"/>
                                          </p:stCondLst>
                                        </p:cTn>
                                        <p:tgtEl>
                                          <p:spTgt spid="420868"/>
                                        </p:tgtEl>
                                        <p:attrNameLst>
                                          <p:attrName>style.visibility</p:attrName>
                                        </p:attrNameLst>
                                      </p:cBhvr>
                                      <p:to>
                                        <p:strVal val="visible"/>
                                      </p:to>
                                    </p:set>
                                    <p:animEffect transition="in" filter="wipe(up)">
                                      <p:cBhvr>
                                        <p:cTn id="7" dur="18000"/>
                                        <p:tgtEl>
                                          <p:spTgt spid="420868"/>
                                        </p:tgtEl>
                                      </p:cBhvr>
                                    </p:animEffect>
                                  </p:childTnLst>
                                </p:cTn>
                              </p:par>
                              <p:par>
                                <p:cTn id="8" presetID="1" presetClass="entr" presetSubtype="0" fill="hold" nodeType="withEffect">
                                  <p:stCondLst>
                                    <p:cond delay="3500"/>
                                  </p:stCondLst>
                                  <p:childTnLst>
                                    <p:set>
                                      <p:cBhvr>
                                        <p:cTn id="9" dur="1" fill="hold">
                                          <p:stCondLst>
                                            <p:cond delay="0"/>
                                          </p:stCondLst>
                                        </p:cTn>
                                        <p:tgtEl>
                                          <p:spTgt spid="420904"/>
                                        </p:tgtEl>
                                        <p:attrNameLst>
                                          <p:attrName>style.visibility</p:attrName>
                                        </p:attrNameLst>
                                      </p:cBhvr>
                                      <p:to>
                                        <p:strVal val="visible"/>
                                      </p:to>
                                    </p:set>
                                  </p:childTnLst>
                                </p:cTn>
                              </p:par>
                              <p:par>
                                <p:cTn id="10" presetID="22" presetClass="entr" presetSubtype="2" fill="hold" nodeType="withEffect">
                                  <p:stCondLst>
                                    <p:cond delay="3500"/>
                                  </p:stCondLst>
                                  <p:childTnLst>
                                    <p:set>
                                      <p:cBhvr>
                                        <p:cTn id="11" dur="1" fill="hold">
                                          <p:stCondLst>
                                            <p:cond delay="0"/>
                                          </p:stCondLst>
                                        </p:cTn>
                                        <p:tgtEl>
                                          <p:spTgt spid="420925"/>
                                        </p:tgtEl>
                                        <p:attrNameLst>
                                          <p:attrName>style.visibility</p:attrName>
                                        </p:attrNameLst>
                                      </p:cBhvr>
                                      <p:to>
                                        <p:strVal val="visible"/>
                                      </p:to>
                                    </p:set>
                                    <p:animEffect transition="in" filter="wipe(right)">
                                      <p:cBhvr>
                                        <p:cTn id="12" dur="5000"/>
                                        <p:tgtEl>
                                          <p:spTgt spid="420925"/>
                                        </p:tgtEl>
                                      </p:cBhvr>
                                    </p:animEffect>
                                  </p:childTnLst>
                                </p:cTn>
                              </p:par>
                              <p:par>
                                <p:cTn id="13" presetID="1" presetClass="entr" presetSubtype="0" fill="hold" nodeType="withEffect">
                                  <p:stCondLst>
                                    <p:cond delay="4000"/>
                                  </p:stCondLst>
                                  <p:childTnLst>
                                    <p:set>
                                      <p:cBhvr>
                                        <p:cTn id="14" dur="1" fill="hold">
                                          <p:stCondLst>
                                            <p:cond delay="0"/>
                                          </p:stCondLst>
                                        </p:cTn>
                                        <p:tgtEl>
                                          <p:spTgt spid="420912"/>
                                        </p:tgtEl>
                                        <p:attrNameLst>
                                          <p:attrName>style.visibility</p:attrName>
                                        </p:attrNameLst>
                                      </p:cBhvr>
                                      <p:to>
                                        <p:strVal val="visible"/>
                                      </p:to>
                                    </p:set>
                                  </p:childTnLst>
                                </p:cTn>
                              </p:par>
                              <p:par>
                                <p:cTn id="15" presetID="35" presetClass="emph" presetSubtype="0" repeatCount="4000" fill="hold" nodeType="withEffect">
                                  <p:stCondLst>
                                    <p:cond delay="4000"/>
                                  </p:stCondLst>
                                  <p:childTnLst>
                                    <p:anim calcmode="discrete" valueType="str">
                                      <p:cBhvr>
                                        <p:cTn id="16" dur="1000" fill="hold"/>
                                        <p:tgtEl>
                                          <p:spTgt spid="420912"/>
                                        </p:tgtEl>
                                        <p:attrNameLst>
                                          <p:attrName>style.visibility</p:attrName>
                                        </p:attrNameLst>
                                      </p:cBhvr>
                                      <p:tavLst>
                                        <p:tav tm="0">
                                          <p:val>
                                            <p:strVal val="hidden"/>
                                          </p:val>
                                        </p:tav>
                                        <p:tav tm="50000">
                                          <p:val>
                                            <p:strVal val="visible"/>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209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927"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49" name="Rectangle 2">
            <a:extLst>
              <a:ext uri="{FF2B5EF4-FFF2-40B4-BE49-F238E27FC236}">
                <a16:creationId xmlns:a16="http://schemas.microsoft.com/office/drawing/2014/main" id="{E23A07CD-13EF-6C48-A6E0-AE4FF66390B1}"/>
              </a:ext>
            </a:extLst>
          </p:cNvPr>
          <p:cNvSpPr>
            <a:spLocks noGrp="1" noChangeArrowheads="1"/>
          </p:cNvSpPr>
          <p:nvPr>
            <p:ph type="title"/>
          </p:nvPr>
        </p:nvSpPr>
        <p:spPr>
          <a:xfrm>
            <a:off x="171451" y="261818"/>
            <a:ext cx="7360206" cy="624125"/>
          </a:xfrm>
        </p:spPr>
        <p:txBody>
          <a:bodyPr/>
          <a:lstStyle/>
          <a:p>
            <a:pPr eaLnBrk="1" hangingPunct="1"/>
            <a:r>
              <a:rPr lang="en-US" altLang="zh-CN" dirty="0">
                <a:latin typeface="Times New Roman" panose="02020603050405020304" pitchFamily="18" charset="0"/>
                <a:ea typeface="宋体" panose="02010600030101010101" pitchFamily="2" charset="-122"/>
              </a:rPr>
              <a:t>3.4  </a:t>
            </a:r>
            <a:r>
              <a:rPr lang="zh-CN" altLang="en-US" dirty="0">
                <a:latin typeface="Times New Roman" panose="02020603050405020304" pitchFamily="18" charset="0"/>
                <a:ea typeface="宋体" panose="02010600030101010101" pitchFamily="2" charset="-122"/>
              </a:rPr>
              <a:t>使用广播信道的以太网</a:t>
            </a:r>
            <a:endParaRPr lang="zh-CN" altLang="en-US" sz="3000" dirty="0">
              <a:ea typeface="宋体" panose="02010600030101010101" pitchFamily="2" charset="-122"/>
            </a:endParaRPr>
          </a:p>
        </p:txBody>
      </p:sp>
      <p:sp>
        <p:nvSpPr>
          <p:cNvPr id="421891" name="Rectangle 3">
            <a:extLst>
              <a:ext uri="{FF2B5EF4-FFF2-40B4-BE49-F238E27FC236}">
                <a16:creationId xmlns:a16="http://schemas.microsoft.com/office/drawing/2014/main" id="{BE6CAF54-C27E-434C-A3CC-EB331883F936}"/>
              </a:ext>
            </a:extLst>
          </p:cNvPr>
          <p:cNvSpPr>
            <a:spLocks noGrp="1" noChangeArrowheads="1"/>
          </p:cNvSpPr>
          <p:nvPr>
            <p:ph type="body" idx="1"/>
          </p:nvPr>
        </p:nvSpPr>
        <p:spPr>
          <a:xfrm>
            <a:off x="171451" y="1760220"/>
            <a:ext cx="8766809" cy="2809399"/>
          </a:xfrm>
        </p:spPr>
        <p:txBody>
          <a:bodyPr/>
          <a:lstStyle/>
          <a:p>
            <a:pPr eaLnBrk="1" hangingPunct="1"/>
            <a:r>
              <a:rPr lang="zh-CN" altLang="en-US" dirty="0">
                <a:latin typeface="Times New Roman" panose="02020603050405020304" pitchFamily="18" charset="0"/>
                <a:ea typeface="宋体" panose="02010600030101010101" pitchFamily="2" charset="-122"/>
              </a:rPr>
              <a:t>传统以太网最初是使用粗同轴电缆，后来演进到使用比较便宜的细同轴电缆，最后发展为使用更便宜和更灵活的双绞线。</a:t>
            </a:r>
          </a:p>
          <a:p>
            <a:pPr eaLnBrk="1" hangingPunct="1"/>
            <a:r>
              <a:rPr lang="zh-CN" altLang="en-US" dirty="0">
                <a:latin typeface="Times New Roman" panose="02020603050405020304" pitchFamily="18" charset="0"/>
                <a:ea typeface="宋体" panose="02010600030101010101" pitchFamily="2" charset="-122"/>
              </a:rPr>
              <a:t>这种以太网采用星形拓扑，在星形的中心则增加了一种可靠性非常高的设备，叫做</a:t>
            </a:r>
            <a:r>
              <a:rPr lang="zh-CN" altLang="en-US" dirty="0">
                <a:solidFill>
                  <a:schemeClr val="hlink"/>
                </a:solidFill>
                <a:latin typeface="Times New Roman" panose="02020603050405020304" pitchFamily="18" charset="0"/>
                <a:ea typeface="宋体" panose="02010600030101010101" pitchFamily="2" charset="-122"/>
              </a:rPr>
              <a:t>集线器</a:t>
            </a:r>
            <a:r>
              <a:rPr lang="en-US" altLang="zh-CN" dirty="0">
                <a:latin typeface="Times New Roman" panose="02020603050405020304" pitchFamily="18" charset="0"/>
                <a:ea typeface="宋体" panose="02010600030101010101" pitchFamily="2" charset="-122"/>
              </a:rPr>
              <a:t>(hub)  </a:t>
            </a:r>
          </a:p>
        </p:txBody>
      </p:sp>
      <p:sp>
        <p:nvSpPr>
          <p:cNvPr id="181251" name="幻灯片编号占位符 1">
            <a:extLst>
              <a:ext uri="{FF2B5EF4-FFF2-40B4-BE49-F238E27FC236}">
                <a16:creationId xmlns:a16="http://schemas.microsoft.com/office/drawing/2014/main" id="{8FBDBC13-2260-B448-8DB2-8DC5CF05779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0E1FBF3-ACA5-A34A-9E85-D19A411578C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78</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32A7C277-B3F0-8E4C-B5C9-A4945A77414C}"/>
              </a:ext>
            </a:extLst>
          </p:cNvPr>
          <p:cNvSpPr/>
          <p:nvPr/>
        </p:nvSpPr>
        <p:spPr>
          <a:xfrm>
            <a:off x="171451" y="1091644"/>
            <a:ext cx="4774064" cy="523220"/>
          </a:xfrm>
          <a:prstGeom prst="rect">
            <a:avLst/>
          </a:prstGeom>
        </p:spPr>
        <p:txBody>
          <a:bodyPr wrap="none">
            <a:spAutoFit/>
          </a:bodyPr>
          <a:lstStyle/>
          <a:p>
            <a:r>
              <a:rPr lang="en-US" altLang="zh-CN" sz="2800" dirty="0"/>
              <a:t>3.4.1  </a:t>
            </a:r>
            <a:r>
              <a:rPr lang="zh-CN" altLang="en-US" sz="2800" dirty="0"/>
              <a:t>使用集线器的星形拓扑</a:t>
            </a:r>
          </a:p>
        </p:txBody>
      </p:sp>
    </p:spTree>
    <p:extLst>
      <p:ext uri="{BB962C8B-B14F-4D97-AF65-F5344CB8AC3E}">
        <p14:creationId xmlns:p14="http://schemas.microsoft.com/office/powerpoint/2010/main" val="36820019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21891">
                                            <p:txEl>
                                              <p:pRg st="0" end="0"/>
                                            </p:txEl>
                                          </p:spTgt>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0"/>
                                  </p:stCondLst>
                                  <p:childTnLst>
                                    <p:set>
                                      <p:cBhvr>
                                        <p:cTn id="9" dur="1" fill="hold">
                                          <p:stCondLst>
                                            <p:cond delay="0"/>
                                          </p:stCondLst>
                                        </p:cTn>
                                        <p:tgtEl>
                                          <p:spTgt spid="42189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1891"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Text Box 5">
            <a:extLst>
              <a:ext uri="{FF2B5EF4-FFF2-40B4-BE49-F238E27FC236}">
                <a16:creationId xmlns:a16="http://schemas.microsoft.com/office/drawing/2014/main" id="{554219D5-5D59-F647-8FFB-D77DF358CC03}"/>
              </a:ext>
            </a:extLst>
          </p:cNvPr>
          <p:cNvSpPr txBox="1">
            <a:spLocks noChangeArrowheads="1"/>
          </p:cNvSpPr>
          <p:nvPr/>
        </p:nvSpPr>
        <p:spPr bwMode="auto">
          <a:xfrm>
            <a:off x="3815954" y="2301479"/>
            <a:ext cx="877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solidFill>
                  <a:schemeClr val="folHlink"/>
                </a:solidFill>
                <a:latin typeface="Arial" panose="020B0604020202020204" pitchFamily="34" charset="0"/>
                <a:ea typeface="宋体" panose="02010600030101010101" pitchFamily="2" charset="-122"/>
              </a:rPr>
              <a:t>集线器</a:t>
            </a:r>
          </a:p>
        </p:txBody>
      </p:sp>
      <p:sp>
        <p:nvSpPr>
          <p:cNvPr id="183299" name="Line 6">
            <a:extLst>
              <a:ext uri="{FF2B5EF4-FFF2-40B4-BE49-F238E27FC236}">
                <a16:creationId xmlns:a16="http://schemas.microsoft.com/office/drawing/2014/main" id="{EDC88DFD-5515-8A44-AA9F-B6954E927AAD}"/>
              </a:ext>
            </a:extLst>
          </p:cNvPr>
          <p:cNvSpPr>
            <a:spLocks noChangeShapeType="1"/>
          </p:cNvSpPr>
          <p:nvPr/>
        </p:nvSpPr>
        <p:spPr bwMode="auto">
          <a:xfrm flipV="1">
            <a:off x="2055019" y="2930128"/>
            <a:ext cx="1943100" cy="290513"/>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3300" name="Line 7">
            <a:extLst>
              <a:ext uri="{FF2B5EF4-FFF2-40B4-BE49-F238E27FC236}">
                <a16:creationId xmlns:a16="http://schemas.microsoft.com/office/drawing/2014/main" id="{C8F819C6-1792-CB45-8D60-4CEF4B5DB358}"/>
              </a:ext>
            </a:extLst>
          </p:cNvPr>
          <p:cNvSpPr>
            <a:spLocks noChangeShapeType="1"/>
          </p:cNvSpPr>
          <p:nvPr/>
        </p:nvSpPr>
        <p:spPr bwMode="auto">
          <a:xfrm>
            <a:off x="2832498" y="1965723"/>
            <a:ext cx="1263253" cy="869156"/>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3301" name="Line 8">
            <a:extLst>
              <a:ext uri="{FF2B5EF4-FFF2-40B4-BE49-F238E27FC236}">
                <a16:creationId xmlns:a16="http://schemas.microsoft.com/office/drawing/2014/main" id="{5432AEA5-CF76-3446-99A7-7A7476BB0652}"/>
              </a:ext>
            </a:extLst>
          </p:cNvPr>
          <p:cNvSpPr>
            <a:spLocks noChangeShapeType="1"/>
          </p:cNvSpPr>
          <p:nvPr/>
        </p:nvSpPr>
        <p:spPr bwMode="auto">
          <a:xfrm flipV="1">
            <a:off x="3998119" y="3026569"/>
            <a:ext cx="292894" cy="125730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3302" name="Line 9">
            <a:extLst>
              <a:ext uri="{FF2B5EF4-FFF2-40B4-BE49-F238E27FC236}">
                <a16:creationId xmlns:a16="http://schemas.microsoft.com/office/drawing/2014/main" id="{F6E5E895-A351-164E-B247-A2D64F1D5A58}"/>
              </a:ext>
            </a:extLst>
          </p:cNvPr>
          <p:cNvSpPr>
            <a:spLocks noChangeShapeType="1"/>
          </p:cNvSpPr>
          <p:nvPr/>
        </p:nvSpPr>
        <p:spPr bwMode="auto">
          <a:xfrm flipH="1">
            <a:off x="4387453" y="1866900"/>
            <a:ext cx="1165622" cy="1063229"/>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3303" name="Line 10">
            <a:extLst>
              <a:ext uri="{FF2B5EF4-FFF2-40B4-BE49-F238E27FC236}">
                <a16:creationId xmlns:a16="http://schemas.microsoft.com/office/drawing/2014/main" id="{5934241B-E729-5A4C-88A9-31E825032FCE}"/>
              </a:ext>
            </a:extLst>
          </p:cNvPr>
          <p:cNvSpPr>
            <a:spLocks noChangeShapeType="1"/>
          </p:cNvSpPr>
          <p:nvPr/>
        </p:nvSpPr>
        <p:spPr bwMode="auto">
          <a:xfrm>
            <a:off x="4483894" y="3026569"/>
            <a:ext cx="1943100" cy="97631"/>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83304" name="Picture 11">
            <a:extLst>
              <a:ext uri="{FF2B5EF4-FFF2-40B4-BE49-F238E27FC236}">
                <a16:creationId xmlns:a16="http://schemas.microsoft.com/office/drawing/2014/main" id="{7235774F-74B4-DA4A-A9ED-5EDE7ED7C6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6416" y="2640807"/>
            <a:ext cx="1166813" cy="684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3305" name="Picture 12">
            <a:extLst>
              <a:ext uri="{FF2B5EF4-FFF2-40B4-BE49-F238E27FC236}">
                <a16:creationId xmlns:a16="http://schemas.microsoft.com/office/drawing/2014/main" id="{30DC8780-BA13-754E-A8C6-E933BAF5FFF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9381" y="1674019"/>
            <a:ext cx="552450" cy="553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3306" name="Picture 13">
            <a:extLst>
              <a:ext uri="{FF2B5EF4-FFF2-40B4-BE49-F238E27FC236}">
                <a16:creationId xmlns:a16="http://schemas.microsoft.com/office/drawing/2014/main" id="{5789BAB2-9A63-8045-A353-A58F03C1070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64931" y="1481138"/>
            <a:ext cx="552450" cy="554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3307" name="Picture 14">
            <a:extLst>
              <a:ext uri="{FF2B5EF4-FFF2-40B4-BE49-F238E27FC236}">
                <a16:creationId xmlns:a16="http://schemas.microsoft.com/office/drawing/2014/main" id="{0EE22846-106C-DF4B-9321-374B5575AE8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35004" y="3800475"/>
            <a:ext cx="552450" cy="553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3308" name="Picture 15">
            <a:extLst>
              <a:ext uri="{FF2B5EF4-FFF2-40B4-BE49-F238E27FC236}">
                <a16:creationId xmlns:a16="http://schemas.microsoft.com/office/drawing/2014/main" id="{D22D845A-2534-414F-8AAE-122C549CCF0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4113" y="2737248"/>
            <a:ext cx="552450" cy="553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3309" name="Picture 16">
            <a:extLst>
              <a:ext uri="{FF2B5EF4-FFF2-40B4-BE49-F238E27FC236}">
                <a16:creationId xmlns:a16="http://schemas.microsoft.com/office/drawing/2014/main" id="{B342730A-14A9-AB43-BBBB-9C7F0FCEF44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316" y="2834879"/>
            <a:ext cx="552450" cy="553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3310" name="Text Box 17">
            <a:extLst>
              <a:ext uri="{FF2B5EF4-FFF2-40B4-BE49-F238E27FC236}">
                <a16:creationId xmlns:a16="http://schemas.microsoft.com/office/drawing/2014/main" id="{9474A869-D7B7-F14A-B5DD-5EB43177B63D}"/>
              </a:ext>
            </a:extLst>
          </p:cNvPr>
          <p:cNvSpPr txBox="1">
            <a:spLocks noChangeArrowheads="1"/>
          </p:cNvSpPr>
          <p:nvPr/>
        </p:nvSpPr>
        <p:spPr bwMode="auto">
          <a:xfrm>
            <a:off x="4768454" y="3793331"/>
            <a:ext cx="13388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solidFill>
                  <a:schemeClr val="folHlink"/>
                </a:solidFill>
                <a:latin typeface="Arial" panose="020B0604020202020204" pitchFamily="34" charset="0"/>
                <a:ea typeface="宋体" panose="02010600030101010101" pitchFamily="2" charset="-122"/>
              </a:rPr>
              <a:t>两对双绞线</a:t>
            </a:r>
          </a:p>
        </p:txBody>
      </p:sp>
      <p:sp>
        <p:nvSpPr>
          <p:cNvPr id="183311" name="Line 18">
            <a:extLst>
              <a:ext uri="{FF2B5EF4-FFF2-40B4-BE49-F238E27FC236}">
                <a16:creationId xmlns:a16="http://schemas.microsoft.com/office/drawing/2014/main" id="{8938E09D-F40C-DE40-ABA4-EAB2C076016F}"/>
              </a:ext>
            </a:extLst>
          </p:cNvPr>
          <p:cNvSpPr>
            <a:spLocks noChangeShapeType="1"/>
          </p:cNvSpPr>
          <p:nvPr/>
        </p:nvSpPr>
        <p:spPr bwMode="auto">
          <a:xfrm flipV="1">
            <a:off x="5373291" y="3124200"/>
            <a:ext cx="179784" cy="706041"/>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83312" name="Text Box 19">
            <a:extLst>
              <a:ext uri="{FF2B5EF4-FFF2-40B4-BE49-F238E27FC236}">
                <a16:creationId xmlns:a16="http://schemas.microsoft.com/office/drawing/2014/main" id="{0E974DCB-ED10-9046-A18F-6D1B236EC3DA}"/>
              </a:ext>
            </a:extLst>
          </p:cNvPr>
          <p:cNvSpPr txBox="1">
            <a:spLocks noChangeArrowheads="1"/>
          </p:cNvSpPr>
          <p:nvPr/>
        </p:nvSpPr>
        <p:spPr bwMode="auto">
          <a:xfrm>
            <a:off x="5651898" y="1600200"/>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solidFill>
                  <a:schemeClr val="folHlink"/>
                </a:solidFill>
                <a:latin typeface="Arial" panose="020B0604020202020204" pitchFamily="34" charset="0"/>
                <a:ea typeface="宋体" panose="02010600030101010101" pitchFamily="2" charset="-122"/>
              </a:rPr>
              <a:t>站点</a:t>
            </a:r>
          </a:p>
        </p:txBody>
      </p:sp>
      <p:sp>
        <p:nvSpPr>
          <p:cNvPr id="183313" name="Text Box 20">
            <a:extLst>
              <a:ext uri="{FF2B5EF4-FFF2-40B4-BE49-F238E27FC236}">
                <a16:creationId xmlns:a16="http://schemas.microsoft.com/office/drawing/2014/main" id="{C82DF1A4-07C1-8B45-99BB-C4058D2AC352}"/>
              </a:ext>
            </a:extLst>
          </p:cNvPr>
          <p:cNvSpPr txBox="1">
            <a:spLocks noChangeArrowheads="1"/>
          </p:cNvSpPr>
          <p:nvPr/>
        </p:nvSpPr>
        <p:spPr bwMode="auto">
          <a:xfrm>
            <a:off x="5031581" y="2390775"/>
            <a:ext cx="13260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1800">
                <a:solidFill>
                  <a:schemeClr val="folHlink"/>
                </a:solidFill>
                <a:latin typeface="Arial" panose="020B0604020202020204" pitchFamily="34" charset="0"/>
                <a:ea typeface="宋体" panose="02010600030101010101" pitchFamily="2" charset="-122"/>
              </a:rPr>
              <a:t>RJ-45 </a:t>
            </a:r>
            <a:r>
              <a:rPr lang="zh-CN" altLang="en-US" sz="1800">
                <a:solidFill>
                  <a:schemeClr val="folHlink"/>
                </a:solidFill>
                <a:latin typeface="Arial" panose="020B0604020202020204" pitchFamily="34" charset="0"/>
                <a:ea typeface="宋体" panose="02010600030101010101" pitchFamily="2" charset="-122"/>
              </a:rPr>
              <a:t>插头</a:t>
            </a:r>
          </a:p>
        </p:txBody>
      </p:sp>
      <p:sp>
        <p:nvSpPr>
          <p:cNvPr id="183314" name="Line 21">
            <a:extLst>
              <a:ext uri="{FF2B5EF4-FFF2-40B4-BE49-F238E27FC236}">
                <a16:creationId xmlns:a16="http://schemas.microsoft.com/office/drawing/2014/main" id="{337354A2-291D-3A4A-B465-D0909B341FC5}"/>
              </a:ext>
            </a:extLst>
          </p:cNvPr>
          <p:cNvSpPr>
            <a:spLocks noChangeShapeType="1"/>
          </p:cNvSpPr>
          <p:nvPr/>
        </p:nvSpPr>
        <p:spPr bwMode="auto">
          <a:xfrm>
            <a:off x="5818585" y="2726532"/>
            <a:ext cx="415528" cy="397669"/>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83315" name="Line 22">
            <a:extLst>
              <a:ext uri="{FF2B5EF4-FFF2-40B4-BE49-F238E27FC236}">
                <a16:creationId xmlns:a16="http://schemas.microsoft.com/office/drawing/2014/main" id="{EBBD538A-A1B4-1E40-8889-E5849344A58F}"/>
              </a:ext>
            </a:extLst>
          </p:cNvPr>
          <p:cNvSpPr>
            <a:spLocks noChangeShapeType="1"/>
          </p:cNvSpPr>
          <p:nvPr/>
        </p:nvSpPr>
        <p:spPr bwMode="auto">
          <a:xfrm flipH="1">
            <a:off x="4873229" y="2726532"/>
            <a:ext cx="497681" cy="302419"/>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 name="内容占位符 3">
            <a:extLst>
              <a:ext uri="{FF2B5EF4-FFF2-40B4-BE49-F238E27FC236}">
                <a16:creationId xmlns:a16="http://schemas.microsoft.com/office/drawing/2014/main" id="{44DD50C6-8A43-B145-B5C4-8F92A9A0E3E6}"/>
              </a:ext>
            </a:extLst>
          </p:cNvPr>
          <p:cNvSpPr>
            <a:spLocks noGrp="1"/>
          </p:cNvSpPr>
          <p:nvPr>
            <p:ph idx="1"/>
          </p:nvPr>
        </p:nvSpPr>
        <p:spPr/>
        <p:txBody>
          <a:bodyPr/>
          <a:lstStyle/>
          <a:p>
            <a:endParaRPr kumimoji="1" lang="zh-CN" altLang="en-US"/>
          </a:p>
        </p:txBody>
      </p:sp>
      <p:sp>
        <p:nvSpPr>
          <p:cNvPr id="183316" name="幻灯片编号占位符 1">
            <a:extLst>
              <a:ext uri="{FF2B5EF4-FFF2-40B4-BE49-F238E27FC236}">
                <a16:creationId xmlns:a16="http://schemas.microsoft.com/office/drawing/2014/main" id="{309A193D-1E48-4242-AA05-521A1111A31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8281C69-74B5-E741-991E-DEE6301FB1B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79</a:t>
            </a:fld>
            <a:endParaRPr lang="en-US" altLang="zh-CN" sz="1050">
              <a:solidFill>
                <a:schemeClr val="tx1"/>
              </a:solidFill>
              <a:latin typeface="Tahoma" panose="020B0604030504040204" pitchFamily="34" charset="0"/>
              <a:ea typeface="宋体" panose="02010600030101010101" pitchFamily="2" charset="-122"/>
            </a:endParaRPr>
          </a:p>
        </p:txBody>
      </p:sp>
      <p:sp>
        <p:nvSpPr>
          <p:cNvPr id="3" name="标题 2">
            <a:extLst>
              <a:ext uri="{FF2B5EF4-FFF2-40B4-BE49-F238E27FC236}">
                <a16:creationId xmlns:a16="http://schemas.microsoft.com/office/drawing/2014/main" id="{228EA55D-676B-B140-B4C2-A3D15F7FD375}"/>
              </a:ext>
            </a:extLst>
          </p:cNvPr>
          <p:cNvSpPr>
            <a:spLocks noGrp="1"/>
          </p:cNvSpPr>
          <p:nvPr>
            <p:ph type="title"/>
          </p:nvPr>
        </p:nvSpPr>
        <p:spPr/>
        <p:txBody>
          <a:bodyPr/>
          <a:lstStyle/>
          <a:p>
            <a:r>
              <a:rPr lang="zh-CN" altLang="en-US" dirty="0">
                <a:ea typeface="宋体" panose="02010600030101010101" pitchFamily="2" charset="-122"/>
              </a:rPr>
              <a:t>使用集线器的双绞线以太网 </a:t>
            </a:r>
            <a:endParaRPr kumimoji="1" lang="zh-CN" altLang="en-US" dirty="0"/>
          </a:p>
        </p:txBody>
      </p:sp>
    </p:spTree>
    <p:extLst>
      <p:ext uri="{BB962C8B-B14F-4D97-AF65-F5344CB8AC3E}">
        <p14:creationId xmlns:p14="http://schemas.microsoft.com/office/powerpoint/2010/main" val="267510594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1" name="Rectangle 2">
            <a:extLst>
              <a:ext uri="{FF2B5EF4-FFF2-40B4-BE49-F238E27FC236}">
                <a16:creationId xmlns:a16="http://schemas.microsoft.com/office/drawing/2014/main" id="{4C5B3A09-B3F0-594D-BBC7-B97C17704533}"/>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星形网 </a:t>
            </a:r>
            <a:r>
              <a:rPr lang="en-US" altLang="zh-CN" dirty="0">
                <a:latin typeface="Times New Roman" panose="02020603050405020304" pitchFamily="18" charset="0"/>
                <a:ea typeface="宋体" panose="02010600030101010101" pitchFamily="2" charset="-122"/>
              </a:rPr>
              <a:t>10BASE-T </a:t>
            </a:r>
          </a:p>
        </p:txBody>
      </p:sp>
      <p:sp>
        <p:nvSpPr>
          <p:cNvPr id="427011" name="Rectangle 3">
            <a:extLst>
              <a:ext uri="{FF2B5EF4-FFF2-40B4-BE49-F238E27FC236}">
                <a16:creationId xmlns:a16="http://schemas.microsoft.com/office/drawing/2014/main" id="{938609FF-EF0D-6347-9F69-0E3B8CFC100A}"/>
              </a:ext>
            </a:extLst>
          </p:cNvPr>
          <p:cNvSpPr>
            <a:spLocks noGrp="1" noChangeArrowheads="1"/>
          </p:cNvSpPr>
          <p:nvPr>
            <p:ph type="body" idx="1"/>
          </p:nvPr>
        </p:nvSpPr>
        <p:spPr>
          <a:xfrm>
            <a:off x="133563" y="1120140"/>
            <a:ext cx="8804953" cy="3557827"/>
          </a:xfrm>
        </p:spPr>
        <p:txBody>
          <a:bodyPr/>
          <a:lstStyle/>
          <a:p>
            <a:pPr eaLnBrk="1" hangingPunct="1"/>
            <a:r>
              <a:rPr lang="zh-CN" altLang="en-US" dirty="0">
                <a:latin typeface="Times New Roman" panose="02020603050405020304" pitchFamily="18" charset="0"/>
                <a:ea typeface="宋体" panose="02010600030101010101" pitchFamily="2" charset="-122"/>
              </a:rPr>
              <a:t>不用电缆而使用无屏蔽双绞线。每个站需要用两对双绞线，分别用于发送和接收。</a:t>
            </a:r>
          </a:p>
          <a:p>
            <a:pPr eaLnBrk="1" hangingPunct="1"/>
            <a:r>
              <a:rPr lang="zh-CN" altLang="en-US" dirty="0">
                <a:latin typeface="Times New Roman" panose="02020603050405020304" pitchFamily="18" charset="0"/>
                <a:ea typeface="宋体" panose="02010600030101010101" pitchFamily="2" charset="-122"/>
              </a:rPr>
              <a:t>集线器使用了大规模集成电路芯片，因此这样的硬件设备的可靠性已大大提高了。 </a:t>
            </a:r>
          </a:p>
        </p:txBody>
      </p:sp>
      <p:sp>
        <p:nvSpPr>
          <p:cNvPr id="184323" name="幻灯片编号占位符 1">
            <a:extLst>
              <a:ext uri="{FF2B5EF4-FFF2-40B4-BE49-F238E27FC236}">
                <a16:creationId xmlns:a16="http://schemas.microsoft.com/office/drawing/2014/main" id="{CDA2F711-F6DE-F24A-9161-088866A4095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0F9816B-2B11-904E-9656-D0F1AA37273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1216356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70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7011" grpId="0"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Rectangle 2">
            <a:extLst>
              <a:ext uri="{FF2B5EF4-FFF2-40B4-BE49-F238E27FC236}">
                <a16:creationId xmlns:a16="http://schemas.microsoft.com/office/drawing/2014/main" id="{1FB78355-330E-B544-8ADF-27952A70D4BE}"/>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以太网在局域网中的统治地位</a:t>
            </a:r>
          </a:p>
        </p:txBody>
      </p:sp>
      <p:sp>
        <p:nvSpPr>
          <p:cNvPr id="428035" name="Rectangle 3">
            <a:extLst>
              <a:ext uri="{FF2B5EF4-FFF2-40B4-BE49-F238E27FC236}">
                <a16:creationId xmlns:a16="http://schemas.microsoft.com/office/drawing/2014/main" id="{EF907313-C3EE-434B-ADAC-15B988CE3BDB}"/>
              </a:ext>
            </a:extLst>
          </p:cNvPr>
          <p:cNvSpPr>
            <a:spLocks noGrp="1" noChangeArrowheads="1"/>
          </p:cNvSpPr>
          <p:nvPr>
            <p:ph type="body" idx="1"/>
          </p:nvPr>
        </p:nvSpPr>
        <p:spPr>
          <a:xfrm>
            <a:off x="240030" y="1108711"/>
            <a:ext cx="8698485" cy="3569256"/>
          </a:xfrm>
        </p:spPr>
        <p:txBody>
          <a:bodyPr/>
          <a:lstStyle/>
          <a:p>
            <a:pPr eaLnBrk="1" hangingPunct="1"/>
            <a:r>
              <a:rPr lang="en-US" altLang="zh-CN" dirty="0">
                <a:latin typeface="Times New Roman" panose="02020603050405020304" pitchFamily="18" charset="0"/>
                <a:ea typeface="宋体" panose="02010600030101010101" pitchFamily="2" charset="-122"/>
              </a:rPr>
              <a:t>10BASE-T </a:t>
            </a:r>
            <a:r>
              <a:rPr lang="zh-CN" altLang="en-US" dirty="0">
                <a:latin typeface="Times New Roman" panose="02020603050405020304" pitchFamily="18" charset="0"/>
                <a:ea typeface="宋体" panose="02010600030101010101" pitchFamily="2" charset="-122"/>
              </a:rPr>
              <a:t>的通信距离稍短，每个站到集线器的距离不超过 </a:t>
            </a:r>
            <a:r>
              <a:rPr lang="en-US" altLang="zh-CN" dirty="0">
                <a:latin typeface="Times New Roman" panose="02020603050405020304" pitchFamily="18" charset="0"/>
                <a:ea typeface="宋体" panose="02010600030101010101" pitchFamily="2" charset="-122"/>
              </a:rPr>
              <a:t>100 m</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这种 </a:t>
            </a:r>
            <a:r>
              <a:rPr lang="en-US" altLang="zh-CN" dirty="0">
                <a:latin typeface="Times New Roman" panose="02020603050405020304" pitchFamily="18" charset="0"/>
                <a:ea typeface="宋体" panose="02010600030101010101" pitchFamily="2" charset="-122"/>
              </a:rPr>
              <a:t>10 Mb/s </a:t>
            </a:r>
            <a:r>
              <a:rPr lang="zh-CN" altLang="en-US" dirty="0">
                <a:latin typeface="Times New Roman" panose="02020603050405020304" pitchFamily="18" charset="0"/>
                <a:ea typeface="宋体" panose="02010600030101010101" pitchFamily="2" charset="-122"/>
              </a:rPr>
              <a:t>速率的无屏蔽双绞线星形网的出现，既降低了成本，又提高了可靠性。 </a:t>
            </a:r>
          </a:p>
          <a:p>
            <a:pPr eaLnBrk="1" hangingPunct="1"/>
            <a:r>
              <a:rPr lang="en-US" altLang="zh-CN" dirty="0">
                <a:latin typeface="Times New Roman" panose="02020603050405020304" pitchFamily="18" charset="0"/>
                <a:ea typeface="宋体" panose="02010600030101010101" pitchFamily="2" charset="-122"/>
              </a:rPr>
              <a:t>10BASE-T </a:t>
            </a:r>
            <a:r>
              <a:rPr lang="zh-CN" altLang="en-US" dirty="0">
                <a:latin typeface="Times New Roman" panose="02020603050405020304" pitchFamily="18" charset="0"/>
                <a:ea typeface="宋体" panose="02010600030101010101" pitchFamily="2" charset="-122"/>
              </a:rPr>
              <a:t>双绞线以太网的出现，是局域网发展史上的一个非常重要的里程碑，它为以太网在局域网中的统治地位奠定了牢固的基础。 </a:t>
            </a:r>
          </a:p>
        </p:txBody>
      </p:sp>
      <p:sp>
        <p:nvSpPr>
          <p:cNvPr id="186371" name="幻灯片编号占位符 1">
            <a:extLst>
              <a:ext uri="{FF2B5EF4-FFF2-40B4-BE49-F238E27FC236}">
                <a16:creationId xmlns:a16="http://schemas.microsoft.com/office/drawing/2014/main" id="{8E4C7F25-9C70-6848-AAE6-AF71BC951CD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0186A47-8EB8-1248-98D7-3C996BDA85A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325805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803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280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8035"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Rectangle 2">
            <a:extLst>
              <a:ext uri="{FF2B5EF4-FFF2-40B4-BE49-F238E27FC236}">
                <a16:creationId xmlns:a16="http://schemas.microsoft.com/office/drawing/2014/main" id="{EBD8D4AB-4BB1-3049-8277-DE3241E2C280}"/>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集线器的一些特点 </a:t>
            </a:r>
          </a:p>
        </p:txBody>
      </p:sp>
      <p:sp>
        <p:nvSpPr>
          <p:cNvPr id="429059" name="Rectangle 3">
            <a:extLst>
              <a:ext uri="{FF2B5EF4-FFF2-40B4-BE49-F238E27FC236}">
                <a16:creationId xmlns:a16="http://schemas.microsoft.com/office/drawing/2014/main" id="{42E7A6E0-C0E0-BD47-BCE4-92EEDBB8D917}"/>
              </a:ext>
            </a:extLst>
          </p:cNvPr>
          <p:cNvSpPr>
            <a:spLocks noGrp="1" noChangeArrowheads="1"/>
          </p:cNvSpPr>
          <p:nvPr>
            <p:ph type="body" idx="1"/>
          </p:nvPr>
        </p:nvSpPr>
        <p:spPr>
          <a:xfrm>
            <a:off x="217170" y="1120141"/>
            <a:ext cx="8721345" cy="3557826"/>
          </a:xfrm>
        </p:spPr>
        <p:txBody>
          <a:bodyPr/>
          <a:lstStyle/>
          <a:p>
            <a:pPr eaLnBrk="1" hangingPunct="1"/>
            <a:r>
              <a:rPr lang="zh-CN" altLang="en-US" dirty="0">
                <a:latin typeface="Times New Roman" panose="02020603050405020304" pitchFamily="18" charset="0"/>
                <a:ea typeface="宋体" panose="02010600030101010101" pitchFamily="2" charset="-122"/>
              </a:rPr>
              <a:t>集线器是使用电子器件来模拟实际电缆线的工作，因此整个系统仍然像一个传统的以太网那样运行。 </a:t>
            </a:r>
          </a:p>
          <a:p>
            <a:pPr eaLnBrk="1" hangingPunct="1"/>
            <a:r>
              <a:rPr lang="zh-CN" altLang="en-US" dirty="0">
                <a:latin typeface="Times New Roman" panose="02020603050405020304" pitchFamily="18" charset="0"/>
                <a:ea typeface="宋体" panose="02010600030101010101" pitchFamily="2" charset="-122"/>
              </a:rPr>
              <a:t>使用集线器的以太网在</a:t>
            </a:r>
            <a:r>
              <a:rPr lang="zh-CN" altLang="en-US" dirty="0">
                <a:solidFill>
                  <a:schemeClr val="hlink"/>
                </a:solidFill>
                <a:latin typeface="Times New Roman" panose="02020603050405020304" pitchFamily="18" charset="0"/>
                <a:ea typeface="宋体" panose="02010600030101010101" pitchFamily="2" charset="-122"/>
              </a:rPr>
              <a:t>逻辑上</a:t>
            </a:r>
            <a:r>
              <a:rPr lang="zh-CN" altLang="en-US" dirty="0">
                <a:latin typeface="Times New Roman" panose="02020603050405020304" pitchFamily="18" charset="0"/>
                <a:ea typeface="宋体" panose="02010600030101010101" pitchFamily="2" charset="-122"/>
              </a:rPr>
              <a:t>仍是一个总线网，各工作站使用的还是 </a:t>
            </a:r>
            <a:r>
              <a:rPr lang="en-US" altLang="zh-CN" dirty="0">
                <a:latin typeface="Times New Roman" panose="02020603050405020304" pitchFamily="18" charset="0"/>
                <a:ea typeface="宋体" panose="02010600030101010101" pitchFamily="2" charset="-122"/>
              </a:rPr>
              <a:t>CSMA/CD</a:t>
            </a:r>
            <a:r>
              <a:rPr lang="en-US" altLang="zh-CN" b="1"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协议，并共享逻辑上的总线。 </a:t>
            </a:r>
          </a:p>
          <a:p>
            <a:pPr eaLnBrk="1" hangingPunct="1"/>
            <a:r>
              <a:rPr lang="zh-CN" altLang="en-US" dirty="0">
                <a:latin typeface="Times New Roman" panose="02020603050405020304" pitchFamily="18" charset="0"/>
                <a:ea typeface="宋体" panose="02010600030101010101" pitchFamily="2" charset="-122"/>
              </a:rPr>
              <a:t>集线器很像一个多接口的转发器，工作在物理层。 </a:t>
            </a:r>
          </a:p>
        </p:txBody>
      </p:sp>
      <p:sp>
        <p:nvSpPr>
          <p:cNvPr id="188419" name="幻灯片编号占位符 1">
            <a:extLst>
              <a:ext uri="{FF2B5EF4-FFF2-40B4-BE49-F238E27FC236}">
                <a16:creationId xmlns:a16="http://schemas.microsoft.com/office/drawing/2014/main" id="{2AAB7068-6A14-B445-8404-2F52F9E17E3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8869EB3-4D81-F941-AFD0-049E2B37F13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8094175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905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2905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9059"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5" name="Rectangle 2">
            <a:extLst>
              <a:ext uri="{FF2B5EF4-FFF2-40B4-BE49-F238E27FC236}">
                <a16:creationId xmlns:a16="http://schemas.microsoft.com/office/drawing/2014/main" id="{8A0CB676-61D2-9747-91E1-5A7F216EAD39}"/>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具有三个接口的集线器 </a:t>
            </a:r>
          </a:p>
        </p:txBody>
      </p:sp>
      <p:grpSp>
        <p:nvGrpSpPr>
          <p:cNvPr id="190466" name="Group 3">
            <a:extLst>
              <a:ext uri="{FF2B5EF4-FFF2-40B4-BE49-F238E27FC236}">
                <a16:creationId xmlns:a16="http://schemas.microsoft.com/office/drawing/2014/main" id="{988A63E0-A2FB-914E-BE59-B509DA673F7E}"/>
              </a:ext>
            </a:extLst>
          </p:cNvPr>
          <p:cNvGrpSpPr>
            <a:grpSpLocks/>
          </p:cNvGrpSpPr>
          <p:nvPr/>
        </p:nvGrpSpPr>
        <p:grpSpPr bwMode="auto">
          <a:xfrm rot="18501533">
            <a:off x="2510433" y="2970015"/>
            <a:ext cx="845344" cy="67865"/>
            <a:chOff x="1548" y="1476"/>
            <a:chExt cx="1338" cy="120"/>
          </a:xfrm>
        </p:grpSpPr>
        <p:sp>
          <p:nvSpPr>
            <p:cNvPr id="190522" name="Freeform 4">
              <a:extLst>
                <a:ext uri="{FF2B5EF4-FFF2-40B4-BE49-F238E27FC236}">
                  <a16:creationId xmlns:a16="http://schemas.microsoft.com/office/drawing/2014/main" id="{2C3C8389-17A4-1441-A91A-01DE75A77D86}"/>
                </a:ext>
              </a:extLst>
            </p:cNvPr>
            <p:cNvSpPr>
              <a:spLocks/>
            </p:cNvSpPr>
            <p:nvPr/>
          </p:nvSpPr>
          <p:spPr bwMode="auto">
            <a:xfrm>
              <a:off x="1556" y="1482"/>
              <a:ext cx="1330"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1 w 1331"/>
                <a:gd name="T13" fmla="*/ 97 h 112"/>
                <a:gd name="T14" fmla="*/ 1033 w 1331"/>
                <a:gd name="T15" fmla="*/ 1 h 112"/>
                <a:gd name="T16" fmla="*/ 1231 w 1331"/>
                <a:gd name="T17" fmla="*/ 100 h 112"/>
                <a:gd name="T18" fmla="*/ 1327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90523" name="Freeform 5">
              <a:extLst>
                <a:ext uri="{FF2B5EF4-FFF2-40B4-BE49-F238E27FC236}">
                  <a16:creationId xmlns:a16="http://schemas.microsoft.com/office/drawing/2014/main" id="{ADCD5156-3745-8643-96CA-28E53512A387}"/>
                </a:ext>
              </a:extLst>
            </p:cNvPr>
            <p:cNvSpPr>
              <a:spLocks/>
            </p:cNvSpPr>
            <p:nvPr/>
          </p:nvSpPr>
          <p:spPr bwMode="auto">
            <a:xfrm flipV="1">
              <a:off x="1548" y="1475"/>
              <a:ext cx="1330"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1 w 1331"/>
                <a:gd name="T13" fmla="*/ 97 h 112"/>
                <a:gd name="T14" fmla="*/ 1033 w 1331"/>
                <a:gd name="T15" fmla="*/ 1 h 112"/>
                <a:gd name="T16" fmla="*/ 1231 w 1331"/>
                <a:gd name="T17" fmla="*/ 100 h 112"/>
                <a:gd name="T18" fmla="*/ 1327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190467" name="Group 6">
            <a:extLst>
              <a:ext uri="{FF2B5EF4-FFF2-40B4-BE49-F238E27FC236}">
                <a16:creationId xmlns:a16="http://schemas.microsoft.com/office/drawing/2014/main" id="{EB3ED409-F43E-3446-9E33-79133B9AD853}"/>
              </a:ext>
            </a:extLst>
          </p:cNvPr>
          <p:cNvGrpSpPr>
            <a:grpSpLocks/>
          </p:cNvGrpSpPr>
          <p:nvPr/>
        </p:nvGrpSpPr>
        <p:grpSpPr bwMode="auto">
          <a:xfrm rot="18501533">
            <a:off x="2812852" y="2970015"/>
            <a:ext cx="845344" cy="67865"/>
            <a:chOff x="1548" y="1476"/>
            <a:chExt cx="1338" cy="120"/>
          </a:xfrm>
        </p:grpSpPr>
        <p:sp>
          <p:nvSpPr>
            <p:cNvPr id="190520" name="Freeform 7">
              <a:extLst>
                <a:ext uri="{FF2B5EF4-FFF2-40B4-BE49-F238E27FC236}">
                  <a16:creationId xmlns:a16="http://schemas.microsoft.com/office/drawing/2014/main" id="{49483FDA-8112-F149-8EFE-896EA79BFC15}"/>
                </a:ext>
              </a:extLst>
            </p:cNvPr>
            <p:cNvSpPr>
              <a:spLocks/>
            </p:cNvSpPr>
            <p:nvPr/>
          </p:nvSpPr>
          <p:spPr bwMode="auto">
            <a:xfrm>
              <a:off x="1556" y="1482"/>
              <a:ext cx="1330"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1 w 1331"/>
                <a:gd name="T13" fmla="*/ 97 h 112"/>
                <a:gd name="T14" fmla="*/ 1033 w 1331"/>
                <a:gd name="T15" fmla="*/ 1 h 112"/>
                <a:gd name="T16" fmla="*/ 1231 w 1331"/>
                <a:gd name="T17" fmla="*/ 100 h 112"/>
                <a:gd name="T18" fmla="*/ 1327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90521" name="Freeform 8">
              <a:extLst>
                <a:ext uri="{FF2B5EF4-FFF2-40B4-BE49-F238E27FC236}">
                  <a16:creationId xmlns:a16="http://schemas.microsoft.com/office/drawing/2014/main" id="{EECBF1AD-4C83-884F-B061-E626E6EE42D9}"/>
                </a:ext>
              </a:extLst>
            </p:cNvPr>
            <p:cNvSpPr>
              <a:spLocks/>
            </p:cNvSpPr>
            <p:nvPr/>
          </p:nvSpPr>
          <p:spPr bwMode="auto">
            <a:xfrm flipV="1">
              <a:off x="1548" y="1475"/>
              <a:ext cx="1330"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1 w 1331"/>
                <a:gd name="T13" fmla="*/ 97 h 112"/>
                <a:gd name="T14" fmla="*/ 1033 w 1331"/>
                <a:gd name="T15" fmla="*/ 1 h 112"/>
                <a:gd name="T16" fmla="*/ 1231 w 1331"/>
                <a:gd name="T17" fmla="*/ 100 h 112"/>
                <a:gd name="T18" fmla="*/ 1327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190468" name="Group 9">
            <a:extLst>
              <a:ext uri="{FF2B5EF4-FFF2-40B4-BE49-F238E27FC236}">
                <a16:creationId xmlns:a16="http://schemas.microsoft.com/office/drawing/2014/main" id="{BB7621F8-5B8B-2F42-ACF1-996E7F62F3BF}"/>
              </a:ext>
            </a:extLst>
          </p:cNvPr>
          <p:cNvGrpSpPr>
            <a:grpSpLocks/>
          </p:cNvGrpSpPr>
          <p:nvPr/>
        </p:nvGrpSpPr>
        <p:grpSpPr bwMode="auto">
          <a:xfrm rot="3701259" flipH="1">
            <a:off x="5479852" y="2965252"/>
            <a:ext cx="751284" cy="66675"/>
            <a:chOff x="1548" y="1476"/>
            <a:chExt cx="1338" cy="120"/>
          </a:xfrm>
        </p:grpSpPr>
        <p:sp>
          <p:nvSpPr>
            <p:cNvPr id="190518" name="Freeform 10">
              <a:extLst>
                <a:ext uri="{FF2B5EF4-FFF2-40B4-BE49-F238E27FC236}">
                  <a16:creationId xmlns:a16="http://schemas.microsoft.com/office/drawing/2014/main" id="{BA6F1364-608D-D541-849C-AEF6BA194262}"/>
                </a:ext>
              </a:extLst>
            </p:cNvPr>
            <p:cNvSpPr>
              <a:spLocks/>
            </p:cNvSpPr>
            <p:nvPr/>
          </p:nvSpPr>
          <p:spPr bwMode="auto">
            <a:xfrm>
              <a:off x="1555" y="1485"/>
              <a:ext cx="1332" cy="111"/>
            </a:xfrm>
            <a:custGeom>
              <a:avLst/>
              <a:gdLst>
                <a:gd name="T0" fmla="*/ 29 w 1331"/>
                <a:gd name="T1" fmla="*/ 52 h 112"/>
                <a:gd name="T2" fmla="*/ 8 w 1331"/>
                <a:gd name="T3" fmla="*/ 37 h 112"/>
                <a:gd name="T4" fmla="*/ 77 w 1331"/>
                <a:gd name="T5" fmla="*/ 93 h 112"/>
                <a:gd name="T6" fmla="*/ 272 w 1331"/>
                <a:gd name="T7" fmla="*/ 1 h 112"/>
                <a:gd name="T8" fmla="*/ 461 w 1331"/>
                <a:gd name="T9" fmla="*/ 96 h 112"/>
                <a:gd name="T10" fmla="*/ 653 w 1331"/>
                <a:gd name="T11" fmla="*/ 4 h 112"/>
                <a:gd name="T12" fmla="*/ 849 w 1331"/>
                <a:gd name="T13" fmla="*/ 93 h 112"/>
                <a:gd name="T14" fmla="*/ 1041 w 1331"/>
                <a:gd name="T15" fmla="*/ 1 h 112"/>
                <a:gd name="T16" fmla="*/ 1239 w 1331"/>
                <a:gd name="T17" fmla="*/ 96 h 112"/>
                <a:gd name="T18" fmla="*/ 1335 w 1331"/>
                <a:gd name="T19" fmla="*/ 69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90519" name="Freeform 11">
              <a:extLst>
                <a:ext uri="{FF2B5EF4-FFF2-40B4-BE49-F238E27FC236}">
                  <a16:creationId xmlns:a16="http://schemas.microsoft.com/office/drawing/2014/main" id="{11F01154-71FC-AE4D-B953-24479029FEBF}"/>
                </a:ext>
              </a:extLst>
            </p:cNvPr>
            <p:cNvSpPr>
              <a:spLocks/>
            </p:cNvSpPr>
            <p:nvPr/>
          </p:nvSpPr>
          <p:spPr bwMode="auto">
            <a:xfrm flipV="1">
              <a:off x="1564" y="1480"/>
              <a:ext cx="1334" cy="111"/>
            </a:xfrm>
            <a:custGeom>
              <a:avLst/>
              <a:gdLst>
                <a:gd name="T0" fmla="*/ 29 w 1331"/>
                <a:gd name="T1" fmla="*/ 52 h 112"/>
                <a:gd name="T2" fmla="*/ 8 w 1331"/>
                <a:gd name="T3" fmla="*/ 37 h 112"/>
                <a:gd name="T4" fmla="*/ 77 w 1331"/>
                <a:gd name="T5" fmla="*/ 93 h 112"/>
                <a:gd name="T6" fmla="*/ 276 w 1331"/>
                <a:gd name="T7" fmla="*/ 1 h 112"/>
                <a:gd name="T8" fmla="*/ 465 w 1331"/>
                <a:gd name="T9" fmla="*/ 96 h 112"/>
                <a:gd name="T10" fmla="*/ 657 w 1331"/>
                <a:gd name="T11" fmla="*/ 4 h 112"/>
                <a:gd name="T12" fmla="*/ 853 w 1331"/>
                <a:gd name="T13" fmla="*/ 93 h 112"/>
                <a:gd name="T14" fmla="*/ 1045 w 1331"/>
                <a:gd name="T15" fmla="*/ 1 h 112"/>
                <a:gd name="T16" fmla="*/ 1247 w 1331"/>
                <a:gd name="T17" fmla="*/ 96 h 112"/>
                <a:gd name="T18" fmla="*/ 1343 w 1331"/>
                <a:gd name="T19" fmla="*/ 69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190469" name="Group 12">
            <a:extLst>
              <a:ext uri="{FF2B5EF4-FFF2-40B4-BE49-F238E27FC236}">
                <a16:creationId xmlns:a16="http://schemas.microsoft.com/office/drawing/2014/main" id="{147A88B9-2D9F-414A-85EC-18AAADB0D5C7}"/>
              </a:ext>
            </a:extLst>
          </p:cNvPr>
          <p:cNvGrpSpPr>
            <a:grpSpLocks/>
          </p:cNvGrpSpPr>
          <p:nvPr/>
        </p:nvGrpSpPr>
        <p:grpSpPr bwMode="auto">
          <a:xfrm rot="3701259" flipH="1">
            <a:off x="5834063" y="2980135"/>
            <a:ext cx="751285" cy="67865"/>
            <a:chOff x="1548" y="1476"/>
            <a:chExt cx="1338" cy="120"/>
          </a:xfrm>
        </p:grpSpPr>
        <p:sp>
          <p:nvSpPr>
            <p:cNvPr id="190516" name="Freeform 13">
              <a:extLst>
                <a:ext uri="{FF2B5EF4-FFF2-40B4-BE49-F238E27FC236}">
                  <a16:creationId xmlns:a16="http://schemas.microsoft.com/office/drawing/2014/main" id="{02597D81-F432-784D-8AF9-7B25A145D0A4}"/>
                </a:ext>
              </a:extLst>
            </p:cNvPr>
            <p:cNvSpPr>
              <a:spLocks/>
            </p:cNvSpPr>
            <p:nvPr/>
          </p:nvSpPr>
          <p:spPr bwMode="auto">
            <a:xfrm>
              <a:off x="1555" y="1485"/>
              <a:ext cx="1332"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9 w 1331"/>
                <a:gd name="T13" fmla="*/ 97 h 112"/>
                <a:gd name="T14" fmla="*/ 1041 w 1331"/>
                <a:gd name="T15" fmla="*/ 1 h 112"/>
                <a:gd name="T16" fmla="*/ 1239 w 1331"/>
                <a:gd name="T17" fmla="*/ 100 h 112"/>
                <a:gd name="T18" fmla="*/ 1335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90517" name="Freeform 14">
              <a:extLst>
                <a:ext uri="{FF2B5EF4-FFF2-40B4-BE49-F238E27FC236}">
                  <a16:creationId xmlns:a16="http://schemas.microsoft.com/office/drawing/2014/main" id="{E59464EA-2059-4543-B2A3-96CAB297B5EF}"/>
                </a:ext>
              </a:extLst>
            </p:cNvPr>
            <p:cNvSpPr>
              <a:spLocks/>
            </p:cNvSpPr>
            <p:nvPr/>
          </p:nvSpPr>
          <p:spPr bwMode="auto">
            <a:xfrm flipV="1">
              <a:off x="1556" y="1468"/>
              <a:ext cx="1334" cy="114"/>
            </a:xfrm>
            <a:custGeom>
              <a:avLst/>
              <a:gdLst>
                <a:gd name="T0" fmla="*/ 29 w 1331"/>
                <a:gd name="T1" fmla="*/ 56 h 112"/>
                <a:gd name="T2" fmla="*/ 8 w 1331"/>
                <a:gd name="T3" fmla="*/ 41 h 112"/>
                <a:gd name="T4" fmla="*/ 77 w 1331"/>
                <a:gd name="T5" fmla="*/ 105 h 112"/>
                <a:gd name="T6" fmla="*/ 276 w 1331"/>
                <a:gd name="T7" fmla="*/ 1 h 112"/>
                <a:gd name="T8" fmla="*/ 465 w 1331"/>
                <a:gd name="T9" fmla="*/ 108 h 112"/>
                <a:gd name="T10" fmla="*/ 657 w 1331"/>
                <a:gd name="T11" fmla="*/ 4 h 112"/>
                <a:gd name="T12" fmla="*/ 853 w 1331"/>
                <a:gd name="T13" fmla="*/ 105 h 112"/>
                <a:gd name="T14" fmla="*/ 1045 w 1331"/>
                <a:gd name="T15" fmla="*/ 1 h 112"/>
                <a:gd name="T16" fmla="*/ 1247 w 1331"/>
                <a:gd name="T17" fmla="*/ 108 h 112"/>
                <a:gd name="T18" fmla="*/ 1343 w 1331"/>
                <a:gd name="T19" fmla="*/ 77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430095" name="Rectangle 15">
            <a:extLst>
              <a:ext uri="{FF2B5EF4-FFF2-40B4-BE49-F238E27FC236}">
                <a16:creationId xmlns:a16="http://schemas.microsoft.com/office/drawing/2014/main" id="{D4200C71-4A26-A144-820B-365DA5E98B45}"/>
              </a:ext>
            </a:extLst>
          </p:cNvPr>
          <p:cNvSpPr>
            <a:spLocks noChangeArrowheads="1"/>
          </p:cNvSpPr>
          <p:nvPr/>
        </p:nvSpPr>
        <p:spPr bwMode="auto">
          <a:xfrm>
            <a:off x="2506266" y="1659732"/>
            <a:ext cx="4132659" cy="1008460"/>
          </a:xfrm>
          <a:prstGeom prst="rect">
            <a:avLst/>
          </a:prstGeom>
          <a:solidFill>
            <a:srgbClr val="FFCCFF"/>
          </a:solidFill>
          <a:ln w="25400">
            <a:solidFill>
              <a:schemeClr val="tx1"/>
            </a:solidFill>
            <a:miter lim="800000"/>
            <a:headEnd/>
            <a:tailEnd/>
          </a:ln>
          <a:effectLst>
            <a:outerShdw blurRad="63500" dist="29783" dir="3885598"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190471" name="AutoShape 16">
            <a:extLst>
              <a:ext uri="{FF2B5EF4-FFF2-40B4-BE49-F238E27FC236}">
                <a16:creationId xmlns:a16="http://schemas.microsoft.com/office/drawing/2014/main" id="{C1EAD87C-F8CB-6745-8D89-A570C809F5CE}"/>
              </a:ext>
            </a:extLst>
          </p:cNvPr>
          <p:cNvSpPr>
            <a:spLocks noChangeArrowheads="1"/>
          </p:cNvSpPr>
          <p:nvPr/>
        </p:nvSpPr>
        <p:spPr bwMode="auto">
          <a:xfrm>
            <a:off x="3062288" y="2391966"/>
            <a:ext cx="332185" cy="263128"/>
          </a:xfrm>
          <a:prstGeom prst="triangle">
            <a:avLst>
              <a:gd name="adj" fmla="val 49995"/>
            </a:avLst>
          </a:prstGeom>
          <a:solidFill>
            <a:schemeClr val="bg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0472" name="AutoShape 17">
            <a:extLst>
              <a:ext uri="{FF2B5EF4-FFF2-40B4-BE49-F238E27FC236}">
                <a16:creationId xmlns:a16="http://schemas.microsoft.com/office/drawing/2014/main" id="{3CFA34F3-C3C1-3240-B8E5-D3F008B5E0FE}"/>
              </a:ext>
            </a:extLst>
          </p:cNvPr>
          <p:cNvSpPr>
            <a:spLocks noChangeArrowheads="1"/>
          </p:cNvSpPr>
          <p:nvPr/>
        </p:nvSpPr>
        <p:spPr bwMode="auto">
          <a:xfrm>
            <a:off x="5444729" y="2394348"/>
            <a:ext cx="334565" cy="264319"/>
          </a:xfrm>
          <a:prstGeom prst="triangle">
            <a:avLst>
              <a:gd name="adj" fmla="val 49995"/>
            </a:avLst>
          </a:prstGeom>
          <a:solidFill>
            <a:schemeClr val="bg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0473" name="AutoShape 18">
            <a:extLst>
              <a:ext uri="{FF2B5EF4-FFF2-40B4-BE49-F238E27FC236}">
                <a16:creationId xmlns:a16="http://schemas.microsoft.com/office/drawing/2014/main" id="{F75820E9-561B-334B-A9C7-C4D866E98170}"/>
              </a:ext>
            </a:extLst>
          </p:cNvPr>
          <p:cNvSpPr>
            <a:spLocks noChangeArrowheads="1"/>
          </p:cNvSpPr>
          <p:nvPr/>
        </p:nvSpPr>
        <p:spPr bwMode="auto">
          <a:xfrm>
            <a:off x="4194573" y="2391966"/>
            <a:ext cx="334565" cy="263128"/>
          </a:xfrm>
          <a:prstGeom prst="triangle">
            <a:avLst>
              <a:gd name="adj" fmla="val 49995"/>
            </a:avLst>
          </a:prstGeom>
          <a:solidFill>
            <a:schemeClr val="bg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0474" name="AutoShape 19">
            <a:extLst>
              <a:ext uri="{FF2B5EF4-FFF2-40B4-BE49-F238E27FC236}">
                <a16:creationId xmlns:a16="http://schemas.microsoft.com/office/drawing/2014/main" id="{5148AB67-3409-8C48-8BCD-813232C6AED2}"/>
              </a:ext>
            </a:extLst>
          </p:cNvPr>
          <p:cNvSpPr>
            <a:spLocks noChangeArrowheads="1"/>
          </p:cNvSpPr>
          <p:nvPr/>
        </p:nvSpPr>
        <p:spPr bwMode="auto">
          <a:xfrm rot="10800000" flipH="1">
            <a:off x="5782866" y="2394348"/>
            <a:ext cx="332184" cy="264319"/>
          </a:xfrm>
          <a:prstGeom prst="triangle">
            <a:avLst>
              <a:gd name="adj" fmla="val 49995"/>
            </a:avLst>
          </a:prstGeom>
          <a:solidFill>
            <a:schemeClr val="bg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0475" name="AutoShape 20">
            <a:extLst>
              <a:ext uri="{FF2B5EF4-FFF2-40B4-BE49-F238E27FC236}">
                <a16:creationId xmlns:a16="http://schemas.microsoft.com/office/drawing/2014/main" id="{780F3EC0-29A5-F44C-BB7E-25B1BEFBE2F8}"/>
              </a:ext>
            </a:extLst>
          </p:cNvPr>
          <p:cNvSpPr>
            <a:spLocks noChangeArrowheads="1"/>
          </p:cNvSpPr>
          <p:nvPr/>
        </p:nvSpPr>
        <p:spPr bwMode="auto">
          <a:xfrm rot="10800000" flipH="1">
            <a:off x="3389710" y="2391966"/>
            <a:ext cx="333375" cy="263128"/>
          </a:xfrm>
          <a:prstGeom prst="triangle">
            <a:avLst>
              <a:gd name="adj" fmla="val 49995"/>
            </a:avLst>
          </a:prstGeom>
          <a:solidFill>
            <a:schemeClr val="bg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0476" name="AutoShape 21">
            <a:extLst>
              <a:ext uri="{FF2B5EF4-FFF2-40B4-BE49-F238E27FC236}">
                <a16:creationId xmlns:a16="http://schemas.microsoft.com/office/drawing/2014/main" id="{5B6C828F-8CDF-A44A-9BB3-F82463F472AA}"/>
              </a:ext>
            </a:extLst>
          </p:cNvPr>
          <p:cNvSpPr>
            <a:spLocks noChangeArrowheads="1"/>
          </p:cNvSpPr>
          <p:nvPr/>
        </p:nvSpPr>
        <p:spPr bwMode="auto">
          <a:xfrm rot="10800000" flipH="1">
            <a:off x="4537473" y="2405062"/>
            <a:ext cx="334565" cy="261938"/>
          </a:xfrm>
          <a:prstGeom prst="triangle">
            <a:avLst>
              <a:gd name="adj" fmla="val 49995"/>
            </a:avLst>
          </a:prstGeom>
          <a:solidFill>
            <a:schemeClr val="bg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0477" name="Freeform 22">
            <a:extLst>
              <a:ext uri="{FF2B5EF4-FFF2-40B4-BE49-F238E27FC236}">
                <a16:creationId xmlns:a16="http://schemas.microsoft.com/office/drawing/2014/main" id="{5A271902-D6AF-524D-B606-F2EC8113562B}"/>
              </a:ext>
            </a:extLst>
          </p:cNvPr>
          <p:cNvSpPr>
            <a:spLocks/>
          </p:cNvSpPr>
          <p:nvPr/>
        </p:nvSpPr>
        <p:spPr bwMode="auto">
          <a:xfrm>
            <a:off x="3642122" y="2147887"/>
            <a:ext cx="1976438" cy="244079"/>
          </a:xfrm>
          <a:custGeom>
            <a:avLst/>
            <a:gdLst>
              <a:gd name="T0" fmla="*/ 2147483646 w 1375"/>
              <a:gd name="T1" fmla="*/ 2147483646 h 187"/>
              <a:gd name="T2" fmla="*/ 2147483646 w 1375"/>
              <a:gd name="T3" fmla="*/ 0 h 187"/>
              <a:gd name="T4" fmla="*/ 0 w 1375"/>
              <a:gd name="T5" fmla="*/ 0 h 187"/>
              <a:gd name="T6" fmla="*/ 0 w 1375"/>
              <a:gd name="T7" fmla="*/ 2147483646 h 1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75" h="187">
                <a:moveTo>
                  <a:pt x="1374" y="186"/>
                </a:moveTo>
                <a:lnTo>
                  <a:pt x="1374" y="0"/>
                </a:lnTo>
                <a:lnTo>
                  <a:pt x="0" y="0"/>
                </a:lnTo>
                <a:lnTo>
                  <a:pt x="0" y="186"/>
                </a:lnTo>
              </a:path>
            </a:pathLst>
          </a:custGeom>
          <a:noFill/>
          <a:ln w="12700" cap="rnd" cmpd="sng">
            <a:solidFill>
              <a:schemeClr val="tx1"/>
            </a:solidFill>
            <a:prstDash val="solid"/>
            <a:round/>
            <a:headEnd type="none" w="sm" len="me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0478" name="Freeform 23">
            <a:extLst>
              <a:ext uri="{FF2B5EF4-FFF2-40B4-BE49-F238E27FC236}">
                <a16:creationId xmlns:a16="http://schemas.microsoft.com/office/drawing/2014/main" id="{4FB0D5C8-47C2-2145-B2A6-864C4DFCBF74}"/>
              </a:ext>
            </a:extLst>
          </p:cNvPr>
          <p:cNvSpPr>
            <a:spLocks/>
          </p:cNvSpPr>
          <p:nvPr/>
        </p:nvSpPr>
        <p:spPr bwMode="auto">
          <a:xfrm>
            <a:off x="4357688" y="1968104"/>
            <a:ext cx="1522810" cy="439340"/>
          </a:xfrm>
          <a:custGeom>
            <a:avLst/>
            <a:gdLst>
              <a:gd name="T0" fmla="*/ 0 w 1060"/>
              <a:gd name="T1" fmla="*/ 2147483646 h 337"/>
              <a:gd name="T2" fmla="*/ 0 w 1060"/>
              <a:gd name="T3" fmla="*/ 0 h 337"/>
              <a:gd name="T4" fmla="*/ 2147483646 w 1060"/>
              <a:gd name="T5" fmla="*/ 0 h 337"/>
              <a:gd name="T6" fmla="*/ 2147483646 w 1060"/>
              <a:gd name="T7" fmla="*/ 2147483646 h 3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60" h="337">
                <a:moveTo>
                  <a:pt x="0" y="336"/>
                </a:moveTo>
                <a:lnTo>
                  <a:pt x="0" y="0"/>
                </a:lnTo>
                <a:lnTo>
                  <a:pt x="1059" y="0"/>
                </a:lnTo>
                <a:lnTo>
                  <a:pt x="1059" y="330"/>
                </a:lnTo>
              </a:path>
            </a:pathLst>
          </a:custGeom>
          <a:noFill/>
          <a:ln w="12700" cap="rnd" cmpd="sng">
            <a:solidFill>
              <a:schemeClr val="tx1"/>
            </a:solidFill>
            <a:prstDash val="solid"/>
            <a:round/>
            <a:headEnd type="none" w="sm" len="me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0479" name="Freeform 24">
            <a:extLst>
              <a:ext uri="{FF2B5EF4-FFF2-40B4-BE49-F238E27FC236}">
                <a16:creationId xmlns:a16="http://schemas.microsoft.com/office/drawing/2014/main" id="{5C14A306-D796-B34B-B4BF-4BF629C9B71F}"/>
              </a:ext>
            </a:extLst>
          </p:cNvPr>
          <p:cNvSpPr>
            <a:spLocks/>
          </p:cNvSpPr>
          <p:nvPr/>
        </p:nvSpPr>
        <p:spPr bwMode="auto">
          <a:xfrm>
            <a:off x="3505200" y="1968103"/>
            <a:ext cx="854869" cy="432197"/>
          </a:xfrm>
          <a:custGeom>
            <a:avLst/>
            <a:gdLst>
              <a:gd name="T0" fmla="*/ 2147483646 w 595"/>
              <a:gd name="T1" fmla="*/ 0 h 331"/>
              <a:gd name="T2" fmla="*/ 0 w 595"/>
              <a:gd name="T3" fmla="*/ 0 h 331"/>
              <a:gd name="T4" fmla="*/ 0 w 595"/>
              <a:gd name="T5" fmla="*/ 2147483646 h 331"/>
              <a:gd name="T6" fmla="*/ 0 60000 65536"/>
              <a:gd name="T7" fmla="*/ 0 60000 65536"/>
              <a:gd name="T8" fmla="*/ 0 60000 65536"/>
            </a:gdLst>
            <a:ahLst/>
            <a:cxnLst>
              <a:cxn ang="T6">
                <a:pos x="T0" y="T1"/>
              </a:cxn>
              <a:cxn ang="T7">
                <a:pos x="T2" y="T3"/>
              </a:cxn>
              <a:cxn ang="T8">
                <a:pos x="T4" y="T5"/>
              </a:cxn>
            </a:cxnLst>
            <a:rect l="0" t="0" r="r" b="b"/>
            <a:pathLst>
              <a:path w="595" h="331">
                <a:moveTo>
                  <a:pt x="594" y="0"/>
                </a:moveTo>
                <a:lnTo>
                  <a:pt x="0" y="0"/>
                </a:lnTo>
                <a:lnTo>
                  <a:pt x="0" y="330"/>
                </a:lnTo>
              </a:path>
            </a:pathLst>
          </a:custGeom>
          <a:noFill/>
          <a:ln w="12700" cap="rnd" cmpd="sng">
            <a:solidFill>
              <a:schemeClr val="tx1"/>
            </a:solidFill>
            <a:prstDash val="solid"/>
            <a:round/>
            <a:headEnd type="none" w="sm" len="me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0480" name="Freeform 25">
            <a:extLst>
              <a:ext uri="{FF2B5EF4-FFF2-40B4-BE49-F238E27FC236}">
                <a16:creationId xmlns:a16="http://schemas.microsoft.com/office/drawing/2014/main" id="{8EA78535-0CB0-0D45-AD46-AAD91FE96A37}"/>
              </a:ext>
            </a:extLst>
          </p:cNvPr>
          <p:cNvSpPr>
            <a:spLocks/>
          </p:cNvSpPr>
          <p:nvPr/>
        </p:nvSpPr>
        <p:spPr bwMode="auto">
          <a:xfrm>
            <a:off x="3228976" y="1812131"/>
            <a:ext cx="2802731" cy="595313"/>
          </a:xfrm>
          <a:custGeom>
            <a:avLst/>
            <a:gdLst>
              <a:gd name="T0" fmla="*/ 0 w 1951"/>
              <a:gd name="T1" fmla="*/ 2147483646 h 457"/>
              <a:gd name="T2" fmla="*/ 0 w 1951"/>
              <a:gd name="T3" fmla="*/ 0 h 457"/>
              <a:gd name="T4" fmla="*/ 2147483646 w 1951"/>
              <a:gd name="T5" fmla="*/ 0 h 457"/>
              <a:gd name="T6" fmla="*/ 2147483646 w 1951"/>
              <a:gd name="T7" fmla="*/ 2147483646 h 457"/>
              <a:gd name="T8" fmla="*/ 2147483646 w 1951"/>
              <a:gd name="T9" fmla="*/ 2147483646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51" h="457">
                <a:moveTo>
                  <a:pt x="0" y="456"/>
                </a:moveTo>
                <a:lnTo>
                  <a:pt x="0" y="0"/>
                </a:lnTo>
                <a:lnTo>
                  <a:pt x="1950" y="0"/>
                </a:lnTo>
                <a:lnTo>
                  <a:pt x="1950" y="450"/>
                </a:lnTo>
              </a:path>
            </a:pathLst>
          </a:custGeom>
          <a:noFill/>
          <a:ln w="12700" cap="rnd" cmpd="sng">
            <a:solidFill>
              <a:schemeClr val="tx1"/>
            </a:solidFill>
            <a:prstDash val="solid"/>
            <a:round/>
            <a:headEnd type="none" w="sm" len="me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0481" name="Line 26">
            <a:extLst>
              <a:ext uri="{FF2B5EF4-FFF2-40B4-BE49-F238E27FC236}">
                <a16:creationId xmlns:a16="http://schemas.microsoft.com/office/drawing/2014/main" id="{B190EF46-3FC7-D644-84BF-CC8739FC73B4}"/>
              </a:ext>
            </a:extLst>
          </p:cNvPr>
          <p:cNvSpPr>
            <a:spLocks noChangeShapeType="1"/>
          </p:cNvSpPr>
          <p:nvPr/>
        </p:nvSpPr>
        <p:spPr bwMode="auto">
          <a:xfrm>
            <a:off x="4763691" y="2152650"/>
            <a:ext cx="0" cy="255985"/>
          </a:xfrm>
          <a:prstGeom prst="line">
            <a:avLst/>
          </a:prstGeom>
          <a:noFill/>
          <a:ln w="12700">
            <a:solidFill>
              <a:schemeClr val="tx1"/>
            </a:solidFill>
            <a:round/>
            <a:headEnd type="non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0482" name="Line 27">
            <a:extLst>
              <a:ext uri="{FF2B5EF4-FFF2-40B4-BE49-F238E27FC236}">
                <a16:creationId xmlns:a16="http://schemas.microsoft.com/office/drawing/2014/main" id="{B7F3A6C0-E59F-EE43-AA4C-A3E502661E42}"/>
              </a:ext>
            </a:extLst>
          </p:cNvPr>
          <p:cNvSpPr>
            <a:spLocks noChangeShapeType="1"/>
          </p:cNvSpPr>
          <p:nvPr/>
        </p:nvSpPr>
        <p:spPr bwMode="auto">
          <a:xfrm>
            <a:off x="4643438" y="1825229"/>
            <a:ext cx="0" cy="590550"/>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0483" name="Rectangle 28">
            <a:extLst>
              <a:ext uri="{FF2B5EF4-FFF2-40B4-BE49-F238E27FC236}">
                <a16:creationId xmlns:a16="http://schemas.microsoft.com/office/drawing/2014/main" id="{EDA00581-1BAD-8646-A863-E3803C87CBD2}"/>
              </a:ext>
            </a:extLst>
          </p:cNvPr>
          <p:cNvSpPr>
            <a:spLocks noChangeArrowheads="1"/>
          </p:cNvSpPr>
          <p:nvPr/>
        </p:nvSpPr>
        <p:spPr bwMode="auto">
          <a:xfrm>
            <a:off x="2141935" y="1731169"/>
            <a:ext cx="367890" cy="815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90000"/>
              </a:lnSpc>
              <a:spcBef>
                <a:spcPct val="0"/>
              </a:spcBef>
              <a:buClrTx/>
              <a:buSzTx/>
              <a:buFontTx/>
              <a:buNone/>
            </a:pPr>
            <a:r>
              <a:rPr kumimoji="1" lang="zh-CN" altLang="en-US" sz="1800">
                <a:ea typeface="宋体" panose="02010600030101010101" pitchFamily="2" charset="-122"/>
              </a:rPr>
              <a:t>集</a:t>
            </a:r>
          </a:p>
          <a:p>
            <a:pPr>
              <a:lnSpc>
                <a:spcPct val="90000"/>
              </a:lnSpc>
              <a:spcBef>
                <a:spcPct val="0"/>
              </a:spcBef>
              <a:buClrTx/>
              <a:buSzTx/>
              <a:buFontTx/>
              <a:buNone/>
            </a:pPr>
            <a:r>
              <a:rPr kumimoji="1" lang="zh-CN" altLang="en-US" sz="1800">
                <a:ea typeface="宋体" panose="02010600030101010101" pitchFamily="2" charset="-122"/>
              </a:rPr>
              <a:t>线</a:t>
            </a:r>
          </a:p>
          <a:p>
            <a:pPr>
              <a:lnSpc>
                <a:spcPct val="90000"/>
              </a:lnSpc>
              <a:spcBef>
                <a:spcPct val="0"/>
              </a:spcBef>
              <a:buClrTx/>
              <a:buSzTx/>
              <a:buFontTx/>
              <a:buNone/>
            </a:pPr>
            <a:r>
              <a:rPr kumimoji="1" lang="zh-CN" altLang="en-US" sz="1800">
                <a:ea typeface="宋体" panose="02010600030101010101" pitchFamily="2" charset="-122"/>
              </a:rPr>
              <a:t>器</a:t>
            </a:r>
          </a:p>
        </p:txBody>
      </p:sp>
      <p:sp>
        <p:nvSpPr>
          <p:cNvPr id="430109" name="Rectangle 29">
            <a:extLst>
              <a:ext uri="{FF2B5EF4-FFF2-40B4-BE49-F238E27FC236}">
                <a16:creationId xmlns:a16="http://schemas.microsoft.com/office/drawing/2014/main" id="{99910F66-034C-CF44-AEAD-335A615B884E}"/>
              </a:ext>
            </a:extLst>
          </p:cNvPr>
          <p:cNvSpPr>
            <a:spLocks noChangeArrowheads="1"/>
          </p:cNvSpPr>
          <p:nvPr/>
        </p:nvSpPr>
        <p:spPr bwMode="auto">
          <a:xfrm>
            <a:off x="3956447" y="3395662"/>
            <a:ext cx="1113234" cy="634604"/>
          </a:xfrm>
          <a:prstGeom prst="rect">
            <a:avLst/>
          </a:prstGeom>
          <a:solidFill>
            <a:srgbClr val="FFFF66"/>
          </a:solidFill>
          <a:ln w="25400">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190485" name="Rectangle 30">
            <a:extLst>
              <a:ext uri="{FF2B5EF4-FFF2-40B4-BE49-F238E27FC236}">
                <a16:creationId xmlns:a16="http://schemas.microsoft.com/office/drawing/2014/main" id="{5F55432D-24A3-A942-AE87-34CF27393306}"/>
              </a:ext>
            </a:extLst>
          </p:cNvPr>
          <p:cNvSpPr>
            <a:spLocks noChangeArrowheads="1"/>
          </p:cNvSpPr>
          <p:nvPr/>
        </p:nvSpPr>
        <p:spPr bwMode="auto">
          <a:xfrm>
            <a:off x="4171950" y="3396853"/>
            <a:ext cx="711994" cy="298847"/>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0486" name="Rectangle 31">
            <a:extLst>
              <a:ext uri="{FF2B5EF4-FFF2-40B4-BE49-F238E27FC236}">
                <a16:creationId xmlns:a16="http://schemas.microsoft.com/office/drawing/2014/main" id="{299D98E7-D129-8E48-A30D-928943F2AAAA}"/>
              </a:ext>
            </a:extLst>
          </p:cNvPr>
          <p:cNvSpPr>
            <a:spLocks noChangeArrowheads="1"/>
          </p:cNvSpPr>
          <p:nvPr/>
        </p:nvSpPr>
        <p:spPr bwMode="auto">
          <a:xfrm>
            <a:off x="4221956" y="3338513"/>
            <a:ext cx="52177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ea typeface="宋体" panose="02010600030101010101" pitchFamily="2" charset="-122"/>
              </a:rPr>
              <a:t>网卡</a:t>
            </a:r>
          </a:p>
        </p:txBody>
      </p:sp>
      <p:sp>
        <p:nvSpPr>
          <p:cNvPr id="190487" name="Rectangle 32">
            <a:extLst>
              <a:ext uri="{FF2B5EF4-FFF2-40B4-BE49-F238E27FC236}">
                <a16:creationId xmlns:a16="http://schemas.microsoft.com/office/drawing/2014/main" id="{E28291B2-1462-ED43-A4EC-18871D1590BA}"/>
              </a:ext>
            </a:extLst>
          </p:cNvPr>
          <p:cNvSpPr>
            <a:spLocks noChangeArrowheads="1"/>
          </p:cNvSpPr>
          <p:nvPr/>
        </p:nvSpPr>
        <p:spPr bwMode="auto">
          <a:xfrm>
            <a:off x="4129088" y="3670698"/>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ea typeface="宋体" panose="02010600030101010101" pitchFamily="2" charset="-122"/>
              </a:rPr>
              <a:t>工作站</a:t>
            </a:r>
          </a:p>
        </p:txBody>
      </p:sp>
      <p:sp>
        <p:nvSpPr>
          <p:cNvPr id="190488" name="Rectangle 33">
            <a:extLst>
              <a:ext uri="{FF2B5EF4-FFF2-40B4-BE49-F238E27FC236}">
                <a16:creationId xmlns:a16="http://schemas.microsoft.com/office/drawing/2014/main" id="{BD2F1168-DA33-C048-8F3C-310DC4D0AADF}"/>
              </a:ext>
            </a:extLst>
          </p:cNvPr>
          <p:cNvSpPr>
            <a:spLocks noChangeArrowheads="1"/>
          </p:cNvSpPr>
          <p:nvPr/>
        </p:nvSpPr>
        <p:spPr bwMode="auto">
          <a:xfrm>
            <a:off x="4250532" y="3326606"/>
            <a:ext cx="541735" cy="61913"/>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30114" name="Rectangle 34">
            <a:extLst>
              <a:ext uri="{FF2B5EF4-FFF2-40B4-BE49-F238E27FC236}">
                <a16:creationId xmlns:a16="http://schemas.microsoft.com/office/drawing/2014/main" id="{60C96EFA-4142-CB40-9F22-464AD87AAD27}"/>
              </a:ext>
            </a:extLst>
          </p:cNvPr>
          <p:cNvSpPr>
            <a:spLocks noChangeArrowheads="1"/>
          </p:cNvSpPr>
          <p:nvPr/>
        </p:nvSpPr>
        <p:spPr bwMode="auto">
          <a:xfrm>
            <a:off x="2231231" y="3395662"/>
            <a:ext cx="1115616" cy="634604"/>
          </a:xfrm>
          <a:prstGeom prst="rect">
            <a:avLst/>
          </a:prstGeom>
          <a:solidFill>
            <a:srgbClr val="FFFF66"/>
          </a:solidFill>
          <a:ln w="25400">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190490" name="Rectangle 35">
            <a:extLst>
              <a:ext uri="{FF2B5EF4-FFF2-40B4-BE49-F238E27FC236}">
                <a16:creationId xmlns:a16="http://schemas.microsoft.com/office/drawing/2014/main" id="{E1369DB2-FABB-1C4D-8D27-5674707740C8}"/>
              </a:ext>
            </a:extLst>
          </p:cNvPr>
          <p:cNvSpPr>
            <a:spLocks noChangeArrowheads="1"/>
          </p:cNvSpPr>
          <p:nvPr/>
        </p:nvSpPr>
        <p:spPr bwMode="auto">
          <a:xfrm>
            <a:off x="2434829" y="3396853"/>
            <a:ext cx="714375" cy="298847"/>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0491" name="Rectangle 36">
            <a:extLst>
              <a:ext uri="{FF2B5EF4-FFF2-40B4-BE49-F238E27FC236}">
                <a16:creationId xmlns:a16="http://schemas.microsoft.com/office/drawing/2014/main" id="{FC2B9F38-45D1-5546-B8A6-B456E40BD32B}"/>
              </a:ext>
            </a:extLst>
          </p:cNvPr>
          <p:cNvSpPr>
            <a:spLocks noChangeArrowheads="1"/>
          </p:cNvSpPr>
          <p:nvPr/>
        </p:nvSpPr>
        <p:spPr bwMode="auto">
          <a:xfrm>
            <a:off x="2509838" y="3355182"/>
            <a:ext cx="52177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ea typeface="宋体" panose="02010600030101010101" pitchFamily="2" charset="-122"/>
              </a:rPr>
              <a:t>网卡</a:t>
            </a:r>
          </a:p>
        </p:txBody>
      </p:sp>
      <p:sp>
        <p:nvSpPr>
          <p:cNvPr id="190492" name="Rectangle 37">
            <a:extLst>
              <a:ext uri="{FF2B5EF4-FFF2-40B4-BE49-F238E27FC236}">
                <a16:creationId xmlns:a16="http://schemas.microsoft.com/office/drawing/2014/main" id="{3CD7173C-D663-F147-909C-5272E89C393C}"/>
              </a:ext>
            </a:extLst>
          </p:cNvPr>
          <p:cNvSpPr>
            <a:spLocks noChangeArrowheads="1"/>
          </p:cNvSpPr>
          <p:nvPr/>
        </p:nvSpPr>
        <p:spPr bwMode="auto">
          <a:xfrm>
            <a:off x="2394347" y="3670698"/>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ea typeface="宋体" panose="02010600030101010101" pitchFamily="2" charset="-122"/>
              </a:rPr>
              <a:t>工作站</a:t>
            </a:r>
          </a:p>
        </p:txBody>
      </p:sp>
      <p:sp>
        <p:nvSpPr>
          <p:cNvPr id="190493" name="Rectangle 38">
            <a:extLst>
              <a:ext uri="{FF2B5EF4-FFF2-40B4-BE49-F238E27FC236}">
                <a16:creationId xmlns:a16="http://schemas.microsoft.com/office/drawing/2014/main" id="{F420DF73-1F94-4A48-BDE6-1F58224A5A5F}"/>
              </a:ext>
            </a:extLst>
          </p:cNvPr>
          <p:cNvSpPr>
            <a:spLocks noChangeArrowheads="1"/>
          </p:cNvSpPr>
          <p:nvPr/>
        </p:nvSpPr>
        <p:spPr bwMode="auto">
          <a:xfrm>
            <a:off x="2527698" y="3326606"/>
            <a:ext cx="539353" cy="61913"/>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30119" name="Rectangle 39">
            <a:extLst>
              <a:ext uri="{FF2B5EF4-FFF2-40B4-BE49-F238E27FC236}">
                <a16:creationId xmlns:a16="http://schemas.microsoft.com/office/drawing/2014/main" id="{74816538-E46C-F949-B5F8-5214B1928D0D}"/>
              </a:ext>
            </a:extLst>
          </p:cNvPr>
          <p:cNvSpPr>
            <a:spLocks noChangeArrowheads="1"/>
          </p:cNvSpPr>
          <p:nvPr/>
        </p:nvSpPr>
        <p:spPr bwMode="auto">
          <a:xfrm>
            <a:off x="5670948" y="3395662"/>
            <a:ext cx="1115615" cy="634604"/>
          </a:xfrm>
          <a:prstGeom prst="rect">
            <a:avLst/>
          </a:prstGeom>
          <a:solidFill>
            <a:srgbClr val="FFFF66"/>
          </a:solidFill>
          <a:ln w="25400">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190495" name="Rectangle 40">
            <a:extLst>
              <a:ext uri="{FF2B5EF4-FFF2-40B4-BE49-F238E27FC236}">
                <a16:creationId xmlns:a16="http://schemas.microsoft.com/office/drawing/2014/main" id="{64B6E05E-4AD4-6F4E-A0CF-DB389D412622}"/>
              </a:ext>
            </a:extLst>
          </p:cNvPr>
          <p:cNvSpPr>
            <a:spLocks noChangeArrowheads="1"/>
          </p:cNvSpPr>
          <p:nvPr/>
        </p:nvSpPr>
        <p:spPr bwMode="auto">
          <a:xfrm>
            <a:off x="5880497" y="3396853"/>
            <a:ext cx="713184" cy="298847"/>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0496" name="Rectangle 41">
            <a:extLst>
              <a:ext uri="{FF2B5EF4-FFF2-40B4-BE49-F238E27FC236}">
                <a16:creationId xmlns:a16="http://schemas.microsoft.com/office/drawing/2014/main" id="{63690D9E-4CE7-CF4A-974F-51291348770F}"/>
              </a:ext>
            </a:extLst>
          </p:cNvPr>
          <p:cNvSpPr>
            <a:spLocks noChangeArrowheads="1"/>
          </p:cNvSpPr>
          <p:nvPr/>
        </p:nvSpPr>
        <p:spPr bwMode="auto">
          <a:xfrm>
            <a:off x="5935266" y="3358754"/>
            <a:ext cx="52177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ea typeface="宋体" panose="02010600030101010101" pitchFamily="2" charset="-122"/>
              </a:rPr>
              <a:t>网卡</a:t>
            </a:r>
          </a:p>
        </p:txBody>
      </p:sp>
      <p:sp>
        <p:nvSpPr>
          <p:cNvPr id="190497" name="Rectangle 42">
            <a:extLst>
              <a:ext uri="{FF2B5EF4-FFF2-40B4-BE49-F238E27FC236}">
                <a16:creationId xmlns:a16="http://schemas.microsoft.com/office/drawing/2014/main" id="{02D39CA8-8ABB-B143-8362-5C23D4BC651D}"/>
              </a:ext>
            </a:extLst>
          </p:cNvPr>
          <p:cNvSpPr>
            <a:spLocks noChangeArrowheads="1"/>
          </p:cNvSpPr>
          <p:nvPr/>
        </p:nvSpPr>
        <p:spPr bwMode="auto">
          <a:xfrm>
            <a:off x="5824538" y="3670698"/>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ea typeface="宋体" panose="02010600030101010101" pitchFamily="2" charset="-122"/>
              </a:rPr>
              <a:t>工作站</a:t>
            </a:r>
          </a:p>
        </p:txBody>
      </p:sp>
      <p:sp>
        <p:nvSpPr>
          <p:cNvPr id="190498" name="Rectangle 43">
            <a:extLst>
              <a:ext uri="{FF2B5EF4-FFF2-40B4-BE49-F238E27FC236}">
                <a16:creationId xmlns:a16="http://schemas.microsoft.com/office/drawing/2014/main" id="{C2E19B70-4659-D847-8EBD-170BB6733BED}"/>
              </a:ext>
            </a:extLst>
          </p:cNvPr>
          <p:cNvSpPr>
            <a:spLocks noChangeArrowheads="1"/>
          </p:cNvSpPr>
          <p:nvPr/>
        </p:nvSpPr>
        <p:spPr bwMode="auto">
          <a:xfrm>
            <a:off x="5967413" y="3326606"/>
            <a:ext cx="540544" cy="61913"/>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0499" name="Oval 44">
            <a:extLst>
              <a:ext uri="{FF2B5EF4-FFF2-40B4-BE49-F238E27FC236}">
                <a16:creationId xmlns:a16="http://schemas.microsoft.com/office/drawing/2014/main" id="{CB649E75-FAFC-BA40-B650-4CFA35796FAF}"/>
              </a:ext>
            </a:extLst>
          </p:cNvPr>
          <p:cNvSpPr>
            <a:spLocks noChangeArrowheads="1"/>
          </p:cNvSpPr>
          <p:nvPr/>
        </p:nvSpPr>
        <p:spPr bwMode="auto">
          <a:xfrm>
            <a:off x="4320779" y="1934767"/>
            <a:ext cx="65484" cy="59531"/>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0500" name="Oval 45">
            <a:extLst>
              <a:ext uri="{FF2B5EF4-FFF2-40B4-BE49-F238E27FC236}">
                <a16:creationId xmlns:a16="http://schemas.microsoft.com/office/drawing/2014/main" id="{716B2B9B-9D57-B541-BB4F-AFF991BB092B}"/>
              </a:ext>
            </a:extLst>
          </p:cNvPr>
          <p:cNvSpPr>
            <a:spLocks noChangeArrowheads="1"/>
          </p:cNvSpPr>
          <p:nvPr/>
        </p:nvSpPr>
        <p:spPr bwMode="auto">
          <a:xfrm>
            <a:off x="4613672" y="1785938"/>
            <a:ext cx="66675" cy="59531"/>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0501" name="Oval 46">
            <a:extLst>
              <a:ext uri="{FF2B5EF4-FFF2-40B4-BE49-F238E27FC236}">
                <a16:creationId xmlns:a16="http://schemas.microsoft.com/office/drawing/2014/main" id="{AAB2E029-F879-FB41-A0C8-D14DBF9BC9ED}"/>
              </a:ext>
            </a:extLst>
          </p:cNvPr>
          <p:cNvSpPr>
            <a:spLocks noChangeArrowheads="1"/>
          </p:cNvSpPr>
          <p:nvPr/>
        </p:nvSpPr>
        <p:spPr bwMode="auto">
          <a:xfrm>
            <a:off x="4733925" y="2114551"/>
            <a:ext cx="66675" cy="59531"/>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0502" name="Line 47">
            <a:extLst>
              <a:ext uri="{FF2B5EF4-FFF2-40B4-BE49-F238E27FC236}">
                <a16:creationId xmlns:a16="http://schemas.microsoft.com/office/drawing/2014/main" id="{0A3C8264-D0D2-DE4D-B9A0-759495E35107}"/>
              </a:ext>
            </a:extLst>
          </p:cNvPr>
          <p:cNvSpPr>
            <a:spLocks noChangeShapeType="1"/>
          </p:cNvSpPr>
          <p:nvPr/>
        </p:nvSpPr>
        <p:spPr bwMode="auto">
          <a:xfrm flipV="1">
            <a:off x="4280297" y="2703910"/>
            <a:ext cx="0" cy="447675"/>
          </a:xfrm>
          <a:prstGeom prst="line">
            <a:avLst/>
          </a:prstGeom>
          <a:noFill/>
          <a:ln w="12700">
            <a:solidFill>
              <a:schemeClr val="tx1"/>
            </a:solidFill>
            <a:round/>
            <a:headEnd type="non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0503" name="Line 48">
            <a:extLst>
              <a:ext uri="{FF2B5EF4-FFF2-40B4-BE49-F238E27FC236}">
                <a16:creationId xmlns:a16="http://schemas.microsoft.com/office/drawing/2014/main" id="{37EE8731-9CD7-0B44-B265-3ED5864630A1}"/>
              </a:ext>
            </a:extLst>
          </p:cNvPr>
          <p:cNvSpPr>
            <a:spLocks noChangeShapeType="1"/>
          </p:cNvSpPr>
          <p:nvPr/>
        </p:nvSpPr>
        <p:spPr bwMode="auto">
          <a:xfrm>
            <a:off x="4617244" y="2712244"/>
            <a:ext cx="0" cy="444104"/>
          </a:xfrm>
          <a:prstGeom prst="line">
            <a:avLst/>
          </a:prstGeom>
          <a:noFill/>
          <a:ln w="12700">
            <a:solidFill>
              <a:schemeClr val="tx1"/>
            </a:solidFill>
            <a:round/>
            <a:headEnd type="non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0504" name="Line 49">
            <a:extLst>
              <a:ext uri="{FF2B5EF4-FFF2-40B4-BE49-F238E27FC236}">
                <a16:creationId xmlns:a16="http://schemas.microsoft.com/office/drawing/2014/main" id="{BE488195-55E9-8342-BF71-C14E7B137039}"/>
              </a:ext>
            </a:extLst>
          </p:cNvPr>
          <p:cNvSpPr>
            <a:spLocks noChangeShapeType="1"/>
          </p:cNvSpPr>
          <p:nvPr/>
        </p:nvSpPr>
        <p:spPr bwMode="auto">
          <a:xfrm rot="236364" flipV="1">
            <a:off x="2657475" y="2796778"/>
            <a:ext cx="323850" cy="385763"/>
          </a:xfrm>
          <a:prstGeom prst="line">
            <a:avLst/>
          </a:prstGeom>
          <a:noFill/>
          <a:ln w="12700">
            <a:solidFill>
              <a:schemeClr val="tx1"/>
            </a:solidFill>
            <a:round/>
            <a:headEnd type="non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0505" name="Line 50">
            <a:extLst>
              <a:ext uri="{FF2B5EF4-FFF2-40B4-BE49-F238E27FC236}">
                <a16:creationId xmlns:a16="http://schemas.microsoft.com/office/drawing/2014/main" id="{448921F0-EF8A-6C47-AF54-A93E26C35952}"/>
              </a:ext>
            </a:extLst>
          </p:cNvPr>
          <p:cNvSpPr>
            <a:spLocks noChangeShapeType="1"/>
          </p:cNvSpPr>
          <p:nvPr/>
        </p:nvSpPr>
        <p:spPr bwMode="auto">
          <a:xfrm flipH="1">
            <a:off x="2989660" y="2792016"/>
            <a:ext cx="329803" cy="355997"/>
          </a:xfrm>
          <a:prstGeom prst="line">
            <a:avLst/>
          </a:prstGeom>
          <a:noFill/>
          <a:ln w="12700">
            <a:solidFill>
              <a:schemeClr val="tx1"/>
            </a:solidFill>
            <a:round/>
            <a:headEnd type="non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0506" name="Line 51">
            <a:extLst>
              <a:ext uri="{FF2B5EF4-FFF2-40B4-BE49-F238E27FC236}">
                <a16:creationId xmlns:a16="http://schemas.microsoft.com/office/drawing/2014/main" id="{67D94F68-45A4-FB46-8582-7199B679BC37}"/>
              </a:ext>
            </a:extLst>
          </p:cNvPr>
          <p:cNvSpPr>
            <a:spLocks noChangeShapeType="1"/>
          </p:cNvSpPr>
          <p:nvPr/>
        </p:nvSpPr>
        <p:spPr bwMode="auto">
          <a:xfrm>
            <a:off x="5587603" y="2727723"/>
            <a:ext cx="300038" cy="444103"/>
          </a:xfrm>
          <a:prstGeom prst="line">
            <a:avLst/>
          </a:prstGeom>
          <a:noFill/>
          <a:ln w="12700">
            <a:solidFill>
              <a:schemeClr val="tx1"/>
            </a:solidFill>
            <a:round/>
            <a:headEnd type="triangle" w="sm" len="me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0507" name="Line 52">
            <a:extLst>
              <a:ext uri="{FF2B5EF4-FFF2-40B4-BE49-F238E27FC236}">
                <a16:creationId xmlns:a16="http://schemas.microsoft.com/office/drawing/2014/main" id="{ABFA6449-A2D1-7046-B1FB-836154BA4318}"/>
              </a:ext>
            </a:extLst>
          </p:cNvPr>
          <p:cNvSpPr>
            <a:spLocks noChangeShapeType="1"/>
          </p:cNvSpPr>
          <p:nvPr/>
        </p:nvSpPr>
        <p:spPr bwMode="auto">
          <a:xfrm>
            <a:off x="5942410" y="2737248"/>
            <a:ext cx="272653" cy="410765"/>
          </a:xfrm>
          <a:prstGeom prst="line">
            <a:avLst/>
          </a:prstGeom>
          <a:noFill/>
          <a:ln w="12700">
            <a:solidFill>
              <a:schemeClr val="tx1"/>
            </a:solidFill>
            <a:round/>
            <a:headEnd type="non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0508" name="Rectangle 53">
            <a:extLst>
              <a:ext uri="{FF2B5EF4-FFF2-40B4-BE49-F238E27FC236}">
                <a16:creationId xmlns:a16="http://schemas.microsoft.com/office/drawing/2014/main" id="{2D5762FD-642A-CD4C-BFAF-5F5A3790F21C}"/>
              </a:ext>
            </a:extLst>
          </p:cNvPr>
          <p:cNvSpPr>
            <a:spLocks noChangeArrowheads="1"/>
          </p:cNvSpPr>
          <p:nvPr/>
        </p:nvSpPr>
        <p:spPr bwMode="auto">
          <a:xfrm>
            <a:off x="4824413" y="2794398"/>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ea typeface="宋体" panose="02010600030101010101" pitchFamily="2" charset="-122"/>
              </a:rPr>
              <a:t>双绞线</a:t>
            </a:r>
          </a:p>
        </p:txBody>
      </p:sp>
      <p:grpSp>
        <p:nvGrpSpPr>
          <p:cNvPr id="190509" name="Group 54">
            <a:extLst>
              <a:ext uri="{FF2B5EF4-FFF2-40B4-BE49-F238E27FC236}">
                <a16:creationId xmlns:a16="http://schemas.microsoft.com/office/drawing/2014/main" id="{5D7B16EE-C2CE-FC47-BA95-738DDEABBB41}"/>
              </a:ext>
            </a:extLst>
          </p:cNvPr>
          <p:cNvGrpSpPr>
            <a:grpSpLocks/>
          </p:cNvGrpSpPr>
          <p:nvPr/>
        </p:nvGrpSpPr>
        <p:grpSpPr bwMode="auto">
          <a:xfrm rot="5400000" flipH="1">
            <a:off x="4373762" y="2962871"/>
            <a:ext cx="657225" cy="67865"/>
            <a:chOff x="1548" y="1476"/>
            <a:chExt cx="1338" cy="120"/>
          </a:xfrm>
        </p:grpSpPr>
        <p:sp>
          <p:nvSpPr>
            <p:cNvPr id="190514" name="Freeform 55">
              <a:extLst>
                <a:ext uri="{FF2B5EF4-FFF2-40B4-BE49-F238E27FC236}">
                  <a16:creationId xmlns:a16="http://schemas.microsoft.com/office/drawing/2014/main" id="{AA593AAB-3B01-A245-8A8D-5E6AB9AC7FD0}"/>
                </a:ext>
              </a:extLst>
            </p:cNvPr>
            <p:cNvSpPr>
              <a:spLocks/>
            </p:cNvSpPr>
            <p:nvPr/>
          </p:nvSpPr>
          <p:spPr bwMode="auto">
            <a:xfrm>
              <a:off x="1575" y="1501"/>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90515" name="Freeform 56">
              <a:extLst>
                <a:ext uri="{FF2B5EF4-FFF2-40B4-BE49-F238E27FC236}">
                  <a16:creationId xmlns:a16="http://schemas.microsoft.com/office/drawing/2014/main" id="{5CBAD426-59A3-B34F-9DCF-20E97D522FA8}"/>
                </a:ext>
              </a:extLst>
            </p:cNvPr>
            <p:cNvSpPr>
              <a:spLocks/>
            </p:cNvSpPr>
            <p:nvPr/>
          </p:nvSpPr>
          <p:spPr bwMode="auto">
            <a:xfrm flipV="1">
              <a:off x="1553" y="1480"/>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190510" name="Group 57">
            <a:extLst>
              <a:ext uri="{FF2B5EF4-FFF2-40B4-BE49-F238E27FC236}">
                <a16:creationId xmlns:a16="http://schemas.microsoft.com/office/drawing/2014/main" id="{055D91ED-E7E3-5648-90C3-5E33DD35EBCF}"/>
              </a:ext>
            </a:extLst>
          </p:cNvPr>
          <p:cNvGrpSpPr>
            <a:grpSpLocks/>
          </p:cNvGrpSpPr>
          <p:nvPr/>
        </p:nvGrpSpPr>
        <p:grpSpPr bwMode="auto">
          <a:xfrm rot="5400000" flipH="1">
            <a:off x="4030266" y="2971800"/>
            <a:ext cx="656034" cy="67866"/>
            <a:chOff x="1548" y="1476"/>
            <a:chExt cx="1338" cy="120"/>
          </a:xfrm>
        </p:grpSpPr>
        <p:sp>
          <p:nvSpPr>
            <p:cNvPr id="190512" name="Freeform 58">
              <a:extLst>
                <a:ext uri="{FF2B5EF4-FFF2-40B4-BE49-F238E27FC236}">
                  <a16:creationId xmlns:a16="http://schemas.microsoft.com/office/drawing/2014/main" id="{B55B26FD-7FE4-AF4B-97C1-1E7877E8F181}"/>
                </a:ext>
              </a:extLst>
            </p:cNvPr>
            <p:cNvSpPr>
              <a:spLocks/>
            </p:cNvSpPr>
            <p:nvPr/>
          </p:nvSpPr>
          <p:spPr bwMode="auto">
            <a:xfrm>
              <a:off x="1575" y="1501"/>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90513" name="Freeform 59">
              <a:extLst>
                <a:ext uri="{FF2B5EF4-FFF2-40B4-BE49-F238E27FC236}">
                  <a16:creationId xmlns:a16="http://schemas.microsoft.com/office/drawing/2014/main" id="{134A50AB-57FA-6549-8212-3A32546B29B2}"/>
                </a:ext>
              </a:extLst>
            </p:cNvPr>
            <p:cNvSpPr>
              <a:spLocks/>
            </p:cNvSpPr>
            <p:nvPr/>
          </p:nvSpPr>
          <p:spPr bwMode="auto">
            <a:xfrm flipV="1">
              <a:off x="1567" y="1493"/>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190511" name="幻灯片编号占位符 1">
            <a:extLst>
              <a:ext uri="{FF2B5EF4-FFF2-40B4-BE49-F238E27FC236}">
                <a16:creationId xmlns:a16="http://schemas.microsoft.com/office/drawing/2014/main" id="{2A08724C-87DD-B84F-B45D-2A25CBCFAE1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8DCC450-7AD5-894E-AD68-9A4FB161583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85023737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3" name="Rectangle 2">
            <a:extLst>
              <a:ext uri="{FF2B5EF4-FFF2-40B4-BE49-F238E27FC236}">
                <a16:creationId xmlns:a16="http://schemas.microsoft.com/office/drawing/2014/main" id="{3A6D58F8-7167-1E41-A6D7-FB52584DB3F0}"/>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3.4.2  </a:t>
            </a:r>
            <a:r>
              <a:rPr lang="zh-CN" altLang="en-US" dirty="0">
                <a:latin typeface="Times New Roman" panose="02020603050405020304" pitchFamily="18" charset="0"/>
                <a:ea typeface="宋体" panose="02010600030101010101" pitchFamily="2" charset="-122"/>
              </a:rPr>
              <a:t>以太网的信道利用率 </a:t>
            </a:r>
          </a:p>
        </p:txBody>
      </p:sp>
      <p:sp>
        <p:nvSpPr>
          <p:cNvPr id="431107" name="Rectangle 3">
            <a:extLst>
              <a:ext uri="{FF2B5EF4-FFF2-40B4-BE49-F238E27FC236}">
                <a16:creationId xmlns:a16="http://schemas.microsoft.com/office/drawing/2014/main" id="{EFDDEB4F-2FF7-6D41-910A-BDCF33C5E31C}"/>
              </a:ext>
            </a:extLst>
          </p:cNvPr>
          <p:cNvSpPr>
            <a:spLocks noGrp="1" noChangeArrowheads="1"/>
          </p:cNvSpPr>
          <p:nvPr>
            <p:ph type="body" idx="1"/>
          </p:nvPr>
        </p:nvSpPr>
        <p:spPr>
          <a:xfrm>
            <a:off x="240030" y="1074420"/>
            <a:ext cx="8698485" cy="3603547"/>
          </a:xfrm>
        </p:spPr>
        <p:txBody>
          <a:bodyPr/>
          <a:lstStyle/>
          <a:p>
            <a:pPr eaLnBrk="1" hangingPunct="1"/>
            <a:r>
              <a:rPr lang="zh-CN" altLang="en-US" dirty="0">
                <a:latin typeface="Times New Roman" panose="02020603050405020304" pitchFamily="18" charset="0"/>
                <a:ea typeface="宋体" panose="02010600030101010101" pitchFamily="2" charset="-122"/>
              </a:rPr>
              <a:t>以太网的信道被占用的情况：</a:t>
            </a:r>
          </a:p>
          <a:p>
            <a:pPr eaLnBrk="1" hangingPunct="1"/>
            <a:r>
              <a:rPr lang="zh-CN" altLang="en-US" dirty="0">
                <a:latin typeface="Times New Roman" panose="02020603050405020304" pitchFamily="18" charset="0"/>
                <a:ea typeface="宋体" panose="02010600030101010101" pitchFamily="2" charset="-122"/>
              </a:rPr>
              <a:t>争用期长度为 </a:t>
            </a:r>
            <a:r>
              <a:rPr lang="en-US" altLang="zh-CN" dirty="0">
                <a:latin typeface="Times New Roman" panose="02020603050405020304" pitchFamily="18" charset="0"/>
                <a:ea typeface="宋体" panose="02010600030101010101" pitchFamily="2" charset="-122"/>
              </a:rPr>
              <a:t>2</a:t>
            </a:r>
            <a:r>
              <a:rPr lang="en-US" altLang="zh-CN" i="1" dirty="0">
                <a:latin typeface="Times New Roman" panose="02020603050405020304" pitchFamily="18" charset="0"/>
                <a:ea typeface="宋体" panose="02010600030101010101" pitchFamily="2" charset="-122"/>
                <a:sym typeface="Symbol" pitchFamily="2" charset="2"/>
              </a:rPr>
              <a:t></a:t>
            </a:r>
            <a:r>
              <a:rPr lang="zh-CN" altLang="en-US" dirty="0">
                <a:latin typeface="Times New Roman" panose="02020603050405020304" pitchFamily="18" charset="0"/>
                <a:ea typeface="宋体" panose="02010600030101010101" pitchFamily="2" charset="-122"/>
              </a:rPr>
              <a:t>，即端到端传播时延的两倍。检测到碰撞后不发送干扰信号。</a:t>
            </a:r>
          </a:p>
          <a:p>
            <a:pPr eaLnBrk="1" hangingPunct="1"/>
            <a:r>
              <a:rPr lang="zh-CN" altLang="en-US" dirty="0">
                <a:latin typeface="Times New Roman" panose="02020603050405020304" pitchFamily="18" charset="0"/>
                <a:ea typeface="宋体" panose="02010600030101010101" pitchFamily="2" charset="-122"/>
              </a:rPr>
              <a:t>帧长为 </a:t>
            </a:r>
            <a:r>
              <a:rPr lang="en-US" altLang="zh-CN" i="1" dirty="0">
                <a:latin typeface="Times New Roman" panose="02020603050405020304" pitchFamily="18" charset="0"/>
                <a:ea typeface="宋体" panose="02010600030101010101" pitchFamily="2" charset="-122"/>
              </a:rPr>
              <a:t>L</a:t>
            </a:r>
            <a:r>
              <a:rPr lang="en-US" altLang="zh-CN" dirty="0">
                <a:latin typeface="Times New Roman" panose="02020603050405020304" pitchFamily="18" charset="0"/>
                <a:ea typeface="宋体" panose="02010600030101010101" pitchFamily="2" charset="-122"/>
              </a:rPr>
              <a:t> (bit)</a:t>
            </a:r>
            <a:r>
              <a:rPr lang="zh-CN" altLang="en-US" dirty="0">
                <a:latin typeface="Times New Roman" panose="02020603050405020304" pitchFamily="18" charset="0"/>
                <a:ea typeface="宋体" panose="02010600030101010101" pitchFamily="2" charset="-122"/>
              </a:rPr>
              <a:t>，数据发送速率为 </a:t>
            </a:r>
            <a:r>
              <a:rPr lang="en-US" altLang="zh-CN" i="1" dirty="0">
                <a:latin typeface="Times New Roman" panose="02020603050405020304" pitchFamily="18" charset="0"/>
                <a:ea typeface="宋体" panose="02010600030101010101" pitchFamily="2" charset="-122"/>
              </a:rPr>
              <a:t>C </a:t>
            </a:r>
            <a:r>
              <a:rPr lang="en-US" altLang="zh-CN" dirty="0">
                <a:latin typeface="Times New Roman" panose="02020603050405020304" pitchFamily="18" charset="0"/>
                <a:ea typeface="宋体" panose="02010600030101010101" pitchFamily="2" charset="-122"/>
              </a:rPr>
              <a:t>(b/s)</a:t>
            </a:r>
            <a:r>
              <a:rPr lang="zh-CN" altLang="en-US" dirty="0">
                <a:latin typeface="Times New Roman" panose="02020603050405020304" pitchFamily="18" charset="0"/>
                <a:ea typeface="宋体" panose="02010600030101010101" pitchFamily="2" charset="-122"/>
              </a:rPr>
              <a:t>，因而帧的发送时间为 </a:t>
            </a:r>
            <a:r>
              <a:rPr lang="en-US" altLang="zh-CN" i="1" dirty="0">
                <a:latin typeface="Times New Roman" panose="02020603050405020304" pitchFamily="18" charset="0"/>
                <a:ea typeface="宋体" panose="02010600030101010101" pitchFamily="2" charset="-122"/>
              </a:rPr>
              <a:t>L</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 = </a:t>
            </a:r>
            <a:r>
              <a:rPr lang="en-US" altLang="zh-CN" i="1" dirty="0">
                <a:latin typeface="Times New Roman" panose="02020603050405020304" pitchFamily="18" charset="0"/>
                <a:ea typeface="宋体" panose="02010600030101010101" pitchFamily="2" charset="-122"/>
              </a:rPr>
              <a:t>T</a:t>
            </a:r>
            <a:r>
              <a:rPr lang="en-US" altLang="zh-CN" baseline="-25000" dirty="0">
                <a:latin typeface="Times New Roman" panose="02020603050405020304" pitchFamily="18" charset="0"/>
                <a:ea typeface="宋体" panose="02010600030101010101" pitchFamily="2" charset="-122"/>
              </a:rPr>
              <a:t>0</a:t>
            </a:r>
            <a:r>
              <a:rPr lang="en-US" altLang="zh-CN" dirty="0">
                <a:latin typeface="Times New Roman" panose="02020603050405020304" pitchFamily="18" charset="0"/>
                <a:ea typeface="宋体" panose="02010600030101010101" pitchFamily="2" charset="-122"/>
              </a:rPr>
              <a:t> (s)</a:t>
            </a:r>
            <a:r>
              <a:rPr lang="zh-CN" altLang="en-US" dirty="0">
                <a:latin typeface="Times New Roman" panose="02020603050405020304" pitchFamily="18" charset="0"/>
                <a:ea typeface="宋体" panose="02010600030101010101" pitchFamily="2" charset="-122"/>
              </a:rPr>
              <a:t>。 </a:t>
            </a:r>
          </a:p>
        </p:txBody>
      </p:sp>
      <p:sp>
        <p:nvSpPr>
          <p:cNvPr id="192515" name="幻灯片编号占位符 1">
            <a:extLst>
              <a:ext uri="{FF2B5EF4-FFF2-40B4-BE49-F238E27FC236}">
                <a16:creationId xmlns:a16="http://schemas.microsoft.com/office/drawing/2014/main" id="{923BE508-BB2C-4741-8BE5-D4A07E67584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FDBD6C8-0FBC-5B4D-99AF-87D0D98037E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3231012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110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110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110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1107"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1" name="Rectangle 2">
            <a:extLst>
              <a:ext uri="{FF2B5EF4-FFF2-40B4-BE49-F238E27FC236}">
                <a16:creationId xmlns:a16="http://schemas.microsoft.com/office/drawing/2014/main" id="{2F257860-29DB-054F-8C58-5A68F5952B86}"/>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以太网的信道利用率 </a:t>
            </a:r>
          </a:p>
        </p:txBody>
      </p:sp>
      <p:sp>
        <p:nvSpPr>
          <p:cNvPr id="194562" name="Rectangle 3">
            <a:extLst>
              <a:ext uri="{FF2B5EF4-FFF2-40B4-BE49-F238E27FC236}">
                <a16:creationId xmlns:a16="http://schemas.microsoft.com/office/drawing/2014/main" id="{592D550E-0971-9B46-A314-293FF5F3951F}"/>
              </a:ext>
            </a:extLst>
          </p:cNvPr>
          <p:cNvSpPr>
            <a:spLocks noGrp="1" noChangeArrowheads="1"/>
          </p:cNvSpPr>
          <p:nvPr>
            <p:ph type="body" idx="1"/>
          </p:nvPr>
        </p:nvSpPr>
        <p:spPr>
          <a:xfrm>
            <a:off x="217172" y="1052039"/>
            <a:ext cx="8721344" cy="968452"/>
          </a:xfrm>
        </p:spPr>
        <p:txBody>
          <a:bodyPr/>
          <a:lstStyle/>
          <a:p>
            <a:pPr eaLnBrk="1" hangingPunct="1"/>
            <a:r>
              <a:rPr lang="zh-CN" altLang="en-US" sz="2100" dirty="0">
                <a:ea typeface="宋体" panose="02010600030101010101" pitchFamily="2" charset="-122"/>
              </a:rPr>
              <a:t>一个帧从开始发送，经可能发生的碰撞后，将再重传数次，到发送成功且信道转为空闲</a:t>
            </a:r>
            <a:r>
              <a:rPr lang="en-US" altLang="zh-CN" sz="2100" dirty="0">
                <a:ea typeface="宋体" panose="02010600030101010101" pitchFamily="2" charset="-122"/>
              </a:rPr>
              <a:t>(</a:t>
            </a:r>
            <a:r>
              <a:rPr lang="zh-CN" altLang="en-US" sz="2100" dirty="0">
                <a:ea typeface="宋体" panose="02010600030101010101" pitchFamily="2" charset="-122"/>
              </a:rPr>
              <a:t>即再经过时间 </a:t>
            </a:r>
            <a:r>
              <a:rPr lang="zh-CN" altLang="en-US" sz="2100" i="1" dirty="0">
                <a:ea typeface="宋体" panose="02010600030101010101" pitchFamily="2" charset="-122"/>
                <a:sym typeface="Symbol" pitchFamily="2" charset="2"/>
              </a:rPr>
              <a:t>  </a:t>
            </a:r>
            <a:r>
              <a:rPr lang="zh-CN" altLang="en-US" sz="2100" dirty="0">
                <a:ea typeface="宋体" panose="02010600030101010101" pitchFamily="2" charset="-122"/>
              </a:rPr>
              <a:t>使得信道上无信号在传播</a:t>
            </a:r>
            <a:r>
              <a:rPr lang="en-US" altLang="zh-CN" sz="2100" dirty="0">
                <a:ea typeface="宋体" panose="02010600030101010101" pitchFamily="2" charset="-122"/>
              </a:rPr>
              <a:t>)</a:t>
            </a:r>
            <a:r>
              <a:rPr lang="zh-CN" altLang="en-US" sz="2100" dirty="0">
                <a:ea typeface="宋体" panose="02010600030101010101" pitchFamily="2" charset="-122"/>
              </a:rPr>
              <a:t>时为止，是发送一帧所需的平均时间。 </a:t>
            </a:r>
          </a:p>
        </p:txBody>
      </p:sp>
      <p:sp>
        <p:nvSpPr>
          <p:cNvPr id="194563" name="Line 4">
            <a:extLst>
              <a:ext uri="{FF2B5EF4-FFF2-40B4-BE49-F238E27FC236}">
                <a16:creationId xmlns:a16="http://schemas.microsoft.com/office/drawing/2014/main" id="{6E532C3F-5958-5D4D-82D3-52ECC9337845}"/>
              </a:ext>
            </a:extLst>
          </p:cNvPr>
          <p:cNvSpPr>
            <a:spLocks noChangeShapeType="1"/>
          </p:cNvSpPr>
          <p:nvPr/>
        </p:nvSpPr>
        <p:spPr bwMode="auto">
          <a:xfrm>
            <a:off x="1717120" y="3942042"/>
            <a:ext cx="5698331" cy="0"/>
          </a:xfrm>
          <a:prstGeom prst="line">
            <a:avLst/>
          </a:prstGeom>
          <a:noFill/>
          <a:ln w="19050">
            <a:solidFill>
              <a:schemeClr val="tx2"/>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64" name="Rectangle 5">
            <a:extLst>
              <a:ext uri="{FF2B5EF4-FFF2-40B4-BE49-F238E27FC236}">
                <a16:creationId xmlns:a16="http://schemas.microsoft.com/office/drawing/2014/main" id="{4F6898D0-C522-3D4C-A736-E62499F983FC}"/>
              </a:ext>
            </a:extLst>
          </p:cNvPr>
          <p:cNvSpPr>
            <a:spLocks noChangeArrowheads="1"/>
          </p:cNvSpPr>
          <p:nvPr/>
        </p:nvSpPr>
        <p:spPr bwMode="auto">
          <a:xfrm>
            <a:off x="4567477" y="3822979"/>
            <a:ext cx="315515" cy="29884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4565" name="Line 6">
            <a:extLst>
              <a:ext uri="{FF2B5EF4-FFF2-40B4-BE49-F238E27FC236}">
                <a16:creationId xmlns:a16="http://schemas.microsoft.com/office/drawing/2014/main" id="{AD2BEFAC-3B2F-8545-86F5-B23F13107005}"/>
              </a:ext>
            </a:extLst>
          </p:cNvPr>
          <p:cNvSpPr>
            <a:spLocks noChangeShapeType="1"/>
          </p:cNvSpPr>
          <p:nvPr/>
        </p:nvSpPr>
        <p:spPr bwMode="auto">
          <a:xfrm>
            <a:off x="1717120" y="2620448"/>
            <a:ext cx="3038475" cy="0"/>
          </a:xfrm>
          <a:prstGeom prst="line">
            <a:avLst/>
          </a:prstGeom>
          <a:noFill/>
          <a:ln w="19050">
            <a:solidFill>
              <a:schemeClr val="tx2"/>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66" name="Line 7">
            <a:extLst>
              <a:ext uri="{FF2B5EF4-FFF2-40B4-BE49-F238E27FC236}">
                <a16:creationId xmlns:a16="http://schemas.microsoft.com/office/drawing/2014/main" id="{9AA0ECFB-BD7E-234B-B3F5-B81E2875B8D4}"/>
              </a:ext>
            </a:extLst>
          </p:cNvPr>
          <p:cNvSpPr>
            <a:spLocks noChangeShapeType="1"/>
          </p:cNvSpPr>
          <p:nvPr/>
        </p:nvSpPr>
        <p:spPr bwMode="auto">
          <a:xfrm>
            <a:off x="4755595" y="2620448"/>
            <a:ext cx="2659856" cy="0"/>
          </a:xfrm>
          <a:prstGeom prst="line">
            <a:avLst/>
          </a:prstGeom>
          <a:noFill/>
          <a:ln w="19050">
            <a:solidFill>
              <a:schemeClr val="tx2"/>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67" name="Line 8">
            <a:extLst>
              <a:ext uri="{FF2B5EF4-FFF2-40B4-BE49-F238E27FC236}">
                <a16:creationId xmlns:a16="http://schemas.microsoft.com/office/drawing/2014/main" id="{C1D0D73C-A528-2B4C-A146-8BF385952D08}"/>
              </a:ext>
            </a:extLst>
          </p:cNvPr>
          <p:cNvSpPr>
            <a:spLocks noChangeShapeType="1"/>
          </p:cNvSpPr>
          <p:nvPr/>
        </p:nvSpPr>
        <p:spPr bwMode="auto">
          <a:xfrm>
            <a:off x="7035642" y="3581282"/>
            <a:ext cx="379810"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68" name="Rectangle 9">
            <a:extLst>
              <a:ext uri="{FF2B5EF4-FFF2-40B4-BE49-F238E27FC236}">
                <a16:creationId xmlns:a16="http://schemas.microsoft.com/office/drawing/2014/main" id="{D0EEFBE1-2CDE-4445-87EA-2FE85EF9D2A1}"/>
              </a:ext>
            </a:extLst>
          </p:cNvPr>
          <p:cNvSpPr>
            <a:spLocks noChangeArrowheads="1"/>
          </p:cNvSpPr>
          <p:nvPr/>
        </p:nvSpPr>
        <p:spPr bwMode="auto">
          <a:xfrm>
            <a:off x="7171373" y="3506273"/>
            <a:ext cx="125016" cy="1571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4569" name="Line 10">
            <a:extLst>
              <a:ext uri="{FF2B5EF4-FFF2-40B4-BE49-F238E27FC236}">
                <a16:creationId xmlns:a16="http://schemas.microsoft.com/office/drawing/2014/main" id="{2042D06A-4849-3B40-A822-2C2F78DF111D}"/>
              </a:ext>
            </a:extLst>
          </p:cNvPr>
          <p:cNvSpPr>
            <a:spLocks noChangeShapeType="1"/>
          </p:cNvSpPr>
          <p:nvPr/>
        </p:nvSpPr>
        <p:spPr bwMode="auto">
          <a:xfrm>
            <a:off x="4755595" y="3581282"/>
            <a:ext cx="2280047" cy="0"/>
          </a:xfrm>
          <a:prstGeom prst="line">
            <a:avLst/>
          </a:prstGeom>
          <a:noFill/>
          <a:ln w="19050">
            <a:solidFill>
              <a:schemeClr val="tx2"/>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70" name="Line 11">
            <a:extLst>
              <a:ext uri="{FF2B5EF4-FFF2-40B4-BE49-F238E27FC236}">
                <a16:creationId xmlns:a16="http://schemas.microsoft.com/office/drawing/2014/main" id="{30672092-750B-2748-AC97-4DA3859100FC}"/>
              </a:ext>
            </a:extLst>
          </p:cNvPr>
          <p:cNvSpPr>
            <a:spLocks noChangeShapeType="1"/>
          </p:cNvSpPr>
          <p:nvPr/>
        </p:nvSpPr>
        <p:spPr bwMode="auto">
          <a:xfrm>
            <a:off x="3995976" y="3581282"/>
            <a:ext cx="759619" cy="0"/>
          </a:xfrm>
          <a:prstGeom prst="line">
            <a:avLst/>
          </a:prstGeom>
          <a:noFill/>
          <a:ln w="19050">
            <a:solidFill>
              <a:schemeClr val="tx2"/>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71" name="Rectangle 12">
            <a:extLst>
              <a:ext uri="{FF2B5EF4-FFF2-40B4-BE49-F238E27FC236}">
                <a16:creationId xmlns:a16="http://schemas.microsoft.com/office/drawing/2014/main" id="{C885D624-E240-8545-B86B-FBC41B991FB8}"/>
              </a:ext>
            </a:extLst>
          </p:cNvPr>
          <p:cNvSpPr>
            <a:spLocks noChangeArrowheads="1"/>
          </p:cNvSpPr>
          <p:nvPr/>
        </p:nvSpPr>
        <p:spPr bwMode="auto">
          <a:xfrm>
            <a:off x="4217433" y="3499129"/>
            <a:ext cx="230981" cy="1952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4572" name="Line 13">
            <a:extLst>
              <a:ext uri="{FF2B5EF4-FFF2-40B4-BE49-F238E27FC236}">
                <a16:creationId xmlns:a16="http://schemas.microsoft.com/office/drawing/2014/main" id="{24475BC7-A426-734B-B523-735EBDA37A87}"/>
              </a:ext>
            </a:extLst>
          </p:cNvPr>
          <p:cNvSpPr>
            <a:spLocks noChangeShapeType="1"/>
          </p:cNvSpPr>
          <p:nvPr/>
        </p:nvSpPr>
        <p:spPr bwMode="auto">
          <a:xfrm>
            <a:off x="2476739" y="3581282"/>
            <a:ext cx="760809" cy="0"/>
          </a:xfrm>
          <a:prstGeom prst="line">
            <a:avLst/>
          </a:prstGeom>
          <a:noFill/>
          <a:ln w="19050">
            <a:solidFill>
              <a:schemeClr val="tx2"/>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73" name="Rectangle 14">
            <a:extLst>
              <a:ext uri="{FF2B5EF4-FFF2-40B4-BE49-F238E27FC236}">
                <a16:creationId xmlns:a16="http://schemas.microsoft.com/office/drawing/2014/main" id="{2AECA6F8-3E51-E542-B9E7-6A1446F4ADD0}"/>
              </a:ext>
            </a:extLst>
          </p:cNvPr>
          <p:cNvSpPr>
            <a:spLocks noChangeArrowheads="1"/>
          </p:cNvSpPr>
          <p:nvPr/>
        </p:nvSpPr>
        <p:spPr bwMode="auto">
          <a:xfrm>
            <a:off x="2698195" y="3443169"/>
            <a:ext cx="229790" cy="17264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4574" name="Line 15">
            <a:extLst>
              <a:ext uri="{FF2B5EF4-FFF2-40B4-BE49-F238E27FC236}">
                <a16:creationId xmlns:a16="http://schemas.microsoft.com/office/drawing/2014/main" id="{746EE058-6622-5243-B9BE-07CE4C9C164B}"/>
              </a:ext>
            </a:extLst>
          </p:cNvPr>
          <p:cNvSpPr>
            <a:spLocks noChangeShapeType="1"/>
          </p:cNvSpPr>
          <p:nvPr/>
        </p:nvSpPr>
        <p:spPr bwMode="auto">
          <a:xfrm>
            <a:off x="1717120" y="3581282"/>
            <a:ext cx="759619" cy="0"/>
          </a:xfrm>
          <a:prstGeom prst="line">
            <a:avLst/>
          </a:prstGeom>
          <a:noFill/>
          <a:ln w="19050">
            <a:solidFill>
              <a:schemeClr val="tx2"/>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75" name="Freeform 16">
            <a:extLst>
              <a:ext uri="{FF2B5EF4-FFF2-40B4-BE49-F238E27FC236}">
                <a16:creationId xmlns:a16="http://schemas.microsoft.com/office/drawing/2014/main" id="{D1F30C8F-7A87-F043-853B-52B4EBABE532}"/>
              </a:ext>
            </a:extLst>
          </p:cNvPr>
          <p:cNvSpPr>
            <a:spLocks/>
          </p:cNvSpPr>
          <p:nvPr/>
        </p:nvSpPr>
        <p:spPr bwMode="auto">
          <a:xfrm>
            <a:off x="4755595" y="2860954"/>
            <a:ext cx="2280047" cy="540544"/>
          </a:xfrm>
          <a:custGeom>
            <a:avLst/>
            <a:gdLst>
              <a:gd name="T0" fmla="*/ 0 w 1728"/>
              <a:gd name="T1" fmla="*/ 2147483646 h 432"/>
              <a:gd name="T2" fmla="*/ 0 w 1728"/>
              <a:gd name="T3" fmla="*/ 0 h 432"/>
              <a:gd name="T4" fmla="*/ 2147483646 w 1728"/>
              <a:gd name="T5" fmla="*/ 0 h 432"/>
              <a:gd name="T6" fmla="*/ 2147483646 w 1728"/>
              <a:gd name="T7" fmla="*/ 2147483646 h 4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28" h="432">
                <a:moveTo>
                  <a:pt x="0" y="432"/>
                </a:moveTo>
                <a:lnTo>
                  <a:pt x="0" y="0"/>
                </a:lnTo>
                <a:lnTo>
                  <a:pt x="1728" y="0"/>
                </a:lnTo>
                <a:lnTo>
                  <a:pt x="1728" y="432"/>
                </a:lnTo>
              </a:path>
            </a:pathLst>
          </a:custGeom>
          <a:solidFill>
            <a:srgbClr val="FFCCFF"/>
          </a:solidFill>
          <a:ln w="28575" cmpd="sng">
            <a:solidFill>
              <a:schemeClr val="tx2"/>
            </a:solidFill>
            <a:round/>
            <a:headEnd/>
            <a:tailEnd/>
          </a:ln>
        </p:spPr>
        <p:txBody>
          <a:bodyPr wrap="none" anchor="ctr"/>
          <a:lstStyle/>
          <a:p>
            <a:endParaRPr lang="zh-CN" altLang="en-US"/>
          </a:p>
        </p:txBody>
      </p:sp>
      <p:sp>
        <p:nvSpPr>
          <p:cNvPr id="194576" name="Text Box 17">
            <a:extLst>
              <a:ext uri="{FF2B5EF4-FFF2-40B4-BE49-F238E27FC236}">
                <a16:creationId xmlns:a16="http://schemas.microsoft.com/office/drawing/2014/main" id="{1A6C90A1-03FC-D148-BED3-13B109B008CE}"/>
              </a:ext>
            </a:extLst>
          </p:cNvPr>
          <p:cNvSpPr txBox="1">
            <a:spLocks noChangeArrowheads="1"/>
          </p:cNvSpPr>
          <p:nvPr/>
        </p:nvSpPr>
        <p:spPr bwMode="auto">
          <a:xfrm>
            <a:off x="5262801" y="2956204"/>
            <a:ext cx="1511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发  送  成  功 </a:t>
            </a:r>
          </a:p>
        </p:txBody>
      </p:sp>
      <p:sp>
        <p:nvSpPr>
          <p:cNvPr id="194577" name="Text Box 18">
            <a:extLst>
              <a:ext uri="{FF2B5EF4-FFF2-40B4-BE49-F238E27FC236}">
                <a16:creationId xmlns:a16="http://schemas.microsoft.com/office/drawing/2014/main" id="{B46D2293-2A2A-F749-B9B5-76F0FFBA2045}"/>
              </a:ext>
            </a:extLst>
          </p:cNvPr>
          <p:cNvSpPr txBox="1">
            <a:spLocks noChangeArrowheads="1"/>
          </p:cNvSpPr>
          <p:nvPr/>
        </p:nvSpPr>
        <p:spPr bwMode="auto">
          <a:xfrm>
            <a:off x="1675448" y="2938344"/>
            <a:ext cx="9348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争用期 </a:t>
            </a:r>
          </a:p>
        </p:txBody>
      </p:sp>
      <p:sp>
        <p:nvSpPr>
          <p:cNvPr id="194578" name="Text Box 19">
            <a:extLst>
              <a:ext uri="{FF2B5EF4-FFF2-40B4-BE49-F238E27FC236}">
                <a16:creationId xmlns:a16="http://schemas.microsoft.com/office/drawing/2014/main" id="{F51EF333-A48C-0242-B3C6-FC523C6A78B5}"/>
              </a:ext>
            </a:extLst>
          </p:cNvPr>
          <p:cNvSpPr txBox="1">
            <a:spLocks noChangeArrowheads="1"/>
          </p:cNvSpPr>
          <p:nvPr/>
        </p:nvSpPr>
        <p:spPr bwMode="auto">
          <a:xfrm>
            <a:off x="2431495" y="2927629"/>
            <a:ext cx="9348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争用期 </a:t>
            </a:r>
          </a:p>
        </p:txBody>
      </p:sp>
      <p:sp>
        <p:nvSpPr>
          <p:cNvPr id="194579" name="Text Box 20">
            <a:extLst>
              <a:ext uri="{FF2B5EF4-FFF2-40B4-BE49-F238E27FC236}">
                <a16:creationId xmlns:a16="http://schemas.microsoft.com/office/drawing/2014/main" id="{662D07D2-A428-BE45-8A3C-42FBCC0E099E}"/>
              </a:ext>
            </a:extLst>
          </p:cNvPr>
          <p:cNvSpPr txBox="1">
            <a:spLocks noChangeArrowheads="1"/>
          </p:cNvSpPr>
          <p:nvPr/>
        </p:nvSpPr>
        <p:spPr bwMode="auto">
          <a:xfrm>
            <a:off x="3980498" y="2938344"/>
            <a:ext cx="9348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争用期 </a:t>
            </a:r>
          </a:p>
        </p:txBody>
      </p:sp>
      <p:sp>
        <p:nvSpPr>
          <p:cNvPr id="194580" name="Line 21">
            <a:extLst>
              <a:ext uri="{FF2B5EF4-FFF2-40B4-BE49-F238E27FC236}">
                <a16:creationId xmlns:a16="http://schemas.microsoft.com/office/drawing/2014/main" id="{1B05277A-C9EB-1549-A7F7-46312285932D}"/>
              </a:ext>
            </a:extLst>
          </p:cNvPr>
          <p:cNvSpPr>
            <a:spLocks noChangeShapeType="1"/>
          </p:cNvSpPr>
          <p:nvPr/>
        </p:nvSpPr>
        <p:spPr bwMode="auto">
          <a:xfrm>
            <a:off x="3995976" y="2860954"/>
            <a:ext cx="0" cy="540544"/>
          </a:xfrm>
          <a:prstGeom prst="line">
            <a:avLst/>
          </a:prstGeom>
          <a:noFill/>
          <a:ln w="28575">
            <a:solidFill>
              <a:schemeClr val="tx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81" name="Line 22">
            <a:extLst>
              <a:ext uri="{FF2B5EF4-FFF2-40B4-BE49-F238E27FC236}">
                <a16:creationId xmlns:a16="http://schemas.microsoft.com/office/drawing/2014/main" id="{28E8A436-8E19-164A-B9A0-57A2F38E0BCD}"/>
              </a:ext>
            </a:extLst>
          </p:cNvPr>
          <p:cNvSpPr>
            <a:spLocks noChangeShapeType="1"/>
          </p:cNvSpPr>
          <p:nvPr/>
        </p:nvSpPr>
        <p:spPr bwMode="auto">
          <a:xfrm>
            <a:off x="3237548" y="2860954"/>
            <a:ext cx="0" cy="540544"/>
          </a:xfrm>
          <a:prstGeom prst="line">
            <a:avLst/>
          </a:prstGeom>
          <a:noFill/>
          <a:ln w="28575">
            <a:solidFill>
              <a:schemeClr val="tx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82" name="Line 23">
            <a:extLst>
              <a:ext uri="{FF2B5EF4-FFF2-40B4-BE49-F238E27FC236}">
                <a16:creationId xmlns:a16="http://schemas.microsoft.com/office/drawing/2014/main" id="{A8044E80-6608-A745-A6E1-C0944C99427A}"/>
              </a:ext>
            </a:extLst>
          </p:cNvPr>
          <p:cNvSpPr>
            <a:spLocks noChangeShapeType="1"/>
          </p:cNvSpPr>
          <p:nvPr/>
        </p:nvSpPr>
        <p:spPr bwMode="auto">
          <a:xfrm>
            <a:off x="2476739" y="2860954"/>
            <a:ext cx="0" cy="540544"/>
          </a:xfrm>
          <a:prstGeom prst="line">
            <a:avLst/>
          </a:prstGeom>
          <a:noFill/>
          <a:ln w="28575">
            <a:solidFill>
              <a:schemeClr val="tx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83" name="Line 24">
            <a:extLst>
              <a:ext uri="{FF2B5EF4-FFF2-40B4-BE49-F238E27FC236}">
                <a16:creationId xmlns:a16="http://schemas.microsoft.com/office/drawing/2014/main" id="{743D0EF6-CBEA-C34F-81ED-8BE7E372F3F1}"/>
              </a:ext>
            </a:extLst>
          </p:cNvPr>
          <p:cNvSpPr>
            <a:spLocks noChangeShapeType="1"/>
          </p:cNvSpPr>
          <p:nvPr/>
        </p:nvSpPr>
        <p:spPr bwMode="auto">
          <a:xfrm>
            <a:off x="1717120" y="2860954"/>
            <a:ext cx="0" cy="540544"/>
          </a:xfrm>
          <a:prstGeom prst="line">
            <a:avLst/>
          </a:prstGeom>
          <a:noFill/>
          <a:ln w="28575">
            <a:solidFill>
              <a:schemeClr val="tx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84" name="Line 25">
            <a:extLst>
              <a:ext uri="{FF2B5EF4-FFF2-40B4-BE49-F238E27FC236}">
                <a16:creationId xmlns:a16="http://schemas.microsoft.com/office/drawing/2014/main" id="{6C3C4F1D-EE2C-F142-B0F5-CC5D94A0A52F}"/>
              </a:ext>
            </a:extLst>
          </p:cNvPr>
          <p:cNvSpPr>
            <a:spLocks noChangeShapeType="1"/>
          </p:cNvSpPr>
          <p:nvPr/>
        </p:nvSpPr>
        <p:spPr bwMode="auto">
          <a:xfrm>
            <a:off x="1717120" y="3401498"/>
            <a:ext cx="0" cy="72032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85" name="Line 26">
            <a:extLst>
              <a:ext uri="{FF2B5EF4-FFF2-40B4-BE49-F238E27FC236}">
                <a16:creationId xmlns:a16="http://schemas.microsoft.com/office/drawing/2014/main" id="{64FBF70B-A4F1-BF48-89E8-52642097D797}"/>
              </a:ext>
            </a:extLst>
          </p:cNvPr>
          <p:cNvSpPr>
            <a:spLocks noChangeShapeType="1"/>
          </p:cNvSpPr>
          <p:nvPr/>
        </p:nvSpPr>
        <p:spPr bwMode="auto">
          <a:xfrm>
            <a:off x="3237548" y="3401498"/>
            <a:ext cx="0" cy="3012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86" name="Line 27">
            <a:extLst>
              <a:ext uri="{FF2B5EF4-FFF2-40B4-BE49-F238E27FC236}">
                <a16:creationId xmlns:a16="http://schemas.microsoft.com/office/drawing/2014/main" id="{17C952D3-CE31-B54D-BD07-1493E3866224}"/>
              </a:ext>
            </a:extLst>
          </p:cNvPr>
          <p:cNvSpPr>
            <a:spLocks noChangeShapeType="1"/>
          </p:cNvSpPr>
          <p:nvPr/>
        </p:nvSpPr>
        <p:spPr bwMode="auto">
          <a:xfrm>
            <a:off x="3995976" y="3401498"/>
            <a:ext cx="0" cy="3012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87" name="Line 28">
            <a:extLst>
              <a:ext uri="{FF2B5EF4-FFF2-40B4-BE49-F238E27FC236}">
                <a16:creationId xmlns:a16="http://schemas.microsoft.com/office/drawing/2014/main" id="{193DEE4A-455B-604E-AD0F-EA0A99571320}"/>
              </a:ext>
            </a:extLst>
          </p:cNvPr>
          <p:cNvSpPr>
            <a:spLocks noChangeShapeType="1"/>
          </p:cNvSpPr>
          <p:nvPr/>
        </p:nvSpPr>
        <p:spPr bwMode="auto">
          <a:xfrm>
            <a:off x="4755595" y="3401498"/>
            <a:ext cx="0" cy="3012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88" name="Line 29">
            <a:extLst>
              <a:ext uri="{FF2B5EF4-FFF2-40B4-BE49-F238E27FC236}">
                <a16:creationId xmlns:a16="http://schemas.microsoft.com/office/drawing/2014/main" id="{2CB4B3AA-C70D-0044-A9D1-11CE203205FD}"/>
              </a:ext>
            </a:extLst>
          </p:cNvPr>
          <p:cNvSpPr>
            <a:spLocks noChangeShapeType="1"/>
          </p:cNvSpPr>
          <p:nvPr/>
        </p:nvSpPr>
        <p:spPr bwMode="auto">
          <a:xfrm>
            <a:off x="7035641" y="3401498"/>
            <a:ext cx="0" cy="3012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89" name="Line 30">
            <a:extLst>
              <a:ext uri="{FF2B5EF4-FFF2-40B4-BE49-F238E27FC236}">
                <a16:creationId xmlns:a16="http://schemas.microsoft.com/office/drawing/2014/main" id="{8C7C8511-7523-B94D-B59B-CA401C099D53}"/>
              </a:ext>
            </a:extLst>
          </p:cNvPr>
          <p:cNvSpPr>
            <a:spLocks noChangeShapeType="1"/>
          </p:cNvSpPr>
          <p:nvPr/>
        </p:nvSpPr>
        <p:spPr bwMode="auto">
          <a:xfrm>
            <a:off x="7415451" y="3401498"/>
            <a:ext cx="0" cy="660797"/>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90" name="Line 31">
            <a:extLst>
              <a:ext uri="{FF2B5EF4-FFF2-40B4-BE49-F238E27FC236}">
                <a16:creationId xmlns:a16="http://schemas.microsoft.com/office/drawing/2014/main" id="{D4A406AD-39DA-C543-9679-00F3AB4887AE}"/>
              </a:ext>
            </a:extLst>
          </p:cNvPr>
          <p:cNvSpPr>
            <a:spLocks noChangeShapeType="1"/>
          </p:cNvSpPr>
          <p:nvPr/>
        </p:nvSpPr>
        <p:spPr bwMode="auto">
          <a:xfrm>
            <a:off x="2476739" y="3401498"/>
            <a:ext cx="0" cy="3012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91" name="Rectangle 32">
            <a:extLst>
              <a:ext uri="{FF2B5EF4-FFF2-40B4-BE49-F238E27FC236}">
                <a16:creationId xmlns:a16="http://schemas.microsoft.com/office/drawing/2014/main" id="{AAD5ECE0-13B4-034B-BCAE-813CCE9319F5}"/>
              </a:ext>
            </a:extLst>
          </p:cNvPr>
          <p:cNvSpPr>
            <a:spLocks noChangeArrowheads="1"/>
          </p:cNvSpPr>
          <p:nvPr/>
        </p:nvSpPr>
        <p:spPr bwMode="auto">
          <a:xfrm>
            <a:off x="1946910" y="3407451"/>
            <a:ext cx="236935" cy="2476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4592" name="Text Box 33">
            <a:extLst>
              <a:ext uri="{FF2B5EF4-FFF2-40B4-BE49-F238E27FC236}">
                <a16:creationId xmlns:a16="http://schemas.microsoft.com/office/drawing/2014/main" id="{8B72659B-BBAD-6448-92FB-C62F01C43009}"/>
              </a:ext>
            </a:extLst>
          </p:cNvPr>
          <p:cNvSpPr txBox="1">
            <a:spLocks noChangeArrowheads="1"/>
          </p:cNvSpPr>
          <p:nvPr/>
        </p:nvSpPr>
        <p:spPr bwMode="auto">
          <a:xfrm>
            <a:off x="1899285" y="3419357"/>
            <a:ext cx="34977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ea typeface="宋体" panose="02010600030101010101" pitchFamily="2" charset="-122"/>
              </a:rPr>
              <a:t>2</a:t>
            </a:r>
            <a:r>
              <a:rPr kumimoji="1" lang="en-US" altLang="zh-CN" sz="1500" i="1">
                <a:ea typeface="宋体" panose="02010600030101010101" pitchFamily="2" charset="-122"/>
              </a:rPr>
              <a:t>τ</a:t>
            </a:r>
          </a:p>
        </p:txBody>
      </p:sp>
      <p:sp>
        <p:nvSpPr>
          <p:cNvPr id="194593" name="Text Box 34">
            <a:extLst>
              <a:ext uri="{FF2B5EF4-FFF2-40B4-BE49-F238E27FC236}">
                <a16:creationId xmlns:a16="http://schemas.microsoft.com/office/drawing/2014/main" id="{CF425C02-44DA-3E48-A134-F7CB9A834A3C}"/>
              </a:ext>
            </a:extLst>
          </p:cNvPr>
          <p:cNvSpPr txBox="1">
            <a:spLocks noChangeArrowheads="1"/>
          </p:cNvSpPr>
          <p:nvPr/>
        </p:nvSpPr>
        <p:spPr bwMode="auto">
          <a:xfrm>
            <a:off x="2335054" y="3936088"/>
            <a:ext cx="3583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      </a:t>
            </a:r>
            <a:endParaRPr kumimoji="1" lang="en-US" altLang="zh-CN" sz="1500">
              <a:ea typeface="宋体" panose="02010600030101010101" pitchFamily="2" charset="-122"/>
            </a:endParaRPr>
          </a:p>
        </p:txBody>
      </p:sp>
      <p:sp>
        <p:nvSpPr>
          <p:cNvPr id="194594" name="Text Box 35">
            <a:extLst>
              <a:ext uri="{FF2B5EF4-FFF2-40B4-BE49-F238E27FC236}">
                <a16:creationId xmlns:a16="http://schemas.microsoft.com/office/drawing/2014/main" id="{6330F649-CA87-B844-898E-3B8C2AF536F5}"/>
              </a:ext>
            </a:extLst>
          </p:cNvPr>
          <p:cNvSpPr txBox="1">
            <a:spLocks noChangeArrowheads="1"/>
          </p:cNvSpPr>
          <p:nvPr/>
        </p:nvSpPr>
        <p:spPr bwMode="auto">
          <a:xfrm>
            <a:off x="2656523" y="3419357"/>
            <a:ext cx="34977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ea typeface="宋体" panose="02010600030101010101" pitchFamily="2" charset="-122"/>
              </a:rPr>
              <a:t>2</a:t>
            </a:r>
            <a:r>
              <a:rPr kumimoji="1" lang="en-US" altLang="zh-CN" sz="1500" i="1">
                <a:ea typeface="宋体" panose="02010600030101010101" pitchFamily="2" charset="-122"/>
              </a:rPr>
              <a:t>τ</a:t>
            </a:r>
          </a:p>
        </p:txBody>
      </p:sp>
      <p:sp>
        <p:nvSpPr>
          <p:cNvPr id="194595" name="Text Box 37">
            <a:extLst>
              <a:ext uri="{FF2B5EF4-FFF2-40B4-BE49-F238E27FC236}">
                <a16:creationId xmlns:a16="http://schemas.microsoft.com/office/drawing/2014/main" id="{42092220-AD3A-C24A-A08A-57D1E46C643D}"/>
              </a:ext>
            </a:extLst>
          </p:cNvPr>
          <p:cNvSpPr txBox="1">
            <a:spLocks noChangeArrowheads="1"/>
          </p:cNvSpPr>
          <p:nvPr/>
        </p:nvSpPr>
        <p:spPr bwMode="auto">
          <a:xfrm>
            <a:off x="4186476" y="3419357"/>
            <a:ext cx="34977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ea typeface="宋体" panose="02010600030101010101" pitchFamily="2" charset="-122"/>
              </a:rPr>
              <a:t>2</a:t>
            </a:r>
            <a:r>
              <a:rPr kumimoji="1" lang="en-US" altLang="zh-CN" sz="1500" i="1">
                <a:ea typeface="宋体" panose="02010600030101010101" pitchFamily="2" charset="-122"/>
              </a:rPr>
              <a:t>τ</a:t>
            </a:r>
          </a:p>
        </p:txBody>
      </p:sp>
      <p:sp>
        <p:nvSpPr>
          <p:cNvPr id="194596" name="Rectangle 39">
            <a:extLst>
              <a:ext uri="{FF2B5EF4-FFF2-40B4-BE49-F238E27FC236}">
                <a16:creationId xmlns:a16="http://schemas.microsoft.com/office/drawing/2014/main" id="{6CDD1DD7-128A-5D4A-B003-4B2E335601D4}"/>
              </a:ext>
            </a:extLst>
          </p:cNvPr>
          <p:cNvSpPr>
            <a:spLocks noChangeArrowheads="1"/>
          </p:cNvSpPr>
          <p:nvPr/>
        </p:nvSpPr>
        <p:spPr bwMode="auto">
          <a:xfrm>
            <a:off x="5817632" y="3461029"/>
            <a:ext cx="189309" cy="2416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4597" name="Text Box 40">
            <a:extLst>
              <a:ext uri="{FF2B5EF4-FFF2-40B4-BE49-F238E27FC236}">
                <a16:creationId xmlns:a16="http://schemas.microsoft.com/office/drawing/2014/main" id="{3B070D0D-750C-1A4B-AF12-4A0531EC2DE5}"/>
              </a:ext>
            </a:extLst>
          </p:cNvPr>
          <p:cNvSpPr txBox="1">
            <a:spLocks noChangeArrowheads="1"/>
          </p:cNvSpPr>
          <p:nvPr/>
        </p:nvSpPr>
        <p:spPr bwMode="auto">
          <a:xfrm>
            <a:off x="5764054" y="3427692"/>
            <a:ext cx="35618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i="1">
                <a:ea typeface="宋体" panose="02010600030101010101" pitchFamily="2" charset="-122"/>
              </a:rPr>
              <a:t>T</a:t>
            </a:r>
            <a:r>
              <a:rPr kumimoji="1" lang="en-US" altLang="zh-CN" sz="1500" baseline="-25000">
                <a:ea typeface="宋体" panose="02010600030101010101" pitchFamily="2" charset="-122"/>
              </a:rPr>
              <a:t>0</a:t>
            </a:r>
            <a:endParaRPr kumimoji="1" lang="en-US" altLang="zh-CN" sz="1500">
              <a:ea typeface="宋体" panose="02010600030101010101" pitchFamily="2" charset="-122"/>
            </a:endParaRPr>
          </a:p>
        </p:txBody>
      </p:sp>
      <p:sp>
        <p:nvSpPr>
          <p:cNvPr id="194598" name="Text Box 41">
            <a:extLst>
              <a:ext uri="{FF2B5EF4-FFF2-40B4-BE49-F238E27FC236}">
                <a16:creationId xmlns:a16="http://schemas.microsoft.com/office/drawing/2014/main" id="{5B07B73B-F138-2441-B2A5-623E7A5456E0}"/>
              </a:ext>
            </a:extLst>
          </p:cNvPr>
          <p:cNvSpPr txBox="1">
            <a:spLocks noChangeArrowheads="1"/>
          </p:cNvSpPr>
          <p:nvPr/>
        </p:nvSpPr>
        <p:spPr bwMode="auto">
          <a:xfrm>
            <a:off x="7073741" y="3431263"/>
            <a:ext cx="34977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ea typeface="宋体" panose="02010600030101010101" pitchFamily="2" charset="-122"/>
              </a:rPr>
              <a:t>2</a:t>
            </a:r>
            <a:r>
              <a:rPr kumimoji="1" lang="en-US" altLang="zh-CN" sz="1500" i="1">
                <a:solidFill>
                  <a:schemeClr val="tx2"/>
                </a:solidFill>
                <a:ea typeface="宋体" panose="02010600030101010101" pitchFamily="2" charset="-122"/>
              </a:rPr>
              <a:t>τ</a:t>
            </a:r>
          </a:p>
        </p:txBody>
      </p:sp>
      <p:sp>
        <p:nvSpPr>
          <p:cNvPr id="194599" name="Text Box 42">
            <a:extLst>
              <a:ext uri="{FF2B5EF4-FFF2-40B4-BE49-F238E27FC236}">
                <a16:creationId xmlns:a16="http://schemas.microsoft.com/office/drawing/2014/main" id="{88B172F4-7CAF-F540-BD63-BB53E4FBF645}"/>
              </a:ext>
            </a:extLst>
          </p:cNvPr>
          <p:cNvSpPr txBox="1">
            <a:spLocks noChangeArrowheads="1"/>
          </p:cNvSpPr>
          <p:nvPr/>
        </p:nvSpPr>
        <p:spPr bwMode="auto">
          <a:xfrm>
            <a:off x="7573804" y="3121701"/>
            <a:ext cx="23756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i="1">
                <a:solidFill>
                  <a:schemeClr val="tx2"/>
                </a:solidFill>
                <a:ea typeface="宋体" panose="02010600030101010101" pitchFamily="2" charset="-122"/>
              </a:rPr>
              <a:t>t</a:t>
            </a:r>
          </a:p>
        </p:txBody>
      </p:sp>
      <p:sp>
        <p:nvSpPr>
          <p:cNvPr id="194600" name="Line 43">
            <a:extLst>
              <a:ext uri="{FF2B5EF4-FFF2-40B4-BE49-F238E27FC236}">
                <a16:creationId xmlns:a16="http://schemas.microsoft.com/office/drawing/2014/main" id="{D094ACDC-E193-9742-80FE-255985461890}"/>
              </a:ext>
            </a:extLst>
          </p:cNvPr>
          <p:cNvSpPr>
            <a:spLocks noChangeShapeType="1"/>
          </p:cNvSpPr>
          <p:nvPr/>
        </p:nvSpPr>
        <p:spPr bwMode="auto">
          <a:xfrm>
            <a:off x="4755595" y="2500194"/>
            <a:ext cx="0" cy="30003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01" name="Line 44">
            <a:extLst>
              <a:ext uri="{FF2B5EF4-FFF2-40B4-BE49-F238E27FC236}">
                <a16:creationId xmlns:a16="http://schemas.microsoft.com/office/drawing/2014/main" id="{D84E4508-C93C-CC48-B695-6F9444241CB6}"/>
              </a:ext>
            </a:extLst>
          </p:cNvPr>
          <p:cNvSpPr>
            <a:spLocks noChangeShapeType="1"/>
          </p:cNvSpPr>
          <p:nvPr/>
        </p:nvSpPr>
        <p:spPr bwMode="auto">
          <a:xfrm>
            <a:off x="7415451" y="2500194"/>
            <a:ext cx="0" cy="901304"/>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02" name="Text Box 45">
            <a:extLst>
              <a:ext uri="{FF2B5EF4-FFF2-40B4-BE49-F238E27FC236}">
                <a16:creationId xmlns:a16="http://schemas.microsoft.com/office/drawing/2014/main" id="{18015325-76F8-AF46-8A67-5A07985037CD}"/>
              </a:ext>
            </a:extLst>
          </p:cNvPr>
          <p:cNvSpPr txBox="1">
            <a:spLocks noChangeArrowheads="1"/>
          </p:cNvSpPr>
          <p:nvPr/>
        </p:nvSpPr>
        <p:spPr bwMode="auto">
          <a:xfrm>
            <a:off x="5642611" y="2435901"/>
            <a:ext cx="934871"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占用期 </a:t>
            </a:r>
          </a:p>
        </p:txBody>
      </p:sp>
      <p:sp>
        <p:nvSpPr>
          <p:cNvPr id="194603" name="Text Box 46">
            <a:extLst>
              <a:ext uri="{FF2B5EF4-FFF2-40B4-BE49-F238E27FC236}">
                <a16:creationId xmlns:a16="http://schemas.microsoft.com/office/drawing/2014/main" id="{99EFEFDA-F5EB-DB41-AF77-7B8B415263ED}"/>
              </a:ext>
            </a:extLst>
          </p:cNvPr>
          <p:cNvSpPr txBox="1">
            <a:spLocks noChangeArrowheads="1"/>
          </p:cNvSpPr>
          <p:nvPr/>
        </p:nvSpPr>
        <p:spPr bwMode="auto">
          <a:xfrm>
            <a:off x="2725579" y="2435901"/>
            <a:ext cx="1165704"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发生碰撞 </a:t>
            </a:r>
          </a:p>
        </p:txBody>
      </p:sp>
      <p:sp>
        <p:nvSpPr>
          <p:cNvPr id="194604" name="Line 47">
            <a:extLst>
              <a:ext uri="{FF2B5EF4-FFF2-40B4-BE49-F238E27FC236}">
                <a16:creationId xmlns:a16="http://schemas.microsoft.com/office/drawing/2014/main" id="{74399D15-F16F-D648-AE9B-06C74BD5B4D1}"/>
              </a:ext>
            </a:extLst>
          </p:cNvPr>
          <p:cNvSpPr>
            <a:spLocks noChangeShapeType="1"/>
          </p:cNvSpPr>
          <p:nvPr/>
        </p:nvSpPr>
        <p:spPr bwMode="auto">
          <a:xfrm>
            <a:off x="1717120" y="2500194"/>
            <a:ext cx="0" cy="28575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05" name="Text Box 48">
            <a:extLst>
              <a:ext uri="{FF2B5EF4-FFF2-40B4-BE49-F238E27FC236}">
                <a16:creationId xmlns:a16="http://schemas.microsoft.com/office/drawing/2014/main" id="{A6FB6417-401A-6C4E-A265-D693A3345720}"/>
              </a:ext>
            </a:extLst>
          </p:cNvPr>
          <p:cNvSpPr txBox="1">
            <a:spLocks noChangeArrowheads="1"/>
          </p:cNvSpPr>
          <p:nvPr/>
        </p:nvSpPr>
        <p:spPr bwMode="auto">
          <a:xfrm>
            <a:off x="3349467" y="3743207"/>
            <a:ext cx="2723823"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zh-CN" sz="1800">
                <a:ea typeface="宋体" panose="02010600030101010101" pitchFamily="2" charset="-122"/>
              </a:rPr>
              <a:t>发送一帧所需的平均时间</a:t>
            </a:r>
            <a:endParaRPr kumimoji="1" lang="zh-CN" altLang="en-US" sz="1800">
              <a:ea typeface="宋体" panose="02010600030101010101" pitchFamily="2" charset="-122"/>
            </a:endParaRPr>
          </a:p>
        </p:txBody>
      </p:sp>
      <p:sp>
        <p:nvSpPr>
          <p:cNvPr id="194606" name="Text Box 49">
            <a:extLst>
              <a:ext uri="{FF2B5EF4-FFF2-40B4-BE49-F238E27FC236}">
                <a16:creationId xmlns:a16="http://schemas.microsoft.com/office/drawing/2014/main" id="{6EED501A-7D65-CB4B-90C1-2117C182B5DB}"/>
              </a:ext>
            </a:extLst>
          </p:cNvPr>
          <p:cNvSpPr txBox="1">
            <a:spLocks noChangeArrowheads="1"/>
          </p:cNvSpPr>
          <p:nvPr/>
        </p:nvSpPr>
        <p:spPr bwMode="auto">
          <a:xfrm>
            <a:off x="3484007" y="2941917"/>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ea typeface="宋体" panose="02010600030101010101" pitchFamily="2" charset="-122"/>
              </a:rPr>
              <a:t>…</a:t>
            </a:r>
          </a:p>
        </p:txBody>
      </p:sp>
      <p:sp>
        <p:nvSpPr>
          <p:cNvPr id="194607" name="Line 50">
            <a:extLst>
              <a:ext uri="{FF2B5EF4-FFF2-40B4-BE49-F238E27FC236}">
                <a16:creationId xmlns:a16="http://schemas.microsoft.com/office/drawing/2014/main" id="{6063D57D-1FE6-C54E-9F6A-BB15824BA45A}"/>
              </a:ext>
            </a:extLst>
          </p:cNvPr>
          <p:cNvSpPr>
            <a:spLocks noChangeShapeType="1"/>
          </p:cNvSpPr>
          <p:nvPr/>
        </p:nvSpPr>
        <p:spPr bwMode="auto">
          <a:xfrm>
            <a:off x="1337310" y="3401498"/>
            <a:ext cx="6331744" cy="0"/>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08" name="幻灯片编号占位符 1">
            <a:extLst>
              <a:ext uri="{FF2B5EF4-FFF2-40B4-BE49-F238E27FC236}">
                <a16:creationId xmlns:a16="http://schemas.microsoft.com/office/drawing/2014/main" id="{CE3EAA2D-9B02-054A-9AB0-1F0C1D23002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0B96957-9889-194D-AD13-7F823510C0B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96591123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09" name="Rectangle 2">
            <a:extLst>
              <a:ext uri="{FF2B5EF4-FFF2-40B4-BE49-F238E27FC236}">
                <a16:creationId xmlns:a16="http://schemas.microsoft.com/office/drawing/2014/main" id="{BA5F5F7D-66B7-9049-871D-9160C409864A}"/>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参数</a:t>
            </a:r>
            <a:r>
              <a:rPr lang="zh-CN" altLang="en-US" i="1"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a:t>
            </a:r>
          </a:p>
        </p:txBody>
      </p:sp>
      <p:sp>
        <p:nvSpPr>
          <p:cNvPr id="196610" name="Rectangle 3">
            <a:extLst>
              <a:ext uri="{FF2B5EF4-FFF2-40B4-BE49-F238E27FC236}">
                <a16:creationId xmlns:a16="http://schemas.microsoft.com/office/drawing/2014/main" id="{FAAD2F6D-A61C-8542-BD11-60E4A3043372}"/>
              </a:ext>
            </a:extLst>
          </p:cNvPr>
          <p:cNvSpPr>
            <a:spLocks noGrp="1" noChangeArrowheads="1"/>
          </p:cNvSpPr>
          <p:nvPr>
            <p:ph type="body" idx="1"/>
          </p:nvPr>
        </p:nvSpPr>
        <p:spPr/>
        <p:txBody>
          <a:bodyPr/>
          <a:lstStyle/>
          <a:p>
            <a:pPr eaLnBrk="1" hangingPunct="1"/>
            <a:r>
              <a:rPr lang="zh-CN" altLang="en-US" sz="2100" dirty="0">
                <a:ea typeface="宋体" panose="02010600030101010101" pitchFamily="2" charset="-122"/>
              </a:rPr>
              <a:t>要提高以太网的信道利用率，就必须减小 </a:t>
            </a:r>
            <a:r>
              <a:rPr lang="zh-CN" altLang="en-US" sz="2100" i="1" dirty="0">
                <a:ea typeface="宋体" panose="02010600030101010101" pitchFamily="2" charset="-122"/>
                <a:sym typeface="Symbol" pitchFamily="2" charset="2"/>
              </a:rPr>
              <a:t> </a:t>
            </a:r>
            <a:r>
              <a:rPr lang="zh-CN" altLang="en-US" sz="2100" dirty="0">
                <a:ea typeface="宋体" panose="02010600030101010101" pitchFamily="2" charset="-122"/>
              </a:rPr>
              <a:t>与 </a:t>
            </a:r>
            <a:r>
              <a:rPr lang="en-US" altLang="zh-CN" sz="2100" i="1" dirty="0">
                <a:ea typeface="宋体" panose="02010600030101010101" pitchFamily="2" charset="-122"/>
              </a:rPr>
              <a:t>T</a:t>
            </a:r>
            <a:r>
              <a:rPr lang="en-US" altLang="zh-CN" sz="2100" baseline="-25000" dirty="0">
                <a:ea typeface="宋体" panose="02010600030101010101" pitchFamily="2" charset="-122"/>
              </a:rPr>
              <a:t>0 </a:t>
            </a:r>
            <a:r>
              <a:rPr lang="zh-CN" altLang="en-US" sz="2100" dirty="0">
                <a:ea typeface="宋体" panose="02010600030101010101" pitchFamily="2" charset="-122"/>
              </a:rPr>
              <a:t>之比。在以太网中定义了参数 </a:t>
            </a:r>
            <a:r>
              <a:rPr lang="zh-CN" altLang="en-US" sz="2100" i="1" dirty="0">
                <a:ea typeface="宋体" panose="02010600030101010101" pitchFamily="2" charset="-122"/>
              </a:rPr>
              <a:t>⍺ </a:t>
            </a:r>
            <a:r>
              <a:rPr lang="zh-CN" altLang="en-US" sz="2100" dirty="0">
                <a:ea typeface="宋体" panose="02010600030101010101" pitchFamily="2" charset="-122"/>
              </a:rPr>
              <a:t>，它是以太网单程端到端时延 </a:t>
            </a:r>
            <a:r>
              <a:rPr lang="zh-CN" altLang="en-US" sz="2100" i="1" dirty="0">
                <a:ea typeface="宋体" panose="02010600030101010101" pitchFamily="2" charset="-122"/>
                <a:sym typeface="Symbol" pitchFamily="2" charset="2"/>
              </a:rPr>
              <a:t> </a:t>
            </a:r>
            <a:r>
              <a:rPr lang="zh-CN" altLang="en-US" sz="2100" dirty="0">
                <a:ea typeface="宋体" panose="02010600030101010101" pitchFamily="2" charset="-122"/>
              </a:rPr>
              <a:t>与帧的发送时间 </a:t>
            </a:r>
            <a:r>
              <a:rPr lang="en-US" altLang="zh-CN" sz="2100" i="1" dirty="0">
                <a:ea typeface="宋体" panose="02010600030101010101" pitchFamily="2" charset="-122"/>
              </a:rPr>
              <a:t>T</a:t>
            </a:r>
            <a:r>
              <a:rPr lang="en-US" altLang="zh-CN" sz="2100" baseline="-25000" dirty="0">
                <a:ea typeface="宋体" panose="02010600030101010101" pitchFamily="2" charset="-122"/>
              </a:rPr>
              <a:t>0 </a:t>
            </a:r>
            <a:r>
              <a:rPr lang="zh-CN" altLang="en-US" sz="2100" dirty="0">
                <a:ea typeface="宋体" panose="02010600030101010101" pitchFamily="2" charset="-122"/>
              </a:rPr>
              <a:t>之比：</a:t>
            </a:r>
            <a:endParaRPr lang="en-US" altLang="zh-CN" sz="2100" dirty="0">
              <a:ea typeface="宋体" panose="02010600030101010101" pitchFamily="2" charset="-122"/>
            </a:endParaRPr>
          </a:p>
          <a:p>
            <a:pPr eaLnBrk="1" hangingPunct="1"/>
            <a:endParaRPr lang="en-US" altLang="zh-CN" sz="2100" dirty="0">
              <a:ea typeface="宋体" panose="02010600030101010101" pitchFamily="2" charset="-122"/>
            </a:endParaRPr>
          </a:p>
          <a:p>
            <a:pPr eaLnBrk="1" hangingPunct="1"/>
            <a:endParaRPr lang="en-US" altLang="zh-CN" sz="2100" dirty="0">
              <a:ea typeface="宋体" panose="02010600030101010101" pitchFamily="2" charset="-122"/>
            </a:endParaRPr>
          </a:p>
          <a:p>
            <a:pPr eaLnBrk="1" hangingPunct="1"/>
            <a:r>
              <a:rPr lang="zh-CN" altLang="en-US" sz="2100" i="1" dirty="0">
                <a:latin typeface="Tahoma" panose="020B0604030504040204" pitchFamily="34" charset="0"/>
                <a:ea typeface="宋体" panose="02010600030101010101" pitchFamily="2" charset="-122"/>
              </a:rPr>
              <a:t>⍺</a:t>
            </a:r>
            <a:r>
              <a:rPr lang="en-US" altLang="zh-CN" sz="2100" dirty="0">
                <a:solidFill>
                  <a:schemeClr val="tx2"/>
                </a:solidFill>
                <a:latin typeface="Arial" panose="020B0604020202020204" pitchFamily="34" charset="0"/>
                <a:ea typeface="宋体" panose="02010600030101010101" pitchFamily="2" charset="-122"/>
              </a:rPr>
              <a:t>→0 </a:t>
            </a:r>
            <a:r>
              <a:rPr lang="zh-CN" altLang="en-US" sz="2100" dirty="0">
                <a:solidFill>
                  <a:schemeClr val="tx2"/>
                </a:solidFill>
                <a:latin typeface="Arial" panose="020B0604020202020204" pitchFamily="34" charset="0"/>
                <a:ea typeface="宋体" panose="02010600030101010101" pitchFamily="2" charset="-122"/>
              </a:rPr>
              <a:t>表示一发生碰撞就立即可以检测出来，并立即停止发送，因而信道利用率很高。</a:t>
            </a:r>
            <a:endParaRPr lang="en-US" altLang="zh-CN" sz="2100" dirty="0">
              <a:ea typeface="宋体" panose="02010600030101010101" pitchFamily="2" charset="-122"/>
            </a:endParaRPr>
          </a:p>
          <a:p>
            <a:pPr eaLnBrk="1" hangingPunct="1"/>
            <a:r>
              <a:rPr lang="zh-CN" altLang="en-US" sz="2100" i="1" dirty="0">
                <a:latin typeface="Tahoma" panose="020B0604030504040204" pitchFamily="34" charset="0"/>
                <a:ea typeface="宋体" panose="02010600030101010101" pitchFamily="2" charset="-122"/>
              </a:rPr>
              <a:t>⍺ </a:t>
            </a:r>
            <a:r>
              <a:rPr lang="zh-CN" altLang="en-US" sz="2100" dirty="0">
                <a:solidFill>
                  <a:schemeClr val="tx2"/>
                </a:solidFill>
                <a:latin typeface="Arial" panose="020B0604020202020204" pitchFamily="34" charset="0"/>
                <a:ea typeface="宋体" panose="02010600030101010101" pitchFamily="2" charset="-122"/>
              </a:rPr>
              <a:t>越大，表明争用期所占的比例增大，每发生一次碰撞就浪费许多信道资源，使得信道利用率明显降低。 </a:t>
            </a:r>
          </a:p>
        </p:txBody>
      </p:sp>
      <p:sp>
        <p:nvSpPr>
          <p:cNvPr id="196611" name="Rectangle 5">
            <a:extLst>
              <a:ext uri="{FF2B5EF4-FFF2-40B4-BE49-F238E27FC236}">
                <a16:creationId xmlns:a16="http://schemas.microsoft.com/office/drawing/2014/main" id="{5071ED46-18E8-E842-8746-B1853B0516D7}"/>
              </a:ext>
            </a:extLst>
          </p:cNvPr>
          <p:cNvSpPr>
            <a:spLocks noChangeArrowheads="1"/>
          </p:cNvSpPr>
          <p:nvPr/>
        </p:nvSpPr>
        <p:spPr bwMode="auto">
          <a:xfrm>
            <a:off x="1143001" y="-161581"/>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6613" name="Rectangle 7">
            <a:extLst>
              <a:ext uri="{FF2B5EF4-FFF2-40B4-BE49-F238E27FC236}">
                <a16:creationId xmlns:a16="http://schemas.microsoft.com/office/drawing/2014/main" id="{265F58D1-AE8A-FC41-A236-A863175BA8D0}"/>
              </a:ext>
            </a:extLst>
          </p:cNvPr>
          <p:cNvSpPr>
            <a:spLocks noChangeArrowheads="1"/>
          </p:cNvSpPr>
          <p:nvPr/>
        </p:nvSpPr>
        <p:spPr bwMode="auto">
          <a:xfrm>
            <a:off x="1143001" y="2260150"/>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aphicFrame>
        <p:nvGraphicFramePr>
          <p:cNvPr id="196614" name="Object 6">
            <a:extLst>
              <a:ext uri="{FF2B5EF4-FFF2-40B4-BE49-F238E27FC236}">
                <a16:creationId xmlns:a16="http://schemas.microsoft.com/office/drawing/2014/main" id="{46D913D6-E5D7-0C40-9E5D-04A72F09EBCB}"/>
              </a:ext>
            </a:extLst>
          </p:cNvPr>
          <p:cNvGraphicFramePr>
            <a:graphicFrameLocks noChangeAspect="1"/>
          </p:cNvGraphicFramePr>
          <p:nvPr>
            <p:extLst>
              <p:ext uri="{D42A27DB-BD31-4B8C-83A1-F6EECF244321}">
                <p14:modId xmlns:p14="http://schemas.microsoft.com/office/powerpoint/2010/main" val="807980445"/>
              </p:ext>
            </p:extLst>
          </p:nvPr>
        </p:nvGraphicFramePr>
        <p:xfrm>
          <a:off x="3696406" y="1801164"/>
          <a:ext cx="917972" cy="917972"/>
        </p:xfrm>
        <a:graphic>
          <a:graphicData uri="http://schemas.openxmlformats.org/presentationml/2006/ole">
            <mc:AlternateContent xmlns:mc="http://schemas.openxmlformats.org/markup-compatibility/2006">
              <mc:Choice xmlns:v="urn:schemas-microsoft-com:vml" Requires="v">
                <p:oleObj spid="_x0000_s182286" name="公式" r:id="rId3" imgW="9944100" imgH="9944100" progId="Equation.3">
                  <p:embed/>
                </p:oleObj>
              </mc:Choice>
              <mc:Fallback>
                <p:oleObj name="公式" r:id="rId3" imgW="9944100" imgH="9944100" progId="Equation.3">
                  <p:embed/>
                  <p:pic>
                    <p:nvPicPr>
                      <p:cNvPr id="196614" name="Object 6">
                        <a:extLst>
                          <a:ext uri="{FF2B5EF4-FFF2-40B4-BE49-F238E27FC236}">
                            <a16:creationId xmlns:a16="http://schemas.microsoft.com/office/drawing/2014/main" id="{46D913D6-E5D7-0C40-9E5D-04A72F09EB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96406" y="1801164"/>
                        <a:ext cx="917972" cy="917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6615" name="Text Box 8">
            <a:extLst>
              <a:ext uri="{FF2B5EF4-FFF2-40B4-BE49-F238E27FC236}">
                <a16:creationId xmlns:a16="http://schemas.microsoft.com/office/drawing/2014/main" id="{9401952C-26E2-3A47-90C8-DE84F6D713B3}"/>
              </a:ext>
            </a:extLst>
          </p:cNvPr>
          <p:cNvSpPr txBox="1">
            <a:spLocks noChangeArrowheads="1"/>
          </p:cNvSpPr>
          <p:nvPr/>
        </p:nvSpPr>
        <p:spPr bwMode="auto">
          <a:xfrm>
            <a:off x="7801156" y="1993376"/>
            <a:ext cx="752129"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2100" dirty="0">
                <a:solidFill>
                  <a:schemeClr val="tx2"/>
                </a:solidFill>
                <a:latin typeface="Arial" panose="020B0604020202020204" pitchFamily="34" charset="0"/>
                <a:ea typeface="宋体" panose="02010600030101010101" pitchFamily="2" charset="-122"/>
              </a:rPr>
              <a:t>(3-2)</a:t>
            </a:r>
          </a:p>
        </p:txBody>
      </p:sp>
      <p:sp>
        <p:nvSpPr>
          <p:cNvPr id="196617" name="幻灯片编号占位符 1">
            <a:extLst>
              <a:ext uri="{FF2B5EF4-FFF2-40B4-BE49-F238E27FC236}">
                <a16:creationId xmlns:a16="http://schemas.microsoft.com/office/drawing/2014/main" id="{EF9CFCED-AFA8-BB42-85FF-A5FC2938839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4A58086-BEAC-9549-83D8-E07825009CA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09177115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3" name="Rectangle 2">
            <a:extLst>
              <a:ext uri="{FF2B5EF4-FFF2-40B4-BE49-F238E27FC236}">
                <a16:creationId xmlns:a16="http://schemas.microsoft.com/office/drawing/2014/main" id="{168C9930-0E6B-7B4A-A184-3EA71F3DADFF}"/>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对以太网参数的要求</a:t>
            </a:r>
          </a:p>
        </p:txBody>
      </p:sp>
      <p:sp>
        <p:nvSpPr>
          <p:cNvPr id="197634" name="Rectangle 3">
            <a:extLst>
              <a:ext uri="{FF2B5EF4-FFF2-40B4-BE49-F238E27FC236}">
                <a16:creationId xmlns:a16="http://schemas.microsoft.com/office/drawing/2014/main" id="{1C5B7EDF-C018-A544-A421-1E7DB9C2D408}"/>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当数据率一定时，以太网的连线的长度受到限制，否则 </a:t>
            </a:r>
            <a:r>
              <a:rPr lang="zh-CN" altLang="en-US" i="1">
                <a:latin typeface="Times New Roman" panose="02020603050405020304" pitchFamily="18" charset="0"/>
                <a:ea typeface="宋体" panose="02010600030101010101" pitchFamily="2" charset="-122"/>
                <a:sym typeface="Symbol" pitchFamily="2" charset="2"/>
              </a:rPr>
              <a:t> </a:t>
            </a:r>
            <a:r>
              <a:rPr lang="zh-CN" altLang="en-US">
                <a:latin typeface="Times New Roman" panose="02020603050405020304" pitchFamily="18" charset="0"/>
                <a:ea typeface="宋体" panose="02010600030101010101" pitchFamily="2" charset="-122"/>
              </a:rPr>
              <a:t>的数值会太大。</a:t>
            </a:r>
          </a:p>
          <a:p>
            <a:pPr eaLnBrk="1" hangingPunct="1"/>
            <a:r>
              <a:rPr lang="zh-CN" altLang="en-US">
                <a:latin typeface="Times New Roman" panose="02020603050405020304" pitchFamily="18" charset="0"/>
                <a:ea typeface="宋体" panose="02010600030101010101" pitchFamily="2" charset="-122"/>
              </a:rPr>
              <a:t>以太网的帧长不能太短，否则 </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0 </a:t>
            </a:r>
            <a:r>
              <a:rPr lang="zh-CN" altLang="en-US">
                <a:latin typeface="Times New Roman" panose="02020603050405020304" pitchFamily="18" charset="0"/>
                <a:ea typeface="宋体" panose="02010600030101010101" pitchFamily="2" charset="-122"/>
              </a:rPr>
              <a:t>的值会太小，使 </a:t>
            </a:r>
            <a:r>
              <a:rPr lang="zh-CN" altLang="en-US" i="1">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值太大。 </a:t>
            </a:r>
          </a:p>
        </p:txBody>
      </p:sp>
      <p:sp>
        <p:nvSpPr>
          <p:cNvPr id="197635" name="幻灯片编号占位符 1">
            <a:extLst>
              <a:ext uri="{FF2B5EF4-FFF2-40B4-BE49-F238E27FC236}">
                <a16:creationId xmlns:a16="http://schemas.microsoft.com/office/drawing/2014/main" id="{6C21DFB6-B5CB-C14C-A52B-503D3BD9E54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6B21CF3-E076-FB4A-8F42-98B4E1AA5A0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5169895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7" name="Rectangle 2">
            <a:extLst>
              <a:ext uri="{FF2B5EF4-FFF2-40B4-BE49-F238E27FC236}">
                <a16:creationId xmlns:a16="http://schemas.microsoft.com/office/drawing/2014/main" id="{B10331A8-8F80-2E47-93DB-A137B42D4297}"/>
              </a:ext>
            </a:extLst>
          </p:cNvPr>
          <p:cNvSpPr>
            <a:spLocks noGrp="1" noChangeArrowheads="1"/>
          </p:cNvSpPr>
          <p:nvPr>
            <p:ph type="body" idx="1"/>
          </p:nvPr>
        </p:nvSpPr>
        <p:spPr>
          <a:xfrm>
            <a:off x="133562" y="1125142"/>
            <a:ext cx="8656107" cy="2202656"/>
          </a:xfrm>
        </p:spPr>
        <p:txBody>
          <a:bodyPr/>
          <a:lstStyle/>
          <a:p>
            <a:pPr algn="just" eaLnBrk="1" hangingPunct="1">
              <a:lnSpc>
                <a:spcPct val="110000"/>
              </a:lnSpc>
            </a:pPr>
            <a:r>
              <a:rPr lang="zh-CN" altLang="en-US" sz="2100" dirty="0">
                <a:ea typeface="宋体" panose="02010600030101010101" pitchFamily="2" charset="-122"/>
              </a:rPr>
              <a:t>在</a:t>
            </a:r>
            <a:r>
              <a:rPr lang="zh-CN" altLang="en-US" sz="2100" dirty="0">
                <a:solidFill>
                  <a:schemeClr val="hlink"/>
                </a:solidFill>
                <a:ea typeface="宋体" panose="02010600030101010101" pitchFamily="2" charset="-122"/>
              </a:rPr>
              <a:t>理想化</a:t>
            </a:r>
            <a:r>
              <a:rPr lang="zh-CN" altLang="en-US" sz="2100" dirty="0">
                <a:ea typeface="宋体" panose="02010600030101010101" pitchFamily="2" charset="-122"/>
              </a:rPr>
              <a:t>的情况下，以太网上的各站发送数据都不会产生碰撞（这显然已经不是 </a:t>
            </a:r>
            <a:r>
              <a:rPr lang="en-US" altLang="zh-CN" sz="2100" dirty="0">
                <a:ea typeface="宋体" panose="02010600030101010101" pitchFamily="2" charset="-122"/>
              </a:rPr>
              <a:t>CSMA/CD</a:t>
            </a:r>
            <a:r>
              <a:rPr lang="zh-CN" altLang="en-US" sz="2100" dirty="0">
                <a:ea typeface="宋体" panose="02010600030101010101" pitchFamily="2" charset="-122"/>
              </a:rPr>
              <a:t>，而是需要使用一种特殊的调度方法），即总线一旦空闲就有某一个站立即发送数据。</a:t>
            </a:r>
          </a:p>
          <a:p>
            <a:pPr algn="just" eaLnBrk="1" hangingPunct="1">
              <a:lnSpc>
                <a:spcPct val="110000"/>
              </a:lnSpc>
            </a:pPr>
            <a:r>
              <a:rPr lang="zh-CN" altLang="en-US" sz="2100" dirty="0">
                <a:ea typeface="宋体" panose="02010600030101010101" pitchFamily="2" charset="-122"/>
              </a:rPr>
              <a:t>发送一帧占用线路的时间是 </a:t>
            </a:r>
            <a:r>
              <a:rPr lang="en-US" altLang="zh-CN" sz="2100" i="1" dirty="0">
                <a:ea typeface="宋体" panose="02010600030101010101" pitchFamily="2" charset="-122"/>
              </a:rPr>
              <a:t>T</a:t>
            </a:r>
            <a:r>
              <a:rPr lang="en-US" altLang="zh-CN" sz="2100" baseline="-25000" dirty="0">
                <a:ea typeface="宋体" panose="02010600030101010101" pitchFamily="2" charset="-122"/>
              </a:rPr>
              <a:t>0</a:t>
            </a:r>
            <a:r>
              <a:rPr lang="en-US" altLang="zh-CN" sz="2100" dirty="0">
                <a:ea typeface="宋体" panose="02010600030101010101" pitchFamily="2" charset="-122"/>
              </a:rPr>
              <a:t> + </a:t>
            </a:r>
            <a:r>
              <a:rPr lang="en-US" altLang="zh-CN" sz="2100" i="1" dirty="0">
                <a:ea typeface="宋体" panose="02010600030101010101" pitchFamily="2" charset="-122"/>
                <a:sym typeface="Symbol" pitchFamily="2" charset="2"/>
              </a:rPr>
              <a:t></a:t>
            </a:r>
            <a:r>
              <a:rPr lang="zh-CN" altLang="en-US" sz="2100" dirty="0">
                <a:ea typeface="宋体" panose="02010600030101010101" pitchFamily="2" charset="-122"/>
              </a:rPr>
              <a:t>，而帧本身的发送时间是 </a:t>
            </a:r>
            <a:r>
              <a:rPr lang="en-US" altLang="zh-CN" sz="2100" i="1" dirty="0">
                <a:ea typeface="宋体" panose="02010600030101010101" pitchFamily="2" charset="-122"/>
              </a:rPr>
              <a:t>T</a:t>
            </a:r>
            <a:r>
              <a:rPr lang="en-US" altLang="zh-CN" sz="2100" baseline="-25000" dirty="0">
                <a:ea typeface="宋体" panose="02010600030101010101" pitchFamily="2" charset="-122"/>
              </a:rPr>
              <a:t>0</a:t>
            </a:r>
            <a:r>
              <a:rPr lang="zh-CN" altLang="en-US" sz="2100" dirty="0">
                <a:ea typeface="宋体" panose="02010600030101010101" pitchFamily="2" charset="-122"/>
              </a:rPr>
              <a:t>。于是我们可计算出</a:t>
            </a:r>
            <a:r>
              <a:rPr lang="zh-CN" altLang="en-US" sz="2100" dirty="0">
                <a:solidFill>
                  <a:schemeClr val="hlink"/>
                </a:solidFill>
                <a:ea typeface="宋体" panose="02010600030101010101" pitchFamily="2" charset="-122"/>
              </a:rPr>
              <a:t>理想情况下</a:t>
            </a:r>
            <a:r>
              <a:rPr lang="zh-CN" altLang="en-US" sz="2100" dirty="0">
                <a:ea typeface="宋体" panose="02010600030101010101" pitchFamily="2" charset="-122"/>
              </a:rPr>
              <a:t>的极限信道利用率 </a:t>
            </a:r>
            <a:r>
              <a:rPr lang="en-US" altLang="zh-CN" sz="2100" i="1" dirty="0" err="1">
                <a:ea typeface="宋体" panose="02010600030101010101" pitchFamily="2" charset="-122"/>
              </a:rPr>
              <a:t>S</a:t>
            </a:r>
            <a:r>
              <a:rPr lang="en-US" altLang="zh-CN" sz="2100" baseline="-25000" dirty="0" err="1">
                <a:ea typeface="宋体" panose="02010600030101010101" pitchFamily="2" charset="-122"/>
              </a:rPr>
              <a:t>max</a:t>
            </a:r>
            <a:r>
              <a:rPr lang="zh-CN" altLang="en-US" sz="2100" dirty="0">
                <a:ea typeface="宋体" panose="02010600030101010101" pitchFamily="2" charset="-122"/>
              </a:rPr>
              <a:t>为： </a:t>
            </a:r>
          </a:p>
        </p:txBody>
      </p:sp>
      <p:sp>
        <p:nvSpPr>
          <p:cNvPr id="198658" name="Rectangle 3">
            <a:extLst>
              <a:ext uri="{FF2B5EF4-FFF2-40B4-BE49-F238E27FC236}">
                <a16:creationId xmlns:a16="http://schemas.microsoft.com/office/drawing/2014/main" id="{83180A15-A0E4-1544-AB77-C675B7FB5149}"/>
              </a:ext>
            </a:extLst>
          </p:cNvPr>
          <p:cNvSpPr>
            <a:spLocks noChangeArrowheads="1"/>
          </p:cNvSpPr>
          <p:nvPr/>
        </p:nvSpPr>
        <p:spPr bwMode="auto">
          <a:xfrm>
            <a:off x="1143001" y="-161581"/>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8659" name="Rectangle 4">
            <a:extLst>
              <a:ext uri="{FF2B5EF4-FFF2-40B4-BE49-F238E27FC236}">
                <a16:creationId xmlns:a16="http://schemas.microsoft.com/office/drawing/2014/main" id="{24532DFB-7F9B-4347-AA0E-AEB5D2CC0647}"/>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信道利用率的最大值 </a:t>
            </a:r>
            <a:r>
              <a:rPr lang="en-US" altLang="zh-CN" i="1" dirty="0" err="1">
                <a:latin typeface="Times New Roman" panose="02020603050405020304" pitchFamily="18" charset="0"/>
                <a:ea typeface="宋体" panose="02010600030101010101" pitchFamily="2" charset="-122"/>
              </a:rPr>
              <a:t>S</a:t>
            </a:r>
            <a:r>
              <a:rPr lang="en-US" altLang="zh-CN" baseline="-25000" dirty="0" err="1">
                <a:latin typeface="Times New Roman" panose="02020603050405020304" pitchFamily="18" charset="0"/>
                <a:ea typeface="宋体" panose="02010600030101010101" pitchFamily="2" charset="-122"/>
              </a:rPr>
              <a:t>max</a:t>
            </a:r>
            <a:r>
              <a:rPr lang="en-US" altLang="zh-CN" dirty="0">
                <a:latin typeface="Times New Roman" panose="02020603050405020304" pitchFamily="18" charset="0"/>
                <a:ea typeface="宋体" panose="02010600030101010101" pitchFamily="2" charset="-122"/>
              </a:rPr>
              <a:t> </a:t>
            </a:r>
          </a:p>
        </p:txBody>
      </p:sp>
      <p:sp>
        <p:nvSpPr>
          <p:cNvPr id="198660" name="Rectangle 9">
            <a:extLst>
              <a:ext uri="{FF2B5EF4-FFF2-40B4-BE49-F238E27FC236}">
                <a16:creationId xmlns:a16="http://schemas.microsoft.com/office/drawing/2014/main" id="{8901E5FA-203B-4543-9CB9-143B81EE4AAB}"/>
              </a:ext>
            </a:extLst>
          </p:cNvPr>
          <p:cNvSpPr>
            <a:spLocks noChangeArrowheads="1"/>
          </p:cNvSpPr>
          <p:nvPr/>
        </p:nvSpPr>
        <p:spPr bwMode="auto">
          <a:xfrm>
            <a:off x="1143001" y="2274438"/>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aphicFrame>
        <p:nvGraphicFramePr>
          <p:cNvPr id="198661" name="Object 8">
            <a:extLst>
              <a:ext uri="{FF2B5EF4-FFF2-40B4-BE49-F238E27FC236}">
                <a16:creationId xmlns:a16="http://schemas.microsoft.com/office/drawing/2014/main" id="{23C90288-44E1-0E4D-A51F-060AB0DBA9C7}"/>
              </a:ext>
            </a:extLst>
          </p:cNvPr>
          <p:cNvGraphicFramePr>
            <a:graphicFrameLocks noChangeAspect="1"/>
          </p:cNvGraphicFramePr>
          <p:nvPr>
            <p:extLst>
              <p:ext uri="{D42A27DB-BD31-4B8C-83A1-F6EECF244321}">
                <p14:modId xmlns:p14="http://schemas.microsoft.com/office/powerpoint/2010/main" val="3276094197"/>
              </p:ext>
            </p:extLst>
          </p:nvPr>
        </p:nvGraphicFramePr>
        <p:xfrm>
          <a:off x="2665333" y="3327798"/>
          <a:ext cx="2538413" cy="839391"/>
        </p:xfrm>
        <a:graphic>
          <a:graphicData uri="http://schemas.openxmlformats.org/presentationml/2006/ole">
            <mc:AlternateContent xmlns:mc="http://schemas.openxmlformats.org/markup-compatibility/2006">
              <mc:Choice xmlns:v="urn:schemas-microsoft-com:vml" Requires="v">
                <p:oleObj spid="_x0000_s185356" name="公式" r:id="rId4" imgW="29552900" imgH="9944100" progId="Equation.3">
                  <p:embed/>
                </p:oleObj>
              </mc:Choice>
              <mc:Fallback>
                <p:oleObj name="公式" r:id="rId4" imgW="29552900" imgH="9944100" progId="Equation.3">
                  <p:embed/>
                  <p:pic>
                    <p:nvPicPr>
                      <p:cNvPr id="198661" name="Object 8">
                        <a:extLst>
                          <a:ext uri="{FF2B5EF4-FFF2-40B4-BE49-F238E27FC236}">
                            <a16:creationId xmlns:a16="http://schemas.microsoft.com/office/drawing/2014/main" id="{23C90288-44E1-0E4D-A51F-060AB0DBA9C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5333" y="3327798"/>
                        <a:ext cx="2538413" cy="839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8662" name="Text Box 10">
            <a:extLst>
              <a:ext uri="{FF2B5EF4-FFF2-40B4-BE49-F238E27FC236}">
                <a16:creationId xmlns:a16="http://schemas.microsoft.com/office/drawing/2014/main" id="{AB76AD8E-6B53-0E49-B3C2-10CF41265B42}"/>
              </a:ext>
            </a:extLst>
          </p:cNvPr>
          <p:cNvSpPr txBox="1">
            <a:spLocks noChangeArrowheads="1"/>
          </p:cNvSpPr>
          <p:nvPr/>
        </p:nvSpPr>
        <p:spPr bwMode="auto">
          <a:xfrm>
            <a:off x="7735517" y="3493182"/>
            <a:ext cx="752129"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2100" dirty="0">
                <a:solidFill>
                  <a:schemeClr val="tx2"/>
                </a:solidFill>
                <a:latin typeface="Arial" panose="020B0604020202020204" pitchFamily="34" charset="0"/>
                <a:ea typeface="宋体" panose="02010600030101010101" pitchFamily="2" charset="-122"/>
              </a:rPr>
              <a:t>(3-3)</a:t>
            </a:r>
          </a:p>
        </p:txBody>
      </p:sp>
      <p:sp>
        <p:nvSpPr>
          <p:cNvPr id="198663" name="幻灯片编号占位符 1">
            <a:extLst>
              <a:ext uri="{FF2B5EF4-FFF2-40B4-BE49-F238E27FC236}">
                <a16:creationId xmlns:a16="http://schemas.microsoft.com/office/drawing/2014/main" id="{BA3A61D0-13A9-5E43-B79B-0C2E5E24D4E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97B2A9C-0482-A746-84EF-D5A296531A5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55992736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5" name="Rectangle 2">
            <a:extLst>
              <a:ext uri="{FF2B5EF4-FFF2-40B4-BE49-F238E27FC236}">
                <a16:creationId xmlns:a16="http://schemas.microsoft.com/office/drawing/2014/main" id="{C5B990DC-C95D-444A-9184-6A696D857C6C}"/>
              </a:ext>
            </a:extLst>
          </p:cNvPr>
          <p:cNvSpPr>
            <a:spLocks noGrp="1" noChangeArrowheads="1"/>
          </p:cNvSpPr>
          <p:nvPr>
            <p:ph type="title"/>
          </p:nvPr>
        </p:nvSpPr>
        <p:spPr>
          <a:xfrm>
            <a:off x="160020" y="290513"/>
            <a:ext cx="8618219" cy="736997"/>
          </a:xfrm>
        </p:spPr>
        <p:txBody>
          <a:bodyPr/>
          <a:lstStyle/>
          <a:p>
            <a:pPr eaLnBrk="1" hangingPunct="1"/>
            <a:r>
              <a:rPr lang="en-US" altLang="zh-CN" dirty="0">
                <a:latin typeface="Times New Roman" panose="02020603050405020304" pitchFamily="18" charset="0"/>
                <a:ea typeface="宋体" panose="02010600030101010101" pitchFamily="2" charset="-122"/>
              </a:rPr>
              <a:t>3.4.3   </a:t>
            </a:r>
            <a:r>
              <a:rPr lang="zh-CN" altLang="en-US" dirty="0">
                <a:latin typeface="Times New Roman" panose="02020603050405020304" pitchFamily="18" charset="0"/>
                <a:ea typeface="宋体" panose="02010600030101010101" pitchFamily="2" charset="-122"/>
              </a:rPr>
              <a:t>以太网的</a:t>
            </a:r>
            <a:r>
              <a:rPr lang="zh-CN" altLang="en-US" sz="2400" dirty="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MAC</a:t>
            </a:r>
            <a:r>
              <a:rPr lang="en-US" altLang="zh-CN" sz="2400" b="1" dirty="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层</a:t>
            </a:r>
          </a:p>
        </p:txBody>
      </p:sp>
      <p:sp>
        <p:nvSpPr>
          <p:cNvPr id="440323" name="Rectangle 3">
            <a:extLst>
              <a:ext uri="{FF2B5EF4-FFF2-40B4-BE49-F238E27FC236}">
                <a16:creationId xmlns:a16="http://schemas.microsoft.com/office/drawing/2014/main" id="{7277CAC5-A4CF-1B4F-B7C7-ABE70A3FD5B4}"/>
              </a:ext>
            </a:extLst>
          </p:cNvPr>
          <p:cNvSpPr>
            <a:spLocks noGrp="1" noChangeArrowheads="1"/>
          </p:cNvSpPr>
          <p:nvPr>
            <p:ph type="body" idx="1"/>
          </p:nvPr>
        </p:nvSpPr>
        <p:spPr>
          <a:xfrm>
            <a:off x="160020" y="1701698"/>
            <a:ext cx="8823960" cy="3441802"/>
          </a:xfrm>
        </p:spPr>
        <p:txBody>
          <a:bodyPr/>
          <a:lstStyle/>
          <a:p>
            <a:pPr eaLnBrk="1" hangingPunct="1"/>
            <a:r>
              <a:rPr lang="zh-CN" altLang="en-US" dirty="0">
                <a:latin typeface="Times New Roman" panose="02020603050405020304" pitchFamily="18" charset="0"/>
                <a:ea typeface="宋体" panose="02010600030101010101" pitchFamily="2" charset="-122"/>
              </a:rPr>
              <a:t>在局域网中，</a:t>
            </a:r>
            <a:r>
              <a:rPr lang="zh-CN" altLang="en-US" dirty="0">
                <a:solidFill>
                  <a:schemeClr val="hlink"/>
                </a:solidFill>
                <a:latin typeface="Times New Roman" panose="02020603050405020304" pitchFamily="18" charset="0"/>
                <a:ea typeface="宋体" panose="02010600030101010101" pitchFamily="2" charset="-122"/>
              </a:rPr>
              <a:t>硬件地址</a:t>
            </a:r>
            <a:r>
              <a:rPr lang="zh-CN" altLang="en-US" dirty="0">
                <a:latin typeface="Times New Roman" panose="02020603050405020304" pitchFamily="18" charset="0"/>
                <a:ea typeface="宋体" panose="02010600030101010101" pitchFamily="2" charset="-122"/>
              </a:rPr>
              <a:t>又称为</a:t>
            </a:r>
            <a:r>
              <a:rPr lang="zh-CN" altLang="en-US" dirty="0">
                <a:solidFill>
                  <a:schemeClr val="hlink"/>
                </a:solidFill>
                <a:latin typeface="Times New Roman" panose="02020603050405020304" pitchFamily="18" charset="0"/>
                <a:ea typeface="宋体" panose="02010600030101010101" pitchFamily="2" charset="-122"/>
              </a:rPr>
              <a:t>物理地址</a:t>
            </a:r>
            <a:r>
              <a:rPr lang="zh-CN" altLang="en-US" dirty="0">
                <a:latin typeface="Times New Roman" panose="02020603050405020304" pitchFamily="18" charset="0"/>
                <a:ea typeface="宋体" panose="02010600030101010101" pitchFamily="2" charset="-122"/>
              </a:rPr>
              <a:t>，或 </a:t>
            </a:r>
            <a:r>
              <a:rPr lang="en-US" altLang="zh-CN" dirty="0">
                <a:solidFill>
                  <a:schemeClr val="hlink"/>
                </a:solidFill>
                <a:latin typeface="Times New Roman" panose="02020603050405020304" pitchFamily="18" charset="0"/>
                <a:ea typeface="宋体" panose="02010600030101010101" pitchFamily="2" charset="-122"/>
              </a:rPr>
              <a:t>MAC </a:t>
            </a:r>
            <a:r>
              <a:rPr lang="zh-CN" altLang="en-US" dirty="0">
                <a:solidFill>
                  <a:schemeClr val="hlink"/>
                </a:solidFill>
                <a:latin typeface="Times New Roman" panose="02020603050405020304" pitchFamily="18" charset="0"/>
                <a:ea typeface="宋体" panose="02010600030101010101" pitchFamily="2" charset="-122"/>
              </a:rPr>
              <a:t>地址</a:t>
            </a:r>
            <a:r>
              <a:rPr lang="zh-CN" altLang="en-US" dirty="0">
                <a:latin typeface="Times New Roman" panose="02020603050405020304" pitchFamily="18" charset="0"/>
                <a:ea typeface="宋体" panose="02010600030101010101" pitchFamily="2" charset="-122"/>
              </a:rPr>
              <a:t>。 </a:t>
            </a:r>
          </a:p>
          <a:p>
            <a:pPr eaLnBrk="1" hangingPunct="1"/>
            <a:r>
              <a:rPr lang="en-US" altLang="zh-CN" dirty="0">
                <a:latin typeface="Times New Roman" panose="02020603050405020304" pitchFamily="18" charset="0"/>
                <a:ea typeface="宋体" panose="02010600030101010101" pitchFamily="2" charset="-122"/>
              </a:rPr>
              <a:t>802</a:t>
            </a:r>
            <a:r>
              <a:rPr lang="en-US" altLang="zh-CN" b="1"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标准所说的“地址”严格地讲应当是每一个站的“</a:t>
            </a:r>
            <a:r>
              <a:rPr lang="zh-CN" altLang="en-US" dirty="0">
                <a:solidFill>
                  <a:schemeClr val="hlink"/>
                </a:solidFill>
                <a:latin typeface="Times New Roman" panose="02020603050405020304" pitchFamily="18" charset="0"/>
                <a:ea typeface="宋体" panose="02010600030101010101" pitchFamily="2" charset="-122"/>
              </a:rPr>
              <a:t>名字</a:t>
            </a:r>
            <a:r>
              <a:rPr lang="zh-CN" altLang="en-US" dirty="0">
                <a:latin typeface="Times New Roman" panose="02020603050405020304" pitchFamily="18" charset="0"/>
                <a:ea typeface="宋体" panose="02010600030101010101" pitchFamily="2" charset="-122"/>
              </a:rPr>
              <a:t>”或</a:t>
            </a:r>
            <a:r>
              <a:rPr lang="zh-CN" altLang="en-US" dirty="0">
                <a:solidFill>
                  <a:schemeClr val="hlink"/>
                </a:solidFill>
                <a:latin typeface="Times New Roman" panose="02020603050405020304" pitchFamily="18" charset="0"/>
                <a:ea typeface="宋体" panose="02010600030101010101" pitchFamily="2" charset="-122"/>
              </a:rPr>
              <a:t>标识符</a:t>
            </a:r>
            <a:r>
              <a:rPr lang="zh-CN" altLang="en-US" dirty="0">
                <a:latin typeface="Times New Roman" panose="02020603050405020304" pitchFamily="18" charset="0"/>
                <a:ea typeface="宋体" panose="02010600030101010101" pitchFamily="2" charset="-122"/>
              </a:rPr>
              <a:t>。 </a:t>
            </a:r>
          </a:p>
          <a:p>
            <a:pPr eaLnBrk="1" hangingPunct="1"/>
            <a:r>
              <a:rPr lang="zh-CN" altLang="en-US" dirty="0">
                <a:latin typeface="Times New Roman" panose="02020603050405020304" pitchFamily="18" charset="0"/>
                <a:ea typeface="宋体" panose="02010600030101010101" pitchFamily="2" charset="-122"/>
              </a:rPr>
              <a:t>但鉴于大家都早已习惯了将这种 </a:t>
            </a:r>
            <a:r>
              <a:rPr lang="en-US" altLang="zh-CN" dirty="0">
                <a:latin typeface="Times New Roman" panose="02020603050405020304" pitchFamily="18" charset="0"/>
                <a:ea typeface="宋体" panose="02010600030101010101" pitchFamily="2" charset="-122"/>
              </a:rPr>
              <a:t>48 </a:t>
            </a:r>
            <a:r>
              <a:rPr lang="zh-CN" altLang="en-US" dirty="0">
                <a:latin typeface="Times New Roman" panose="02020603050405020304" pitchFamily="18" charset="0"/>
                <a:ea typeface="宋体" panose="02010600030101010101" pitchFamily="2" charset="-122"/>
              </a:rPr>
              <a:t>位的“名字”称为“地址”，所以很多教材也采用这种习惯用法，尽管这种说法并不太严格。</a:t>
            </a:r>
          </a:p>
        </p:txBody>
      </p:sp>
      <p:sp>
        <p:nvSpPr>
          <p:cNvPr id="200707" name="幻灯片编号占位符 1">
            <a:extLst>
              <a:ext uri="{FF2B5EF4-FFF2-40B4-BE49-F238E27FC236}">
                <a16:creationId xmlns:a16="http://schemas.microsoft.com/office/drawing/2014/main" id="{9F41A753-17C4-2745-AB2E-FB005871C4C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82F9B55-83CB-0F42-995A-103CF297D2F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89</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AEE32A44-EAC7-F547-BF5A-5206E7422831}"/>
              </a:ext>
            </a:extLst>
          </p:cNvPr>
          <p:cNvSpPr/>
          <p:nvPr/>
        </p:nvSpPr>
        <p:spPr>
          <a:xfrm>
            <a:off x="160020" y="1102994"/>
            <a:ext cx="4572000" cy="523220"/>
          </a:xfrm>
          <a:prstGeom prst="rect">
            <a:avLst/>
          </a:prstGeom>
        </p:spPr>
        <p:txBody>
          <a:bodyPr>
            <a:spAutoFit/>
          </a:bodyPr>
          <a:lstStyle/>
          <a:p>
            <a:r>
              <a:rPr lang="en-US" altLang="zh-CN" sz="2800" dirty="0"/>
              <a:t>1.  MAC</a:t>
            </a:r>
            <a:r>
              <a:rPr lang="en-US" altLang="zh-CN" sz="1600" dirty="0"/>
              <a:t> </a:t>
            </a:r>
            <a:r>
              <a:rPr lang="zh-CN" altLang="en-US" sz="2800" dirty="0"/>
              <a:t>层的硬件地址</a:t>
            </a:r>
            <a:r>
              <a:rPr lang="zh-CN" altLang="en-US" sz="2800" dirty="0">
                <a:latin typeface="Times New Roman" panose="02020603050405020304" pitchFamily="18" charset="0"/>
              </a:rPr>
              <a:t> </a:t>
            </a:r>
            <a:endParaRPr lang="zh-CN" altLang="en-US" sz="2800" dirty="0"/>
          </a:p>
        </p:txBody>
      </p:sp>
    </p:spTree>
    <p:extLst>
      <p:ext uri="{BB962C8B-B14F-4D97-AF65-F5344CB8AC3E}">
        <p14:creationId xmlns:p14="http://schemas.microsoft.com/office/powerpoint/2010/main" val="17255964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032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032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23"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3" name="Rectangle 2">
            <a:extLst>
              <a:ext uri="{FF2B5EF4-FFF2-40B4-BE49-F238E27FC236}">
                <a16:creationId xmlns:a16="http://schemas.microsoft.com/office/drawing/2014/main" id="{BA81CE45-B9ED-8543-ACA3-B07B130D413D}"/>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48 </a:t>
            </a:r>
            <a:r>
              <a:rPr lang="zh-CN" altLang="en-US" dirty="0">
                <a:latin typeface="Times New Roman" panose="02020603050405020304" pitchFamily="18" charset="0"/>
                <a:ea typeface="宋体" panose="02010600030101010101" pitchFamily="2" charset="-122"/>
              </a:rPr>
              <a:t>位的 </a:t>
            </a:r>
            <a:r>
              <a:rPr lang="en-US" altLang="zh-CN" dirty="0">
                <a:latin typeface="Times New Roman" panose="02020603050405020304" pitchFamily="18" charset="0"/>
                <a:ea typeface="宋体" panose="02010600030101010101" pitchFamily="2" charset="-122"/>
              </a:rPr>
              <a:t>MAC </a:t>
            </a:r>
            <a:r>
              <a:rPr lang="zh-CN" altLang="en-US" dirty="0">
                <a:latin typeface="Times New Roman" panose="02020603050405020304" pitchFamily="18" charset="0"/>
                <a:ea typeface="宋体" panose="02010600030101010101" pitchFamily="2" charset="-122"/>
              </a:rPr>
              <a:t>地址</a:t>
            </a:r>
          </a:p>
        </p:txBody>
      </p:sp>
      <p:sp>
        <p:nvSpPr>
          <p:cNvPr id="202754" name="Rectangle 3">
            <a:extLst>
              <a:ext uri="{FF2B5EF4-FFF2-40B4-BE49-F238E27FC236}">
                <a16:creationId xmlns:a16="http://schemas.microsoft.com/office/drawing/2014/main" id="{3ECC62AE-8CF8-4B4F-948E-77EB7BC2C85C}"/>
              </a:ext>
            </a:extLst>
          </p:cNvPr>
          <p:cNvSpPr>
            <a:spLocks noGrp="1" noChangeArrowheads="1"/>
          </p:cNvSpPr>
          <p:nvPr>
            <p:ph type="body" idx="1"/>
          </p:nvPr>
        </p:nvSpPr>
        <p:spPr>
          <a:xfrm>
            <a:off x="133563" y="1113235"/>
            <a:ext cx="8804952" cy="4030265"/>
          </a:xfrm>
        </p:spPr>
        <p:txBody>
          <a:bodyPr/>
          <a:lstStyle/>
          <a:p>
            <a:pPr eaLnBrk="1" hangingPunct="1">
              <a:lnSpc>
                <a:spcPct val="90000"/>
              </a:lnSpc>
            </a:pPr>
            <a:r>
              <a:rPr lang="en-US" altLang="zh-CN" dirty="0">
                <a:latin typeface="Times New Roman" panose="02020603050405020304" pitchFamily="18" charset="0"/>
                <a:ea typeface="宋体" panose="02010600030101010101" pitchFamily="2" charset="-122"/>
              </a:rPr>
              <a:t>IEEE </a:t>
            </a:r>
            <a:r>
              <a:rPr lang="zh-CN" altLang="en-US" dirty="0">
                <a:latin typeface="Times New Roman" panose="02020603050405020304" pitchFamily="18" charset="0"/>
                <a:ea typeface="宋体" panose="02010600030101010101" pitchFamily="2" charset="-122"/>
              </a:rPr>
              <a:t>的</a:t>
            </a:r>
            <a:r>
              <a:rPr lang="zh-CN" altLang="en-US" dirty="0">
                <a:solidFill>
                  <a:schemeClr val="hlink"/>
                </a:solidFill>
                <a:latin typeface="Times New Roman" panose="02020603050405020304" pitchFamily="18" charset="0"/>
                <a:ea typeface="宋体" panose="02010600030101010101" pitchFamily="2" charset="-122"/>
              </a:rPr>
              <a:t>注册管理机构</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RA </a:t>
            </a:r>
            <a:r>
              <a:rPr lang="zh-CN" altLang="en-US" dirty="0">
                <a:latin typeface="Times New Roman" panose="02020603050405020304" pitchFamily="18" charset="0"/>
                <a:ea typeface="宋体" panose="02010600030101010101" pitchFamily="2" charset="-122"/>
              </a:rPr>
              <a:t>负责向厂家分配地址字段的前三个字节</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即高位 </a:t>
            </a:r>
            <a:r>
              <a:rPr lang="en-US" altLang="zh-CN" dirty="0">
                <a:latin typeface="Times New Roman" panose="02020603050405020304" pitchFamily="18" charset="0"/>
                <a:ea typeface="宋体" panose="02010600030101010101" pitchFamily="2" charset="-122"/>
              </a:rPr>
              <a:t>24 </a:t>
            </a:r>
            <a:r>
              <a:rPr lang="zh-CN" altLang="en-US" dirty="0">
                <a:latin typeface="Times New Roman" panose="02020603050405020304" pitchFamily="18" charset="0"/>
                <a:ea typeface="宋体" panose="02010600030101010101" pitchFamily="2" charset="-122"/>
              </a:rPr>
              <a:t>位</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a:t>
            </a:r>
          </a:p>
          <a:p>
            <a:pPr eaLnBrk="1" hangingPunct="1">
              <a:lnSpc>
                <a:spcPct val="90000"/>
              </a:lnSpc>
            </a:pPr>
            <a:r>
              <a:rPr lang="zh-CN" altLang="en-US" dirty="0">
                <a:latin typeface="Times New Roman" panose="02020603050405020304" pitchFamily="18" charset="0"/>
                <a:ea typeface="宋体" panose="02010600030101010101" pitchFamily="2" charset="-122"/>
              </a:rPr>
              <a:t>地址字段中的后三个字节</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即低位 </a:t>
            </a:r>
            <a:r>
              <a:rPr lang="en-US" altLang="zh-CN" dirty="0">
                <a:latin typeface="Times New Roman" panose="02020603050405020304" pitchFamily="18" charset="0"/>
                <a:ea typeface="宋体" panose="02010600030101010101" pitchFamily="2" charset="-122"/>
              </a:rPr>
              <a:t>24 </a:t>
            </a:r>
            <a:r>
              <a:rPr lang="zh-CN" altLang="en-US" dirty="0">
                <a:latin typeface="Times New Roman" panose="02020603050405020304" pitchFamily="18" charset="0"/>
                <a:ea typeface="宋体" panose="02010600030101010101" pitchFamily="2" charset="-122"/>
              </a:rPr>
              <a:t>位</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由厂家自行指派，称为</a:t>
            </a:r>
            <a:r>
              <a:rPr lang="zh-CN" altLang="en-US" dirty="0">
                <a:solidFill>
                  <a:schemeClr val="hlink"/>
                </a:solidFill>
                <a:latin typeface="Times New Roman" panose="02020603050405020304" pitchFamily="18" charset="0"/>
                <a:ea typeface="宋体" panose="02010600030101010101" pitchFamily="2" charset="-122"/>
              </a:rPr>
              <a:t>扩展标识符</a:t>
            </a:r>
            <a:r>
              <a:rPr lang="zh-CN" altLang="en-US" dirty="0">
                <a:latin typeface="Times New Roman" panose="02020603050405020304" pitchFamily="18" charset="0"/>
                <a:ea typeface="宋体" panose="02010600030101010101" pitchFamily="2" charset="-122"/>
              </a:rPr>
              <a:t>，必须保证生产出的适配器没有重复地址。</a:t>
            </a:r>
          </a:p>
          <a:p>
            <a:pPr eaLnBrk="1" hangingPunct="1">
              <a:lnSpc>
                <a:spcPct val="90000"/>
              </a:lnSpc>
            </a:pPr>
            <a:r>
              <a:rPr lang="zh-CN" altLang="en-US" dirty="0">
                <a:latin typeface="Times New Roman" panose="02020603050405020304" pitchFamily="18" charset="0"/>
                <a:ea typeface="宋体" panose="02010600030101010101" pitchFamily="2" charset="-122"/>
              </a:rPr>
              <a:t>一个地址块可以生成</a:t>
            </a:r>
            <a:r>
              <a:rPr lang="en-US" altLang="zh-CN" dirty="0">
                <a:latin typeface="Times New Roman" panose="02020603050405020304" pitchFamily="18" charset="0"/>
                <a:ea typeface="宋体" panose="02010600030101010101" pitchFamily="2" charset="-122"/>
              </a:rPr>
              <a:t>2</a:t>
            </a:r>
            <a:r>
              <a:rPr lang="en-US" altLang="zh-CN" baseline="30000" dirty="0">
                <a:latin typeface="Times New Roman" panose="02020603050405020304" pitchFamily="18" charset="0"/>
                <a:ea typeface="宋体" panose="02010600030101010101" pitchFamily="2" charset="-122"/>
              </a:rPr>
              <a:t>24</a:t>
            </a:r>
            <a:r>
              <a:rPr lang="zh-CN" altLang="en-US" dirty="0">
                <a:latin typeface="Times New Roman" panose="02020603050405020304" pitchFamily="18" charset="0"/>
                <a:ea typeface="宋体" panose="02010600030101010101" pitchFamily="2" charset="-122"/>
              </a:rPr>
              <a:t>个不同的地址。这种 </a:t>
            </a:r>
            <a:r>
              <a:rPr lang="en-US" altLang="zh-CN" dirty="0">
                <a:latin typeface="Times New Roman" panose="02020603050405020304" pitchFamily="18" charset="0"/>
                <a:ea typeface="宋体" panose="02010600030101010101" pitchFamily="2" charset="-122"/>
              </a:rPr>
              <a:t>48 </a:t>
            </a:r>
            <a:r>
              <a:rPr lang="zh-CN" altLang="en-US" dirty="0">
                <a:latin typeface="Times New Roman" panose="02020603050405020304" pitchFamily="18" charset="0"/>
                <a:ea typeface="宋体" panose="02010600030101010101" pitchFamily="2" charset="-122"/>
              </a:rPr>
              <a:t>位地址称为 </a:t>
            </a:r>
            <a:r>
              <a:rPr lang="en-US" altLang="zh-CN" dirty="0">
                <a:latin typeface="Times New Roman" panose="02020603050405020304" pitchFamily="18" charset="0"/>
                <a:ea typeface="宋体" panose="02010600030101010101" pitchFamily="2" charset="-122"/>
              </a:rPr>
              <a:t>MAC-48</a:t>
            </a:r>
            <a:r>
              <a:rPr lang="zh-CN" altLang="en-US" dirty="0">
                <a:latin typeface="Times New Roman" panose="02020603050405020304" pitchFamily="18" charset="0"/>
                <a:ea typeface="宋体" panose="02010600030101010101" pitchFamily="2" charset="-122"/>
              </a:rPr>
              <a:t>，它的通用名称是</a:t>
            </a:r>
            <a:r>
              <a:rPr lang="en-US" altLang="zh-CN" dirty="0">
                <a:latin typeface="Times New Roman" panose="02020603050405020304" pitchFamily="18" charset="0"/>
                <a:ea typeface="宋体" panose="02010600030101010101" pitchFamily="2" charset="-122"/>
              </a:rPr>
              <a:t>EUI-48</a:t>
            </a:r>
            <a:r>
              <a:rPr lang="zh-CN" altLang="en-US" dirty="0">
                <a:latin typeface="Times New Roman" panose="02020603050405020304" pitchFamily="18" charset="0"/>
                <a:ea typeface="宋体" panose="02010600030101010101" pitchFamily="2" charset="-122"/>
              </a:rPr>
              <a:t>。</a:t>
            </a:r>
          </a:p>
          <a:p>
            <a:pPr eaLnBrk="1" hangingPunct="1">
              <a:lnSpc>
                <a:spcPct val="90000"/>
              </a:lnSpc>
            </a:pP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MAC</a:t>
            </a:r>
            <a:r>
              <a:rPr lang="zh-CN" altLang="en-US" dirty="0">
                <a:latin typeface="Times New Roman" panose="02020603050405020304" pitchFamily="18" charset="0"/>
                <a:ea typeface="宋体" panose="02010600030101010101" pitchFamily="2" charset="-122"/>
              </a:rPr>
              <a:t>地址”实际上就是适配器地址或适配器标识符</a:t>
            </a:r>
            <a:r>
              <a:rPr lang="en-US" altLang="zh-CN" dirty="0">
                <a:latin typeface="Times New Roman" panose="02020603050405020304" pitchFamily="18" charset="0"/>
                <a:ea typeface="宋体" panose="02010600030101010101" pitchFamily="2" charset="-122"/>
              </a:rPr>
              <a:t>EUI-48</a:t>
            </a:r>
            <a:r>
              <a:rPr lang="zh-CN" altLang="en-US" dirty="0">
                <a:latin typeface="Times New Roman" panose="02020603050405020304" pitchFamily="18" charset="0"/>
                <a:ea typeface="宋体" panose="02010600030101010101" pitchFamily="2" charset="-122"/>
              </a:rPr>
              <a:t>。</a:t>
            </a:r>
          </a:p>
        </p:txBody>
      </p:sp>
      <p:sp>
        <p:nvSpPr>
          <p:cNvPr id="202755" name="幻灯片编号占位符 1">
            <a:extLst>
              <a:ext uri="{FF2B5EF4-FFF2-40B4-BE49-F238E27FC236}">
                <a16:creationId xmlns:a16="http://schemas.microsoft.com/office/drawing/2014/main" id="{6A4D9F2B-80C8-AB4C-BFC3-6AC6CE09E1C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EC879E4-EDB4-B24A-AED0-3D31A55DBBA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0292857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7" name="Rectangle 2">
            <a:extLst>
              <a:ext uri="{FF2B5EF4-FFF2-40B4-BE49-F238E27FC236}">
                <a16:creationId xmlns:a16="http://schemas.microsoft.com/office/drawing/2014/main" id="{453A66D3-4AEE-9A44-8571-1B5EB690CAA6}"/>
              </a:ext>
            </a:extLst>
          </p:cNvPr>
          <p:cNvSpPr>
            <a:spLocks noGrp="1" noChangeArrowheads="1"/>
          </p:cNvSpPr>
          <p:nvPr>
            <p:ph type="title"/>
          </p:nvPr>
        </p:nvSpPr>
        <p:spPr/>
        <p:txBody>
          <a:bodyPr/>
          <a:lstStyle/>
          <a:p>
            <a:pPr eaLnBrk="1" hangingPunct="1"/>
            <a:r>
              <a:rPr lang="zh-CN" altLang="en-US" sz="3600" dirty="0">
                <a:ea typeface="宋体" panose="02010600030101010101" pitchFamily="2" charset="-122"/>
              </a:rPr>
              <a:t>适配器检查 </a:t>
            </a:r>
            <a:r>
              <a:rPr lang="en-US" altLang="zh-CN" sz="3600" dirty="0">
                <a:ea typeface="宋体" panose="02010600030101010101" pitchFamily="2" charset="-122"/>
              </a:rPr>
              <a:t>MAC </a:t>
            </a:r>
            <a:r>
              <a:rPr lang="zh-CN" altLang="en-US" sz="3600" dirty="0">
                <a:ea typeface="宋体" panose="02010600030101010101" pitchFamily="2" charset="-122"/>
              </a:rPr>
              <a:t>地址 </a:t>
            </a:r>
          </a:p>
        </p:txBody>
      </p:sp>
      <p:sp>
        <p:nvSpPr>
          <p:cNvPr id="443395" name="Rectangle 3">
            <a:extLst>
              <a:ext uri="{FF2B5EF4-FFF2-40B4-BE49-F238E27FC236}">
                <a16:creationId xmlns:a16="http://schemas.microsoft.com/office/drawing/2014/main" id="{F9544A1C-2AB9-9845-8BEB-D382DC48D2A4}"/>
              </a:ext>
            </a:extLst>
          </p:cNvPr>
          <p:cNvSpPr>
            <a:spLocks noGrp="1" noChangeArrowheads="1"/>
          </p:cNvSpPr>
          <p:nvPr>
            <p:ph type="body" idx="1"/>
          </p:nvPr>
        </p:nvSpPr>
        <p:spPr>
          <a:xfrm>
            <a:off x="228600" y="1177290"/>
            <a:ext cx="8709915" cy="3500676"/>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适配器从网络上每收到一个 </a:t>
            </a:r>
            <a:r>
              <a:rPr lang="en-US" altLang="zh-CN" dirty="0">
                <a:latin typeface="Times New Roman" panose="02020603050405020304" pitchFamily="18" charset="0"/>
                <a:ea typeface="宋体" panose="02010600030101010101" pitchFamily="2" charset="-122"/>
              </a:rPr>
              <a:t>MAC </a:t>
            </a:r>
            <a:r>
              <a:rPr lang="zh-CN" altLang="en-US" dirty="0">
                <a:latin typeface="Times New Roman" panose="02020603050405020304" pitchFamily="18" charset="0"/>
                <a:ea typeface="宋体" panose="02010600030101010101" pitchFamily="2" charset="-122"/>
              </a:rPr>
              <a:t>帧就首先用硬件检查 </a:t>
            </a:r>
            <a:r>
              <a:rPr lang="en-US" altLang="zh-CN" dirty="0">
                <a:latin typeface="Times New Roman" panose="02020603050405020304" pitchFamily="18" charset="0"/>
                <a:ea typeface="宋体" panose="02010600030101010101" pitchFamily="2" charset="-122"/>
              </a:rPr>
              <a:t>MAC </a:t>
            </a:r>
            <a:r>
              <a:rPr lang="zh-CN" altLang="en-US" dirty="0">
                <a:latin typeface="Times New Roman" panose="02020603050405020304" pitchFamily="18" charset="0"/>
                <a:ea typeface="宋体" panose="02010600030101010101" pitchFamily="2" charset="-122"/>
              </a:rPr>
              <a:t>帧中的 </a:t>
            </a:r>
            <a:r>
              <a:rPr lang="en-US" altLang="zh-CN" dirty="0">
                <a:latin typeface="Times New Roman" panose="02020603050405020304" pitchFamily="18" charset="0"/>
                <a:ea typeface="宋体" panose="02010600030101010101" pitchFamily="2" charset="-122"/>
              </a:rPr>
              <a:t>MAC </a:t>
            </a:r>
            <a:r>
              <a:rPr lang="zh-CN" altLang="en-US" dirty="0">
                <a:latin typeface="Times New Roman" panose="02020603050405020304" pitchFamily="18" charset="0"/>
                <a:ea typeface="宋体" panose="02010600030101010101" pitchFamily="2" charset="-122"/>
              </a:rPr>
              <a:t>地址</a:t>
            </a:r>
            <a:r>
              <a:rPr lang="en-US" altLang="zh-CN" dirty="0">
                <a:latin typeface="Times New Roman" panose="02020603050405020304" pitchFamily="18" charset="0"/>
                <a:ea typeface="宋体" panose="02010600030101010101" pitchFamily="2" charset="-122"/>
              </a:rPr>
              <a:t>.</a:t>
            </a:r>
          </a:p>
          <a:p>
            <a:pPr lvl="1" eaLnBrk="1" hangingPunct="1">
              <a:lnSpc>
                <a:spcPct val="90000"/>
              </a:lnSpc>
            </a:pPr>
            <a:r>
              <a:rPr lang="zh-CN" altLang="en-US" dirty="0">
                <a:solidFill>
                  <a:srgbClr val="333399"/>
                </a:solidFill>
                <a:latin typeface="Times New Roman" panose="02020603050405020304" pitchFamily="18" charset="0"/>
                <a:ea typeface="宋体" panose="02010600030101010101" pitchFamily="2" charset="-122"/>
              </a:rPr>
              <a:t>如果是发往本站的帧则收下，然后再进行其他的处理。</a:t>
            </a:r>
          </a:p>
          <a:p>
            <a:pPr lvl="1" eaLnBrk="1" hangingPunct="1">
              <a:lnSpc>
                <a:spcPct val="90000"/>
              </a:lnSpc>
            </a:pPr>
            <a:r>
              <a:rPr lang="zh-CN" altLang="en-US" dirty="0">
                <a:solidFill>
                  <a:srgbClr val="333399"/>
                </a:solidFill>
                <a:latin typeface="Times New Roman" panose="02020603050405020304" pitchFamily="18" charset="0"/>
                <a:ea typeface="宋体" panose="02010600030101010101" pitchFamily="2" charset="-122"/>
              </a:rPr>
              <a:t>否则就将此帧丢弃，不再进行其他的处理。</a:t>
            </a:r>
          </a:p>
          <a:p>
            <a:pPr eaLnBrk="1" hangingPunct="1">
              <a:lnSpc>
                <a:spcPct val="90000"/>
              </a:lnSpc>
            </a:pPr>
            <a:r>
              <a:rPr lang="zh-CN" altLang="en-US" dirty="0">
                <a:latin typeface="Times New Roman" panose="02020603050405020304" pitchFamily="18" charset="0"/>
                <a:ea typeface="宋体" panose="02010600030101010101" pitchFamily="2" charset="-122"/>
              </a:rPr>
              <a:t>“发往本站的帧”包括以下三种帧： </a:t>
            </a:r>
          </a:p>
          <a:p>
            <a:pPr lvl="1" eaLnBrk="1" hangingPunct="1">
              <a:lnSpc>
                <a:spcPct val="90000"/>
              </a:lnSpc>
            </a:pPr>
            <a:r>
              <a:rPr lang="zh-CN" altLang="en-US" dirty="0">
                <a:solidFill>
                  <a:srgbClr val="333399"/>
                </a:solidFill>
                <a:latin typeface="Arial" panose="020B0604020202020204" pitchFamily="34" charset="0"/>
                <a:ea typeface="宋体" panose="02010600030101010101" pitchFamily="2" charset="-122"/>
              </a:rPr>
              <a:t>单播</a:t>
            </a:r>
            <a:r>
              <a:rPr lang="en-US" altLang="zh-CN" dirty="0">
                <a:solidFill>
                  <a:srgbClr val="333399"/>
                </a:solidFill>
                <a:latin typeface="Arial" panose="020B0604020202020204" pitchFamily="34" charset="0"/>
                <a:ea typeface="宋体" panose="02010600030101010101" pitchFamily="2" charset="-122"/>
              </a:rPr>
              <a:t>(unicast)</a:t>
            </a:r>
            <a:r>
              <a:rPr lang="zh-CN" altLang="en-US" dirty="0">
                <a:solidFill>
                  <a:srgbClr val="333399"/>
                </a:solidFill>
                <a:latin typeface="Arial" panose="020B0604020202020204" pitchFamily="34" charset="0"/>
                <a:ea typeface="宋体" panose="02010600030101010101" pitchFamily="2" charset="-122"/>
              </a:rPr>
              <a:t>帧（一对一）</a:t>
            </a:r>
          </a:p>
          <a:p>
            <a:pPr lvl="1" eaLnBrk="1" hangingPunct="1">
              <a:lnSpc>
                <a:spcPct val="90000"/>
              </a:lnSpc>
            </a:pPr>
            <a:r>
              <a:rPr lang="zh-CN" altLang="en-US" dirty="0">
                <a:solidFill>
                  <a:srgbClr val="333399"/>
                </a:solidFill>
                <a:latin typeface="Arial" panose="020B0604020202020204" pitchFamily="34" charset="0"/>
                <a:ea typeface="宋体" panose="02010600030101010101" pitchFamily="2" charset="-122"/>
              </a:rPr>
              <a:t>广播</a:t>
            </a:r>
            <a:r>
              <a:rPr lang="en-US" altLang="zh-CN" dirty="0">
                <a:solidFill>
                  <a:srgbClr val="333399"/>
                </a:solidFill>
                <a:latin typeface="Arial" panose="020B0604020202020204" pitchFamily="34" charset="0"/>
                <a:ea typeface="宋体" panose="02010600030101010101" pitchFamily="2" charset="-122"/>
              </a:rPr>
              <a:t>(broadcast)</a:t>
            </a:r>
            <a:r>
              <a:rPr lang="zh-CN" altLang="en-US" dirty="0">
                <a:solidFill>
                  <a:srgbClr val="333399"/>
                </a:solidFill>
                <a:latin typeface="Arial" panose="020B0604020202020204" pitchFamily="34" charset="0"/>
                <a:ea typeface="宋体" panose="02010600030101010101" pitchFamily="2" charset="-122"/>
              </a:rPr>
              <a:t>帧（一对全体）</a:t>
            </a:r>
          </a:p>
          <a:p>
            <a:pPr lvl="1" eaLnBrk="1" hangingPunct="1">
              <a:lnSpc>
                <a:spcPct val="90000"/>
              </a:lnSpc>
            </a:pPr>
            <a:r>
              <a:rPr lang="zh-CN" altLang="en-US" dirty="0">
                <a:solidFill>
                  <a:srgbClr val="333399"/>
                </a:solidFill>
                <a:latin typeface="Arial" panose="020B0604020202020204" pitchFamily="34" charset="0"/>
                <a:ea typeface="宋体" panose="02010600030101010101" pitchFamily="2" charset="-122"/>
              </a:rPr>
              <a:t>多播</a:t>
            </a:r>
            <a:r>
              <a:rPr lang="en-US" altLang="zh-CN" dirty="0">
                <a:solidFill>
                  <a:srgbClr val="333399"/>
                </a:solidFill>
                <a:latin typeface="Arial" panose="020B0604020202020204" pitchFamily="34" charset="0"/>
                <a:ea typeface="宋体" panose="02010600030101010101" pitchFamily="2" charset="-122"/>
              </a:rPr>
              <a:t>(multicast)</a:t>
            </a:r>
            <a:r>
              <a:rPr lang="zh-CN" altLang="en-US" dirty="0">
                <a:solidFill>
                  <a:srgbClr val="333399"/>
                </a:solidFill>
                <a:latin typeface="Arial" panose="020B0604020202020204" pitchFamily="34" charset="0"/>
                <a:ea typeface="宋体" panose="02010600030101010101" pitchFamily="2" charset="-122"/>
              </a:rPr>
              <a:t>帧（一对多）</a:t>
            </a:r>
          </a:p>
        </p:txBody>
      </p:sp>
      <p:sp>
        <p:nvSpPr>
          <p:cNvPr id="203779" name="幻灯片编号占位符 1">
            <a:extLst>
              <a:ext uri="{FF2B5EF4-FFF2-40B4-BE49-F238E27FC236}">
                <a16:creationId xmlns:a16="http://schemas.microsoft.com/office/drawing/2014/main" id="{405E1306-1694-3D4B-BA01-E55175AC64D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D956F96-3C01-0F43-98B8-0F6C240D71C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9368087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3395">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3395">
                                            <p:txEl>
                                              <p:pRg st="4" end="4"/>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43395">
                                            <p:txEl>
                                              <p:pRg st="5" end="5"/>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4339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3395"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5" name="Rectangle 2">
            <a:extLst>
              <a:ext uri="{FF2B5EF4-FFF2-40B4-BE49-F238E27FC236}">
                <a16:creationId xmlns:a16="http://schemas.microsoft.com/office/drawing/2014/main" id="{3FE8AFE4-CA50-6547-8F98-9154FF2FC920}"/>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2. MAC</a:t>
            </a:r>
            <a:r>
              <a:rPr lang="en-US" altLang="zh-CN" b="1"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帧的格式 </a:t>
            </a:r>
          </a:p>
        </p:txBody>
      </p:sp>
      <p:sp>
        <p:nvSpPr>
          <p:cNvPr id="444419" name="Rectangle 3">
            <a:extLst>
              <a:ext uri="{FF2B5EF4-FFF2-40B4-BE49-F238E27FC236}">
                <a16:creationId xmlns:a16="http://schemas.microsoft.com/office/drawing/2014/main" id="{942AF13C-05B5-5948-8F09-F627A39EDA7F}"/>
              </a:ext>
            </a:extLst>
          </p:cNvPr>
          <p:cNvSpPr>
            <a:spLocks noGrp="1" noChangeArrowheads="1"/>
          </p:cNvSpPr>
          <p:nvPr>
            <p:ph type="body" idx="1"/>
          </p:nvPr>
        </p:nvSpPr>
        <p:spPr>
          <a:xfrm>
            <a:off x="133563" y="1113235"/>
            <a:ext cx="8804953" cy="3564731"/>
          </a:xfrm>
        </p:spPr>
        <p:txBody>
          <a:bodyPr/>
          <a:lstStyle/>
          <a:p>
            <a:pPr eaLnBrk="1" hangingPunct="1"/>
            <a:r>
              <a:rPr lang="zh-CN" altLang="en-US" dirty="0">
                <a:latin typeface="Times New Roman" panose="02020603050405020304" pitchFamily="18" charset="0"/>
                <a:ea typeface="宋体" panose="02010600030101010101" pitchFamily="2" charset="-122"/>
              </a:rPr>
              <a:t>常用的以太网</a:t>
            </a:r>
            <a:r>
              <a:rPr lang="en-US" altLang="zh-CN" dirty="0">
                <a:latin typeface="Times New Roman" panose="02020603050405020304" pitchFamily="18" charset="0"/>
                <a:ea typeface="宋体" panose="02010600030101010101" pitchFamily="2" charset="-122"/>
              </a:rPr>
              <a:t>MAC</a:t>
            </a:r>
            <a:r>
              <a:rPr lang="zh-CN" altLang="en-US" dirty="0">
                <a:latin typeface="Times New Roman" panose="02020603050405020304" pitchFamily="18" charset="0"/>
                <a:ea typeface="宋体" panose="02010600030101010101" pitchFamily="2" charset="-122"/>
              </a:rPr>
              <a:t>帧格式有两种标准 ：</a:t>
            </a:r>
          </a:p>
          <a:p>
            <a:pPr lvl="1" eaLnBrk="1" hangingPunct="1"/>
            <a:r>
              <a:rPr lang="en-US" altLang="zh-CN" dirty="0">
                <a:solidFill>
                  <a:srgbClr val="333399"/>
                </a:solidFill>
                <a:latin typeface="Arial" panose="020B0604020202020204" pitchFamily="34" charset="0"/>
                <a:ea typeface="宋体" panose="02010600030101010101" pitchFamily="2" charset="-122"/>
              </a:rPr>
              <a:t>DIX Ethernet V2 </a:t>
            </a:r>
            <a:r>
              <a:rPr lang="zh-CN" altLang="en-US" dirty="0">
                <a:solidFill>
                  <a:srgbClr val="333399"/>
                </a:solidFill>
                <a:latin typeface="Arial" panose="020B0604020202020204" pitchFamily="34" charset="0"/>
                <a:ea typeface="宋体" panose="02010600030101010101" pitchFamily="2" charset="-122"/>
              </a:rPr>
              <a:t>标准</a:t>
            </a:r>
          </a:p>
          <a:p>
            <a:pPr lvl="1" eaLnBrk="1" hangingPunct="1"/>
            <a:r>
              <a:rPr lang="en-US" altLang="zh-CN" dirty="0">
                <a:solidFill>
                  <a:srgbClr val="333399"/>
                </a:solidFill>
                <a:latin typeface="Arial" panose="020B0604020202020204" pitchFamily="34" charset="0"/>
                <a:ea typeface="宋体" panose="02010600030101010101" pitchFamily="2" charset="-122"/>
              </a:rPr>
              <a:t>IEEE </a:t>
            </a:r>
            <a:r>
              <a:rPr lang="zh-CN" altLang="en-US" dirty="0">
                <a:solidFill>
                  <a:srgbClr val="333399"/>
                </a:solidFill>
                <a:latin typeface="Arial" panose="020B0604020202020204" pitchFamily="34" charset="0"/>
                <a:ea typeface="宋体" panose="02010600030101010101" pitchFamily="2" charset="-122"/>
              </a:rPr>
              <a:t>的 </a:t>
            </a:r>
            <a:r>
              <a:rPr lang="en-US" altLang="zh-CN" dirty="0">
                <a:solidFill>
                  <a:srgbClr val="333399"/>
                </a:solidFill>
                <a:latin typeface="Arial" panose="020B0604020202020204" pitchFamily="34" charset="0"/>
                <a:ea typeface="宋体" panose="02010600030101010101" pitchFamily="2" charset="-122"/>
              </a:rPr>
              <a:t>802.3 </a:t>
            </a:r>
            <a:r>
              <a:rPr lang="zh-CN" altLang="en-US" dirty="0">
                <a:solidFill>
                  <a:srgbClr val="333399"/>
                </a:solidFill>
                <a:latin typeface="Arial" panose="020B0604020202020204" pitchFamily="34" charset="0"/>
                <a:ea typeface="宋体" panose="02010600030101010101" pitchFamily="2" charset="-122"/>
              </a:rPr>
              <a:t>标准</a:t>
            </a:r>
          </a:p>
          <a:p>
            <a:pPr eaLnBrk="1" hangingPunct="1"/>
            <a:r>
              <a:rPr lang="zh-CN" altLang="en-US" dirty="0">
                <a:latin typeface="Times New Roman" panose="02020603050405020304" pitchFamily="18" charset="0"/>
                <a:ea typeface="宋体" panose="02010600030101010101" pitchFamily="2" charset="-122"/>
              </a:rPr>
              <a:t>最常用的 </a:t>
            </a:r>
            <a:r>
              <a:rPr lang="en-US" altLang="zh-CN" dirty="0">
                <a:latin typeface="Times New Roman" panose="02020603050405020304" pitchFamily="18" charset="0"/>
                <a:ea typeface="宋体" panose="02010600030101010101" pitchFamily="2" charset="-122"/>
              </a:rPr>
              <a:t>MAC </a:t>
            </a:r>
            <a:r>
              <a:rPr lang="zh-CN" altLang="en-US" dirty="0">
                <a:latin typeface="Times New Roman" panose="02020603050405020304" pitchFamily="18" charset="0"/>
                <a:ea typeface="宋体" panose="02010600030101010101" pitchFamily="2" charset="-122"/>
              </a:rPr>
              <a:t>帧是</a:t>
            </a:r>
            <a:r>
              <a:rPr lang="zh-CN" altLang="en-US" dirty="0">
                <a:solidFill>
                  <a:schemeClr val="hlink"/>
                </a:solidFill>
                <a:latin typeface="Times New Roman" panose="02020603050405020304" pitchFamily="18" charset="0"/>
                <a:ea typeface="宋体" panose="02010600030101010101" pitchFamily="2" charset="-122"/>
              </a:rPr>
              <a:t>以太网 </a:t>
            </a:r>
            <a:r>
              <a:rPr lang="en-US" altLang="zh-CN" dirty="0">
                <a:solidFill>
                  <a:schemeClr val="hlink"/>
                </a:solidFill>
                <a:latin typeface="Times New Roman" panose="02020603050405020304" pitchFamily="18" charset="0"/>
                <a:ea typeface="宋体" panose="02010600030101010101" pitchFamily="2" charset="-122"/>
              </a:rPr>
              <a:t>V2 </a:t>
            </a:r>
            <a:r>
              <a:rPr lang="zh-CN" altLang="en-US" dirty="0">
                <a:solidFill>
                  <a:schemeClr val="hlink"/>
                </a:solidFill>
                <a:latin typeface="Times New Roman" panose="02020603050405020304" pitchFamily="18" charset="0"/>
                <a:ea typeface="宋体" panose="02010600030101010101" pitchFamily="2" charset="-122"/>
              </a:rPr>
              <a:t>的格式</a:t>
            </a:r>
            <a:r>
              <a:rPr lang="zh-CN" altLang="en-US" dirty="0">
                <a:latin typeface="Times New Roman" panose="02020603050405020304" pitchFamily="18" charset="0"/>
                <a:ea typeface="宋体" panose="02010600030101010101" pitchFamily="2" charset="-122"/>
              </a:rPr>
              <a:t>。</a:t>
            </a:r>
          </a:p>
        </p:txBody>
      </p:sp>
      <p:sp>
        <p:nvSpPr>
          <p:cNvPr id="205827" name="幻灯片编号占位符 1">
            <a:extLst>
              <a:ext uri="{FF2B5EF4-FFF2-40B4-BE49-F238E27FC236}">
                <a16:creationId xmlns:a16="http://schemas.microsoft.com/office/drawing/2014/main" id="{CD3FB559-C0FD-334A-90B4-BE82686E26E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F704B15-E676-1648-AC24-AC1146BDC15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7642075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441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4419" grpId="0"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3" name="Line 3">
            <a:extLst>
              <a:ext uri="{FF2B5EF4-FFF2-40B4-BE49-F238E27FC236}">
                <a16:creationId xmlns:a16="http://schemas.microsoft.com/office/drawing/2014/main" id="{42B4D783-5744-4546-917C-58E9E505576C}"/>
              </a:ext>
            </a:extLst>
          </p:cNvPr>
          <p:cNvSpPr>
            <a:spLocks noChangeShapeType="1"/>
          </p:cNvSpPr>
          <p:nvPr/>
        </p:nvSpPr>
        <p:spPr bwMode="auto">
          <a:xfrm>
            <a:off x="1257300" y="2886075"/>
            <a:ext cx="6686550" cy="0"/>
          </a:xfrm>
          <a:prstGeom prst="line">
            <a:avLst/>
          </a:prstGeom>
          <a:noFill/>
          <a:ln w="38100" cmpd="dbl">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7874" name="Rectangle 4">
            <a:extLst>
              <a:ext uri="{FF2B5EF4-FFF2-40B4-BE49-F238E27FC236}">
                <a16:creationId xmlns:a16="http://schemas.microsoft.com/office/drawing/2014/main" id="{CDE46D2F-AEFE-9140-9175-4DF16A129886}"/>
              </a:ext>
            </a:extLst>
          </p:cNvPr>
          <p:cNvSpPr>
            <a:spLocks noChangeArrowheads="1"/>
          </p:cNvSpPr>
          <p:nvPr/>
        </p:nvSpPr>
        <p:spPr bwMode="auto">
          <a:xfrm>
            <a:off x="2308622" y="3062288"/>
            <a:ext cx="4810125" cy="37147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07875" name="Rectangle 5">
            <a:extLst>
              <a:ext uri="{FF2B5EF4-FFF2-40B4-BE49-F238E27FC236}">
                <a16:creationId xmlns:a16="http://schemas.microsoft.com/office/drawing/2014/main" id="{6D85BFAE-1BB1-B24D-90D6-A6F068929120}"/>
              </a:ext>
            </a:extLst>
          </p:cNvPr>
          <p:cNvSpPr>
            <a:spLocks noChangeArrowheads="1"/>
          </p:cNvSpPr>
          <p:nvPr/>
        </p:nvSpPr>
        <p:spPr bwMode="auto">
          <a:xfrm>
            <a:off x="2303860" y="3062287"/>
            <a:ext cx="4814888" cy="366713"/>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07876" name="Rectangle 6">
            <a:extLst>
              <a:ext uri="{FF2B5EF4-FFF2-40B4-BE49-F238E27FC236}">
                <a16:creationId xmlns:a16="http://schemas.microsoft.com/office/drawing/2014/main" id="{76CA0804-B161-D442-9F27-15C876CCDD8D}"/>
              </a:ext>
            </a:extLst>
          </p:cNvPr>
          <p:cNvSpPr>
            <a:spLocks noChangeArrowheads="1"/>
          </p:cNvSpPr>
          <p:nvPr/>
        </p:nvSpPr>
        <p:spPr bwMode="auto">
          <a:xfrm>
            <a:off x="4117182" y="3112294"/>
            <a:ext cx="144029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以太网 </a:t>
            </a:r>
            <a:r>
              <a:rPr kumimoji="1" lang="en-US" altLang="zh-CN" sz="1500">
                <a:latin typeface="Arial" panose="020B0604020202020204" pitchFamily="34" charset="0"/>
                <a:ea typeface="宋体" panose="02010600030101010101" pitchFamily="2" charset="-122"/>
              </a:rPr>
              <a:t>MAC </a:t>
            </a:r>
            <a:r>
              <a:rPr kumimoji="1" lang="zh-CN" altLang="en-US" sz="1500">
                <a:latin typeface="Arial" panose="020B0604020202020204" pitchFamily="34" charset="0"/>
                <a:ea typeface="宋体" panose="02010600030101010101" pitchFamily="2" charset="-122"/>
              </a:rPr>
              <a:t>帧</a:t>
            </a:r>
          </a:p>
        </p:txBody>
      </p:sp>
      <p:sp>
        <p:nvSpPr>
          <p:cNvPr id="207877" name="Rectangle 13">
            <a:extLst>
              <a:ext uri="{FF2B5EF4-FFF2-40B4-BE49-F238E27FC236}">
                <a16:creationId xmlns:a16="http://schemas.microsoft.com/office/drawing/2014/main" id="{9FD11C68-D2E9-C349-A6EA-6D510CD7ACC4}"/>
              </a:ext>
            </a:extLst>
          </p:cNvPr>
          <p:cNvSpPr>
            <a:spLocks noChangeArrowheads="1"/>
          </p:cNvSpPr>
          <p:nvPr/>
        </p:nvSpPr>
        <p:spPr bwMode="auto">
          <a:xfrm>
            <a:off x="7199710" y="3125391"/>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物理层</a:t>
            </a:r>
          </a:p>
        </p:txBody>
      </p:sp>
      <p:sp>
        <p:nvSpPr>
          <p:cNvPr id="207878" name="Rectangle 26">
            <a:extLst>
              <a:ext uri="{FF2B5EF4-FFF2-40B4-BE49-F238E27FC236}">
                <a16:creationId xmlns:a16="http://schemas.microsoft.com/office/drawing/2014/main" id="{95253F07-DE48-884C-A1AD-C48BC097A4DD}"/>
              </a:ext>
            </a:extLst>
          </p:cNvPr>
          <p:cNvSpPr>
            <a:spLocks noChangeArrowheads="1"/>
          </p:cNvSpPr>
          <p:nvPr/>
        </p:nvSpPr>
        <p:spPr bwMode="auto">
          <a:xfrm>
            <a:off x="7169944" y="2409825"/>
            <a:ext cx="757420"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MAC</a:t>
            </a:r>
            <a:r>
              <a:rPr kumimoji="1" lang="zh-CN" altLang="en-US" sz="1500">
                <a:latin typeface="Arial" panose="020B0604020202020204" pitchFamily="34" charset="0"/>
                <a:ea typeface="宋体" panose="02010600030101010101" pitchFamily="2" charset="-122"/>
              </a:rPr>
              <a:t>层</a:t>
            </a:r>
          </a:p>
        </p:txBody>
      </p:sp>
      <p:sp>
        <p:nvSpPr>
          <p:cNvPr id="207879" name="Line 27">
            <a:extLst>
              <a:ext uri="{FF2B5EF4-FFF2-40B4-BE49-F238E27FC236}">
                <a16:creationId xmlns:a16="http://schemas.microsoft.com/office/drawing/2014/main" id="{65546EE9-1B13-E44B-AC56-3A2A4D76886B}"/>
              </a:ext>
            </a:extLst>
          </p:cNvPr>
          <p:cNvSpPr>
            <a:spLocks noChangeShapeType="1"/>
          </p:cNvSpPr>
          <p:nvPr/>
        </p:nvSpPr>
        <p:spPr bwMode="auto">
          <a:xfrm flipH="1">
            <a:off x="2302669" y="2680097"/>
            <a:ext cx="1191" cy="38576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7880" name="Line 28">
            <a:extLst>
              <a:ext uri="{FF2B5EF4-FFF2-40B4-BE49-F238E27FC236}">
                <a16:creationId xmlns:a16="http://schemas.microsoft.com/office/drawing/2014/main" id="{764588D9-1CF1-244F-8A12-0FC178663524}"/>
              </a:ext>
            </a:extLst>
          </p:cNvPr>
          <p:cNvSpPr>
            <a:spLocks noChangeShapeType="1"/>
          </p:cNvSpPr>
          <p:nvPr/>
        </p:nvSpPr>
        <p:spPr bwMode="auto">
          <a:xfrm>
            <a:off x="7110413" y="2733675"/>
            <a:ext cx="8335" cy="32385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7881" name="Rectangle 29">
            <a:extLst>
              <a:ext uri="{FF2B5EF4-FFF2-40B4-BE49-F238E27FC236}">
                <a16:creationId xmlns:a16="http://schemas.microsoft.com/office/drawing/2014/main" id="{C6CCE251-C6F3-5D44-973B-FC687D690C18}"/>
              </a:ext>
            </a:extLst>
          </p:cNvPr>
          <p:cNvSpPr>
            <a:spLocks noChangeArrowheads="1"/>
          </p:cNvSpPr>
          <p:nvPr/>
        </p:nvSpPr>
        <p:spPr bwMode="auto">
          <a:xfrm>
            <a:off x="1289448" y="3807619"/>
            <a:ext cx="3064669" cy="311944"/>
          </a:xfrm>
          <a:prstGeom prst="rect">
            <a:avLst/>
          </a:prstGeom>
          <a:solidFill>
            <a:srgbClr val="FFFF99"/>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07882" name="Rectangle 30">
            <a:extLst>
              <a:ext uri="{FF2B5EF4-FFF2-40B4-BE49-F238E27FC236}">
                <a16:creationId xmlns:a16="http://schemas.microsoft.com/office/drawing/2014/main" id="{BE7CD456-9D21-7B4B-B504-E74FBBFC20AE}"/>
              </a:ext>
            </a:extLst>
          </p:cNvPr>
          <p:cNvSpPr>
            <a:spLocks noChangeArrowheads="1"/>
          </p:cNvSpPr>
          <p:nvPr/>
        </p:nvSpPr>
        <p:spPr bwMode="auto">
          <a:xfrm>
            <a:off x="1256110" y="3839766"/>
            <a:ext cx="3166733" cy="240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125">
                <a:latin typeface="黑体" panose="02010609060101010101" pitchFamily="49" charset="-122"/>
                <a:ea typeface="宋体" panose="02010600030101010101" pitchFamily="2" charset="-122"/>
              </a:rPr>
              <a:t>10101010101010        10101010101010101011</a:t>
            </a:r>
          </a:p>
        </p:txBody>
      </p:sp>
      <p:sp>
        <p:nvSpPr>
          <p:cNvPr id="207883" name="Line 31">
            <a:extLst>
              <a:ext uri="{FF2B5EF4-FFF2-40B4-BE49-F238E27FC236}">
                <a16:creationId xmlns:a16="http://schemas.microsoft.com/office/drawing/2014/main" id="{42C21F0E-70D3-5147-9879-76F5BF6C48DF}"/>
              </a:ext>
            </a:extLst>
          </p:cNvPr>
          <p:cNvSpPr>
            <a:spLocks noChangeShapeType="1"/>
          </p:cNvSpPr>
          <p:nvPr/>
        </p:nvSpPr>
        <p:spPr bwMode="auto">
          <a:xfrm>
            <a:off x="3673079" y="3805238"/>
            <a:ext cx="0" cy="32385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7884" name="Rectangle 32">
            <a:extLst>
              <a:ext uri="{FF2B5EF4-FFF2-40B4-BE49-F238E27FC236}">
                <a16:creationId xmlns:a16="http://schemas.microsoft.com/office/drawing/2014/main" id="{0304A150-39F3-DD4D-819E-73C846D50064}"/>
              </a:ext>
            </a:extLst>
          </p:cNvPr>
          <p:cNvSpPr>
            <a:spLocks noChangeArrowheads="1"/>
          </p:cNvSpPr>
          <p:nvPr/>
        </p:nvSpPr>
        <p:spPr bwMode="auto">
          <a:xfrm>
            <a:off x="2144316" y="4148138"/>
            <a:ext cx="90649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前同步码</a:t>
            </a:r>
          </a:p>
        </p:txBody>
      </p:sp>
      <p:sp>
        <p:nvSpPr>
          <p:cNvPr id="207885" name="Rectangle 33">
            <a:extLst>
              <a:ext uri="{FF2B5EF4-FFF2-40B4-BE49-F238E27FC236}">
                <a16:creationId xmlns:a16="http://schemas.microsoft.com/office/drawing/2014/main" id="{AC0A256A-F992-CE40-A58E-D174C1DCAE0B}"/>
              </a:ext>
            </a:extLst>
          </p:cNvPr>
          <p:cNvSpPr>
            <a:spLocks noChangeArrowheads="1"/>
          </p:cNvSpPr>
          <p:nvPr/>
        </p:nvSpPr>
        <p:spPr bwMode="auto">
          <a:xfrm>
            <a:off x="3654029" y="4126706"/>
            <a:ext cx="714139" cy="43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80000"/>
              </a:lnSpc>
              <a:spcBef>
                <a:spcPct val="0"/>
              </a:spcBef>
              <a:buClrTx/>
              <a:buSzTx/>
              <a:buFontTx/>
              <a:buNone/>
            </a:pPr>
            <a:r>
              <a:rPr kumimoji="1" lang="zh-CN" altLang="en-US" sz="1500">
                <a:latin typeface="Arial" panose="020B0604020202020204" pitchFamily="34" charset="0"/>
                <a:ea typeface="宋体" panose="02010600030101010101" pitchFamily="2" charset="-122"/>
              </a:rPr>
              <a:t>帧开始</a:t>
            </a:r>
          </a:p>
          <a:p>
            <a:pPr>
              <a:lnSpc>
                <a:spcPct val="80000"/>
              </a:lnSpc>
              <a:spcBef>
                <a:spcPct val="0"/>
              </a:spcBef>
              <a:buClrTx/>
              <a:buSzTx/>
              <a:buFontTx/>
              <a:buNone/>
            </a:pPr>
            <a:r>
              <a:rPr kumimoji="1" lang="zh-CN" altLang="en-US" sz="1500">
                <a:latin typeface="Arial" panose="020B0604020202020204" pitchFamily="34" charset="0"/>
                <a:ea typeface="宋体" panose="02010600030101010101" pitchFamily="2" charset="-122"/>
              </a:rPr>
              <a:t>定界符</a:t>
            </a:r>
          </a:p>
        </p:txBody>
      </p:sp>
      <p:sp>
        <p:nvSpPr>
          <p:cNvPr id="207886" name="Rectangle 34">
            <a:extLst>
              <a:ext uri="{FF2B5EF4-FFF2-40B4-BE49-F238E27FC236}">
                <a16:creationId xmlns:a16="http://schemas.microsoft.com/office/drawing/2014/main" id="{D4133236-D6A7-D843-970B-B9342D630051}"/>
              </a:ext>
            </a:extLst>
          </p:cNvPr>
          <p:cNvSpPr>
            <a:spLocks noChangeArrowheads="1"/>
          </p:cNvSpPr>
          <p:nvPr/>
        </p:nvSpPr>
        <p:spPr bwMode="auto">
          <a:xfrm>
            <a:off x="2195513" y="3555206"/>
            <a:ext cx="573074"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latin typeface="Arial" panose="020B0604020202020204" pitchFamily="34" charset="0"/>
                <a:ea typeface="宋体" panose="02010600030101010101" pitchFamily="2" charset="-122"/>
              </a:rPr>
              <a:t>7 </a:t>
            </a:r>
            <a:r>
              <a:rPr kumimoji="1" lang="zh-CN" altLang="en-US" sz="1200">
                <a:latin typeface="Arial" panose="020B0604020202020204" pitchFamily="34" charset="0"/>
                <a:ea typeface="宋体" panose="02010600030101010101" pitchFamily="2" charset="-122"/>
              </a:rPr>
              <a:t>字节</a:t>
            </a:r>
          </a:p>
        </p:txBody>
      </p:sp>
      <p:sp>
        <p:nvSpPr>
          <p:cNvPr id="207887" name="Rectangle 35">
            <a:extLst>
              <a:ext uri="{FF2B5EF4-FFF2-40B4-BE49-F238E27FC236}">
                <a16:creationId xmlns:a16="http://schemas.microsoft.com/office/drawing/2014/main" id="{637192B4-64E2-F743-B15A-53607165F09D}"/>
              </a:ext>
            </a:extLst>
          </p:cNvPr>
          <p:cNvSpPr>
            <a:spLocks noChangeArrowheads="1"/>
          </p:cNvSpPr>
          <p:nvPr/>
        </p:nvSpPr>
        <p:spPr bwMode="auto">
          <a:xfrm>
            <a:off x="3711179" y="3555206"/>
            <a:ext cx="573074"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latin typeface="Arial" panose="020B0604020202020204" pitchFamily="34" charset="0"/>
                <a:ea typeface="宋体" panose="02010600030101010101" pitchFamily="2" charset="-122"/>
              </a:rPr>
              <a:t>1 </a:t>
            </a:r>
            <a:r>
              <a:rPr kumimoji="1" lang="zh-CN" altLang="en-US" sz="1200">
                <a:latin typeface="Arial" panose="020B0604020202020204" pitchFamily="34" charset="0"/>
                <a:ea typeface="宋体" panose="02010600030101010101" pitchFamily="2" charset="-122"/>
              </a:rPr>
              <a:t>字节</a:t>
            </a:r>
          </a:p>
        </p:txBody>
      </p:sp>
      <p:sp>
        <p:nvSpPr>
          <p:cNvPr id="207888" name="Line 36">
            <a:extLst>
              <a:ext uri="{FF2B5EF4-FFF2-40B4-BE49-F238E27FC236}">
                <a16:creationId xmlns:a16="http://schemas.microsoft.com/office/drawing/2014/main" id="{A373F5FA-8E6F-1044-A09D-32F38FEDE2A7}"/>
              </a:ext>
            </a:extLst>
          </p:cNvPr>
          <p:cNvSpPr>
            <a:spLocks noChangeShapeType="1"/>
          </p:cNvSpPr>
          <p:nvPr/>
        </p:nvSpPr>
        <p:spPr bwMode="auto">
          <a:xfrm flipV="1">
            <a:off x="1298972" y="3436144"/>
            <a:ext cx="219075" cy="369094"/>
          </a:xfrm>
          <a:prstGeom prst="line">
            <a:avLst/>
          </a:prstGeom>
          <a:noFill/>
          <a:ln w="12700">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7889" name="Line 37">
            <a:extLst>
              <a:ext uri="{FF2B5EF4-FFF2-40B4-BE49-F238E27FC236}">
                <a16:creationId xmlns:a16="http://schemas.microsoft.com/office/drawing/2014/main" id="{64CD6BB1-12B7-2D47-AFF6-1A1E001FFF9A}"/>
              </a:ext>
            </a:extLst>
          </p:cNvPr>
          <p:cNvSpPr>
            <a:spLocks noChangeShapeType="1"/>
          </p:cNvSpPr>
          <p:nvPr/>
        </p:nvSpPr>
        <p:spPr bwMode="auto">
          <a:xfrm>
            <a:off x="2296716" y="3445669"/>
            <a:ext cx="2041922" cy="355997"/>
          </a:xfrm>
          <a:prstGeom prst="line">
            <a:avLst/>
          </a:prstGeom>
          <a:noFill/>
          <a:ln w="12700">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7890" name="Text Box 38">
            <a:extLst>
              <a:ext uri="{FF2B5EF4-FFF2-40B4-BE49-F238E27FC236}">
                <a16:creationId xmlns:a16="http://schemas.microsoft.com/office/drawing/2014/main" id="{C8D5C6FA-204B-124B-A282-8287B238D1AF}"/>
              </a:ext>
            </a:extLst>
          </p:cNvPr>
          <p:cNvSpPr txBox="1">
            <a:spLocks noChangeArrowheads="1"/>
          </p:cNvSpPr>
          <p:nvPr/>
        </p:nvSpPr>
        <p:spPr bwMode="auto">
          <a:xfrm>
            <a:off x="2452687" y="3813573"/>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t>
            </a:r>
          </a:p>
        </p:txBody>
      </p:sp>
      <p:sp>
        <p:nvSpPr>
          <p:cNvPr id="207891" name="Rectangle 41">
            <a:extLst>
              <a:ext uri="{FF2B5EF4-FFF2-40B4-BE49-F238E27FC236}">
                <a16:creationId xmlns:a16="http://schemas.microsoft.com/office/drawing/2014/main" id="{1ADE5B0E-2039-6540-BEF2-2738A438B107}"/>
              </a:ext>
            </a:extLst>
          </p:cNvPr>
          <p:cNvSpPr>
            <a:spLocks noChangeArrowheads="1"/>
          </p:cNvSpPr>
          <p:nvPr/>
        </p:nvSpPr>
        <p:spPr bwMode="auto">
          <a:xfrm>
            <a:off x="1539479" y="3057525"/>
            <a:ext cx="764381" cy="366713"/>
          </a:xfrm>
          <a:prstGeom prst="rect">
            <a:avLst/>
          </a:prstGeom>
          <a:solidFill>
            <a:srgbClr val="FFFF99"/>
          </a:solidFill>
          <a:ln w="9525">
            <a:solidFill>
              <a:schemeClr val="tx2"/>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07892" name="Rectangle 42">
            <a:extLst>
              <a:ext uri="{FF2B5EF4-FFF2-40B4-BE49-F238E27FC236}">
                <a16:creationId xmlns:a16="http://schemas.microsoft.com/office/drawing/2014/main" id="{7083D14C-B39B-FA4B-BFBE-C3C71529E2C3}"/>
              </a:ext>
            </a:extLst>
          </p:cNvPr>
          <p:cNvSpPr>
            <a:spLocks noChangeArrowheads="1"/>
          </p:cNvSpPr>
          <p:nvPr/>
        </p:nvSpPr>
        <p:spPr bwMode="auto">
          <a:xfrm>
            <a:off x="1641872" y="3126581"/>
            <a:ext cx="573074"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latin typeface="Arial" panose="020B0604020202020204" pitchFamily="34" charset="0"/>
                <a:ea typeface="宋体" panose="02010600030101010101" pitchFamily="2" charset="-122"/>
              </a:rPr>
              <a:t>8 </a:t>
            </a:r>
            <a:r>
              <a:rPr kumimoji="1" lang="zh-CN" altLang="en-US" sz="1200">
                <a:latin typeface="Arial" panose="020B0604020202020204" pitchFamily="34" charset="0"/>
                <a:ea typeface="宋体" panose="02010600030101010101" pitchFamily="2" charset="-122"/>
              </a:rPr>
              <a:t>字节</a:t>
            </a:r>
          </a:p>
        </p:txBody>
      </p:sp>
      <p:sp>
        <p:nvSpPr>
          <p:cNvPr id="207893" name="AutoShape 43">
            <a:extLst>
              <a:ext uri="{FF2B5EF4-FFF2-40B4-BE49-F238E27FC236}">
                <a16:creationId xmlns:a16="http://schemas.microsoft.com/office/drawing/2014/main" id="{587916C5-53D7-9B49-B795-8C1A499E5444}"/>
              </a:ext>
            </a:extLst>
          </p:cNvPr>
          <p:cNvSpPr>
            <a:spLocks noChangeArrowheads="1"/>
          </p:cNvSpPr>
          <p:nvPr/>
        </p:nvSpPr>
        <p:spPr bwMode="auto">
          <a:xfrm>
            <a:off x="1346597" y="2790825"/>
            <a:ext cx="505854" cy="200025"/>
          </a:xfrm>
          <a:prstGeom prst="wedgeRoundRectCallout">
            <a:avLst>
              <a:gd name="adj1" fmla="val 48000"/>
              <a:gd name="adj2" fmla="val 139880"/>
              <a:gd name="adj3" fmla="val 16667"/>
            </a:avLst>
          </a:prstGeom>
          <a:solidFill>
            <a:schemeClr val="bg1"/>
          </a:solidFill>
          <a:ln w="12700">
            <a:solidFill>
              <a:schemeClr val="tx1"/>
            </a:solidFill>
            <a:miter lim="800000"/>
            <a:headEnd/>
            <a:tailEnd/>
          </a:ln>
        </p:spPr>
        <p:txBody>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endParaRPr kumimoji="1" lang="zh-CN" altLang="zh-CN" sz="1200">
              <a:latin typeface="Arial" panose="020B0604020202020204" pitchFamily="34" charset="0"/>
              <a:ea typeface="宋体" panose="02010600030101010101" pitchFamily="2" charset="-122"/>
            </a:endParaRPr>
          </a:p>
        </p:txBody>
      </p:sp>
      <p:sp>
        <p:nvSpPr>
          <p:cNvPr id="207894" name="Rectangle 44">
            <a:extLst>
              <a:ext uri="{FF2B5EF4-FFF2-40B4-BE49-F238E27FC236}">
                <a16:creationId xmlns:a16="http://schemas.microsoft.com/office/drawing/2014/main" id="{C1D417B9-18FC-C545-BAE4-3DD428049310}"/>
              </a:ext>
            </a:extLst>
          </p:cNvPr>
          <p:cNvSpPr>
            <a:spLocks noChangeArrowheads="1"/>
          </p:cNvSpPr>
          <p:nvPr/>
        </p:nvSpPr>
        <p:spPr bwMode="auto">
          <a:xfrm>
            <a:off x="1365648" y="2771775"/>
            <a:ext cx="467915"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latin typeface="Arial" panose="020B0604020202020204" pitchFamily="34" charset="0"/>
                <a:ea typeface="宋体" panose="02010600030101010101" pitchFamily="2" charset="-122"/>
              </a:rPr>
              <a:t>插入</a:t>
            </a:r>
          </a:p>
        </p:txBody>
      </p:sp>
      <p:sp>
        <p:nvSpPr>
          <p:cNvPr id="207895" name="Rectangle 47">
            <a:extLst>
              <a:ext uri="{FF2B5EF4-FFF2-40B4-BE49-F238E27FC236}">
                <a16:creationId xmlns:a16="http://schemas.microsoft.com/office/drawing/2014/main" id="{8E10018D-D5D8-7B4D-99BA-05928A001AA2}"/>
              </a:ext>
            </a:extLst>
          </p:cNvPr>
          <p:cNvSpPr>
            <a:spLocks noChangeArrowheads="1"/>
          </p:cNvSpPr>
          <p:nvPr/>
        </p:nvSpPr>
        <p:spPr bwMode="auto">
          <a:xfrm>
            <a:off x="7278291" y="1743075"/>
            <a:ext cx="51055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IP</a:t>
            </a:r>
            <a:r>
              <a:rPr kumimoji="1" lang="zh-CN" altLang="en-US" sz="1500">
                <a:latin typeface="Arial" panose="020B0604020202020204" pitchFamily="34" charset="0"/>
                <a:ea typeface="宋体" panose="02010600030101010101" pitchFamily="2" charset="-122"/>
              </a:rPr>
              <a:t>层</a:t>
            </a:r>
          </a:p>
        </p:txBody>
      </p:sp>
      <p:sp>
        <p:nvSpPr>
          <p:cNvPr id="207896" name="Line 48">
            <a:extLst>
              <a:ext uri="{FF2B5EF4-FFF2-40B4-BE49-F238E27FC236}">
                <a16:creationId xmlns:a16="http://schemas.microsoft.com/office/drawing/2014/main" id="{4188058C-7EB8-FB4D-A35A-7131B0E64E95}"/>
              </a:ext>
            </a:extLst>
          </p:cNvPr>
          <p:cNvSpPr>
            <a:spLocks noChangeShapeType="1"/>
          </p:cNvSpPr>
          <p:nvPr/>
        </p:nvSpPr>
        <p:spPr bwMode="auto">
          <a:xfrm>
            <a:off x="7163991" y="2143125"/>
            <a:ext cx="615553" cy="8335"/>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7897" name="AutoShape 64">
            <a:extLst>
              <a:ext uri="{FF2B5EF4-FFF2-40B4-BE49-F238E27FC236}">
                <a16:creationId xmlns:a16="http://schemas.microsoft.com/office/drawing/2014/main" id="{8C67F427-4647-AE43-BC60-263B4BBD2205}"/>
              </a:ext>
            </a:extLst>
          </p:cNvPr>
          <p:cNvSpPr>
            <a:spLocks noChangeArrowheads="1"/>
          </p:cNvSpPr>
          <p:nvPr/>
        </p:nvSpPr>
        <p:spPr bwMode="auto">
          <a:xfrm rot="16200000" flipH="1">
            <a:off x="4511874" y="2856905"/>
            <a:ext cx="457200" cy="172640"/>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45506" name="Rectangle 66">
            <a:extLst>
              <a:ext uri="{FF2B5EF4-FFF2-40B4-BE49-F238E27FC236}">
                <a16:creationId xmlns:a16="http://schemas.microsoft.com/office/drawing/2014/main" id="{9F0E084F-609D-F14D-9E2F-95FFB67126F4}"/>
              </a:ext>
            </a:extLst>
          </p:cNvPr>
          <p:cNvSpPr>
            <a:spLocks noChangeArrowheads="1"/>
          </p:cNvSpPr>
          <p:nvPr/>
        </p:nvSpPr>
        <p:spPr bwMode="auto">
          <a:xfrm>
            <a:off x="2302669" y="2356247"/>
            <a:ext cx="4816079" cy="342900"/>
          </a:xfrm>
          <a:prstGeom prst="rect">
            <a:avLst/>
          </a:prstGeom>
          <a:solidFill>
            <a:srgbClr val="FFCCFF"/>
          </a:solidFill>
          <a:ln w="12700">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07899" name="Line 67">
            <a:extLst>
              <a:ext uri="{FF2B5EF4-FFF2-40B4-BE49-F238E27FC236}">
                <a16:creationId xmlns:a16="http://schemas.microsoft.com/office/drawing/2014/main" id="{56BC3610-305F-B44F-8533-953D1EF70001}"/>
              </a:ext>
            </a:extLst>
          </p:cNvPr>
          <p:cNvSpPr>
            <a:spLocks noChangeShapeType="1"/>
          </p:cNvSpPr>
          <p:nvPr/>
        </p:nvSpPr>
        <p:spPr bwMode="auto">
          <a:xfrm>
            <a:off x="3003947" y="2356247"/>
            <a:ext cx="0" cy="342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7900" name="Line 68">
            <a:extLst>
              <a:ext uri="{FF2B5EF4-FFF2-40B4-BE49-F238E27FC236}">
                <a16:creationId xmlns:a16="http://schemas.microsoft.com/office/drawing/2014/main" id="{2E76BC6A-0DF2-624A-91F8-90E02C3264A7}"/>
              </a:ext>
            </a:extLst>
          </p:cNvPr>
          <p:cNvSpPr>
            <a:spLocks noChangeShapeType="1"/>
          </p:cNvSpPr>
          <p:nvPr/>
        </p:nvSpPr>
        <p:spPr bwMode="auto">
          <a:xfrm>
            <a:off x="3689747" y="2356247"/>
            <a:ext cx="0" cy="342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7901" name="Line 69">
            <a:extLst>
              <a:ext uri="{FF2B5EF4-FFF2-40B4-BE49-F238E27FC236}">
                <a16:creationId xmlns:a16="http://schemas.microsoft.com/office/drawing/2014/main" id="{1EABADBB-E0C9-EF4C-A5DD-85D3BB5E7670}"/>
              </a:ext>
            </a:extLst>
          </p:cNvPr>
          <p:cNvSpPr>
            <a:spLocks noChangeShapeType="1"/>
          </p:cNvSpPr>
          <p:nvPr/>
        </p:nvSpPr>
        <p:spPr bwMode="auto">
          <a:xfrm>
            <a:off x="4375547" y="2356247"/>
            <a:ext cx="0" cy="342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7902" name="Line 70">
            <a:extLst>
              <a:ext uri="{FF2B5EF4-FFF2-40B4-BE49-F238E27FC236}">
                <a16:creationId xmlns:a16="http://schemas.microsoft.com/office/drawing/2014/main" id="{EAF9E5A9-9CFC-8240-AE21-7CFD5B0398EA}"/>
              </a:ext>
            </a:extLst>
          </p:cNvPr>
          <p:cNvSpPr>
            <a:spLocks noChangeShapeType="1"/>
          </p:cNvSpPr>
          <p:nvPr/>
        </p:nvSpPr>
        <p:spPr bwMode="auto">
          <a:xfrm>
            <a:off x="6718697" y="2356247"/>
            <a:ext cx="0" cy="342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7903" name="Rectangle 71">
            <a:extLst>
              <a:ext uri="{FF2B5EF4-FFF2-40B4-BE49-F238E27FC236}">
                <a16:creationId xmlns:a16="http://schemas.microsoft.com/office/drawing/2014/main" id="{51C76C03-215F-404C-9C27-DC797A29B95A}"/>
              </a:ext>
            </a:extLst>
          </p:cNvPr>
          <p:cNvSpPr>
            <a:spLocks noChangeArrowheads="1"/>
          </p:cNvSpPr>
          <p:nvPr/>
        </p:nvSpPr>
        <p:spPr bwMode="auto">
          <a:xfrm>
            <a:off x="2250282" y="2390775"/>
            <a:ext cx="829555"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目的地址</a:t>
            </a:r>
          </a:p>
        </p:txBody>
      </p:sp>
      <p:sp>
        <p:nvSpPr>
          <p:cNvPr id="207904" name="Rectangle 72">
            <a:extLst>
              <a:ext uri="{FF2B5EF4-FFF2-40B4-BE49-F238E27FC236}">
                <a16:creationId xmlns:a16="http://schemas.microsoft.com/office/drawing/2014/main" id="{26B65430-D331-094D-9D60-8A1F85312781}"/>
              </a:ext>
            </a:extLst>
          </p:cNvPr>
          <p:cNvSpPr>
            <a:spLocks noChangeArrowheads="1"/>
          </p:cNvSpPr>
          <p:nvPr/>
        </p:nvSpPr>
        <p:spPr bwMode="auto">
          <a:xfrm>
            <a:off x="3006329" y="2390775"/>
            <a:ext cx="656430"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源地址</a:t>
            </a:r>
          </a:p>
        </p:txBody>
      </p:sp>
      <p:sp>
        <p:nvSpPr>
          <p:cNvPr id="207905" name="Rectangle 73">
            <a:extLst>
              <a:ext uri="{FF2B5EF4-FFF2-40B4-BE49-F238E27FC236}">
                <a16:creationId xmlns:a16="http://schemas.microsoft.com/office/drawing/2014/main" id="{149B651C-C577-7F4A-8338-0D687CEC14E5}"/>
              </a:ext>
            </a:extLst>
          </p:cNvPr>
          <p:cNvSpPr>
            <a:spLocks noChangeArrowheads="1"/>
          </p:cNvSpPr>
          <p:nvPr/>
        </p:nvSpPr>
        <p:spPr bwMode="auto">
          <a:xfrm>
            <a:off x="3811191" y="2390775"/>
            <a:ext cx="48330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类型</a:t>
            </a:r>
          </a:p>
        </p:txBody>
      </p:sp>
      <p:sp>
        <p:nvSpPr>
          <p:cNvPr id="207906" name="Rectangle 74">
            <a:extLst>
              <a:ext uri="{FF2B5EF4-FFF2-40B4-BE49-F238E27FC236}">
                <a16:creationId xmlns:a16="http://schemas.microsoft.com/office/drawing/2014/main" id="{32301A12-D419-FD42-818E-E698F65FC68E}"/>
              </a:ext>
            </a:extLst>
          </p:cNvPr>
          <p:cNvSpPr>
            <a:spLocks noChangeArrowheads="1"/>
          </p:cNvSpPr>
          <p:nvPr/>
        </p:nvSpPr>
        <p:spPr bwMode="auto">
          <a:xfrm>
            <a:off x="5198269" y="2390775"/>
            <a:ext cx="868027"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数        据</a:t>
            </a:r>
          </a:p>
        </p:txBody>
      </p:sp>
      <p:sp>
        <p:nvSpPr>
          <p:cNvPr id="207907" name="Rectangle 75">
            <a:extLst>
              <a:ext uri="{FF2B5EF4-FFF2-40B4-BE49-F238E27FC236}">
                <a16:creationId xmlns:a16="http://schemas.microsoft.com/office/drawing/2014/main" id="{F1F39BAE-FFBE-4C47-89C2-D137120A8CB6}"/>
              </a:ext>
            </a:extLst>
          </p:cNvPr>
          <p:cNvSpPr>
            <a:spLocks noChangeArrowheads="1"/>
          </p:cNvSpPr>
          <p:nvPr/>
        </p:nvSpPr>
        <p:spPr bwMode="auto">
          <a:xfrm>
            <a:off x="6678216" y="2390775"/>
            <a:ext cx="48330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FCS</a:t>
            </a:r>
          </a:p>
        </p:txBody>
      </p:sp>
      <p:sp>
        <p:nvSpPr>
          <p:cNvPr id="207908" name="Rectangle 76">
            <a:extLst>
              <a:ext uri="{FF2B5EF4-FFF2-40B4-BE49-F238E27FC236}">
                <a16:creationId xmlns:a16="http://schemas.microsoft.com/office/drawing/2014/main" id="{8E9F6E1B-4DB2-064A-A44C-FE9559876D02}"/>
              </a:ext>
            </a:extLst>
          </p:cNvPr>
          <p:cNvSpPr>
            <a:spLocks noChangeArrowheads="1"/>
          </p:cNvSpPr>
          <p:nvPr/>
        </p:nvSpPr>
        <p:spPr bwMode="auto">
          <a:xfrm>
            <a:off x="2563417" y="2139553"/>
            <a:ext cx="222017"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latin typeface="Arial" panose="020B0604020202020204" pitchFamily="34" charset="0"/>
                <a:ea typeface="宋体" panose="02010600030101010101" pitchFamily="2" charset="-122"/>
              </a:rPr>
              <a:t>6</a:t>
            </a:r>
          </a:p>
        </p:txBody>
      </p:sp>
      <p:sp>
        <p:nvSpPr>
          <p:cNvPr id="207909" name="Rectangle 77">
            <a:extLst>
              <a:ext uri="{FF2B5EF4-FFF2-40B4-BE49-F238E27FC236}">
                <a16:creationId xmlns:a16="http://schemas.microsoft.com/office/drawing/2014/main" id="{38CF207E-61DD-A54E-8D33-EBCE2EA0445D}"/>
              </a:ext>
            </a:extLst>
          </p:cNvPr>
          <p:cNvSpPr>
            <a:spLocks noChangeArrowheads="1"/>
          </p:cNvSpPr>
          <p:nvPr/>
        </p:nvSpPr>
        <p:spPr bwMode="auto">
          <a:xfrm>
            <a:off x="3298032" y="2139553"/>
            <a:ext cx="222017"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latin typeface="Arial" panose="020B0604020202020204" pitchFamily="34" charset="0"/>
                <a:ea typeface="宋体" panose="02010600030101010101" pitchFamily="2" charset="-122"/>
              </a:rPr>
              <a:t>6</a:t>
            </a:r>
          </a:p>
        </p:txBody>
      </p:sp>
      <p:sp>
        <p:nvSpPr>
          <p:cNvPr id="207910" name="Rectangle 78">
            <a:extLst>
              <a:ext uri="{FF2B5EF4-FFF2-40B4-BE49-F238E27FC236}">
                <a16:creationId xmlns:a16="http://schemas.microsoft.com/office/drawing/2014/main" id="{94407CE3-D14D-A347-8CD5-41061BBB79A6}"/>
              </a:ext>
            </a:extLst>
          </p:cNvPr>
          <p:cNvSpPr>
            <a:spLocks noChangeArrowheads="1"/>
          </p:cNvSpPr>
          <p:nvPr/>
        </p:nvSpPr>
        <p:spPr bwMode="auto">
          <a:xfrm>
            <a:off x="3975498" y="2139553"/>
            <a:ext cx="222017"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latin typeface="Arial" panose="020B0604020202020204" pitchFamily="34" charset="0"/>
                <a:ea typeface="宋体" panose="02010600030101010101" pitchFamily="2" charset="-122"/>
              </a:rPr>
              <a:t>2</a:t>
            </a:r>
          </a:p>
        </p:txBody>
      </p:sp>
      <p:sp>
        <p:nvSpPr>
          <p:cNvPr id="207911" name="Rectangle 79">
            <a:extLst>
              <a:ext uri="{FF2B5EF4-FFF2-40B4-BE49-F238E27FC236}">
                <a16:creationId xmlns:a16="http://schemas.microsoft.com/office/drawing/2014/main" id="{546AB1C6-3F09-0042-A635-EC18FDBE06F3}"/>
              </a:ext>
            </a:extLst>
          </p:cNvPr>
          <p:cNvSpPr>
            <a:spLocks noChangeArrowheads="1"/>
          </p:cNvSpPr>
          <p:nvPr/>
        </p:nvSpPr>
        <p:spPr bwMode="auto">
          <a:xfrm>
            <a:off x="6841332" y="2139553"/>
            <a:ext cx="222017"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latin typeface="Arial" panose="020B0604020202020204" pitchFamily="34" charset="0"/>
                <a:ea typeface="宋体" panose="02010600030101010101" pitchFamily="2" charset="-122"/>
              </a:rPr>
              <a:t>4</a:t>
            </a:r>
          </a:p>
        </p:txBody>
      </p:sp>
      <p:sp>
        <p:nvSpPr>
          <p:cNvPr id="207912" name="Rectangle 80">
            <a:extLst>
              <a:ext uri="{FF2B5EF4-FFF2-40B4-BE49-F238E27FC236}">
                <a16:creationId xmlns:a16="http://schemas.microsoft.com/office/drawing/2014/main" id="{915E31DD-6F30-1B43-AD82-F30E4B8C642D}"/>
              </a:ext>
            </a:extLst>
          </p:cNvPr>
          <p:cNvSpPr>
            <a:spLocks noChangeArrowheads="1"/>
          </p:cNvSpPr>
          <p:nvPr/>
        </p:nvSpPr>
        <p:spPr bwMode="auto">
          <a:xfrm>
            <a:off x="1927622" y="2112169"/>
            <a:ext cx="444834"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latin typeface="Arial" panose="020B0604020202020204" pitchFamily="34" charset="0"/>
                <a:ea typeface="宋体" panose="02010600030101010101" pitchFamily="2" charset="-122"/>
              </a:rPr>
              <a:t>字节</a:t>
            </a:r>
          </a:p>
        </p:txBody>
      </p:sp>
      <p:sp>
        <p:nvSpPr>
          <p:cNvPr id="207913" name="Text Box 81">
            <a:extLst>
              <a:ext uri="{FF2B5EF4-FFF2-40B4-BE49-F238E27FC236}">
                <a16:creationId xmlns:a16="http://schemas.microsoft.com/office/drawing/2014/main" id="{6061B8AE-68F7-AD45-910C-4F2BEDBDB76F}"/>
              </a:ext>
            </a:extLst>
          </p:cNvPr>
          <p:cNvSpPr txBox="1">
            <a:spLocks noChangeArrowheads="1"/>
          </p:cNvSpPr>
          <p:nvPr/>
        </p:nvSpPr>
        <p:spPr bwMode="auto">
          <a:xfrm>
            <a:off x="5639992" y="2114551"/>
            <a:ext cx="87075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latin typeface="Arial" panose="020B0604020202020204" pitchFamily="34" charset="0"/>
                <a:ea typeface="宋体" panose="02010600030101010101" pitchFamily="2" charset="-122"/>
              </a:rPr>
              <a:t>46 ~ 1500</a:t>
            </a:r>
          </a:p>
        </p:txBody>
      </p:sp>
      <p:sp>
        <p:nvSpPr>
          <p:cNvPr id="445547" name="Line 107">
            <a:extLst>
              <a:ext uri="{FF2B5EF4-FFF2-40B4-BE49-F238E27FC236}">
                <a16:creationId xmlns:a16="http://schemas.microsoft.com/office/drawing/2014/main" id="{3E9C14E1-F6B9-044E-87FE-6BB1123E5802}"/>
              </a:ext>
            </a:extLst>
          </p:cNvPr>
          <p:cNvSpPr>
            <a:spLocks noChangeShapeType="1"/>
          </p:cNvSpPr>
          <p:nvPr/>
        </p:nvSpPr>
        <p:spPr bwMode="auto">
          <a:xfrm flipH="1">
            <a:off x="2303860" y="1491853"/>
            <a:ext cx="0" cy="871538"/>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5548" name="Line 108">
            <a:extLst>
              <a:ext uri="{FF2B5EF4-FFF2-40B4-BE49-F238E27FC236}">
                <a16:creationId xmlns:a16="http://schemas.microsoft.com/office/drawing/2014/main" id="{9C7E8593-0057-3D42-8A42-95A8E6E493F4}"/>
              </a:ext>
            </a:extLst>
          </p:cNvPr>
          <p:cNvSpPr>
            <a:spLocks noChangeShapeType="1"/>
          </p:cNvSpPr>
          <p:nvPr/>
        </p:nvSpPr>
        <p:spPr bwMode="auto">
          <a:xfrm>
            <a:off x="7110413" y="1491854"/>
            <a:ext cx="8335" cy="864394"/>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45549" name="Group 109">
            <a:extLst>
              <a:ext uri="{FF2B5EF4-FFF2-40B4-BE49-F238E27FC236}">
                <a16:creationId xmlns:a16="http://schemas.microsoft.com/office/drawing/2014/main" id="{6AD25C24-35B4-104D-BE50-5A9443F4DB1A}"/>
              </a:ext>
            </a:extLst>
          </p:cNvPr>
          <p:cNvGrpSpPr>
            <a:grpSpLocks/>
          </p:cNvGrpSpPr>
          <p:nvPr/>
        </p:nvGrpSpPr>
        <p:grpSpPr bwMode="auto">
          <a:xfrm>
            <a:off x="4375547" y="1743075"/>
            <a:ext cx="2343150" cy="742950"/>
            <a:chOff x="2715" y="1872"/>
            <a:chExt cx="1968" cy="624"/>
          </a:xfrm>
        </p:grpSpPr>
        <p:sp>
          <p:nvSpPr>
            <p:cNvPr id="207920" name="AutoShape 110">
              <a:extLst>
                <a:ext uri="{FF2B5EF4-FFF2-40B4-BE49-F238E27FC236}">
                  <a16:creationId xmlns:a16="http://schemas.microsoft.com/office/drawing/2014/main" id="{AF8278EC-4821-CC4F-B879-C847ED90BD1C}"/>
                </a:ext>
              </a:extLst>
            </p:cNvPr>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45551" name="Rectangle 111">
              <a:extLst>
                <a:ext uri="{FF2B5EF4-FFF2-40B4-BE49-F238E27FC236}">
                  <a16:creationId xmlns:a16="http://schemas.microsoft.com/office/drawing/2014/main" id="{982C79FB-DED3-164B-97D9-D8F41CD270B0}"/>
                </a:ext>
              </a:extLst>
            </p:cNvPr>
            <p:cNvSpPr>
              <a:spLocks noChangeArrowheads="1"/>
            </p:cNvSpPr>
            <p:nvPr/>
          </p:nvSpPr>
          <p:spPr bwMode="auto">
            <a:xfrm>
              <a:off x="2715" y="1872"/>
              <a:ext cx="1968" cy="240"/>
            </a:xfrm>
            <a:prstGeom prst="rect">
              <a:avLst/>
            </a:prstGeom>
            <a:solidFill>
              <a:srgbClr val="CCECFF"/>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500">
                  <a:solidFill>
                    <a:srgbClr val="333399"/>
                  </a:solidFill>
                  <a:latin typeface="Arial" panose="020B0604020202020204" pitchFamily="34" charset="0"/>
                </a:rPr>
                <a:t>IP </a:t>
              </a:r>
              <a:r>
                <a:rPr kumimoji="1" lang="zh-CN" altLang="en-US" sz="1500">
                  <a:solidFill>
                    <a:srgbClr val="333399"/>
                  </a:solidFill>
                  <a:latin typeface="Arial" panose="020B0604020202020204" pitchFamily="34" charset="0"/>
                </a:rPr>
                <a:t>数据报</a:t>
              </a:r>
            </a:p>
          </p:txBody>
        </p:sp>
      </p:grpSp>
      <p:sp>
        <p:nvSpPr>
          <p:cNvPr id="445552" name="Rectangle 112">
            <a:extLst>
              <a:ext uri="{FF2B5EF4-FFF2-40B4-BE49-F238E27FC236}">
                <a16:creationId xmlns:a16="http://schemas.microsoft.com/office/drawing/2014/main" id="{4974B0A8-C080-5B40-8F42-473685F9BE9B}"/>
              </a:ext>
            </a:extLst>
          </p:cNvPr>
          <p:cNvSpPr>
            <a:spLocks noChangeArrowheads="1"/>
          </p:cNvSpPr>
          <p:nvPr/>
        </p:nvSpPr>
        <p:spPr bwMode="auto">
          <a:xfrm>
            <a:off x="1494235" y="2384823"/>
            <a:ext cx="810319" cy="298160"/>
          </a:xfrm>
          <a:prstGeom prst="rect">
            <a:avLst/>
          </a:prstGeom>
          <a:noFill/>
          <a:ln>
            <a:noFill/>
          </a:ln>
          <a:effectLst/>
        </p:spPr>
        <p:txBody>
          <a:bodyPr wrap="none" lIns="67866" tIns="33338" rIns="67866" bIns="33338">
            <a:spAutoFit/>
          </a:bodyP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a:solidFill>
                  <a:schemeClr val="hlink"/>
                </a:solidFill>
                <a:effectLst>
                  <a:outerShdw blurRad="38100" dist="38100" dir="2700000" algn="tl">
                    <a:srgbClr val="C0C0C0"/>
                  </a:outerShdw>
                </a:effectLst>
                <a:latin typeface="Arial" panose="020B0604020202020204" pitchFamily="34" charset="0"/>
              </a:rPr>
              <a:t>MAC </a:t>
            </a:r>
            <a:r>
              <a:rPr kumimoji="1" lang="zh-CN" altLang="en-US" sz="1500">
                <a:solidFill>
                  <a:schemeClr val="hlink"/>
                </a:solidFill>
                <a:effectLst>
                  <a:outerShdw blurRad="38100" dist="38100" dir="2700000" algn="tl">
                    <a:srgbClr val="C0C0C0"/>
                  </a:outerShdw>
                </a:effectLst>
                <a:latin typeface="Arial" panose="020B0604020202020204" pitchFamily="34" charset="0"/>
              </a:rPr>
              <a:t>帧</a:t>
            </a:r>
          </a:p>
        </p:txBody>
      </p:sp>
      <p:sp>
        <p:nvSpPr>
          <p:cNvPr id="3" name="内容占位符 2">
            <a:extLst>
              <a:ext uri="{FF2B5EF4-FFF2-40B4-BE49-F238E27FC236}">
                <a16:creationId xmlns:a16="http://schemas.microsoft.com/office/drawing/2014/main" id="{8026D51F-D4D0-A948-933A-0614AAEAD090}"/>
              </a:ext>
            </a:extLst>
          </p:cNvPr>
          <p:cNvSpPr>
            <a:spLocks noGrp="1"/>
          </p:cNvSpPr>
          <p:nvPr>
            <p:ph idx="1"/>
          </p:nvPr>
        </p:nvSpPr>
        <p:spPr/>
        <p:txBody>
          <a:bodyPr/>
          <a:lstStyle/>
          <a:p>
            <a:endParaRPr kumimoji="1" lang="zh-CN" altLang="en-US" dirty="0"/>
          </a:p>
        </p:txBody>
      </p:sp>
      <p:sp>
        <p:nvSpPr>
          <p:cNvPr id="207919" name="幻灯片编号占位符 1">
            <a:extLst>
              <a:ext uri="{FF2B5EF4-FFF2-40B4-BE49-F238E27FC236}">
                <a16:creationId xmlns:a16="http://schemas.microsoft.com/office/drawing/2014/main" id="{256946B8-A079-174D-9F21-B7B5C2865D6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02D9852-65D8-714E-BBBB-57E39A39795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93</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D3B824D9-E8B8-144D-A768-130DCE325EA7}"/>
              </a:ext>
            </a:extLst>
          </p:cNvPr>
          <p:cNvSpPr>
            <a:spLocks noGrp="1"/>
          </p:cNvSpPr>
          <p:nvPr>
            <p:ph type="title"/>
          </p:nvPr>
        </p:nvSpPr>
        <p:spPr/>
        <p:txBody>
          <a:bodyPr/>
          <a:lstStyle/>
          <a:p>
            <a:r>
              <a:rPr lang="zh-CN" altLang="en-US" dirty="0">
                <a:latin typeface="Arial" panose="020B0604020202020204" pitchFamily="34" charset="0"/>
                <a:ea typeface="宋体" panose="02010600030101010101" pitchFamily="2" charset="-122"/>
              </a:rPr>
              <a:t>以太网的 </a:t>
            </a:r>
            <a:r>
              <a:rPr lang="en-US" altLang="zh-CN" dirty="0">
                <a:latin typeface="Arial" panose="020B0604020202020204" pitchFamily="34" charset="0"/>
                <a:ea typeface="宋体" panose="02010600030101010101" pitchFamily="2" charset="-122"/>
              </a:rPr>
              <a:t>MAC</a:t>
            </a:r>
            <a:r>
              <a:rPr lang="en-US" altLang="zh-CN" b="1" dirty="0">
                <a:latin typeface="Arial" panose="020B0604020202020204" pitchFamily="34" charset="0"/>
                <a:ea typeface="宋体" panose="02010600030101010101" pitchFamily="2" charset="-122"/>
              </a:rPr>
              <a:t> </a:t>
            </a:r>
            <a:r>
              <a:rPr lang="zh-CN" altLang="en-US" dirty="0">
                <a:latin typeface="Arial" panose="020B0604020202020204" pitchFamily="34" charset="0"/>
                <a:ea typeface="宋体" panose="02010600030101010101" pitchFamily="2" charset="-122"/>
              </a:rPr>
              <a:t>帧格式 </a:t>
            </a:r>
            <a:endParaRPr kumimoji="1" lang="zh-CN" altLang="en-US" dirty="0"/>
          </a:p>
        </p:txBody>
      </p:sp>
    </p:spTree>
    <p:extLst>
      <p:ext uri="{BB962C8B-B14F-4D97-AF65-F5344CB8AC3E}">
        <p14:creationId xmlns:p14="http://schemas.microsoft.com/office/powerpoint/2010/main" val="11253542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xit" presetSubtype="0" fill="hold" nodeType="withEffect">
                                  <p:stCondLst>
                                    <p:cond delay="0"/>
                                  </p:stCondLst>
                                  <p:childTnLst>
                                    <p:animEffect transition="out" filter="fade">
                                      <p:cBhvr>
                                        <p:cTn id="6" dur="2000"/>
                                        <p:tgtEl>
                                          <p:spTgt spid="445547"/>
                                        </p:tgtEl>
                                      </p:cBhvr>
                                    </p:animEffect>
                                    <p:set>
                                      <p:cBhvr>
                                        <p:cTn id="7" dur="1" fill="hold">
                                          <p:stCondLst>
                                            <p:cond delay="1999"/>
                                          </p:stCondLst>
                                        </p:cTn>
                                        <p:tgtEl>
                                          <p:spTgt spid="445547"/>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2000"/>
                                        <p:tgtEl>
                                          <p:spTgt spid="445548"/>
                                        </p:tgtEl>
                                      </p:cBhvr>
                                    </p:animEffect>
                                    <p:set>
                                      <p:cBhvr>
                                        <p:cTn id="10" dur="1" fill="hold">
                                          <p:stCondLst>
                                            <p:cond delay="1999"/>
                                          </p:stCondLst>
                                        </p:cTn>
                                        <p:tgtEl>
                                          <p:spTgt spid="445548"/>
                                        </p:tgtEl>
                                        <p:attrNameLst>
                                          <p:attrName>style.visibility</p:attrName>
                                        </p:attrNameLst>
                                      </p:cBhvr>
                                      <p:to>
                                        <p:strVal val="hidden"/>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35" presetClass="emph" presetSubtype="0" repeatCount="4000" fill="hold" nodeType="clickEffect">
                                  <p:stCondLst>
                                    <p:cond delay="0"/>
                                  </p:stCondLst>
                                  <p:childTnLst>
                                    <p:anim calcmode="discrete" valueType="str">
                                      <p:cBhvr>
                                        <p:cTn id="14" dur="500" fill="hold"/>
                                        <p:tgtEl>
                                          <p:spTgt spid="44554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1" name="Line 2">
            <a:extLst>
              <a:ext uri="{FF2B5EF4-FFF2-40B4-BE49-F238E27FC236}">
                <a16:creationId xmlns:a16="http://schemas.microsoft.com/office/drawing/2014/main" id="{3BC84A2A-6C24-9F4E-B0DC-6C9A2E4C2C4C}"/>
              </a:ext>
            </a:extLst>
          </p:cNvPr>
          <p:cNvSpPr>
            <a:spLocks noChangeShapeType="1"/>
          </p:cNvSpPr>
          <p:nvPr/>
        </p:nvSpPr>
        <p:spPr bwMode="auto">
          <a:xfrm>
            <a:off x="1257300" y="3371850"/>
            <a:ext cx="6686550" cy="0"/>
          </a:xfrm>
          <a:prstGeom prst="line">
            <a:avLst/>
          </a:prstGeom>
          <a:noFill/>
          <a:ln w="38100" cmpd="dbl">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9922" name="Rectangle 3">
            <a:extLst>
              <a:ext uri="{FF2B5EF4-FFF2-40B4-BE49-F238E27FC236}">
                <a16:creationId xmlns:a16="http://schemas.microsoft.com/office/drawing/2014/main" id="{C680ACF3-92D1-4F4F-BBAB-F010A6FF1F04}"/>
              </a:ext>
            </a:extLst>
          </p:cNvPr>
          <p:cNvSpPr>
            <a:spLocks noChangeArrowheads="1"/>
          </p:cNvSpPr>
          <p:nvPr/>
        </p:nvSpPr>
        <p:spPr bwMode="auto">
          <a:xfrm>
            <a:off x="2308622" y="3548063"/>
            <a:ext cx="4810125" cy="37147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09923" name="Rectangle 4">
            <a:extLst>
              <a:ext uri="{FF2B5EF4-FFF2-40B4-BE49-F238E27FC236}">
                <a16:creationId xmlns:a16="http://schemas.microsoft.com/office/drawing/2014/main" id="{891395DE-5629-7A47-80C9-A64F2855F40C}"/>
              </a:ext>
            </a:extLst>
          </p:cNvPr>
          <p:cNvSpPr>
            <a:spLocks noChangeArrowheads="1"/>
          </p:cNvSpPr>
          <p:nvPr/>
        </p:nvSpPr>
        <p:spPr bwMode="auto">
          <a:xfrm>
            <a:off x="2303860" y="3548062"/>
            <a:ext cx="4814888" cy="366713"/>
          </a:xfrm>
          <a:prstGeom prst="rect">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09924" name="Rectangle 5">
            <a:extLst>
              <a:ext uri="{FF2B5EF4-FFF2-40B4-BE49-F238E27FC236}">
                <a16:creationId xmlns:a16="http://schemas.microsoft.com/office/drawing/2014/main" id="{6DF52ECE-E927-BD4B-A6A1-44B597FDDABF}"/>
              </a:ext>
            </a:extLst>
          </p:cNvPr>
          <p:cNvSpPr>
            <a:spLocks noChangeArrowheads="1"/>
          </p:cNvSpPr>
          <p:nvPr/>
        </p:nvSpPr>
        <p:spPr bwMode="auto">
          <a:xfrm>
            <a:off x="4335066" y="3626644"/>
            <a:ext cx="67887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MAC </a:t>
            </a:r>
            <a:r>
              <a:rPr kumimoji="1" lang="zh-CN" altLang="en-US" sz="1200">
                <a:ea typeface="宋体" panose="02010600030101010101" pitchFamily="2" charset="-122"/>
              </a:rPr>
              <a:t>帧</a:t>
            </a:r>
          </a:p>
        </p:txBody>
      </p:sp>
      <p:sp>
        <p:nvSpPr>
          <p:cNvPr id="209925" name="Rectangle 6">
            <a:extLst>
              <a:ext uri="{FF2B5EF4-FFF2-40B4-BE49-F238E27FC236}">
                <a16:creationId xmlns:a16="http://schemas.microsoft.com/office/drawing/2014/main" id="{F0A2D1AB-686C-814D-8313-6B2C3602FCC8}"/>
              </a:ext>
            </a:extLst>
          </p:cNvPr>
          <p:cNvSpPr>
            <a:spLocks noChangeArrowheads="1"/>
          </p:cNvSpPr>
          <p:nvPr/>
        </p:nvSpPr>
        <p:spPr bwMode="auto">
          <a:xfrm>
            <a:off x="7325916" y="3611166"/>
            <a:ext cx="59872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物理层</a:t>
            </a:r>
          </a:p>
        </p:txBody>
      </p:sp>
      <p:sp>
        <p:nvSpPr>
          <p:cNvPr id="209926" name="Rectangle 7">
            <a:extLst>
              <a:ext uri="{FF2B5EF4-FFF2-40B4-BE49-F238E27FC236}">
                <a16:creationId xmlns:a16="http://schemas.microsoft.com/office/drawing/2014/main" id="{9E502C72-7174-B146-9E79-DF7AC1E93A74}"/>
              </a:ext>
            </a:extLst>
          </p:cNvPr>
          <p:cNvSpPr>
            <a:spLocks noChangeArrowheads="1"/>
          </p:cNvSpPr>
          <p:nvPr/>
        </p:nvSpPr>
        <p:spPr bwMode="auto">
          <a:xfrm>
            <a:off x="7303294" y="2914650"/>
            <a:ext cx="678872" cy="25199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MAC </a:t>
            </a:r>
            <a:r>
              <a:rPr kumimoji="1" lang="zh-CN" altLang="en-US" sz="1200">
                <a:ea typeface="宋体" panose="02010600030101010101" pitchFamily="2" charset="-122"/>
              </a:rPr>
              <a:t>层</a:t>
            </a:r>
          </a:p>
        </p:txBody>
      </p:sp>
      <p:sp>
        <p:nvSpPr>
          <p:cNvPr id="209927" name="Line 8">
            <a:extLst>
              <a:ext uri="{FF2B5EF4-FFF2-40B4-BE49-F238E27FC236}">
                <a16:creationId xmlns:a16="http://schemas.microsoft.com/office/drawing/2014/main" id="{DBC71E2E-8921-874F-B0D8-8F55EF09766F}"/>
              </a:ext>
            </a:extLst>
          </p:cNvPr>
          <p:cNvSpPr>
            <a:spLocks noChangeShapeType="1"/>
          </p:cNvSpPr>
          <p:nvPr/>
        </p:nvSpPr>
        <p:spPr bwMode="auto">
          <a:xfrm flipH="1">
            <a:off x="2302669" y="3165872"/>
            <a:ext cx="1191" cy="38576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9928" name="Line 9">
            <a:extLst>
              <a:ext uri="{FF2B5EF4-FFF2-40B4-BE49-F238E27FC236}">
                <a16:creationId xmlns:a16="http://schemas.microsoft.com/office/drawing/2014/main" id="{928AB45F-856B-C949-8B0A-76DD19210829}"/>
              </a:ext>
            </a:extLst>
          </p:cNvPr>
          <p:cNvSpPr>
            <a:spLocks noChangeShapeType="1"/>
          </p:cNvSpPr>
          <p:nvPr/>
        </p:nvSpPr>
        <p:spPr bwMode="auto">
          <a:xfrm>
            <a:off x="7110413" y="3219450"/>
            <a:ext cx="8335" cy="32385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9929" name="Rectangle 10">
            <a:extLst>
              <a:ext uri="{FF2B5EF4-FFF2-40B4-BE49-F238E27FC236}">
                <a16:creationId xmlns:a16="http://schemas.microsoft.com/office/drawing/2014/main" id="{3D144080-E5E4-2042-85F4-29859033C1D6}"/>
              </a:ext>
            </a:extLst>
          </p:cNvPr>
          <p:cNvSpPr>
            <a:spLocks noChangeArrowheads="1"/>
          </p:cNvSpPr>
          <p:nvPr/>
        </p:nvSpPr>
        <p:spPr bwMode="auto">
          <a:xfrm>
            <a:off x="7404497" y="2228850"/>
            <a:ext cx="459966"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IP </a:t>
            </a:r>
            <a:r>
              <a:rPr kumimoji="1" lang="zh-CN" altLang="en-US" sz="1200">
                <a:ea typeface="宋体" panose="02010600030101010101" pitchFamily="2" charset="-122"/>
              </a:rPr>
              <a:t>层</a:t>
            </a:r>
          </a:p>
        </p:txBody>
      </p:sp>
      <p:sp>
        <p:nvSpPr>
          <p:cNvPr id="209930" name="Line 11">
            <a:extLst>
              <a:ext uri="{FF2B5EF4-FFF2-40B4-BE49-F238E27FC236}">
                <a16:creationId xmlns:a16="http://schemas.microsoft.com/office/drawing/2014/main" id="{A462D4CE-B422-EC4F-BF81-C62832FF742E}"/>
              </a:ext>
            </a:extLst>
          </p:cNvPr>
          <p:cNvSpPr>
            <a:spLocks noChangeShapeType="1"/>
          </p:cNvSpPr>
          <p:nvPr/>
        </p:nvSpPr>
        <p:spPr bwMode="auto">
          <a:xfrm>
            <a:off x="7290198" y="2628900"/>
            <a:ext cx="615553" cy="8335"/>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09931" name="Group 15">
            <a:extLst>
              <a:ext uri="{FF2B5EF4-FFF2-40B4-BE49-F238E27FC236}">
                <a16:creationId xmlns:a16="http://schemas.microsoft.com/office/drawing/2014/main" id="{4B04C339-6560-B54C-BFC6-FD7EDD190F5F}"/>
              </a:ext>
            </a:extLst>
          </p:cNvPr>
          <p:cNvGrpSpPr>
            <a:grpSpLocks/>
          </p:cNvGrpSpPr>
          <p:nvPr/>
        </p:nvGrpSpPr>
        <p:grpSpPr bwMode="auto">
          <a:xfrm>
            <a:off x="1927622" y="2597944"/>
            <a:ext cx="5200650" cy="1059656"/>
            <a:chOff x="659" y="2182"/>
            <a:chExt cx="4368" cy="890"/>
          </a:xfrm>
        </p:grpSpPr>
        <p:sp>
          <p:nvSpPr>
            <p:cNvPr id="209938" name="AutoShape 16">
              <a:extLst>
                <a:ext uri="{FF2B5EF4-FFF2-40B4-BE49-F238E27FC236}">
                  <a16:creationId xmlns:a16="http://schemas.microsoft.com/office/drawing/2014/main" id="{A0CC133F-F905-B44D-ABCD-85E964EE2D82}"/>
                </a:ext>
              </a:extLst>
            </p:cNvPr>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nvGrpSpPr>
            <p:cNvPr id="209939" name="Group 17">
              <a:extLst>
                <a:ext uri="{FF2B5EF4-FFF2-40B4-BE49-F238E27FC236}">
                  <a16:creationId xmlns:a16="http://schemas.microsoft.com/office/drawing/2014/main" id="{7B362169-F981-C54A-81F7-BF408E8ACBE2}"/>
                </a:ext>
              </a:extLst>
            </p:cNvPr>
            <p:cNvGrpSpPr>
              <a:grpSpLocks/>
            </p:cNvGrpSpPr>
            <p:nvPr/>
          </p:nvGrpSpPr>
          <p:grpSpPr bwMode="auto">
            <a:xfrm>
              <a:off x="659" y="2182"/>
              <a:ext cx="4368" cy="506"/>
              <a:chOff x="659" y="2182"/>
              <a:chExt cx="4368" cy="506"/>
            </a:xfrm>
          </p:grpSpPr>
          <p:sp>
            <p:nvSpPr>
              <p:cNvPr id="446482" name="Rectangle 18">
                <a:extLst>
                  <a:ext uri="{FF2B5EF4-FFF2-40B4-BE49-F238E27FC236}">
                    <a16:creationId xmlns:a16="http://schemas.microsoft.com/office/drawing/2014/main" id="{7959395A-ACFF-3A49-ACCA-FA377BC99945}"/>
                  </a:ext>
                </a:extLst>
              </p:cNvPr>
              <p:cNvSpPr>
                <a:spLocks noChangeArrowheads="1"/>
              </p:cNvSpPr>
              <p:nvPr/>
            </p:nvSpPr>
            <p:spPr bwMode="auto">
              <a:xfrm>
                <a:off x="974" y="2400"/>
                <a:ext cx="4045" cy="288"/>
              </a:xfrm>
              <a:prstGeom prst="rect">
                <a:avLst/>
              </a:prstGeom>
              <a:solidFill>
                <a:srgbClr val="FFCCFF"/>
              </a:solidFill>
              <a:ln w="19050">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09941" name="Line 19">
                <a:extLst>
                  <a:ext uri="{FF2B5EF4-FFF2-40B4-BE49-F238E27FC236}">
                    <a16:creationId xmlns:a16="http://schemas.microsoft.com/office/drawing/2014/main" id="{05BC4B1F-205D-8F4B-9CEB-F5E7B15BAB64}"/>
                  </a:ext>
                </a:extLst>
              </p:cNvPr>
              <p:cNvSpPr>
                <a:spLocks noChangeShapeType="1"/>
              </p:cNvSpPr>
              <p:nvPr/>
            </p:nvSpPr>
            <p:spPr bwMode="auto">
              <a:xfrm>
                <a:off x="156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9942" name="Line 20">
                <a:extLst>
                  <a:ext uri="{FF2B5EF4-FFF2-40B4-BE49-F238E27FC236}">
                    <a16:creationId xmlns:a16="http://schemas.microsoft.com/office/drawing/2014/main" id="{ED5CD300-29C2-164C-BB3C-8B8105FE0461}"/>
                  </a:ext>
                </a:extLst>
              </p:cNvPr>
              <p:cNvSpPr>
                <a:spLocks noChangeShapeType="1"/>
              </p:cNvSpPr>
              <p:nvPr/>
            </p:nvSpPr>
            <p:spPr bwMode="auto">
              <a:xfrm>
                <a:off x="2139"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9943" name="Line 21">
                <a:extLst>
                  <a:ext uri="{FF2B5EF4-FFF2-40B4-BE49-F238E27FC236}">
                    <a16:creationId xmlns:a16="http://schemas.microsoft.com/office/drawing/2014/main" id="{992702EC-9ACD-7D4C-9478-A535CCFED15C}"/>
                  </a:ext>
                </a:extLst>
              </p:cNvPr>
              <p:cNvSpPr>
                <a:spLocks noChangeShapeType="1"/>
              </p:cNvSpPr>
              <p:nvPr/>
            </p:nvSpPr>
            <p:spPr bwMode="auto">
              <a:xfrm>
                <a:off x="2715"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9944" name="Line 22">
                <a:extLst>
                  <a:ext uri="{FF2B5EF4-FFF2-40B4-BE49-F238E27FC236}">
                    <a16:creationId xmlns:a16="http://schemas.microsoft.com/office/drawing/2014/main" id="{B93E7998-08DB-1C4B-A967-4542809D796C}"/>
                  </a:ext>
                </a:extLst>
              </p:cNvPr>
              <p:cNvSpPr>
                <a:spLocks noChangeShapeType="1"/>
              </p:cNvSpPr>
              <p:nvPr/>
            </p:nvSpPr>
            <p:spPr bwMode="auto">
              <a:xfrm>
                <a:off x="468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9945" name="Rectangle 23">
                <a:extLst>
                  <a:ext uri="{FF2B5EF4-FFF2-40B4-BE49-F238E27FC236}">
                    <a16:creationId xmlns:a16="http://schemas.microsoft.com/office/drawing/2014/main" id="{1033D97F-F7FA-C441-8E1C-07AE1FA47117}"/>
                  </a:ext>
                </a:extLst>
              </p:cNvPr>
              <p:cNvSpPr>
                <a:spLocks noChangeArrowheads="1"/>
              </p:cNvSpPr>
              <p:nvPr/>
            </p:nvSpPr>
            <p:spPr bwMode="auto">
              <a:xfrm>
                <a:off x="963" y="2445"/>
                <a:ext cx="6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目的地址</a:t>
                </a:r>
              </a:p>
            </p:txBody>
          </p:sp>
          <p:sp>
            <p:nvSpPr>
              <p:cNvPr id="209946" name="Rectangle 24">
                <a:extLst>
                  <a:ext uri="{FF2B5EF4-FFF2-40B4-BE49-F238E27FC236}">
                    <a16:creationId xmlns:a16="http://schemas.microsoft.com/office/drawing/2014/main" id="{142A8447-566F-6449-9658-B944C4CF461E}"/>
                  </a:ext>
                </a:extLst>
              </p:cNvPr>
              <p:cNvSpPr>
                <a:spLocks noChangeArrowheads="1"/>
              </p:cNvSpPr>
              <p:nvPr/>
            </p:nvSpPr>
            <p:spPr bwMode="auto">
              <a:xfrm>
                <a:off x="1609" y="2445"/>
                <a:ext cx="50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源地址</a:t>
                </a:r>
              </a:p>
            </p:txBody>
          </p:sp>
          <p:sp>
            <p:nvSpPr>
              <p:cNvPr id="209947" name="Rectangle 25">
                <a:extLst>
                  <a:ext uri="{FF2B5EF4-FFF2-40B4-BE49-F238E27FC236}">
                    <a16:creationId xmlns:a16="http://schemas.microsoft.com/office/drawing/2014/main" id="{F9317D42-FA68-EE4B-BFA3-124DD3372A5A}"/>
                  </a:ext>
                </a:extLst>
              </p:cNvPr>
              <p:cNvSpPr>
                <a:spLocks noChangeArrowheads="1"/>
              </p:cNvSpPr>
              <p:nvPr/>
            </p:nvSpPr>
            <p:spPr bwMode="auto">
              <a:xfrm>
                <a:off x="2241" y="2445"/>
                <a:ext cx="37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类型</a:t>
                </a:r>
              </a:p>
            </p:txBody>
          </p:sp>
          <p:sp>
            <p:nvSpPr>
              <p:cNvPr id="209948" name="Rectangle 26">
                <a:extLst>
                  <a:ext uri="{FF2B5EF4-FFF2-40B4-BE49-F238E27FC236}">
                    <a16:creationId xmlns:a16="http://schemas.microsoft.com/office/drawing/2014/main" id="{DCBA1EAF-32B6-FB4B-894B-6142D0D4F4F4}"/>
                  </a:ext>
                </a:extLst>
              </p:cNvPr>
              <p:cNvSpPr>
                <a:spLocks noChangeArrowheads="1"/>
              </p:cNvSpPr>
              <p:nvPr/>
            </p:nvSpPr>
            <p:spPr bwMode="auto">
              <a:xfrm>
                <a:off x="3406" y="2445"/>
                <a:ext cx="6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数        据</a:t>
                </a:r>
              </a:p>
            </p:txBody>
          </p:sp>
          <p:sp>
            <p:nvSpPr>
              <p:cNvPr id="209949" name="Rectangle 27">
                <a:extLst>
                  <a:ext uri="{FF2B5EF4-FFF2-40B4-BE49-F238E27FC236}">
                    <a16:creationId xmlns:a16="http://schemas.microsoft.com/office/drawing/2014/main" id="{105F6CA1-FAB9-E649-8AC2-848DA6BEB82B}"/>
                  </a:ext>
                </a:extLst>
              </p:cNvPr>
              <p:cNvSpPr>
                <a:spLocks noChangeArrowheads="1"/>
              </p:cNvSpPr>
              <p:nvPr/>
            </p:nvSpPr>
            <p:spPr bwMode="auto">
              <a:xfrm>
                <a:off x="4683" y="2445"/>
                <a:ext cx="34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FCS</a:t>
                </a:r>
              </a:p>
            </p:txBody>
          </p:sp>
          <p:sp>
            <p:nvSpPr>
              <p:cNvPr id="209950" name="Rectangle 28">
                <a:extLst>
                  <a:ext uri="{FF2B5EF4-FFF2-40B4-BE49-F238E27FC236}">
                    <a16:creationId xmlns:a16="http://schemas.microsoft.com/office/drawing/2014/main" id="{43E31391-4A88-BB4B-919D-59E53B0104A1}"/>
                  </a:ext>
                </a:extLst>
              </p:cNvPr>
              <p:cNvSpPr>
                <a:spLocks noChangeArrowheads="1"/>
              </p:cNvSpPr>
              <p:nvPr/>
            </p:nvSpPr>
            <p:spPr bwMode="auto">
              <a:xfrm>
                <a:off x="1193"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6</a:t>
                </a:r>
              </a:p>
            </p:txBody>
          </p:sp>
          <p:sp>
            <p:nvSpPr>
              <p:cNvPr id="209951" name="Rectangle 29">
                <a:extLst>
                  <a:ext uri="{FF2B5EF4-FFF2-40B4-BE49-F238E27FC236}">
                    <a16:creationId xmlns:a16="http://schemas.microsoft.com/office/drawing/2014/main" id="{E783A1B9-FE85-9446-8A5F-32F2B89FA558}"/>
                  </a:ext>
                </a:extLst>
              </p:cNvPr>
              <p:cNvSpPr>
                <a:spLocks noChangeArrowheads="1"/>
              </p:cNvSpPr>
              <p:nvPr/>
            </p:nvSpPr>
            <p:spPr bwMode="auto">
              <a:xfrm>
                <a:off x="1810"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6</a:t>
                </a:r>
              </a:p>
            </p:txBody>
          </p:sp>
          <p:sp>
            <p:nvSpPr>
              <p:cNvPr id="209952" name="Rectangle 30">
                <a:extLst>
                  <a:ext uri="{FF2B5EF4-FFF2-40B4-BE49-F238E27FC236}">
                    <a16:creationId xmlns:a16="http://schemas.microsoft.com/office/drawing/2014/main" id="{28B16FBF-8E07-D743-AEEF-CF4902F6177B}"/>
                  </a:ext>
                </a:extLst>
              </p:cNvPr>
              <p:cNvSpPr>
                <a:spLocks noChangeArrowheads="1"/>
              </p:cNvSpPr>
              <p:nvPr/>
            </p:nvSpPr>
            <p:spPr bwMode="auto">
              <a:xfrm>
                <a:off x="2379"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2</a:t>
                </a:r>
              </a:p>
            </p:txBody>
          </p:sp>
          <p:sp>
            <p:nvSpPr>
              <p:cNvPr id="209953" name="Rectangle 31">
                <a:extLst>
                  <a:ext uri="{FF2B5EF4-FFF2-40B4-BE49-F238E27FC236}">
                    <a16:creationId xmlns:a16="http://schemas.microsoft.com/office/drawing/2014/main" id="{577FA30B-E39F-9645-AB26-06A604555851}"/>
                  </a:ext>
                </a:extLst>
              </p:cNvPr>
              <p:cNvSpPr>
                <a:spLocks noChangeArrowheads="1"/>
              </p:cNvSpPr>
              <p:nvPr/>
            </p:nvSpPr>
            <p:spPr bwMode="auto">
              <a:xfrm>
                <a:off x="4786"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a:t>
                </a:r>
              </a:p>
            </p:txBody>
          </p:sp>
          <p:sp>
            <p:nvSpPr>
              <p:cNvPr id="209954" name="Rectangle 32">
                <a:extLst>
                  <a:ext uri="{FF2B5EF4-FFF2-40B4-BE49-F238E27FC236}">
                    <a16:creationId xmlns:a16="http://schemas.microsoft.com/office/drawing/2014/main" id="{FAC39237-F09D-DE42-A640-ECCA6711E3CD}"/>
                  </a:ext>
                </a:extLst>
              </p:cNvPr>
              <p:cNvSpPr>
                <a:spLocks noChangeArrowheads="1"/>
              </p:cNvSpPr>
              <p:nvPr/>
            </p:nvSpPr>
            <p:spPr bwMode="auto">
              <a:xfrm>
                <a:off x="659" y="2182"/>
                <a:ext cx="37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字节</a:t>
                </a:r>
              </a:p>
            </p:txBody>
          </p:sp>
          <p:sp>
            <p:nvSpPr>
              <p:cNvPr id="209955" name="Text Box 33">
                <a:extLst>
                  <a:ext uri="{FF2B5EF4-FFF2-40B4-BE49-F238E27FC236}">
                    <a16:creationId xmlns:a16="http://schemas.microsoft.com/office/drawing/2014/main" id="{3528BBA9-8BD5-5B4F-9E7B-B0DA55CC71BB}"/>
                  </a:ext>
                </a:extLst>
              </p:cNvPr>
              <p:cNvSpPr txBox="1">
                <a:spLocks noChangeArrowheads="1"/>
              </p:cNvSpPr>
              <p:nvPr/>
            </p:nvSpPr>
            <p:spPr bwMode="auto">
              <a:xfrm>
                <a:off x="3777" y="2185"/>
                <a:ext cx="67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46 ~ 1500</a:t>
                </a:r>
              </a:p>
            </p:txBody>
          </p:sp>
        </p:grpSp>
      </p:grpSp>
      <p:grpSp>
        <p:nvGrpSpPr>
          <p:cNvPr id="209932" name="Group 34">
            <a:extLst>
              <a:ext uri="{FF2B5EF4-FFF2-40B4-BE49-F238E27FC236}">
                <a16:creationId xmlns:a16="http://schemas.microsoft.com/office/drawing/2014/main" id="{C4861D7A-5B33-4A42-B073-D7804B1BB304}"/>
              </a:ext>
            </a:extLst>
          </p:cNvPr>
          <p:cNvGrpSpPr>
            <a:grpSpLocks/>
          </p:cNvGrpSpPr>
          <p:nvPr/>
        </p:nvGrpSpPr>
        <p:grpSpPr bwMode="auto">
          <a:xfrm>
            <a:off x="4375547" y="2228850"/>
            <a:ext cx="2343150" cy="742950"/>
            <a:chOff x="2715" y="1872"/>
            <a:chExt cx="1968" cy="624"/>
          </a:xfrm>
        </p:grpSpPr>
        <p:sp>
          <p:nvSpPr>
            <p:cNvPr id="209936" name="AutoShape 35">
              <a:extLst>
                <a:ext uri="{FF2B5EF4-FFF2-40B4-BE49-F238E27FC236}">
                  <a16:creationId xmlns:a16="http://schemas.microsoft.com/office/drawing/2014/main" id="{7EC7C5A0-0A66-DA45-9499-FB10C15AAE9F}"/>
                </a:ext>
              </a:extLst>
            </p:cNvPr>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46500" name="Rectangle 36">
              <a:extLst>
                <a:ext uri="{FF2B5EF4-FFF2-40B4-BE49-F238E27FC236}">
                  <a16:creationId xmlns:a16="http://schemas.microsoft.com/office/drawing/2014/main" id="{DEA71A63-B75C-FA46-B192-86FB2A258159}"/>
                </a:ext>
              </a:extLst>
            </p:cNvPr>
            <p:cNvSpPr>
              <a:spLocks noChangeArrowheads="1"/>
            </p:cNvSpPr>
            <p:nvPr/>
          </p:nvSpPr>
          <p:spPr bwMode="auto">
            <a:xfrm>
              <a:off x="2715" y="1872"/>
              <a:ext cx="1968" cy="240"/>
            </a:xfrm>
            <a:prstGeom prst="rect">
              <a:avLst/>
            </a:prstGeom>
            <a:solidFill>
              <a:srgbClr val="CCECFF"/>
            </a:solidFill>
            <a:ln w="19050">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200">
                  <a:solidFill>
                    <a:srgbClr val="333399"/>
                  </a:solidFill>
                  <a:latin typeface="Times New Roman" charset="0"/>
                </a:rPr>
                <a:t>IP </a:t>
              </a:r>
              <a:r>
                <a:rPr kumimoji="1" lang="zh-CN" altLang="en-US" sz="1200">
                  <a:solidFill>
                    <a:srgbClr val="333399"/>
                  </a:solidFill>
                  <a:latin typeface="Times New Roman" charset="0"/>
                </a:rPr>
                <a:t>数据报</a:t>
              </a:r>
            </a:p>
          </p:txBody>
        </p:sp>
      </p:grpSp>
      <p:sp>
        <p:nvSpPr>
          <p:cNvPr id="209934" name="AutoShape 38">
            <a:extLst>
              <a:ext uri="{FF2B5EF4-FFF2-40B4-BE49-F238E27FC236}">
                <a16:creationId xmlns:a16="http://schemas.microsoft.com/office/drawing/2014/main" id="{A5CB75B9-ED91-E949-8361-BECE82C27FEF}"/>
              </a:ext>
            </a:extLst>
          </p:cNvPr>
          <p:cNvSpPr>
            <a:spLocks noChangeArrowheads="1"/>
          </p:cNvSpPr>
          <p:nvPr/>
        </p:nvSpPr>
        <p:spPr bwMode="auto">
          <a:xfrm>
            <a:off x="3275410" y="1600200"/>
            <a:ext cx="2538413" cy="378619"/>
          </a:xfrm>
          <a:prstGeom prst="wedgeRoundRectCallout">
            <a:avLst>
              <a:gd name="adj1" fmla="val -75375"/>
              <a:gd name="adj2" fmla="val 306917"/>
              <a:gd name="adj3" fmla="val 16667"/>
            </a:avLst>
          </a:prstGeom>
          <a:solidFill>
            <a:srgbClr val="FFFF99"/>
          </a:solidFill>
          <a:ln w="9525">
            <a:solidFill>
              <a:schemeClr val="tx1"/>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目的地址字段 </a:t>
            </a:r>
            <a:r>
              <a:rPr lang="en-US" altLang="zh-CN" sz="1800">
                <a:latin typeface="Arial" panose="020B0604020202020204" pitchFamily="34" charset="0"/>
                <a:ea typeface="宋体" panose="02010600030101010101" pitchFamily="2" charset="-122"/>
              </a:rPr>
              <a:t>6 </a:t>
            </a:r>
            <a:r>
              <a:rPr lang="zh-CN" altLang="en-US" sz="1800">
                <a:latin typeface="Arial" panose="020B0604020202020204" pitchFamily="34" charset="0"/>
                <a:ea typeface="宋体" panose="02010600030101010101" pitchFamily="2" charset="-122"/>
              </a:rPr>
              <a:t>字节</a:t>
            </a:r>
          </a:p>
        </p:txBody>
      </p:sp>
      <p:sp>
        <p:nvSpPr>
          <p:cNvPr id="3" name="内容占位符 2">
            <a:extLst>
              <a:ext uri="{FF2B5EF4-FFF2-40B4-BE49-F238E27FC236}">
                <a16:creationId xmlns:a16="http://schemas.microsoft.com/office/drawing/2014/main" id="{2504F496-E887-D84E-A59F-543FE181E422}"/>
              </a:ext>
            </a:extLst>
          </p:cNvPr>
          <p:cNvSpPr>
            <a:spLocks noGrp="1"/>
          </p:cNvSpPr>
          <p:nvPr>
            <p:ph idx="1"/>
          </p:nvPr>
        </p:nvSpPr>
        <p:spPr/>
        <p:txBody>
          <a:bodyPr/>
          <a:lstStyle/>
          <a:p>
            <a:endParaRPr kumimoji="1" lang="zh-CN" altLang="en-US"/>
          </a:p>
        </p:txBody>
      </p:sp>
      <p:sp>
        <p:nvSpPr>
          <p:cNvPr id="209935" name="幻灯片编号占位符 1">
            <a:extLst>
              <a:ext uri="{FF2B5EF4-FFF2-40B4-BE49-F238E27FC236}">
                <a16:creationId xmlns:a16="http://schemas.microsoft.com/office/drawing/2014/main" id="{A072D287-E6B2-8642-B477-5872D9B2EC8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343607B-21E1-5444-AD47-B6B746FFF4D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94</a:t>
            </a:fld>
            <a:endParaRPr lang="en-US" altLang="zh-CN" sz="1050" dirty="0">
              <a:solidFill>
                <a:schemeClr val="tx1"/>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613BF724-A105-004C-B880-7D60C57B12BD}"/>
              </a:ext>
            </a:extLst>
          </p:cNvPr>
          <p:cNvSpPr>
            <a:spLocks noGrp="1"/>
          </p:cNvSpPr>
          <p:nvPr>
            <p:ph type="title"/>
          </p:nvPr>
        </p:nvSpPr>
        <p:spPr/>
        <p:txBody>
          <a:bodyPr/>
          <a:lstStyle/>
          <a:p>
            <a:r>
              <a:rPr lang="zh-CN" altLang="en-US" dirty="0">
                <a:ea typeface="宋体" panose="02010600030101010101" pitchFamily="2" charset="-122"/>
              </a:rPr>
              <a:t>以太网 </a:t>
            </a:r>
            <a:r>
              <a:rPr lang="en-US" altLang="zh-CN" dirty="0">
                <a:ea typeface="宋体" panose="02010600030101010101" pitchFamily="2" charset="-122"/>
              </a:rPr>
              <a:t>V2 </a:t>
            </a:r>
            <a:r>
              <a:rPr lang="zh-CN" altLang="en-US" dirty="0">
                <a:ea typeface="宋体" panose="02010600030101010101" pitchFamily="2" charset="-122"/>
              </a:rPr>
              <a:t>的 </a:t>
            </a:r>
            <a:r>
              <a:rPr lang="en-US" altLang="zh-CN" dirty="0">
                <a:ea typeface="宋体" panose="02010600030101010101" pitchFamily="2" charset="-122"/>
              </a:rPr>
              <a:t>MAC </a:t>
            </a:r>
            <a:r>
              <a:rPr lang="zh-CN" altLang="en-US" dirty="0">
                <a:ea typeface="宋体" panose="02010600030101010101" pitchFamily="2" charset="-122"/>
              </a:rPr>
              <a:t>帧格式</a:t>
            </a:r>
            <a:endParaRPr kumimoji="1" lang="zh-CN" altLang="en-US" dirty="0"/>
          </a:p>
        </p:txBody>
      </p:sp>
    </p:spTree>
    <p:extLst>
      <p:ext uri="{BB962C8B-B14F-4D97-AF65-F5344CB8AC3E}">
        <p14:creationId xmlns:p14="http://schemas.microsoft.com/office/powerpoint/2010/main" val="18961446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69" name="Line 2">
            <a:extLst>
              <a:ext uri="{FF2B5EF4-FFF2-40B4-BE49-F238E27FC236}">
                <a16:creationId xmlns:a16="http://schemas.microsoft.com/office/drawing/2014/main" id="{672EA481-3065-D345-898B-FA0624CB48FE}"/>
              </a:ext>
            </a:extLst>
          </p:cNvPr>
          <p:cNvSpPr>
            <a:spLocks noChangeShapeType="1"/>
          </p:cNvSpPr>
          <p:nvPr/>
        </p:nvSpPr>
        <p:spPr bwMode="auto">
          <a:xfrm>
            <a:off x="1257300" y="3371850"/>
            <a:ext cx="6686550" cy="0"/>
          </a:xfrm>
          <a:prstGeom prst="line">
            <a:avLst/>
          </a:prstGeom>
          <a:noFill/>
          <a:ln w="38100" cmpd="dbl">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1970" name="Rectangle 3">
            <a:extLst>
              <a:ext uri="{FF2B5EF4-FFF2-40B4-BE49-F238E27FC236}">
                <a16:creationId xmlns:a16="http://schemas.microsoft.com/office/drawing/2014/main" id="{6E3FF89E-76C7-764A-9CF0-FB0E80EEE88E}"/>
              </a:ext>
            </a:extLst>
          </p:cNvPr>
          <p:cNvSpPr>
            <a:spLocks noChangeArrowheads="1"/>
          </p:cNvSpPr>
          <p:nvPr/>
        </p:nvSpPr>
        <p:spPr bwMode="auto">
          <a:xfrm>
            <a:off x="2308622" y="3548063"/>
            <a:ext cx="4810125" cy="37147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11971" name="Rectangle 4">
            <a:extLst>
              <a:ext uri="{FF2B5EF4-FFF2-40B4-BE49-F238E27FC236}">
                <a16:creationId xmlns:a16="http://schemas.microsoft.com/office/drawing/2014/main" id="{C833AED7-3747-BE4F-A286-A2081291DAAF}"/>
              </a:ext>
            </a:extLst>
          </p:cNvPr>
          <p:cNvSpPr>
            <a:spLocks noChangeArrowheads="1"/>
          </p:cNvSpPr>
          <p:nvPr/>
        </p:nvSpPr>
        <p:spPr bwMode="auto">
          <a:xfrm>
            <a:off x="2303860" y="3548062"/>
            <a:ext cx="4814888" cy="36671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11972" name="Rectangle 5">
            <a:extLst>
              <a:ext uri="{FF2B5EF4-FFF2-40B4-BE49-F238E27FC236}">
                <a16:creationId xmlns:a16="http://schemas.microsoft.com/office/drawing/2014/main" id="{792E20FD-9199-AF4E-BB6C-F04017E8E821}"/>
              </a:ext>
            </a:extLst>
          </p:cNvPr>
          <p:cNvSpPr>
            <a:spLocks noChangeArrowheads="1"/>
          </p:cNvSpPr>
          <p:nvPr/>
        </p:nvSpPr>
        <p:spPr bwMode="auto">
          <a:xfrm>
            <a:off x="4335066" y="3626644"/>
            <a:ext cx="67887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MAC </a:t>
            </a:r>
            <a:r>
              <a:rPr kumimoji="1" lang="zh-CN" altLang="en-US" sz="1200">
                <a:ea typeface="宋体" panose="02010600030101010101" pitchFamily="2" charset="-122"/>
              </a:rPr>
              <a:t>帧</a:t>
            </a:r>
          </a:p>
        </p:txBody>
      </p:sp>
      <p:sp>
        <p:nvSpPr>
          <p:cNvPr id="211973" name="Rectangle 6">
            <a:extLst>
              <a:ext uri="{FF2B5EF4-FFF2-40B4-BE49-F238E27FC236}">
                <a16:creationId xmlns:a16="http://schemas.microsoft.com/office/drawing/2014/main" id="{43D09887-D26D-E541-915E-80AB396CEDDB}"/>
              </a:ext>
            </a:extLst>
          </p:cNvPr>
          <p:cNvSpPr>
            <a:spLocks noChangeArrowheads="1"/>
          </p:cNvSpPr>
          <p:nvPr/>
        </p:nvSpPr>
        <p:spPr bwMode="auto">
          <a:xfrm>
            <a:off x="7325916" y="3611166"/>
            <a:ext cx="59872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物理层</a:t>
            </a:r>
          </a:p>
        </p:txBody>
      </p:sp>
      <p:sp>
        <p:nvSpPr>
          <p:cNvPr id="211974" name="Rectangle 7">
            <a:extLst>
              <a:ext uri="{FF2B5EF4-FFF2-40B4-BE49-F238E27FC236}">
                <a16:creationId xmlns:a16="http://schemas.microsoft.com/office/drawing/2014/main" id="{EB20ACED-080F-2445-BDE4-BAF5688318C8}"/>
              </a:ext>
            </a:extLst>
          </p:cNvPr>
          <p:cNvSpPr>
            <a:spLocks noChangeArrowheads="1"/>
          </p:cNvSpPr>
          <p:nvPr/>
        </p:nvSpPr>
        <p:spPr bwMode="auto">
          <a:xfrm>
            <a:off x="7303294" y="2914650"/>
            <a:ext cx="678872" cy="25199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MAC </a:t>
            </a:r>
            <a:r>
              <a:rPr kumimoji="1" lang="zh-CN" altLang="en-US" sz="1200">
                <a:ea typeface="宋体" panose="02010600030101010101" pitchFamily="2" charset="-122"/>
              </a:rPr>
              <a:t>层</a:t>
            </a:r>
          </a:p>
        </p:txBody>
      </p:sp>
      <p:sp>
        <p:nvSpPr>
          <p:cNvPr id="211975" name="Line 8">
            <a:extLst>
              <a:ext uri="{FF2B5EF4-FFF2-40B4-BE49-F238E27FC236}">
                <a16:creationId xmlns:a16="http://schemas.microsoft.com/office/drawing/2014/main" id="{D34512D2-5FE8-5441-851E-C658B16465DA}"/>
              </a:ext>
            </a:extLst>
          </p:cNvPr>
          <p:cNvSpPr>
            <a:spLocks noChangeShapeType="1"/>
          </p:cNvSpPr>
          <p:nvPr/>
        </p:nvSpPr>
        <p:spPr bwMode="auto">
          <a:xfrm flipH="1">
            <a:off x="2302669" y="3165872"/>
            <a:ext cx="1191" cy="38576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1976" name="Line 9">
            <a:extLst>
              <a:ext uri="{FF2B5EF4-FFF2-40B4-BE49-F238E27FC236}">
                <a16:creationId xmlns:a16="http://schemas.microsoft.com/office/drawing/2014/main" id="{5FE98451-11EC-094B-9E3D-5EC85ADF8EBD}"/>
              </a:ext>
            </a:extLst>
          </p:cNvPr>
          <p:cNvSpPr>
            <a:spLocks noChangeShapeType="1"/>
          </p:cNvSpPr>
          <p:nvPr/>
        </p:nvSpPr>
        <p:spPr bwMode="auto">
          <a:xfrm>
            <a:off x="7110413" y="3219450"/>
            <a:ext cx="8335" cy="32385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1977" name="Rectangle 10">
            <a:extLst>
              <a:ext uri="{FF2B5EF4-FFF2-40B4-BE49-F238E27FC236}">
                <a16:creationId xmlns:a16="http://schemas.microsoft.com/office/drawing/2014/main" id="{8CB95D90-0EDE-454E-AAA0-43F2EA597B92}"/>
              </a:ext>
            </a:extLst>
          </p:cNvPr>
          <p:cNvSpPr>
            <a:spLocks noChangeArrowheads="1"/>
          </p:cNvSpPr>
          <p:nvPr/>
        </p:nvSpPr>
        <p:spPr bwMode="auto">
          <a:xfrm>
            <a:off x="7404497" y="2228850"/>
            <a:ext cx="459966"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IP </a:t>
            </a:r>
            <a:r>
              <a:rPr kumimoji="1" lang="zh-CN" altLang="en-US" sz="1200">
                <a:ea typeface="宋体" panose="02010600030101010101" pitchFamily="2" charset="-122"/>
              </a:rPr>
              <a:t>层</a:t>
            </a:r>
          </a:p>
        </p:txBody>
      </p:sp>
      <p:sp>
        <p:nvSpPr>
          <p:cNvPr id="211978" name="Line 11">
            <a:extLst>
              <a:ext uri="{FF2B5EF4-FFF2-40B4-BE49-F238E27FC236}">
                <a16:creationId xmlns:a16="http://schemas.microsoft.com/office/drawing/2014/main" id="{EE8099DA-7AF0-9F40-84F6-93DD9FF9C42B}"/>
              </a:ext>
            </a:extLst>
          </p:cNvPr>
          <p:cNvSpPr>
            <a:spLocks noChangeShapeType="1"/>
          </p:cNvSpPr>
          <p:nvPr/>
        </p:nvSpPr>
        <p:spPr bwMode="auto">
          <a:xfrm>
            <a:off x="7290198" y="2628900"/>
            <a:ext cx="615553" cy="8335"/>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11979" name="Group 15">
            <a:extLst>
              <a:ext uri="{FF2B5EF4-FFF2-40B4-BE49-F238E27FC236}">
                <a16:creationId xmlns:a16="http://schemas.microsoft.com/office/drawing/2014/main" id="{F897618B-D8F3-B04D-AB74-B81B6EF8914C}"/>
              </a:ext>
            </a:extLst>
          </p:cNvPr>
          <p:cNvGrpSpPr>
            <a:grpSpLocks/>
          </p:cNvGrpSpPr>
          <p:nvPr/>
        </p:nvGrpSpPr>
        <p:grpSpPr bwMode="auto">
          <a:xfrm>
            <a:off x="1927622" y="2597944"/>
            <a:ext cx="5200650" cy="1059656"/>
            <a:chOff x="659" y="2182"/>
            <a:chExt cx="4368" cy="890"/>
          </a:xfrm>
        </p:grpSpPr>
        <p:sp>
          <p:nvSpPr>
            <p:cNvPr id="211986" name="AutoShape 16">
              <a:extLst>
                <a:ext uri="{FF2B5EF4-FFF2-40B4-BE49-F238E27FC236}">
                  <a16:creationId xmlns:a16="http://schemas.microsoft.com/office/drawing/2014/main" id="{DE88B124-AFAD-3E4A-9823-5A934A45A64F}"/>
                </a:ext>
              </a:extLst>
            </p:cNvPr>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nvGrpSpPr>
            <p:cNvPr id="211987" name="Group 17">
              <a:extLst>
                <a:ext uri="{FF2B5EF4-FFF2-40B4-BE49-F238E27FC236}">
                  <a16:creationId xmlns:a16="http://schemas.microsoft.com/office/drawing/2014/main" id="{566DF626-9B86-964A-844C-7B3333EA4706}"/>
                </a:ext>
              </a:extLst>
            </p:cNvPr>
            <p:cNvGrpSpPr>
              <a:grpSpLocks/>
            </p:cNvGrpSpPr>
            <p:nvPr/>
          </p:nvGrpSpPr>
          <p:grpSpPr bwMode="auto">
            <a:xfrm>
              <a:off x="659" y="2182"/>
              <a:ext cx="4368" cy="506"/>
              <a:chOff x="659" y="2182"/>
              <a:chExt cx="4368" cy="506"/>
            </a:xfrm>
          </p:grpSpPr>
          <p:sp>
            <p:nvSpPr>
              <p:cNvPr id="447506" name="Rectangle 18">
                <a:extLst>
                  <a:ext uri="{FF2B5EF4-FFF2-40B4-BE49-F238E27FC236}">
                    <a16:creationId xmlns:a16="http://schemas.microsoft.com/office/drawing/2014/main" id="{2BF6434A-B987-314F-A001-B591973A46D8}"/>
                  </a:ext>
                </a:extLst>
              </p:cNvPr>
              <p:cNvSpPr>
                <a:spLocks noChangeArrowheads="1"/>
              </p:cNvSpPr>
              <p:nvPr/>
            </p:nvSpPr>
            <p:spPr bwMode="auto">
              <a:xfrm>
                <a:off x="974" y="2400"/>
                <a:ext cx="4045" cy="288"/>
              </a:xfrm>
              <a:prstGeom prst="rect">
                <a:avLst/>
              </a:prstGeom>
              <a:solidFill>
                <a:srgbClr val="FFCCFF"/>
              </a:solidFill>
              <a:ln w="19050">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11989" name="Line 19">
                <a:extLst>
                  <a:ext uri="{FF2B5EF4-FFF2-40B4-BE49-F238E27FC236}">
                    <a16:creationId xmlns:a16="http://schemas.microsoft.com/office/drawing/2014/main" id="{F90860F6-9883-B946-9CBE-A28A09D6F52A}"/>
                  </a:ext>
                </a:extLst>
              </p:cNvPr>
              <p:cNvSpPr>
                <a:spLocks noChangeShapeType="1"/>
              </p:cNvSpPr>
              <p:nvPr/>
            </p:nvSpPr>
            <p:spPr bwMode="auto">
              <a:xfrm>
                <a:off x="156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1990" name="Line 20">
                <a:extLst>
                  <a:ext uri="{FF2B5EF4-FFF2-40B4-BE49-F238E27FC236}">
                    <a16:creationId xmlns:a16="http://schemas.microsoft.com/office/drawing/2014/main" id="{54C03486-569F-EF44-B540-40F40837EBDD}"/>
                  </a:ext>
                </a:extLst>
              </p:cNvPr>
              <p:cNvSpPr>
                <a:spLocks noChangeShapeType="1"/>
              </p:cNvSpPr>
              <p:nvPr/>
            </p:nvSpPr>
            <p:spPr bwMode="auto">
              <a:xfrm>
                <a:off x="2139"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1991" name="Line 21">
                <a:extLst>
                  <a:ext uri="{FF2B5EF4-FFF2-40B4-BE49-F238E27FC236}">
                    <a16:creationId xmlns:a16="http://schemas.microsoft.com/office/drawing/2014/main" id="{DC5B764D-465E-5F4B-92C2-62E247194DCC}"/>
                  </a:ext>
                </a:extLst>
              </p:cNvPr>
              <p:cNvSpPr>
                <a:spLocks noChangeShapeType="1"/>
              </p:cNvSpPr>
              <p:nvPr/>
            </p:nvSpPr>
            <p:spPr bwMode="auto">
              <a:xfrm>
                <a:off x="2715"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1992" name="Line 22">
                <a:extLst>
                  <a:ext uri="{FF2B5EF4-FFF2-40B4-BE49-F238E27FC236}">
                    <a16:creationId xmlns:a16="http://schemas.microsoft.com/office/drawing/2014/main" id="{D0CD8C18-A733-5042-A85D-B024938B2E88}"/>
                  </a:ext>
                </a:extLst>
              </p:cNvPr>
              <p:cNvSpPr>
                <a:spLocks noChangeShapeType="1"/>
              </p:cNvSpPr>
              <p:nvPr/>
            </p:nvSpPr>
            <p:spPr bwMode="auto">
              <a:xfrm>
                <a:off x="468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1993" name="Rectangle 23">
                <a:extLst>
                  <a:ext uri="{FF2B5EF4-FFF2-40B4-BE49-F238E27FC236}">
                    <a16:creationId xmlns:a16="http://schemas.microsoft.com/office/drawing/2014/main" id="{F4D208D7-C88A-E74B-8C08-67AF5BB50A57}"/>
                  </a:ext>
                </a:extLst>
              </p:cNvPr>
              <p:cNvSpPr>
                <a:spLocks noChangeArrowheads="1"/>
              </p:cNvSpPr>
              <p:nvPr/>
            </p:nvSpPr>
            <p:spPr bwMode="auto">
              <a:xfrm>
                <a:off x="963" y="2445"/>
                <a:ext cx="6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目的地址</a:t>
                </a:r>
              </a:p>
            </p:txBody>
          </p:sp>
          <p:sp>
            <p:nvSpPr>
              <p:cNvPr id="211994" name="Rectangle 24">
                <a:extLst>
                  <a:ext uri="{FF2B5EF4-FFF2-40B4-BE49-F238E27FC236}">
                    <a16:creationId xmlns:a16="http://schemas.microsoft.com/office/drawing/2014/main" id="{F6580858-4DDD-514B-9B55-B1DE63240A17}"/>
                  </a:ext>
                </a:extLst>
              </p:cNvPr>
              <p:cNvSpPr>
                <a:spLocks noChangeArrowheads="1"/>
              </p:cNvSpPr>
              <p:nvPr/>
            </p:nvSpPr>
            <p:spPr bwMode="auto">
              <a:xfrm>
                <a:off x="1609" y="2445"/>
                <a:ext cx="50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源地址</a:t>
                </a:r>
              </a:p>
            </p:txBody>
          </p:sp>
          <p:sp>
            <p:nvSpPr>
              <p:cNvPr id="211995" name="Rectangle 25">
                <a:extLst>
                  <a:ext uri="{FF2B5EF4-FFF2-40B4-BE49-F238E27FC236}">
                    <a16:creationId xmlns:a16="http://schemas.microsoft.com/office/drawing/2014/main" id="{3583D2B7-5B3B-8F40-803A-A2E8C6D90C0A}"/>
                  </a:ext>
                </a:extLst>
              </p:cNvPr>
              <p:cNvSpPr>
                <a:spLocks noChangeArrowheads="1"/>
              </p:cNvSpPr>
              <p:nvPr/>
            </p:nvSpPr>
            <p:spPr bwMode="auto">
              <a:xfrm>
                <a:off x="2241" y="2445"/>
                <a:ext cx="37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类型</a:t>
                </a:r>
              </a:p>
            </p:txBody>
          </p:sp>
          <p:sp>
            <p:nvSpPr>
              <p:cNvPr id="211996" name="Rectangle 26">
                <a:extLst>
                  <a:ext uri="{FF2B5EF4-FFF2-40B4-BE49-F238E27FC236}">
                    <a16:creationId xmlns:a16="http://schemas.microsoft.com/office/drawing/2014/main" id="{15836632-D67C-A54C-85EB-65344118FDE8}"/>
                  </a:ext>
                </a:extLst>
              </p:cNvPr>
              <p:cNvSpPr>
                <a:spLocks noChangeArrowheads="1"/>
              </p:cNvSpPr>
              <p:nvPr/>
            </p:nvSpPr>
            <p:spPr bwMode="auto">
              <a:xfrm>
                <a:off x="3406" y="2445"/>
                <a:ext cx="6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数        据</a:t>
                </a:r>
              </a:p>
            </p:txBody>
          </p:sp>
          <p:sp>
            <p:nvSpPr>
              <p:cNvPr id="211997" name="Rectangle 27">
                <a:extLst>
                  <a:ext uri="{FF2B5EF4-FFF2-40B4-BE49-F238E27FC236}">
                    <a16:creationId xmlns:a16="http://schemas.microsoft.com/office/drawing/2014/main" id="{E47B39D7-91E5-3948-96CD-6C73F3975FFC}"/>
                  </a:ext>
                </a:extLst>
              </p:cNvPr>
              <p:cNvSpPr>
                <a:spLocks noChangeArrowheads="1"/>
              </p:cNvSpPr>
              <p:nvPr/>
            </p:nvSpPr>
            <p:spPr bwMode="auto">
              <a:xfrm>
                <a:off x="4683" y="2445"/>
                <a:ext cx="34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FCS</a:t>
                </a:r>
              </a:p>
            </p:txBody>
          </p:sp>
          <p:sp>
            <p:nvSpPr>
              <p:cNvPr id="211998" name="Rectangle 28">
                <a:extLst>
                  <a:ext uri="{FF2B5EF4-FFF2-40B4-BE49-F238E27FC236}">
                    <a16:creationId xmlns:a16="http://schemas.microsoft.com/office/drawing/2014/main" id="{06311F3A-BE7F-5B4C-AA46-5A6F00DE5E58}"/>
                  </a:ext>
                </a:extLst>
              </p:cNvPr>
              <p:cNvSpPr>
                <a:spLocks noChangeArrowheads="1"/>
              </p:cNvSpPr>
              <p:nvPr/>
            </p:nvSpPr>
            <p:spPr bwMode="auto">
              <a:xfrm>
                <a:off x="1193"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6</a:t>
                </a:r>
              </a:p>
            </p:txBody>
          </p:sp>
          <p:sp>
            <p:nvSpPr>
              <p:cNvPr id="211999" name="Rectangle 29">
                <a:extLst>
                  <a:ext uri="{FF2B5EF4-FFF2-40B4-BE49-F238E27FC236}">
                    <a16:creationId xmlns:a16="http://schemas.microsoft.com/office/drawing/2014/main" id="{1604E12A-602E-414D-B478-E48F306197DC}"/>
                  </a:ext>
                </a:extLst>
              </p:cNvPr>
              <p:cNvSpPr>
                <a:spLocks noChangeArrowheads="1"/>
              </p:cNvSpPr>
              <p:nvPr/>
            </p:nvSpPr>
            <p:spPr bwMode="auto">
              <a:xfrm>
                <a:off x="1810"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6</a:t>
                </a:r>
              </a:p>
            </p:txBody>
          </p:sp>
          <p:sp>
            <p:nvSpPr>
              <p:cNvPr id="212000" name="Rectangle 30">
                <a:extLst>
                  <a:ext uri="{FF2B5EF4-FFF2-40B4-BE49-F238E27FC236}">
                    <a16:creationId xmlns:a16="http://schemas.microsoft.com/office/drawing/2014/main" id="{97C86C74-1183-1942-9B96-71D3BFCC4335}"/>
                  </a:ext>
                </a:extLst>
              </p:cNvPr>
              <p:cNvSpPr>
                <a:spLocks noChangeArrowheads="1"/>
              </p:cNvSpPr>
              <p:nvPr/>
            </p:nvSpPr>
            <p:spPr bwMode="auto">
              <a:xfrm>
                <a:off x="2379"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2</a:t>
                </a:r>
              </a:p>
            </p:txBody>
          </p:sp>
          <p:sp>
            <p:nvSpPr>
              <p:cNvPr id="212001" name="Rectangle 31">
                <a:extLst>
                  <a:ext uri="{FF2B5EF4-FFF2-40B4-BE49-F238E27FC236}">
                    <a16:creationId xmlns:a16="http://schemas.microsoft.com/office/drawing/2014/main" id="{1542C63D-5546-1F4E-92AF-2796478D7B6C}"/>
                  </a:ext>
                </a:extLst>
              </p:cNvPr>
              <p:cNvSpPr>
                <a:spLocks noChangeArrowheads="1"/>
              </p:cNvSpPr>
              <p:nvPr/>
            </p:nvSpPr>
            <p:spPr bwMode="auto">
              <a:xfrm>
                <a:off x="4786"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a:t>
                </a:r>
              </a:p>
            </p:txBody>
          </p:sp>
          <p:sp>
            <p:nvSpPr>
              <p:cNvPr id="212002" name="Rectangle 32">
                <a:extLst>
                  <a:ext uri="{FF2B5EF4-FFF2-40B4-BE49-F238E27FC236}">
                    <a16:creationId xmlns:a16="http://schemas.microsoft.com/office/drawing/2014/main" id="{E0804B3F-882B-5F4C-B3B4-E75A817B3489}"/>
                  </a:ext>
                </a:extLst>
              </p:cNvPr>
              <p:cNvSpPr>
                <a:spLocks noChangeArrowheads="1"/>
              </p:cNvSpPr>
              <p:nvPr/>
            </p:nvSpPr>
            <p:spPr bwMode="auto">
              <a:xfrm>
                <a:off x="659" y="2182"/>
                <a:ext cx="37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字节</a:t>
                </a:r>
              </a:p>
            </p:txBody>
          </p:sp>
          <p:sp>
            <p:nvSpPr>
              <p:cNvPr id="212003" name="Text Box 33">
                <a:extLst>
                  <a:ext uri="{FF2B5EF4-FFF2-40B4-BE49-F238E27FC236}">
                    <a16:creationId xmlns:a16="http://schemas.microsoft.com/office/drawing/2014/main" id="{94C83827-7488-E643-8BA6-5248E6DD6892}"/>
                  </a:ext>
                </a:extLst>
              </p:cNvPr>
              <p:cNvSpPr txBox="1">
                <a:spLocks noChangeArrowheads="1"/>
              </p:cNvSpPr>
              <p:nvPr/>
            </p:nvSpPr>
            <p:spPr bwMode="auto">
              <a:xfrm>
                <a:off x="3777" y="2185"/>
                <a:ext cx="67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46 ~ 1500</a:t>
                </a:r>
              </a:p>
            </p:txBody>
          </p:sp>
        </p:grpSp>
      </p:grpSp>
      <p:grpSp>
        <p:nvGrpSpPr>
          <p:cNvPr id="211980" name="Group 34">
            <a:extLst>
              <a:ext uri="{FF2B5EF4-FFF2-40B4-BE49-F238E27FC236}">
                <a16:creationId xmlns:a16="http://schemas.microsoft.com/office/drawing/2014/main" id="{EFDA8EC5-9EF3-8340-A34B-6A8FF2A89941}"/>
              </a:ext>
            </a:extLst>
          </p:cNvPr>
          <p:cNvGrpSpPr>
            <a:grpSpLocks/>
          </p:cNvGrpSpPr>
          <p:nvPr/>
        </p:nvGrpSpPr>
        <p:grpSpPr bwMode="auto">
          <a:xfrm>
            <a:off x="4375547" y="2228850"/>
            <a:ext cx="2343150" cy="742950"/>
            <a:chOff x="2715" y="1872"/>
            <a:chExt cx="1968" cy="624"/>
          </a:xfrm>
        </p:grpSpPr>
        <p:sp>
          <p:nvSpPr>
            <p:cNvPr id="211984" name="AutoShape 35">
              <a:extLst>
                <a:ext uri="{FF2B5EF4-FFF2-40B4-BE49-F238E27FC236}">
                  <a16:creationId xmlns:a16="http://schemas.microsoft.com/office/drawing/2014/main" id="{197E4FF1-0725-6145-A944-963BE8141EEA}"/>
                </a:ext>
              </a:extLst>
            </p:cNvPr>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47524" name="Rectangle 36">
              <a:extLst>
                <a:ext uri="{FF2B5EF4-FFF2-40B4-BE49-F238E27FC236}">
                  <a16:creationId xmlns:a16="http://schemas.microsoft.com/office/drawing/2014/main" id="{E2643897-51E2-C240-8BE6-433C79C5F105}"/>
                </a:ext>
              </a:extLst>
            </p:cNvPr>
            <p:cNvSpPr>
              <a:spLocks noChangeArrowheads="1"/>
            </p:cNvSpPr>
            <p:nvPr/>
          </p:nvSpPr>
          <p:spPr bwMode="auto">
            <a:xfrm>
              <a:off x="2715" y="1872"/>
              <a:ext cx="1968" cy="240"/>
            </a:xfrm>
            <a:prstGeom prst="rect">
              <a:avLst/>
            </a:prstGeom>
            <a:solidFill>
              <a:srgbClr val="CCECFF"/>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200">
                  <a:solidFill>
                    <a:srgbClr val="333399"/>
                  </a:solidFill>
                  <a:latin typeface="Times New Roman" charset="0"/>
                </a:rPr>
                <a:t>IP </a:t>
              </a:r>
              <a:r>
                <a:rPr kumimoji="1" lang="zh-CN" altLang="en-US" sz="1200">
                  <a:solidFill>
                    <a:srgbClr val="333399"/>
                  </a:solidFill>
                  <a:latin typeface="Times New Roman" charset="0"/>
                </a:rPr>
                <a:t>数据报</a:t>
              </a:r>
            </a:p>
          </p:txBody>
        </p:sp>
      </p:grpSp>
      <p:sp>
        <p:nvSpPr>
          <p:cNvPr id="211982" name="AutoShape 38">
            <a:extLst>
              <a:ext uri="{FF2B5EF4-FFF2-40B4-BE49-F238E27FC236}">
                <a16:creationId xmlns:a16="http://schemas.microsoft.com/office/drawing/2014/main" id="{1D4ECBE0-490F-9041-B73B-B791D558A04F}"/>
              </a:ext>
            </a:extLst>
          </p:cNvPr>
          <p:cNvSpPr>
            <a:spLocks noChangeArrowheads="1"/>
          </p:cNvSpPr>
          <p:nvPr/>
        </p:nvSpPr>
        <p:spPr bwMode="auto">
          <a:xfrm>
            <a:off x="3275410" y="1600200"/>
            <a:ext cx="2214563" cy="378619"/>
          </a:xfrm>
          <a:prstGeom prst="wedgeRoundRectCallout">
            <a:avLst>
              <a:gd name="adj1" fmla="val -43278"/>
              <a:gd name="adj2" fmla="val 314153"/>
              <a:gd name="adj3" fmla="val 16667"/>
            </a:avLst>
          </a:prstGeom>
          <a:solidFill>
            <a:srgbClr val="FFFF99"/>
          </a:solidFill>
          <a:ln w="9525">
            <a:solidFill>
              <a:schemeClr val="tx1"/>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源地址字段 </a:t>
            </a:r>
            <a:r>
              <a:rPr lang="en-US" altLang="zh-CN" sz="1800">
                <a:latin typeface="Arial" panose="020B0604020202020204" pitchFamily="34" charset="0"/>
                <a:ea typeface="宋体" panose="02010600030101010101" pitchFamily="2" charset="-122"/>
              </a:rPr>
              <a:t>6 </a:t>
            </a:r>
            <a:r>
              <a:rPr lang="zh-CN" altLang="en-US" sz="1800">
                <a:latin typeface="Arial" panose="020B0604020202020204" pitchFamily="34" charset="0"/>
                <a:ea typeface="宋体" panose="02010600030101010101" pitchFamily="2" charset="-122"/>
              </a:rPr>
              <a:t>字节</a:t>
            </a:r>
          </a:p>
        </p:txBody>
      </p:sp>
      <p:sp>
        <p:nvSpPr>
          <p:cNvPr id="3" name="内容占位符 2">
            <a:extLst>
              <a:ext uri="{FF2B5EF4-FFF2-40B4-BE49-F238E27FC236}">
                <a16:creationId xmlns:a16="http://schemas.microsoft.com/office/drawing/2014/main" id="{6F4826F9-AFC1-2649-8072-02BD895F014E}"/>
              </a:ext>
            </a:extLst>
          </p:cNvPr>
          <p:cNvSpPr>
            <a:spLocks noGrp="1"/>
          </p:cNvSpPr>
          <p:nvPr>
            <p:ph idx="1"/>
          </p:nvPr>
        </p:nvSpPr>
        <p:spPr/>
        <p:txBody>
          <a:bodyPr/>
          <a:lstStyle/>
          <a:p>
            <a:endParaRPr kumimoji="1" lang="zh-CN" altLang="en-US"/>
          </a:p>
        </p:txBody>
      </p:sp>
      <p:sp>
        <p:nvSpPr>
          <p:cNvPr id="211983" name="幻灯片编号占位符 1">
            <a:extLst>
              <a:ext uri="{FF2B5EF4-FFF2-40B4-BE49-F238E27FC236}">
                <a16:creationId xmlns:a16="http://schemas.microsoft.com/office/drawing/2014/main" id="{320586E4-A275-FF4C-9B6D-06E183214EC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9FCD034-309B-7E46-890B-B0539BE0A97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95</a:t>
            </a:fld>
            <a:endParaRPr lang="en-US" altLang="zh-CN" sz="1050" dirty="0">
              <a:solidFill>
                <a:schemeClr val="tx1"/>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DFAF1DC0-A185-9A43-9B92-1F8EECCCB950}"/>
              </a:ext>
            </a:extLst>
          </p:cNvPr>
          <p:cNvSpPr>
            <a:spLocks noGrp="1"/>
          </p:cNvSpPr>
          <p:nvPr>
            <p:ph type="title"/>
          </p:nvPr>
        </p:nvSpPr>
        <p:spPr/>
        <p:txBody>
          <a:bodyPr/>
          <a:lstStyle/>
          <a:p>
            <a:r>
              <a:rPr lang="zh-CN" altLang="en-US" dirty="0">
                <a:ea typeface="宋体" panose="02010600030101010101" pitchFamily="2" charset="-122"/>
              </a:rPr>
              <a:t>以太网 </a:t>
            </a:r>
            <a:r>
              <a:rPr lang="en-US" altLang="zh-CN" dirty="0">
                <a:ea typeface="宋体" panose="02010600030101010101" pitchFamily="2" charset="-122"/>
              </a:rPr>
              <a:t>V2 </a:t>
            </a:r>
            <a:r>
              <a:rPr lang="zh-CN" altLang="en-US" dirty="0">
                <a:ea typeface="宋体" panose="02010600030101010101" pitchFamily="2" charset="-122"/>
              </a:rPr>
              <a:t>的 </a:t>
            </a:r>
            <a:r>
              <a:rPr lang="en-US" altLang="zh-CN" dirty="0">
                <a:ea typeface="宋体" panose="02010600030101010101" pitchFamily="2" charset="-122"/>
              </a:rPr>
              <a:t>MAC </a:t>
            </a:r>
            <a:r>
              <a:rPr lang="zh-CN" altLang="en-US" dirty="0">
                <a:ea typeface="宋体" panose="02010600030101010101" pitchFamily="2" charset="-122"/>
              </a:rPr>
              <a:t>帧格式</a:t>
            </a:r>
            <a:endParaRPr kumimoji="1" lang="zh-CN" altLang="en-US" dirty="0"/>
          </a:p>
        </p:txBody>
      </p:sp>
    </p:spTree>
    <p:extLst>
      <p:ext uri="{BB962C8B-B14F-4D97-AF65-F5344CB8AC3E}">
        <p14:creationId xmlns:p14="http://schemas.microsoft.com/office/powerpoint/2010/main" val="423005672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7" name="Line 2">
            <a:extLst>
              <a:ext uri="{FF2B5EF4-FFF2-40B4-BE49-F238E27FC236}">
                <a16:creationId xmlns:a16="http://schemas.microsoft.com/office/drawing/2014/main" id="{BA0A6832-B4CA-3946-A707-9233A0D6FEF9}"/>
              </a:ext>
            </a:extLst>
          </p:cNvPr>
          <p:cNvSpPr>
            <a:spLocks noChangeShapeType="1"/>
          </p:cNvSpPr>
          <p:nvPr/>
        </p:nvSpPr>
        <p:spPr bwMode="auto">
          <a:xfrm>
            <a:off x="1257300" y="3860006"/>
            <a:ext cx="6686550" cy="0"/>
          </a:xfrm>
          <a:prstGeom prst="line">
            <a:avLst/>
          </a:prstGeom>
          <a:noFill/>
          <a:ln w="38100" cmpd="dbl">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4018" name="Rectangle 3">
            <a:extLst>
              <a:ext uri="{FF2B5EF4-FFF2-40B4-BE49-F238E27FC236}">
                <a16:creationId xmlns:a16="http://schemas.microsoft.com/office/drawing/2014/main" id="{99EA5F06-48A7-C840-8A1E-0C8B74D2F3EF}"/>
              </a:ext>
            </a:extLst>
          </p:cNvPr>
          <p:cNvSpPr>
            <a:spLocks noChangeArrowheads="1"/>
          </p:cNvSpPr>
          <p:nvPr/>
        </p:nvSpPr>
        <p:spPr bwMode="auto">
          <a:xfrm>
            <a:off x="2308622" y="4036219"/>
            <a:ext cx="4810125" cy="37147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14019" name="Rectangle 4">
            <a:extLst>
              <a:ext uri="{FF2B5EF4-FFF2-40B4-BE49-F238E27FC236}">
                <a16:creationId xmlns:a16="http://schemas.microsoft.com/office/drawing/2014/main" id="{17B367F2-C73D-474B-B81A-43ED4B382C3D}"/>
              </a:ext>
            </a:extLst>
          </p:cNvPr>
          <p:cNvSpPr>
            <a:spLocks noChangeArrowheads="1"/>
          </p:cNvSpPr>
          <p:nvPr/>
        </p:nvSpPr>
        <p:spPr bwMode="auto">
          <a:xfrm>
            <a:off x="2303860" y="4036219"/>
            <a:ext cx="4814888" cy="366713"/>
          </a:xfrm>
          <a:prstGeom prst="rect">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14020" name="Rectangle 5">
            <a:extLst>
              <a:ext uri="{FF2B5EF4-FFF2-40B4-BE49-F238E27FC236}">
                <a16:creationId xmlns:a16="http://schemas.microsoft.com/office/drawing/2014/main" id="{866AF7BC-7DCC-5547-AC4E-063B22D5A0D6}"/>
              </a:ext>
            </a:extLst>
          </p:cNvPr>
          <p:cNvSpPr>
            <a:spLocks noChangeArrowheads="1"/>
          </p:cNvSpPr>
          <p:nvPr/>
        </p:nvSpPr>
        <p:spPr bwMode="auto">
          <a:xfrm>
            <a:off x="4335066" y="4114800"/>
            <a:ext cx="67887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MAC </a:t>
            </a:r>
            <a:r>
              <a:rPr kumimoji="1" lang="zh-CN" altLang="en-US" sz="1200">
                <a:ea typeface="宋体" panose="02010600030101010101" pitchFamily="2" charset="-122"/>
              </a:rPr>
              <a:t>帧</a:t>
            </a:r>
          </a:p>
        </p:txBody>
      </p:sp>
      <p:sp>
        <p:nvSpPr>
          <p:cNvPr id="214021" name="Rectangle 6">
            <a:extLst>
              <a:ext uri="{FF2B5EF4-FFF2-40B4-BE49-F238E27FC236}">
                <a16:creationId xmlns:a16="http://schemas.microsoft.com/office/drawing/2014/main" id="{B15D8307-B039-144C-89AE-2F98E916B5E2}"/>
              </a:ext>
            </a:extLst>
          </p:cNvPr>
          <p:cNvSpPr>
            <a:spLocks noChangeArrowheads="1"/>
          </p:cNvSpPr>
          <p:nvPr/>
        </p:nvSpPr>
        <p:spPr bwMode="auto">
          <a:xfrm>
            <a:off x="7325916" y="4099322"/>
            <a:ext cx="59872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物理层</a:t>
            </a:r>
          </a:p>
        </p:txBody>
      </p:sp>
      <p:sp>
        <p:nvSpPr>
          <p:cNvPr id="214022" name="Rectangle 7">
            <a:extLst>
              <a:ext uri="{FF2B5EF4-FFF2-40B4-BE49-F238E27FC236}">
                <a16:creationId xmlns:a16="http://schemas.microsoft.com/office/drawing/2014/main" id="{5AD7A2F0-6FD7-9A49-88DF-ED9EEFF9A0E5}"/>
              </a:ext>
            </a:extLst>
          </p:cNvPr>
          <p:cNvSpPr>
            <a:spLocks noChangeArrowheads="1"/>
          </p:cNvSpPr>
          <p:nvPr/>
        </p:nvSpPr>
        <p:spPr bwMode="auto">
          <a:xfrm>
            <a:off x="7303294" y="3402806"/>
            <a:ext cx="678872" cy="25199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MAC </a:t>
            </a:r>
            <a:r>
              <a:rPr kumimoji="1" lang="zh-CN" altLang="en-US" sz="1200">
                <a:ea typeface="宋体" panose="02010600030101010101" pitchFamily="2" charset="-122"/>
              </a:rPr>
              <a:t>层</a:t>
            </a:r>
          </a:p>
        </p:txBody>
      </p:sp>
      <p:sp>
        <p:nvSpPr>
          <p:cNvPr id="214023" name="Line 8">
            <a:extLst>
              <a:ext uri="{FF2B5EF4-FFF2-40B4-BE49-F238E27FC236}">
                <a16:creationId xmlns:a16="http://schemas.microsoft.com/office/drawing/2014/main" id="{A870B3B3-3E3D-7D47-8F15-AAB7373DFAB8}"/>
              </a:ext>
            </a:extLst>
          </p:cNvPr>
          <p:cNvSpPr>
            <a:spLocks noChangeShapeType="1"/>
          </p:cNvSpPr>
          <p:nvPr/>
        </p:nvSpPr>
        <p:spPr bwMode="auto">
          <a:xfrm flipH="1">
            <a:off x="2302669" y="3654028"/>
            <a:ext cx="1191" cy="38576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4024" name="Line 9">
            <a:extLst>
              <a:ext uri="{FF2B5EF4-FFF2-40B4-BE49-F238E27FC236}">
                <a16:creationId xmlns:a16="http://schemas.microsoft.com/office/drawing/2014/main" id="{FE2CD822-13DD-044D-88D0-7D4BD7AD6573}"/>
              </a:ext>
            </a:extLst>
          </p:cNvPr>
          <p:cNvSpPr>
            <a:spLocks noChangeShapeType="1"/>
          </p:cNvSpPr>
          <p:nvPr/>
        </p:nvSpPr>
        <p:spPr bwMode="auto">
          <a:xfrm>
            <a:off x="7110413" y="3707606"/>
            <a:ext cx="8335" cy="32385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4025" name="Rectangle 10">
            <a:extLst>
              <a:ext uri="{FF2B5EF4-FFF2-40B4-BE49-F238E27FC236}">
                <a16:creationId xmlns:a16="http://schemas.microsoft.com/office/drawing/2014/main" id="{F536656B-D25F-D243-8BFE-3558CE627BC9}"/>
              </a:ext>
            </a:extLst>
          </p:cNvPr>
          <p:cNvSpPr>
            <a:spLocks noChangeArrowheads="1"/>
          </p:cNvSpPr>
          <p:nvPr/>
        </p:nvSpPr>
        <p:spPr bwMode="auto">
          <a:xfrm>
            <a:off x="7404497" y="2717006"/>
            <a:ext cx="459966"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IP </a:t>
            </a:r>
            <a:r>
              <a:rPr kumimoji="1" lang="zh-CN" altLang="en-US" sz="1200">
                <a:ea typeface="宋体" panose="02010600030101010101" pitchFamily="2" charset="-122"/>
              </a:rPr>
              <a:t>层</a:t>
            </a:r>
          </a:p>
        </p:txBody>
      </p:sp>
      <p:sp>
        <p:nvSpPr>
          <p:cNvPr id="214026" name="Line 11">
            <a:extLst>
              <a:ext uri="{FF2B5EF4-FFF2-40B4-BE49-F238E27FC236}">
                <a16:creationId xmlns:a16="http://schemas.microsoft.com/office/drawing/2014/main" id="{67949A22-36A7-8447-A8AC-0D9D93693A19}"/>
              </a:ext>
            </a:extLst>
          </p:cNvPr>
          <p:cNvSpPr>
            <a:spLocks noChangeShapeType="1"/>
          </p:cNvSpPr>
          <p:nvPr/>
        </p:nvSpPr>
        <p:spPr bwMode="auto">
          <a:xfrm>
            <a:off x="7290198" y="3117057"/>
            <a:ext cx="615553" cy="8335"/>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14027" name="Group 15">
            <a:extLst>
              <a:ext uri="{FF2B5EF4-FFF2-40B4-BE49-F238E27FC236}">
                <a16:creationId xmlns:a16="http://schemas.microsoft.com/office/drawing/2014/main" id="{AD171144-9F09-194C-912B-240A9094EAAB}"/>
              </a:ext>
            </a:extLst>
          </p:cNvPr>
          <p:cNvGrpSpPr>
            <a:grpSpLocks/>
          </p:cNvGrpSpPr>
          <p:nvPr/>
        </p:nvGrpSpPr>
        <p:grpSpPr bwMode="auto">
          <a:xfrm>
            <a:off x="1927622" y="3086101"/>
            <a:ext cx="5200650" cy="1059656"/>
            <a:chOff x="659" y="2182"/>
            <a:chExt cx="4368" cy="890"/>
          </a:xfrm>
        </p:grpSpPr>
        <p:sp>
          <p:nvSpPr>
            <p:cNvPr id="214035" name="AutoShape 16">
              <a:extLst>
                <a:ext uri="{FF2B5EF4-FFF2-40B4-BE49-F238E27FC236}">
                  <a16:creationId xmlns:a16="http://schemas.microsoft.com/office/drawing/2014/main" id="{AD874085-FE9A-BF46-ADD5-98BF501F4466}"/>
                </a:ext>
              </a:extLst>
            </p:cNvPr>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nvGrpSpPr>
            <p:cNvPr id="214036" name="Group 17">
              <a:extLst>
                <a:ext uri="{FF2B5EF4-FFF2-40B4-BE49-F238E27FC236}">
                  <a16:creationId xmlns:a16="http://schemas.microsoft.com/office/drawing/2014/main" id="{4DB77A54-7243-0C48-BE1E-337134A847AA}"/>
                </a:ext>
              </a:extLst>
            </p:cNvPr>
            <p:cNvGrpSpPr>
              <a:grpSpLocks/>
            </p:cNvGrpSpPr>
            <p:nvPr/>
          </p:nvGrpSpPr>
          <p:grpSpPr bwMode="auto">
            <a:xfrm>
              <a:off x="659" y="2182"/>
              <a:ext cx="4368" cy="506"/>
              <a:chOff x="659" y="2182"/>
              <a:chExt cx="4368" cy="506"/>
            </a:xfrm>
          </p:grpSpPr>
          <p:sp>
            <p:nvSpPr>
              <p:cNvPr id="448530" name="Rectangle 18">
                <a:extLst>
                  <a:ext uri="{FF2B5EF4-FFF2-40B4-BE49-F238E27FC236}">
                    <a16:creationId xmlns:a16="http://schemas.microsoft.com/office/drawing/2014/main" id="{B1E599BB-D775-694A-A076-C0CFECAE4CE5}"/>
                  </a:ext>
                </a:extLst>
              </p:cNvPr>
              <p:cNvSpPr>
                <a:spLocks noChangeArrowheads="1"/>
              </p:cNvSpPr>
              <p:nvPr/>
            </p:nvSpPr>
            <p:spPr bwMode="auto">
              <a:xfrm>
                <a:off x="974" y="2400"/>
                <a:ext cx="4045" cy="288"/>
              </a:xfrm>
              <a:prstGeom prst="rect">
                <a:avLst/>
              </a:prstGeom>
              <a:solidFill>
                <a:srgbClr val="FFCCFF"/>
              </a:solidFill>
              <a:ln w="19050">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14038" name="Line 19">
                <a:extLst>
                  <a:ext uri="{FF2B5EF4-FFF2-40B4-BE49-F238E27FC236}">
                    <a16:creationId xmlns:a16="http://schemas.microsoft.com/office/drawing/2014/main" id="{BD188F4E-02F5-4F47-B4AC-353F3D79C077}"/>
                  </a:ext>
                </a:extLst>
              </p:cNvPr>
              <p:cNvSpPr>
                <a:spLocks noChangeShapeType="1"/>
              </p:cNvSpPr>
              <p:nvPr/>
            </p:nvSpPr>
            <p:spPr bwMode="auto">
              <a:xfrm>
                <a:off x="156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4039" name="Line 20">
                <a:extLst>
                  <a:ext uri="{FF2B5EF4-FFF2-40B4-BE49-F238E27FC236}">
                    <a16:creationId xmlns:a16="http://schemas.microsoft.com/office/drawing/2014/main" id="{1951CAD2-6F8E-684B-9E5F-64F492605EF6}"/>
                  </a:ext>
                </a:extLst>
              </p:cNvPr>
              <p:cNvSpPr>
                <a:spLocks noChangeShapeType="1"/>
              </p:cNvSpPr>
              <p:nvPr/>
            </p:nvSpPr>
            <p:spPr bwMode="auto">
              <a:xfrm>
                <a:off x="2139"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4040" name="Line 21">
                <a:extLst>
                  <a:ext uri="{FF2B5EF4-FFF2-40B4-BE49-F238E27FC236}">
                    <a16:creationId xmlns:a16="http://schemas.microsoft.com/office/drawing/2014/main" id="{B120381E-498A-6E4F-902B-D106E0FA8C6A}"/>
                  </a:ext>
                </a:extLst>
              </p:cNvPr>
              <p:cNvSpPr>
                <a:spLocks noChangeShapeType="1"/>
              </p:cNvSpPr>
              <p:nvPr/>
            </p:nvSpPr>
            <p:spPr bwMode="auto">
              <a:xfrm>
                <a:off x="2715"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4041" name="Line 22">
                <a:extLst>
                  <a:ext uri="{FF2B5EF4-FFF2-40B4-BE49-F238E27FC236}">
                    <a16:creationId xmlns:a16="http://schemas.microsoft.com/office/drawing/2014/main" id="{5F64F892-694C-904B-B433-E516EF55C961}"/>
                  </a:ext>
                </a:extLst>
              </p:cNvPr>
              <p:cNvSpPr>
                <a:spLocks noChangeShapeType="1"/>
              </p:cNvSpPr>
              <p:nvPr/>
            </p:nvSpPr>
            <p:spPr bwMode="auto">
              <a:xfrm>
                <a:off x="468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4042" name="Rectangle 23">
                <a:extLst>
                  <a:ext uri="{FF2B5EF4-FFF2-40B4-BE49-F238E27FC236}">
                    <a16:creationId xmlns:a16="http://schemas.microsoft.com/office/drawing/2014/main" id="{430D2965-CECF-5043-907E-65C829FA7E73}"/>
                  </a:ext>
                </a:extLst>
              </p:cNvPr>
              <p:cNvSpPr>
                <a:spLocks noChangeArrowheads="1"/>
              </p:cNvSpPr>
              <p:nvPr/>
            </p:nvSpPr>
            <p:spPr bwMode="auto">
              <a:xfrm>
                <a:off x="963" y="2445"/>
                <a:ext cx="6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目的地址</a:t>
                </a:r>
              </a:p>
            </p:txBody>
          </p:sp>
          <p:sp>
            <p:nvSpPr>
              <p:cNvPr id="214043" name="Rectangle 24">
                <a:extLst>
                  <a:ext uri="{FF2B5EF4-FFF2-40B4-BE49-F238E27FC236}">
                    <a16:creationId xmlns:a16="http://schemas.microsoft.com/office/drawing/2014/main" id="{5783590F-55AA-C441-B7A4-B5B3FA5583B0}"/>
                  </a:ext>
                </a:extLst>
              </p:cNvPr>
              <p:cNvSpPr>
                <a:spLocks noChangeArrowheads="1"/>
              </p:cNvSpPr>
              <p:nvPr/>
            </p:nvSpPr>
            <p:spPr bwMode="auto">
              <a:xfrm>
                <a:off x="1609" y="2445"/>
                <a:ext cx="50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源地址</a:t>
                </a:r>
              </a:p>
            </p:txBody>
          </p:sp>
          <p:sp>
            <p:nvSpPr>
              <p:cNvPr id="214044" name="Rectangle 25">
                <a:extLst>
                  <a:ext uri="{FF2B5EF4-FFF2-40B4-BE49-F238E27FC236}">
                    <a16:creationId xmlns:a16="http://schemas.microsoft.com/office/drawing/2014/main" id="{7ACD7188-FD71-CE4E-BF49-149E743543DB}"/>
                  </a:ext>
                </a:extLst>
              </p:cNvPr>
              <p:cNvSpPr>
                <a:spLocks noChangeArrowheads="1"/>
              </p:cNvSpPr>
              <p:nvPr/>
            </p:nvSpPr>
            <p:spPr bwMode="auto">
              <a:xfrm>
                <a:off x="2241" y="2445"/>
                <a:ext cx="37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类型</a:t>
                </a:r>
              </a:p>
            </p:txBody>
          </p:sp>
          <p:sp>
            <p:nvSpPr>
              <p:cNvPr id="214045" name="Rectangle 26">
                <a:extLst>
                  <a:ext uri="{FF2B5EF4-FFF2-40B4-BE49-F238E27FC236}">
                    <a16:creationId xmlns:a16="http://schemas.microsoft.com/office/drawing/2014/main" id="{ACDCBBB4-41E0-9E49-841E-3E050F1C98CF}"/>
                  </a:ext>
                </a:extLst>
              </p:cNvPr>
              <p:cNvSpPr>
                <a:spLocks noChangeArrowheads="1"/>
              </p:cNvSpPr>
              <p:nvPr/>
            </p:nvSpPr>
            <p:spPr bwMode="auto">
              <a:xfrm>
                <a:off x="3406" y="2445"/>
                <a:ext cx="6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数        据</a:t>
                </a:r>
              </a:p>
            </p:txBody>
          </p:sp>
          <p:sp>
            <p:nvSpPr>
              <p:cNvPr id="214046" name="Rectangle 27">
                <a:extLst>
                  <a:ext uri="{FF2B5EF4-FFF2-40B4-BE49-F238E27FC236}">
                    <a16:creationId xmlns:a16="http://schemas.microsoft.com/office/drawing/2014/main" id="{62AA1AE7-3D69-2841-A136-E69D740913D4}"/>
                  </a:ext>
                </a:extLst>
              </p:cNvPr>
              <p:cNvSpPr>
                <a:spLocks noChangeArrowheads="1"/>
              </p:cNvSpPr>
              <p:nvPr/>
            </p:nvSpPr>
            <p:spPr bwMode="auto">
              <a:xfrm>
                <a:off x="4683" y="2445"/>
                <a:ext cx="34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FCS</a:t>
                </a:r>
              </a:p>
            </p:txBody>
          </p:sp>
          <p:sp>
            <p:nvSpPr>
              <p:cNvPr id="214047" name="Rectangle 28">
                <a:extLst>
                  <a:ext uri="{FF2B5EF4-FFF2-40B4-BE49-F238E27FC236}">
                    <a16:creationId xmlns:a16="http://schemas.microsoft.com/office/drawing/2014/main" id="{1EA3B149-9583-F042-9215-DC9D643EA222}"/>
                  </a:ext>
                </a:extLst>
              </p:cNvPr>
              <p:cNvSpPr>
                <a:spLocks noChangeArrowheads="1"/>
              </p:cNvSpPr>
              <p:nvPr/>
            </p:nvSpPr>
            <p:spPr bwMode="auto">
              <a:xfrm>
                <a:off x="1193"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6</a:t>
                </a:r>
              </a:p>
            </p:txBody>
          </p:sp>
          <p:sp>
            <p:nvSpPr>
              <p:cNvPr id="214048" name="Rectangle 29">
                <a:extLst>
                  <a:ext uri="{FF2B5EF4-FFF2-40B4-BE49-F238E27FC236}">
                    <a16:creationId xmlns:a16="http://schemas.microsoft.com/office/drawing/2014/main" id="{3B8B1220-D859-E04C-BC62-8DE1BBF30EEF}"/>
                  </a:ext>
                </a:extLst>
              </p:cNvPr>
              <p:cNvSpPr>
                <a:spLocks noChangeArrowheads="1"/>
              </p:cNvSpPr>
              <p:nvPr/>
            </p:nvSpPr>
            <p:spPr bwMode="auto">
              <a:xfrm>
                <a:off x="1810"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6</a:t>
                </a:r>
              </a:p>
            </p:txBody>
          </p:sp>
          <p:sp>
            <p:nvSpPr>
              <p:cNvPr id="214049" name="Rectangle 30">
                <a:extLst>
                  <a:ext uri="{FF2B5EF4-FFF2-40B4-BE49-F238E27FC236}">
                    <a16:creationId xmlns:a16="http://schemas.microsoft.com/office/drawing/2014/main" id="{15FF49EF-CE22-9146-98F0-D6A682918789}"/>
                  </a:ext>
                </a:extLst>
              </p:cNvPr>
              <p:cNvSpPr>
                <a:spLocks noChangeArrowheads="1"/>
              </p:cNvSpPr>
              <p:nvPr/>
            </p:nvSpPr>
            <p:spPr bwMode="auto">
              <a:xfrm>
                <a:off x="2379"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2</a:t>
                </a:r>
              </a:p>
            </p:txBody>
          </p:sp>
          <p:sp>
            <p:nvSpPr>
              <p:cNvPr id="214050" name="Rectangle 31">
                <a:extLst>
                  <a:ext uri="{FF2B5EF4-FFF2-40B4-BE49-F238E27FC236}">
                    <a16:creationId xmlns:a16="http://schemas.microsoft.com/office/drawing/2014/main" id="{44C8A54A-EDD1-1944-AF02-FEBFA0AA9EE4}"/>
                  </a:ext>
                </a:extLst>
              </p:cNvPr>
              <p:cNvSpPr>
                <a:spLocks noChangeArrowheads="1"/>
              </p:cNvSpPr>
              <p:nvPr/>
            </p:nvSpPr>
            <p:spPr bwMode="auto">
              <a:xfrm>
                <a:off x="4786"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a:t>
                </a:r>
              </a:p>
            </p:txBody>
          </p:sp>
          <p:sp>
            <p:nvSpPr>
              <p:cNvPr id="214051" name="Rectangle 32">
                <a:extLst>
                  <a:ext uri="{FF2B5EF4-FFF2-40B4-BE49-F238E27FC236}">
                    <a16:creationId xmlns:a16="http://schemas.microsoft.com/office/drawing/2014/main" id="{03FE24E9-67B0-CF40-82D6-4E46B7649CE8}"/>
                  </a:ext>
                </a:extLst>
              </p:cNvPr>
              <p:cNvSpPr>
                <a:spLocks noChangeArrowheads="1"/>
              </p:cNvSpPr>
              <p:nvPr/>
            </p:nvSpPr>
            <p:spPr bwMode="auto">
              <a:xfrm>
                <a:off x="659" y="2182"/>
                <a:ext cx="37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字节</a:t>
                </a:r>
              </a:p>
            </p:txBody>
          </p:sp>
          <p:sp>
            <p:nvSpPr>
              <p:cNvPr id="214052" name="Text Box 33">
                <a:extLst>
                  <a:ext uri="{FF2B5EF4-FFF2-40B4-BE49-F238E27FC236}">
                    <a16:creationId xmlns:a16="http://schemas.microsoft.com/office/drawing/2014/main" id="{85F11B73-3DBD-B84F-A3CE-F3328CCF2BD3}"/>
                  </a:ext>
                </a:extLst>
              </p:cNvPr>
              <p:cNvSpPr txBox="1">
                <a:spLocks noChangeArrowheads="1"/>
              </p:cNvSpPr>
              <p:nvPr/>
            </p:nvSpPr>
            <p:spPr bwMode="auto">
              <a:xfrm>
                <a:off x="3777" y="2185"/>
                <a:ext cx="67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46 ~ 1500</a:t>
                </a:r>
              </a:p>
            </p:txBody>
          </p:sp>
        </p:grpSp>
      </p:grpSp>
      <p:grpSp>
        <p:nvGrpSpPr>
          <p:cNvPr id="214028" name="Group 34">
            <a:extLst>
              <a:ext uri="{FF2B5EF4-FFF2-40B4-BE49-F238E27FC236}">
                <a16:creationId xmlns:a16="http://schemas.microsoft.com/office/drawing/2014/main" id="{814A8893-4D5D-9541-8AE0-4BF926B4C83F}"/>
              </a:ext>
            </a:extLst>
          </p:cNvPr>
          <p:cNvGrpSpPr>
            <a:grpSpLocks/>
          </p:cNvGrpSpPr>
          <p:nvPr/>
        </p:nvGrpSpPr>
        <p:grpSpPr bwMode="auto">
          <a:xfrm>
            <a:off x="4375547" y="2717006"/>
            <a:ext cx="2343150" cy="742950"/>
            <a:chOff x="2715" y="1872"/>
            <a:chExt cx="1968" cy="624"/>
          </a:xfrm>
        </p:grpSpPr>
        <p:sp>
          <p:nvSpPr>
            <p:cNvPr id="214033" name="AutoShape 35">
              <a:extLst>
                <a:ext uri="{FF2B5EF4-FFF2-40B4-BE49-F238E27FC236}">
                  <a16:creationId xmlns:a16="http://schemas.microsoft.com/office/drawing/2014/main" id="{791375ED-ADC3-534D-BBC8-B7BBCFC65715}"/>
                </a:ext>
              </a:extLst>
            </p:cNvPr>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48548" name="Rectangle 36">
              <a:extLst>
                <a:ext uri="{FF2B5EF4-FFF2-40B4-BE49-F238E27FC236}">
                  <a16:creationId xmlns:a16="http://schemas.microsoft.com/office/drawing/2014/main" id="{51FB0E93-7D81-F048-B7E0-6D5181B8050B}"/>
                </a:ext>
              </a:extLst>
            </p:cNvPr>
            <p:cNvSpPr>
              <a:spLocks noChangeArrowheads="1"/>
            </p:cNvSpPr>
            <p:nvPr/>
          </p:nvSpPr>
          <p:spPr bwMode="auto">
            <a:xfrm>
              <a:off x="2715" y="1872"/>
              <a:ext cx="1968" cy="240"/>
            </a:xfrm>
            <a:prstGeom prst="rect">
              <a:avLst/>
            </a:prstGeom>
            <a:solidFill>
              <a:srgbClr val="CCECFF"/>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200">
                  <a:solidFill>
                    <a:srgbClr val="333399"/>
                  </a:solidFill>
                  <a:latin typeface="Times New Roman" charset="0"/>
                </a:rPr>
                <a:t>IP </a:t>
              </a:r>
              <a:r>
                <a:rPr kumimoji="1" lang="zh-CN" altLang="en-US" sz="1200">
                  <a:solidFill>
                    <a:srgbClr val="333399"/>
                  </a:solidFill>
                  <a:latin typeface="Times New Roman" charset="0"/>
                </a:rPr>
                <a:t>数据报</a:t>
              </a:r>
            </a:p>
          </p:txBody>
        </p:sp>
      </p:grpSp>
      <p:sp>
        <p:nvSpPr>
          <p:cNvPr id="214030" name="AutoShape 38">
            <a:extLst>
              <a:ext uri="{FF2B5EF4-FFF2-40B4-BE49-F238E27FC236}">
                <a16:creationId xmlns:a16="http://schemas.microsoft.com/office/drawing/2014/main" id="{73369A67-686C-9043-BC3D-8A5FD36A8CF8}"/>
              </a:ext>
            </a:extLst>
          </p:cNvPr>
          <p:cNvSpPr>
            <a:spLocks noChangeArrowheads="1"/>
          </p:cNvSpPr>
          <p:nvPr/>
        </p:nvSpPr>
        <p:spPr bwMode="auto">
          <a:xfrm>
            <a:off x="3383757" y="2088357"/>
            <a:ext cx="2051447" cy="378619"/>
          </a:xfrm>
          <a:prstGeom prst="wedgeRoundRectCallout">
            <a:avLst>
              <a:gd name="adj1" fmla="val -23130"/>
              <a:gd name="adj2" fmla="val 310380"/>
              <a:gd name="adj3" fmla="val 16667"/>
            </a:avLst>
          </a:prstGeom>
          <a:solidFill>
            <a:srgbClr val="FFFF99"/>
          </a:solidFill>
          <a:ln w="9525">
            <a:solidFill>
              <a:schemeClr val="tx1"/>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类型字段 </a:t>
            </a:r>
            <a:r>
              <a:rPr lang="en-US" altLang="zh-CN" sz="1800">
                <a:latin typeface="Arial" panose="020B0604020202020204" pitchFamily="34" charset="0"/>
                <a:ea typeface="宋体" panose="02010600030101010101" pitchFamily="2" charset="-122"/>
              </a:rPr>
              <a:t>2 </a:t>
            </a:r>
            <a:r>
              <a:rPr lang="zh-CN" altLang="en-US" sz="1800">
                <a:latin typeface="Arial" panose="020B0604020202020204" pitchFamily="34" charset="0"/>
                <a:ea typeface="宋体" panose="02010600030101010101" pitchFamily="2" charset="-122"/>
              </a:rPr>
              <a:t>字节</a:t>
            </a:r>
          </a:p>
        </p:txBody>
      </p:sp>
      <p:sp>
        <p:nvSpPr>
          <p:cNvPr id="448551" name="Text Box 39">
            <a:extLst>
              <a:ext uri="{FF2B5EF4-FFF2-40B4-BE49-F238E27FC236}">
                <a16:creationId xmlns:a16="http://schemas.microsoft.com/office/drawing/2014/main" id="{69800D33-9F14-E24A-8CA1-C0A3426CD8AE}"/>
              </a:ext>
            </a:extLst>
          </p:cNvPr>
          <p:cNvSpPr txBox="1">
            <a:spLocks noChangeArrowheads="1"/>
          </p:cNvSpPr>
          <p:nvPr/>
        </p:nvSpPr>
        <p:spPr bwMode="auto">
          <a:xfrm>
            <a:off x="1625950" y="1331119"/>
            <a:ext cx="5968301" cy="646331"/>
          </a:xfrm>
          <a:prstGeom prst="rect">
            <a:avLst/>
          </a:prstGeom>
          <a:solidFill>
            <a:srgbClr val="CCECFF"/>
          </a:solidFill>
          <a:ln w="9525">
            <a:solidFill>
              <a:srgbClr val="333399"/>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类型字段用来标志</a:t>
            </a:r>
            <a:r>
              <a:rPr lang="zh-CN" altLang="en-US" sz="1800">
                <a:solidFill>
                  <a:schemeClr val="hlink"/>
                </a:solidFill>
                <a:latin typeface="Arial" panose="020B0604020202020204" pitchFamily="34" charset="0"/>
                <a:ea typeface="宋体" panose="02010600030101010101" pitchFamily="2" charset="-122"/>
              </a:rPr>
              <a:t>上一层</a:t>
            </a:r>
            <a:r>
              <a:rPr lang="zh-CN" altLang="en-US" sz="1800">
                <a:latin typeface="Arial" panose="020B0604020202020204" pitchFamily="34" charset="0"/>
                <a:ea typeface="宋体" panose="02010600030101010101" pitchFamily="2" charset="-122"/>
              </a:rPr>
              <a:t>使用的是什么协议，</a:t>
            </a:r>
          </a:p>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以便把收到的 </a:t>
            </a:r>
            <a:r>
              <a:rPr lang="en-US" altLang="zh-CN" sz="1800">
                <a:latin typeface="Arial" panose="020B0604020202020204" pitchFamily="34" charset="0"/>
                <a:ea typeface="宋体" panose="02010600030101010101" pitchFamily="2" charset="-122"/>
              </a:rPr>
              <a:t>MAC </a:t>
            </a:r>
            <a:r>
              <a:rPr lang="zh-CN" altLang="en-US" sz="1800">
                <a:latin typeface="Arial" panose="020B0604020202020204" pitchFamily="34" charset="0"/>
                <a:ea typeface="宋体" panose="02010600030101010101" pitchFamily="2" charset="-122"/>
              </a:rPr>
              <a:t>帧的数据上交给上一层的这个协议。 </a:t>
            </a:r>
          </a:p>
        </p:txBody>
      </p:sp>
      <p:sp>
        <p:nvSpPr>
          <p:cNvPr id="4" name="内容占位符 3">
            <a:extLst>
              <a:ext uri="{FF2B5EF4-FFF2-40B4-BE49-F238E27FC236}">
                <a16:creationId xmlns:a16="http://schemas.microsoft.com/office/drawing/2014/main" id="{BDF1985E-E0CB-DC48-BABC-2EAB0AB6C343}"/>
              </a:ext>
            </a:extLst>
          </p:cNvPr>
          <p:cNvSpPr>
            <a:spLocks noGrp="1"/>
          </p:cNvSpPr>
          <p:nvPr>
            <p:ph idx="1"/>
          </p:nvPr>
        </p:nvSpPr>
        <p:spPr/>
        <p:txBody>
          <a:bodyPr/>
          <a:lstStyle/>
          <a:p>
            <a:endParaRPr kumimoji="1" lang="zh-CN" altLang="en-US"/>
          </a:p>
        </p:txBody>
      </p:sp>
      <p:sp>
        <p:nvSpPr>
          <p:cNvPr id="214032" name="幻灯片编号占位符 1">
            <a:extLst>
              <a:ext uri="{FF2B5EF4-FFF2-40B4-BE49-F238E27FC236}">
                <a16:creationId xmlns:a16="http://schemas.microsoft.com/office/drawing/2014/main" id="{3132EE0C-323B-5547-A8AA-7AAAE3F87A6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E73F990-6484-E74D-A297-E28D768AD76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96</a:t>
            </a:fld>
            <a:endParaRPr lang="en-US" altLang="zh-CN" sz="1050">
              <a:solidFill>
                <a:schemeClr val="tx1"/>
              </a:solidFill>
              <a:latin typeface="Tahoma" panose="020B0604030504040204" pitchFamily="34" charset="0"/>
              <a:ea typeface="宋体" panose="02010600030101010101" pitchFamily="2" charset="-122"/>
            </a:endParaRPr>
          </a:p>
        </p:txBody>
      </p:sp>
      <p:sp>
        <p:nvSpPr>
          <p:cNvPr id="3" name="标题 2">
            <a:extLst>
              <a:ext uri="{FF2B5EF4-FFF2-40B4-BE49-F238E27FC236}">
                <a16:creationId xmlns:a16="http://schemas.microsoft.com/office/drawing/2014/main" id="{120216BF-015C-2E48-BFE6-A55BC8D8E0E0}"/>
              </a:ext>
            </a:extLst>
          </p:cNvPr>
          <p:cNvSpPr>
            <a:spLocks noGrp="1"/>
          </p:cNvSpPr>
          <p:nvPr>
            <p:ph type="title"/>
          </p:nvPr>
        </p:nvSpPr>
        <p:spPr/>
        <p:txBody>
          <a:bodyPr/>
          <a:lstStyle/>
          <a:p>
            <a:r>
              <a:rPr lang="zh-CN" altLang="en-US" dirty="0">
                <a:ea typeface="宋体" panose="02010600030101010101" pitchFamily="2" charset="-122"/>
              </a:rPr>
              <a:t>以太网 </a:t>
            </a:r>
            <a:r>
              <a:rPr lang="en-US" altLang="zh-CN" dirty="0">
                <a:ea typeface="宋体" panose="02010600030101010101" pitchFamily="2" charset="-122"/>
              </a:rPr>
              <a:t>V2 </a:t>
            </a:r>
            <a:r>
              <a:rPr lang="zh-CN" altLang="en-US" dirty="0">
                <a:ea typeface="宋体" panose="02010600030101010101" pitchFamily="2" charset="-122"/>
              </a:rPr>
              <a:t>的 </a:t>
            </a:r>
            <a:r>
              <a:rPr lang="en-US" altLang="zh-CN" dirty="0">
                <a:ea typeface="宋体" panose="02010600030101010101" pitchFamily="2" charset="-122"/>
              </a:rPr>
              <a:t>MAC </a:t>
            </a:r>
            <a:r>
              <a:rPr lang="zh-CN" altLang="en-US" dirty="0">
                <a:ea typeface="宋体" panose="02010600030101010101" pitchFamily="2" charset="-122"/>
              </a:rPr>
              <a:t>帧格式</a:t>
            </a:r>
            <a:endParaRPr kumimoji="1" lang="zh-CN" altLang="en-US" dirty="0"/>
          </a:p>
        </p:txBody>
      </p:sp>
    </p:spTree>
    <p:extLst>
      <p:ext uri="{BB962C8B-B14F-4D97-AF65-F5344CB8AC3E}">
        <p14:creationId xmlns:p14="http://schemas.microsoft.com/office/powerpoint/2010/main" val="5041309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85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8551"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5" name="Line 2">
            <a:extLst>
              <a:ext uri="{FF2B5EF4-FFF2-40B4-BE49-F238E27FC236}">
                <a16:creationId xmlns:a16="http://schemas.microsoft.com/office/drawing/2014/main" id="{494DB8AB-76BB-A847-8E3A-2B63C8FC0F23}"/>
              </a:ext>
            </a:extLst>
          </p:cNvPr>
          <p:cNvSpPr>
            <a:spLocks noChangeShapeType="1"/>
          </p:cNvSpPr>
          <p:nvPr/>
        </p:nvSpPr>
        <p:spPr bwMode="auto">
          <a:xfrm>
            <a:off x="1257300" y="3698081"/>
            <a:ext cx="6686550" cy="0"/>
          </a:xfrm>
          <a:prstGeom prst="line">
            <a:avLst/>
          </a:prstGeom>
          <a:noFill/>
          <a:ln w="38100" cmpd="dbl">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6066" name="Rectangle 3">
            <a:extLst>
              <a:ext uri="{FF2B5EF4-FFF2-40B4-BE49-F238E27FC236}">
                <a16:creationId xmlns:a16="http://schemas.microsoft.com/office/drawing/2014/main" id="{D1CC184B-4769-9F4C-8480-157FCF91730A}"/>
              </a:ext>
            </a:extLst>
          </p:cNvPr>
          <p:cNvSpPr>
            <a:spLocks noChangeArrowheads="1"/>
          </p:cNvSpPr>
          <p:nvPr/>
        </p:nvSpPr>
        <p:spPr bwMode="auto">
          <a:xfrm>
            <a:off x="2308622" y="3874294"/>
            <a:ext cx="4810125" cy="37147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16067" name="Rectangle 4">
            <a:extLst>
              <a:ext uri="{FF2B5EF4-FFF2-40B4-BE49-F238E27FC236}">
                <a16:creationId xmlns:a16="http://schemas.microsoft.com/office/drawing/2014/main" id="{04E5AFED-E0DE-F047-B524-4F00B40400D8}"/>
              </a:ext>
            </a:extLst>
          </p:cNvPr>
          <p:cNvSpPr>
            <a:spLocks noChangeArrowheads="1"/>
          </p:cNvSpPr>
          <p:nvPr/>
        </p:nvSpPr>
        <p:spPr bwMode="auto">
          <a:xfrm>
            <a:off x="2303860" y="3874294"/>
            <a:ext cx="4814888" cy="36671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16068" name="Rectangle 5">
            <a:extLst>
              <a:ext uri="{FF2B5EF4-FFF2-40B4-BE49-F238E27FC236}">
                <a16:creationId xmlns:a16="http://schemas.microsoft.com/office/drawing/2014/main" id="{649C3F4B-8AE3-2741-A770-7E063D45B6D9}"/>
              </a:ext>
            </a:extLst>
          </p:cNvPr>
          <p:cNvSpPr>
            <a:spLocks noChangeArrowheads="1"/>
          </p:cNvSpPr>
          <p:nvPr/>
        </p:nvSpPr>
        <p:spPr bwMode="auto">
          <a:xfrm>
            <a:off x="4335066" y="3952875"/>
            <a:ext cx="67887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MAC </a:t>
            </a:r>
            <a:r>
              <a:rPr kumimoji="1" lang="zh-CN" altLang="en-US" sz="1200">
                <a:ea typeface="宋体" panose="02010600030101010101" pitchFamily="2" charset="-122"/>
              </a:rPr>
              <a:t>帧</a:t>
            </a:r>
          </a:p>
        </p:txBody>
      </p:sp>
      <p:sp>
        <p:nvSpPr>
          <p:cNvPr id="216069" name="Rectangle 6">
            <a:extLst>
              <a:ext uri="{FF2B5EF4-FFF2-40B4-BE49-F238E27FC236}">
                <a16:creationId xmlns:a16="http://schemas.microsoft.com/office/drawing/2014/main" id="{DB4510F1-3AAA-9C4A-8A03-1023098B136A}"/>
              </a:ext>
            </a:extLst>
          </p:cNvPr>
          <p:cNvSpPr>
            <a:spLocks noChangeArrowheads="1"/>
          </p:cNvSpPr>
          <p:nvPr/>
        </p:nvSpPr>
        <p:spPr bwMode="auto">
          <a:xfrm>
            <a:off x="7325916" y="3937397"/>
            <a:ext cx="59872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物理层</a:t>
            </a:r>
          </a:p>
        </p:txBody>
      </p:sp>
      <p:sp>
        <p:nvSpPr>
          <p:cNvPr id="216070" name="Rectangle 7">
            <a:extLst>
              <a:ext uri="{FF2B5EF4-FFF2-40B4-BE49-F238E27FC236}">
                <a16:creationId xmlns:a16="http://schemas.microsoft.com/office/drawing/2014/main" id="{653AC03E-F619-C14A-80E8-E8BC2F93568B}"/>
              </a:ext>
            </a:extLst>
          </p:cNvPr>
          <p:cNvSpPr>
            <a:spLocks noChangeArrowheads="1"/>
          </p:cNvSpPr>
          <p:nvPr/>
        </p:nvSpPr>
        <p:spPr bwMode="auto">
          <a:xfrm>
            <a:off x="7303294" y="3240881"/>
            <a:ext cx="678872" cy="25199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MAC </a:t>
            </a:r>
            <a:r>
              <a:rPr kumimoji="1" lang="zh-CN" altLang="en-US" sz="1200">
                <a:ea typeface="宋体" panose="02010600030101010101" pitchFamily="2" charset="-122"/>
              </a:rPr>
              <a:t>层</a:t>
            </a:r>
          </a:p>
        </p:txBody>
      </p:sp>
      <p:sp>
        <p:nvSpPr>
          <p:cNvPr id="216071" name="Line 8">
            <a:extLst>
              <a:ext uri="{FF2B5EF4-FFF2-40B4-BE49-F238E27FC236}">
                <a16:creationId xmlns:a16="http://schemas.microsoft.com/office/drawing/2014/main" id="{BD252D02-8B02-1848-904D-6E12C2106B6B}"/>
              </a:ext>
            </a:extLst>
          </p:cNvPr>
          <p:cNvSpPr>
            <a:spLocks noChangeShapeType="1"/>
          </p:cNvSpPr>
          <p:nvPr/>
        </p:nvSpPr>
        <p:spPr bwMode="auto">
          <a:xfrm flipH="1">
            <a:off x="2302669" y="3492103"/>
            <a:ext cx="1191" cy="38576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6072" name="Line 9">
            <a:extLst>
              <a:ext uri="{FF2B5EF4-FFF2-40B4-BE49-F238E27FC236}">
                <a16:creationId xmlns:a16="http://schemas.microsoft.com/office/drawing/2014/main" id="{1229C875-15FD-0B41-8734-954A031CB308}"/>
              </a:ext>
            </a:extLst>
          </p:cNvPr>
          <p:cNvSpPr>
            <a:spLocks noChangeShapeType="1"/>
          </p:cNvSpPr>
          <p:nvPr/>
        </p:nvSpPr>
        <p:spPr bwMode="auto">
          <a:xfrm>
            <a:off x="7110413" y="3545681"/>
            <a:ext cx="8335" cy="32385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6073" name="Rectangle 10">
            <a:extLst>
              <a:ext uri="{FF2B5EF4-FFF2-40B4-BE49-F238E27FC236}">
                <a16:creationId xmlns:a16="http://schemas.microsoft.com/office/drawing/2014/main" id="{3924C2D2-1057-144A-B9EA-A7427FF3ACE3}"/>
              </a:ext>
            </a:extLst>
          </p:cNvPr>
          <p:cNvSpPr>
            <a:spLocks noChangeArrowheads="1"/>
          </p:cNvSpPr>
          <p:nvPr/>
        </p:nvSpPr>
        <p:spPr bwMode="auto">
          <a:xfrm>
            <a:off x="7404497" y="2555081"/>
            <a:ext cx="459966"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IP </a:t>
            </a:r>
            <a:r>
              <a:rPr kumimoji="1" lang="zh-CN" altLang="en-US" sz="1200">
                <a:ea typeface="宋体" panose="02010600030101010101" pitchFamily="2" charset="-122"/>
              </a:rPr>
              <a:t>层</a:t>
            </a:r>
          </a:p>
        </p:txBody>
      </p:sp>
      <p:sp>
        <p:nvSpPr>
          <p:cNvPr id="216074" name="Line 11">
            <a:extLst>
              <a:ext uri="{FF2B5EF4-FFF2-40B4-BE49-F238E27FC236}">
                <a16:creationId xmlns:a16="http://schemas.microsoft.com/office/drawing/2014/main" id="{7C87EDF9-A807-274E-8BA2-D00B813ACFD6}"/>
              </a:ext>
            </a:extLst>
          </p:cNvPr>
          <p:cNvSpPr>
            <a:spLocks noChangeShapeType="1"/>
          </p:cNvSpPr>
          <p:nvPr/>
        </p:nvSpPr>
        <p:spPr bwMode="auto">
          <a:xfrm>
            <a:off x="7290198" y="2955132"/>
            <a:ext cx="615553" cy="8335"/>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16075" name="Group 15">
            <a:extLst>
              <a:ext uri="{FF2B5EF4-FFF2-40B4-BE49-F238E27FC236}">
                <a16:creationId xmlns:a16="http://schemas.microsoft.com/office/drawing/2014/main" id="{DEFC3D27-A67F-3D4F-BD7C-8362060205D8}"/>
              </a:ext>
            </a:extLst>
          </p:cNvPr>
          <p:cNvGrpSpPr>
            <a:grpSpLocks/>
          </p:cNvGrpSpPr>
          <p:nvPr/>
        </p:nvGrpSpPr>
        <p:grpSpPr bwMode="auto">
          <a:xfrm>
            <a:off x="1927622" y="2924176"/>
            <a:ext cx="5200650" cy="1059656"/>
            <a:chOff x="659" y="2182"/>
            <a:chExt cx="4368" cy="890"/>
          </a:xfrm>
        </p:grpSpPr>
        <p:sp>
          <p:nvSpPr>
            <p:cNvPr id="216083" name="AutoShape 16">
              <a:extLst>
                <a:ext uri="{FF2B5EF4-FFF2-40B4-BE49-F238E27FC236}">
                  <a16:creationId xmlns:a16="http://schemas.microsoft.com/office/drawing/2014/main" id="{50A3B6A1-8C66-6446-8671-36F43CF63D2B}"/>
                </a:ext>
              </a:extLst>
            </p:cNvPr>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nvGrpSpPr>
            <p:cNvPr id="216084" name="Group 17">
              <a:extLst>
                <a:ext uri="{FF2B5EF4-FFF2-40B4-BE49-F238E27FC236}">
                  <a16:creationId xmlns:a16="http://schemas.microsoft.com/office/drawing/2014/main" id="{516AFBDD-3342-E84A-8672-40F6E9A36367}"/>
                </a:ext>
              </a:extLst>
            </p:cNvPr>
            <p:cNvGrpSpPr>
              <a:grpSpLocks/>
            </p:cNvGrpSpPr>
            <p:nvPr/>
          </p:nvGrpSpPr>
          <p:grpSpPr bwMode="auto">
            <a:xfrm>
              <a:off x="659" y="2182"/>
              <a:ext cx="4368" cy="506"/>
              <a:chOff x="659" y="2182"/>
              <a:chExt cx="4368" cy="506"/>
            </a:xfrm>
          </p:grpSpPr>
          <p:sp>
            <p:nvSpPr>
              <p:cNvPr id="449554" name="Rectangle 18">
                <a:extLst>
                  <a:ext uri="{FF2B5EF4-FFF2-40B4-BE49-F238E27FC236}">
                    <a16:creationId xmlns:a16="http://schemas.microsoft.com/office/drawing/2014/main" id="{D8F009E9-6BE9-2E4A-844C-6FFD911EDAC3}"/>
                  </a:ext>
                </a:extLst>
              </p:cNvPr>
              <p:cNvSpPr>
                <a:spLocks noChangeArrowheads="1"/>
              </p:cNvSpPr>
              <p:nvPr/>
            </p:nvSpPr>
            <p:spPr bwMode="auto">
              <a:xfrm>
                <a:off x="974" y="2400"/>
                <a:ext cx="4045" cy="288"/>
              </a:xfrm>
              <a:prstGeom prst="rect">
                <a:avLst/>
              </a:prstGeom>
              <a:solidFill>
                <a:srgbClr val="FFCCFF"/>
              </a:solidFill>
              <a:ln w="19050">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16086" name="Line 19">
                <a:extLst>
                  <a:ext uri="{FF2B5EF4-FFF2-40B4-BE49-F238E27FC236}">
                    <a16:creationId xmlns:a16="http://schemas.microsoft.com/office/drawing/2014/main" id="{6B5DA150-29A5-8D47-852C-190ACF9FE2F5}"/>
                  </a:ext>
                </a:extLst>
              </p:cNvPr>
              <p:cNvSpPr>
                <a:spLocks noChangeShapeType="1"/>
              </p:cNvSpPr>
              <p:nvPr/>
            </p:nvSpPr>
            <p:spPr bwMode="auto">
              <a:xfrm>
                <a:off x="156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087" name="Line 20">
                <a:extLst>
                  <a:ext uri="{FF2B5EF4-FFF2-40B4-BE49-F238E27FC236}">
                    <a16:creationId xmlns:a16="http://schemas.microsoft.com/office/drawing/2014/main" id="{14D7FFD2-A1A0-D44A-8089-CD335CE06F74}"/>
                  </a:ext>
                </a:extLst>
              </p:cNvPr>
              <p:cNvSpPr>
                <a:spLocks noChangeShapeType="1"/>
              </p:cNvSpPr>
              <p:nvPr/>
            </p:nvSpPr>
            <p:spPr bwMode="auto">
              <a:xfrm>
                <a:off x="2139"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088" name="Line 21">
                <a:extLst>
                  <a:ext uri="{FF2B5EF4-FFF2-40B4-BE49-F238E27FC236}">
                    <a16:creationId xmlns:a16="http://schemas.microsoft.com/office/drawing/2014/main" id="{1750A270-BDA0-0442-B82B-C5A3E72FBFB9}"/>
                  </a:ext>
                </a:extLst>
              </p:cNvPr>
              <p:cNvSpPr>
                <a:spLocks noChangeShapeType="1"/>
              </p:cNvSpPr>
              <p:nvPr/>
            </p:nvSpPr>
            <p:spPr bwMode="auto">
              <a:xfrm>
                <a:off x="2715"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089" name="Line 22">
                <a:extLst>
                  <a:ext uri="{FF2B5EF4-FFF2-40B4-BE49-F238E27FC236}">
                    <a16:creationId xmlns:a16="http://schemas.microsoft.com/office/drawing/2014/main" id="{5100B9ED-4C8A-FA44-A4B3-71DD5B13966F}"/>
                  </a:ext>
                </a:extLst>
              </p:cNvPr>
              <p:cNvSpPr>
                <a:spLocks noChangeShapeType="1"/>
              </p:cNvSpPr>
              <p:nvPr/>
            </p:nvSpPr>
            <p:spPr bwMode="auto">
              <a:xfrm>
                <a:off x="468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090" name="Rectangle 23">
                <a:extLst>
                  <a:ext uri="{FF2B5EF4-FFF2-40B4-BE49-F238E27FC236}">
                    <a16:creationId xmlns:a16="http://schemas.microsoft.com/office/drawing/2014/main" id="{F68D1475-0E3F-EC4E-AED1-7E0D5F0BA9EA}"/>
                  </a:ext>
                </a:extLst>
              </p:cNvPr>
              <p:cNvSpPr>
                <a:spLocks noChangeArrowheads="1"/>
              </p:cNvSpPr>
              <p:nvPr/>
            </p:nvSpPr>
            <p:spPr bwMode="auto">
              <a:xfrm>
                <a:off x="963" y="2445"/>
                <a:ext cx="6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目的地址</a:t>
                </a:r>
              </a:p>
            </p:txBody>
          </p:sp>
          <p:sp>
            <p:nvSpPr>
              <p:cNvPr id="216091" name="Rectangle 24">
                <a:extLst>
                  <a:ext uri="{FF2B5EF4-FFF2-40B4-BE49-F238E27FC236}">
                    <a16:creationId xmlns:a16="http://schemas.microsoft.com/office/drawing/2014/main" id="{F2FA7868-7681-E549-ACC7-4ACE6483997F}"/>
                  </a:ext>
                </a:extLst>
              </p:cNvPr>
              <p:cNvSpPr>
                <a:spLocks noChangeArrowheads="1"/>
              </p:cNvSpPr>
              <p:nvPr/>
            </p:nvSpPr>
            <p:spPr bwMode="auto">
              <a:xfrm>
                <a:off x="1609" y="2445"/>
                <a:ext cx="50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源地址</a:t>
                </a:r>
              </a:p>
            </p:txBody>
          </p:sp>
          <p:sp>
            <p:nvSpPr>
              <p:cNvPr id="216092" name="Rectangle 25">
                <a:extLst>
                  <a:ext uri="{FF2B5EF4-FFF2-40B4-BE49-F238E27FC236}">
                    <a16:creationId xmlns:a16="http://schemas.microsoft.com/office/drawing/2014/main" id="{A13FF1EF-342D-324B-817A-FE2EA2EE4D19}"/>
                  </a:ext>
                </a:extLst>
              </p:cNvPr>
              <p:cNvSpPr>
                <a:spLocks noChangeArrowheads="1"/>
              </p:cNvSpPr>
              <p:nvPr/>
            </p:nvSpPr>
            <p:spPr bwMode="auto">
              <a:xfrm>
                <a:off x="2241" y="2445"/>
                <a:ext cx="37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类型</a:t>
                </a:r>
              </a:p>
            </p:txBody>
          </p:sp>
          <p:sp>
            <p:nvSpPr>
              <p:cNvPr id="216093" name="Rectangle 26">
                <a:extLst>
                  <a:ext uri="{FF2B5EF4-FFF2-40B4-BE49-F238E27FC236}">
                    <a16:creationId xmlns:a16="http://schemas.microsoft.com/office/drawing/2014/main" id="{532CADE5-6EBB-C845-A0E7-0650E2E37DCA}"/>
                  </a:ext>
                </a:extLst>
              </p:cNvPr>
              <p:cNvSpPr>
                <a:spLocks noChangeArrowheads="1"/>
              </p:cNvSpPr>
              <p:nvPr/>
            </p:nvSpPr>
            <p:spPr bwMode="auto">
              <a:xfrm>
                <a:off x="3406" y="2445"/>
                <a:ext cx="6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数        据</a:t>
                </a:r>
              </a:p>
            </p:txBody>
          </p:sp>
          <p:sp>
            <p:nvSpPr>
              <p:cNvPr id="216094" name="Rectangle 27">
                <a:extLst>
                  <a:ext uri="{FF2B5EF4-FFF2-40B4-BE49-F238E27FC236}">
                    <a16:creationId xmlns:a16="http://schemas.microsoft.com/office/drawing/2014/main" id="{3E761582-16F2-1141-A515-E3E40597A635}"/>
                  </a:ext>
                </a:extLst>
              </p:cNvPr>
              <p:cNvSpPr>
                <a:spLocks noChangeArrowheads="1"/>
              </p:cNvSpPr>
              <p:nvPr/>
            </p:nvSpPr>
            <p:spPr bwMode="auto">
              <a:xfrm>
                <a:off x="4683" y="2445"/>
                <a:ext cx="34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FCS</a:t>
                </a:r>
              </a:p>
            </p:txBody>
          </p:sp>
          <p:sp>
            <p:nvSpPr>
              <p:cNvPr id="216095" name="Rectangle 28">
                <a:extLst>
                  <a:ext uri="{FF2B5EF4-FFF2-40B4-BE49-F238E27FC236}">
                    <a16:creationId xmlns:a16="http://schemas.microsoft.com/office/drawing/2014/main" id="{83672EC9-A888-6A42-8511-62AD3009F55C}"/>
                  </a:ext>
                </a:extLst>
              </p:cNvPr>
              <p:cNvSpPr>
                <a:spLocks noChangeArrowheads="1"/>
              </p:cNvSpPr>
              <p:nvPr/>
            </p:nvSpPr>
            <p:spPr bwMode="auto">
              <a:xfrm>
                <a:off x="1193"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6</a:t>
                </a:r>
              </a:p>
            </p:txBody>
          </p:sp>
          <p:sp>
            <p:nvSpPr>
              <p:cNvPr id="216096" name="Rectangle 29">
                <a:extLst>
                  <a:ext uri="{FF2B5EF4-FFF2-40B4-BE49-F238E27FC236}">
                    <a16:creationId xmlns:a16="http://schemas.microsoft.com/office/drawing/2014/main" id="{EB108B2D-BCF0-2B45-B272-CA790C9AA94F}"/>
                  </a:ext>
                </a:extLst>
              </p:cNvPr>
              <p:cNvSpPr>
                <a:spLocks noChangeArrowheads="1"/>
              </p:cNvSpPr>
              <p:nvPr/>
            </p:nvSpPr>
            <p:spPr bwMode="auto">
              <a:xfrm>
                <a:off x="1810"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6</a:t>
                </a:r>
              </a:p>
            </p:txBody>
          </p:sp>
          <p:sp>
            <p:nvSpPr>
              <p:cNvPr id="216097" name="Rectangle 30">
                <a:extLst>
                  <a:ext uri="{FF2B5EF4-FFF2-40B4-BE49-F238E27FC236}">
                    <a16:creationId xmlns:a16="http://schemas.microsoft.com/office/drawing/2014/main" id="{CD67544B-CC76-FB43-9C27-A7970162943C}"/>
                  </a:ext>
                </a:extLst>
              </p:cNvPr>
              <p:cNvSpPr>
                <a:spLocks noChangeArrowheads="1"/>
              </p:cNvSpPr>
              <p:nvPr/>
            </p:nvSpPr>
            <p:spPr bwMode="auto">
              <a:xfrm>
                <a:off x="2379"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2</a:t>
                </a:r>
              </a:p>
            </p:txBody>
          </p:sp>
          <p:sp>
            <p:nvSpPr>
              <p:cNvPr id="216098" name="Rectangle 31">
                <a:extLst>
                  <a:ext uri="{FF2B5EF4-FFF2-40B4-BE49-F238E27FC236}">
                    <a16:creationId xmlns:a16="http://schemas.microsoft.com/office/drawing/2014/main" id="{44BEA6D9-C94C-9344-84FD-786294E74F51}"/>
                  </a:ext>
                </a:extLst>
              </p:cNvPr>
              <p:cNvSpPr>
                <a:spLocks noChangeArrowheads="1"/>
              </p:cNvSpPr>
              <p:nvPr/>
            </p:nvSpPr>
            <p:spPr bwMode="auto">
              <a:xfrm>
                <a:off x="4786"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a:t>
                </a:r>
              </a:p>
            </p:txBody>
          </p:sp>
          <p:sp>
            <p:nvSpPr>
              <p:cNvPr id="216099" name="Rectangle 32">
                <a:extLst>
                  <a:ext uri="{FF2B5EF4-FFF2-40B4-BE49-F238E27FC236}">
                    <a16:creationId xmlns:a16="http://schemas.microsoft.com/office/drawing/2014/main" id="{0E846627-D0AC-0546-8D9F-77F943FCC20B}"/>
                  </a:ext>
                </a:extLst>
              </p:cNvPr>
              <p:cNvSpPr>
                <a:spLocks noChangeArrowheads="1"/>
              </p:cNvSpPr>
              <p:nvPr/>
            </p:nvSpPr>
            <p:spPr bwMode="auto">
              <a:xfrm>
                <a:off x="659" y="2182"/>
                <a:ext cx="37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字节</a:t>
                </a:r>
              </a:p>
            </p:txBody>
          </p:sp>
          <p:sp>
            <p:nvSpPr>
              <p:cNvPr id="216100" name="Text Box 33">
                <a:extLst>
                  <a:ext uri="{FF2B5EF4-FFF2-40B4-BE49-F238E27FC236}">
                    <a16:creationId xmlns:a16="http://schemas.microsoft.com/office/drawing/2014/main" id="{81CB4B6F-68FE-0349-B65F-5895ADDA9C3A}"/>
                  </a:ext>
                </a:extLst>
              </p:cNvPr>
              <p:cNvSpPr txBox="1">
                <a:spLocks noChangeArrowheads="1"/>
              </p:cNvSpPr>
              <p:nvPr/>
            </p:nvSpPr>
            <p:spPr bwMode="auto">
              <a:xfrm>
                <a:off x="3777" y="2185"/>
                <a:ext cx="67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46 ~ 1500</a:t>
                </a:r>
              </a:p>
            </p:txBody>
          </p:sp>
        </p:grpSp>
      </p:grpSp>
      <p:grpSp>
        <p:nvGrpSpPr>
          <p:cNvPr id="216076" name="Group 34">
            <a:extLst>
              <a:ext uri="{FF2B5EF4-FFF2-40B4-BE49-F238E27FC236}">
                <a16:creationId xmlns:a16="http://schemas.microsoft.com/office/drawing/2014/main" id="{3B6E223F-AC31-794E-BD18-0110FE56ED0D}"/>
              </a:ext>
            </a:extLst>
          </p:cNvPr>
          <p:cNvGrpSpPr>
            <a:grpSpLocks/>
          </p:cNvGrpSpPr>
          <p:nvPr/>
        </p:nvGrpSpPr>
        <p:grpSpPr bwMode="auto">
          <a:xfrm>
            <a:off x="4375547" y="2555081"/>
            <a:ext cx="2343150" cy="742950"/>
            <a:chOff x="2715" y="1872"/>
            <a:chExt cx="1968" cy="624"/>
          </a:xfrm>
        </p:grpSpPr>
        <p:sp>
          <p:nvSpPr>
            <p:cNvPr id="216081" name="AutoShape 35">
              <a:extLst>
                <a:ext uri="{FF2B5EF4-FFF2-40B4-BE49-F238E27FC236}">
                  <a16:creationId xmlns:a16="http://schemas.microsoft.com/office/drawing/2014/main" id="{BBC9D8AC-3EB8-D047-B8AE-716570DEF4BE}"/>
                </a:ext>
              </a:extLst>
            </p:cNvPr>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49572" name="Rectangle 36">
              <a:extLst>
                <a:ext uri="{FF2B5EF4-FFF2-40B4-BE49-F238E27FC236}">
                  <a16:creationId xmlns:a16="http://schemas.microsoft.com/office/drawing/2014/main" id="{8EAA8308-B2FD-414A-9FB7-04E0ACEA93D5}"/>
                </a:ext>
              </a:extLst>
            </p:cNvPr>
            <p:cNvSpPr>
              <a:spLocks noChangeArrowheads="1"/>
            </p:cNvSpPr>
            <p:nvPr/>
          </p:nvSpPr>
          <p:spPr bwMode="auto">
            <a:xfrm>
              <a:off x="2715" y="1872"/>
              <a:ext cx="1968" cy="240"/>
            </a:xfrm>
            <a:prstGeom prst="rect">
              <a:avLst/>
            </a:prstGeom>
            <a:solidFill>
              <a:srgbClr val="CCECFF"/>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200">
                  <a:solidFill>
                    <a:srgbClr val="333399"/>
                  </a:solidFill>
                  <a:latin typeface="Times New Roman" charset="0"/>
                </a:rPr>
                <a:t>IP </a:t>
              </a:r>
              <a:r>
                <a:rPr kumimoji="1" lang="zh-CN" altLang="en-US" sz="1200">
                  <a:solidFill>
                    <a:srgbClr val="333399"/>
                  </a:solidFill>
                  <a:latin typeface="Times New Roman" charset="0"/>
                </a:rPr>
                <a:t>数据报</a:t>
              </a:r>
            </a:p>
          </p:txBody>
        </p:sp>
      </p:grpSp>
      <p:sp>
        <p:nvSpPr>
          <p:cNvPr id="216078" name="AutoShape 38">
            <a:extLst>
              <a:ext uri="{FF2B5EF4-FFF2-40B4-BE49-F238E27FC236}">
                <a16:creationId xmlns:a16="http://schemas.microsoft.com/office/drawing/2014/main" id="{CFB132F3-FDFB-174B-8948-22DAFF0687EC}"/>
              </a:ext>
            </a:extLst>
          </p:cNvPr>
          <p:cNvSpPr>
            <a:spLocks noChangeArrowheads="1"/>
          </p:cNvSpPr>
          <p:nvPr/>
        </p:nvSpPr>
        <p:spPr bwMode="auto">
          <a:xfrm>
            <a:off x="3059906" y="1926432"/>
            <a:ext cx="2753916" cy="378619"/>
          </a:xfrm>
          <a:prstGeom prst="wedgeRoundRectCallout">
            <a:avLst>
              <a:gd name="adj1" fmla="val 12042"/>
              <a:gd name="adj2" fmla="val 310380"/>
              <a:gd name="adj3" fmla="val 16667"/>
            </a:avLst>
          </a:prstGeom>
          <a:solidFill>
            <a:srgbClr val="FFFF99"/>
          </a:solidFill>
          <a:ln w="9525">
            <a:solidFill>
              <a:schemeClr val="tx1"/>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数据字段 </a:t>
            </a:r>
            <a:r>
              <a:rPr kumimoji="1" lang="en-US" altLang="zh-CN" sz="1500">
                <a:latin typeface="Arial" panose="020B0604020202020204" pitchFamily="34" charset="0"/>
                <a:ea typeface="宋体" panose="02010600030101010101" pitchFamily="2" charset="-122"/>
              </a:rPr>
              <a:t>46 ~ 1500</a:t>
            </a:r>
            <a:r>
              <a:rPr lang="en-US" altLang="zh-CN" sz="1800">
                <a:latin typeface="Arial" panose="020B0604020202020204" pitchFamily="34" charset="0"/>
                <a:ea typeface="宋体" panose="02010600030101010101" pitchFamily="2" charset="-122"/>
              </a:rPr>
              <a:t> </a:t>
            </a:r>
            <a:r>
              <a:rPr lang="zh-CN" altLang="en-US" sz="1800">
                <a:latin typeface="Arial" panose="020B0604020202020204" pitchFamily="34" charset="0"/>
                <a:ea typeface="宋体" panose="02010600030101010101" pitchFamily="2" charset="-122"/>
              </a:rPr>
              <a:t>字节</a:t>
            </a:r>
          </a:p>
        </p:txBody>
      </p:sp>
      <p:sp>
        <p:nvSpPr>
          <p:cNvPr id="449575" name="Text Box 39">
            <a:extLst>
              <a:ext uri="{FF2B5EF4-FFF2-40B4-BE49-F238E27FC236}">
                <a16:creationId xmlns:a16="http://schemas.microsoft.com/office/drawing/2014/main" id="{C65C9644-26DE-3847-A4FB-BD455AC6220B}"/>
              </a:ext>
            </a:extLst>
          </p:cNvPr>
          <p:cNvSpPr txBox="1">
            <a:spLocks noChangeArrowheads="1"/>
          </p:cNvSpPr>
          <p:nvPr/>
        </p:nvSpPr>
        <p:spPr bwMode="auto">
          <a:xfrm>
            <a:off x="1694055" y="1178719"/>
            <a:ext cx="5836854" cy="646331"/>
          </a:xfrm>
          <a:prstGeom prst="rect">
            <a:avLst/>
          </a:prstGeom>
          <a:solidFill>
            <a:srgbClr val="CCECFF"/>
          </a:solidFill>
          <a:ln w="9525">
            <a:solidFill>
              <a:srgbClr val="333399"/>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solidFill>
                  <a:schemeClr val="tx1"/>
                </a:solidFill>
                <a:latin typeface="Tahoma" panose="020B0604030504040204" pitchFamily="34" charset="0"/>
                <a:ea typeface="宋体" panose="02010600030101010101" pitchFamily="2" charset="-122"/>
              </a:rPr>
              <a:t>数据字段的正式名称是 </a:t>
            </a:r>
            <a:r>
              <a:rPr lang="en-US" altLang="zh-CN" sz="1800">
                <a:solidFill>
                  <a:schemeClr val="tx1"/>
                </a:solidFill>
                <a:latin typeface="Arial" panose="020B0604020202020204" pitchFamily="34" charset="0"/>
                <a:ea typeface="宋体" panose="02010600030101010101" pitchFamily="2" charset="-122"/>
              </a:rPr>
              <a:t>MAC</a:t>
            </a:r>
            <a:r>
              <a:rPr lang="en-US" altLang="zh-CN" sz="1800" b="1">
                <a:solidFill>
                  <a:schemeClr val="tx1"/>
                </a:solidFill>
                <a:latin typeface="Tahoma" panose="020B0604030504040204" pitchFamily="34" charset="0"/>
                <a:ea typeface="宋体" panose="02010600030101010101" pitchFamily="2" charset="-122"/>
              </a:rPr>
              <a:t> </a:t>
            </a:r>
            <a:r>
              <a:rPr lang="zh-CN" altLang="en-US" sz="1800">
                <a:solidFill>
                  <a:schemeClr val="tx1"/>
                </a:solidFill>
                <a:latin typeface="Tahoma" panose="020B0604030504040204" pitchFamily="34" charset="0"/>
                <a:ea typeface="宋体" panose="02010600030101010101" pitchFamily="2" charset="-122"/>
              </a:rPr>
              <a:t>客户数据字段</a:t>
            </a:r>
          </a:p>
          <a:p>
            <a:pPr algn="ctr" eaLnBrk="1" hangingPunct="1">
              <a:spcBef>
                <a:spcPct val="0"/>
              </a:spcBef>
              <a:buClrTx/>
              <a:buSzTx/>
              <a:buFontTx/>
              <a:buNone/>
            </a:pPr>
            <a:r>
              <a:rPr lang="zh-CN" altLang="en-US" sz="1500">
                <a:solidFill>
                  <a:schemeClr val="tx1"/>
                </a:solidFill>
                <a:latin typeface="Tahoma" panose="020B0604030504040204" pitchFamily="34" charset="0"/>
                <a:ea typeface="宋体" panose="02010600030101010101" pitchFamily="2" charset="-122"/>
              </a:rPr>
              <a:t>最小长度 </a:t>
            </a:r>
            <a:r>
              <a:rPr lang="en-US" altLang="zh-CN" sz="1500">
                <a:solidFill>
                  <a:schemeClr val="tx1"/>
                </a:solidFill>
                <a:latin typeface="Tahoma" panose="020B0604030504040204" pitchFamily="34" charset="0"/>
                <a:ea typeface="宋体" panose="02010600030101010101" pitchFamily="2" charset="-122"/>
              </a:rPr>
              <a:t>64 </a:t>
            </a:r>
            <a:r>
              <a:rPr lang="zh-CN" altLang="en-US" sz="1500">
                <a:solidFill>
                  <a:schemeClr val="tx1"/>
                </a:solidFill>
                <a:latin typeface="Tahoma" panose="020B0604030504040204" pitchFamily="34" charset="0"/>
                <a:ea typeface="宋体" panose="02010600030101010101" pitchFamily="2" charset="-122"/>
              </a:rPr>
              <a:t>字节 </a:t>
            </a:r>
            <a:r>
              <a:rPr lang="zh-CN" altLang="en-US" sz="1500">
                <a:solidFill>
                  <a:schemeClr val="tx1"/>
                </a:solidFill>
                <a:latin typeface="Tahoma" panose="020B0604030504040204" pitchFamily="34" charset="0"/>
                <a:ea typeface="宋体" panose="02010600030101010101" pitchFamily="2" charset="-122"/>
                <a:sym typeface="Symbol" pitchFamily="2" charset="2"/>
              </a:rPr>
              <a:t></a:t>
            </a:r>
            <a:r>
              <a:rPr lang="zh-CN" altLang="en-US" sz="1500">
                <a:solidFill>
                  <a:schemeClr val="tx1"/>
                </a:solidFill>
                <a:latin typeface="Tahoma" panose="020B0604030504040204" pitchFamily="34" charset="0"/>
                <a:ea typeface="宋体" panose="02010600030101010101" pitchFamily="2" charset="-122"/>
              </a:rPr>
              <a:t> </a:t>
            </a:r>
            <a:r>
              <a:rPr lang="en-US" altLang="zh-CN" sz="1500">
                <a:solidFill>
                  <a:schemeClr val="tx1"/>
                </a:solidFill>
                <a:latin typeface="Tahoma" panose="020B0604030504040204" pitchFamily="34" charset="0"/>
                <a:ea typeface="宋体" panose="02010600030101010101" pitchFamily="2" charset="-122"/>
              </a:rPr>
              <a:t>18 </a:t>
            </a:r>
            <a:r>
              <a:rPr lang="zh-CN" altLang="en-US" sz="1500">
                <a:solidFill>
                  <a:schemeClr val="tx1"/>
                </a:solidFill>
                <a:latin typeface="Tahoma" panose="020B0604030504040204" pitchFamily="34" charset="0"/>
                <a:ea typeface="宋体" panose="02010600030101010101" pitchFamily="2" charset="-122"/>
              </a:rPr>
              <a:t>字节的首部和尾部 </a:t>
            </a:r>
            <a:r>
              <a:rPr lang="en-US" altLang="zh-CN" sz="1500">
                <a:solidFill>
                  <a:schemeClr val="tx1"/>
                </a:solidFill>
                <a:latin typeface="Tahoma" panose="020B0604030504040204" pitchFamily="34" charset="0"/>
                <a:ea typeface="宋体" panose="02010600030101010101" pitchFamily="2" charset="-122"/>
              </a:rPr>
              <a:t>= </a:t>
            </a:r>
            <a:r>
              <a:rPr lang="zh-CN" altLang="en-US" sz="1500">
                <a:solidFill>
                  <a:schemeClr val="tx1"/>
                </a:solidFill>
                <a:latin typeface="Tahoma" panose="020B0604030504040204" pitchFamily="34" charset="0"/>
                <a:ea typeface="宋体" panose="02010600030101010101" pitchFamily="2" charset="-122"/>
              </a:rPr>
              <a:t>数据字段的最小长度 </a:t>
            </a:r>
            <a:r>
              <a:rPr lang="zh-CN" altLang="en-US" sz="1800">
                <a:solidFill>
                  <a:schemeClr val="tx1"/>
                </a:solidFill>
                <a:latin typeface="Tahoma" panose="020B0604030504040204" pitchFamily="34" charset="0"/>
                <a:ea typeface="宋体" panose="02010600030101010101" pitchFamily="2" charset="-122"/>
              </a:rPr>
              <a:t> </a:t>
            </a:r>
          </a:p>
        </p:txBody>
      </p:sp>
      <p:sp>
        <p:nvSpPr>
          <p:cNvPr id="4" name="内容占位符 3">
            <a:extLst>
              <a:ext uri="{FF2B5EF4-FFF2-40B4-BE49-F238E27FC236}">
                <a16:creationId xmlns:a16="http://schemas.microsoft.com/office/drawing/2014/main" id="{98DBCFDD-71CF-9844-B0FA-B359F2E73951}"/>
              </a:ext>
            </a:extLst>
          </p:cNvPr>
          <p:cNvSpPr>
            <a:spLocks noGrp="1"/>
          </p:cNvSpPr>
          <p:nvPr>
            <p:ph idx="1"/>
          </p:nvPr>
        </p:nvSpPr>
        <p:spPr/>
        <p:txBody>
          <a:bodyPr/>
          <a:lstStyle/>
          <a:p>
            <a:endParaRPr kumimoji="1" lang="zh-CN" altLang="en-US"/>
          </a:p>
        </p:txBody>
      </p:sp>
      <p:sp>
        <p:nvSpPr>
          <p:cNvPr id="216080" name="幻灯片编号占位符 1">
            <a:extLst>
              <a:ext uri="{FF2B5EF4-FFF2-40B4-BE49-F238E27FC236}">
                <a16:creationId xmlns:a16="http://schemas.microsoft.com/office/drawing/2014/main" id="{B9E23CAC-E05C-3C4B-81D0-1028E826A5E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FEBEC13-35C5-8B4E-B5F6-6DBD8407CF9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97</a:t>
            </a:fld>
            <a:endParaRPr lang="en-US" altLang="zh-CN" sz="1050" dirty="0">
              <a:solidFill>
                <a:schemeClr val="tx1"/>
              </a:solidFill>
              <a:latin typeface="Tahoma" panose="020B0604030504040204" pitchFamily="34" charset="0"/>
              <a:ea typeface="宋体" panose="02010600030101010101" pitchFamily="2" charset="-122"/>
            </a:endParaRPr>
          </a:p>
        </p:txBody>
      </p:sp>
      <p:sp>
        <p:nvSpPr>
          <p:cNvPr id="3" name="标题 2">
            <a:extLst>
              <a:ext uri="{FF2B5EF4-FFF2-40B4-BE49-F238E27FC236}">
                <a16:creationId xmlns:a16="http://schemas.microsoft.com/office/drawing/2014/main" id="{C7207688-2DF4-5B4B-939B-976C9560CD7E}"/>
              </a:ext>
            </a:extLst>
          </p:cNvPr>
          <p:cNvSpPr>
            <a:spLocks noGrp="1"/>
          </p:cNvSpPr>
          <p:nvPr>
            <p:ph type="title"/>
          </p:nvPr>
        </p:nvSpPr>
        <p:spPr/>
        <p:txBody>
          <a:bodyPr/>
          <a:lstStyle/>
          <a:p>
            <a:r>
              <a:rPr lang="zh-CN" altLang="en-US" dirty="0">
                <a:ea typeface="宋体" panose="02010600030101010101" pitchFamily="2" charset="-122"/>
              </a:rPr>
              <a:t>以太网 </a:t>
            </a:r>
            <a:r>
              <a:rPr lang="en-US" altLang="zh-CN" dirty="0">
                <a:ea typeface="宋体" panose="02010600030101010101" pitchFamily="2" charset="-122"/>
              </a:rPr>
              <a:t>V2 </a:t>
            </a:r>
            <a:r>
              <a:rPr lang="zh-CN" altLang="en-US" dirty="0">
                <a:ea typeface="宋体" panose="02010600030101010101" pitchFamily="2" charset="-122"/>
              </a:rPr>
              <a:t>的 </a:t>
            </a:r>
            <a:r>
              <a:rPr lang="en-US" altLang="zh-CN" dirty="0">
                <a:ea typeface="宋体" panose="02010600030101010101" pitchFamily="2" charset="-122"/>
              </a:rPr>
              <a:t>MAC </a:t>
            </a:r>
            <a:r>
              <a:rPr lang="zh-CN" altLang="en-US" dirty="0">
                <a:ea typeface="宋体" panose="02010600030101010101" pitchFamily="2" charset="-122"/>
              </a:rPr>
              <a:t>帧格式</a:t>
            </a:r>
            <a:endParaRPr kumimoji="1" lang="zh-CN" altLang="en-US" dirty="0"/>
          </a:p>
        </p:txBody>
      </p:sp>
    </p:spTree>
    <p:extLst>
      <p:ext uri="{BB962C8B-B14F-4D97-AF65-F5344CB8AC3E}">
        <p14:creationId xmlns:p14="http://schemas.microsoft.com/office/powerpoint/2010/main" val="3651246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95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9575"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3" name="Line 2">
            <a:extLst>
              <a:ext uri="{FF2B5EF4-FFF2-40B4-BE49-F238E27FC236}">
                <a16:creationId xmlns:a16="http://schemas.microsoft.com/office/drawing/2014/main" id="{3741DB55-84D4-5C4F-94C9-4A5B73763704}"/>
              </a:ext>
            </a:extLst>
          </p:cNvPr>
          <p:cNvSpPr>
            <a:spLocks noChangeShapeType="1"/>
          </p:cNvSpPr>
          <p:nvPr/>
        </p:nvSpPr>
        <p:spPr bwMode="auto">
          <a:xfrm>
            <a:off x="1257300" y="3524250"/>
            <a:ext cx="6686550" cy="0"/>
          </a:xfrm>
          <a:prstGeom prst="line">
            <a:avLst/>
          </a:prstGeom>
          <a:noFill/>
          <a:ln w="38100" cmpd="dbl">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8114" name="Rectangle 3">
            <a:extLst>
              <a:ext uri="{FF2B5EF4-FFF2-40B4-BE49-F238E27FC236}">
                <a16:creationId xmlns:a16="http://schemas.microsoft.com/office/drawing/2014/main" id="{D1807339-8563-3449-BFAA-53A09039A38E}"/>
              </a:ext>
            </a:extLst>
          </p:cNvPr>
          <p:cNvSpPr>
            <a:spLocks noChangeArrowheads="1"/>
          </p:cNvSpPr>
          <p:nvPr/>
        </p:nvSpPr>
        <p:spPr bwMode="auto">
          <a:xfrm>
            <a:off x="2308622" y="3700463"/>
            <a:ext cx="4810125" cy="37147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18115" name="Rectangle 4">
            <a:extLst>
              <a:ext uri="{FF2B5EF4-FFF2-40B4-BE49-F238E27FC236}">
                <a16:creationId xmlns:a16="http://schemas.microsoft.com/office/drawing/2014/main" id="{E1675367-0933-C04B-89D6-1127F4A3CD6F}"/>
              </a:ext>
            </a:extLst>
          </p:cNvPr>
          <p:cNvSpPr>
            <a:spLocks noChangeArrowheads="1"/>
          </p:cNvSpPr>
          <p:nvPr/>
        </p:nvSpPr>
        <p:spPr bwMode="auto">
          <a:xfrm>
            <a:off x="2303860" y="3700462"/>
            <a:ext cx="4814888" cy="366713"/>
          </a:xfrm>
          <a:prstGeom prst="rect">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18116" name="Rectangle 5">
            <a:extLst>
              <a:ext uri="{FF2B5EF4-FFF2-40B4-BE49-F238E27FC236}">
                <a16:creationId xmlns:a16="http://schemas.microsoft.com/office/drawing/2014/main" id="{668215F7-297B-AD4F-8DD5-A2EBBA44C2D6}"/>
              </a:ext>
            </a:extLst>
          </p:cNvPr>
          <p:cNvSpPr>
            <a:spLocks noChangeArrowheads="1"/>
          </p:cNvSpPr>
          <p:nvPr/>
        </p:nvSpPr>
        <p:spPr bwMode="auto">
          <a:xfrm>
            <a:off x="4335066" y="3779044"/>
            <a:ext cx="67887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MAC </a:t>
            </a:r>
            <a:r>
              <a:rPr kumimoji="1" lang="zh-CN" altLang="en-US" sz="1200">
                <a:ea typeface="宋体" panose="02010600030101010101" pitchFamily="2" charset="-122"/>
              </a:rPr>
              <a:t>帧</a:t>
            </a:r>
          </a:p>
        </p:txBody>
      </p:sp>
      <p:sp>
        <p:nvSpPr>
          <p:cNvPr id="218117" name="Rectangle 6">
            <a:extLst>
              <a:ext uri="{FF2B5EF4-FFF2-40B4-BE49-F238E27FC236}">
                <a16:creationId xmlns:a16="http://schemas.microsoft.com/office/drawing/2014/main" id="{9B550AAE-0AFC-914C-A689-36824543F12C}"/>
              </a:ext>
            </a:extLst>
          </p:cNvPr>
          <p:cNvSpPr>
            <a:spLocks noChangeArrowheads="1"/>
          </p:cNvSpPr>
          <p:nvPr/>
        </p:nvSpPr>
        <p:spPr bwMode="auto">
          <a:xfrm>
            <a:off x="7325916" y="3763566"/>
            <a:ext cx="59872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物理层</a:t>
            </a:r>
          </a:p>
        </p:txBody>
      </p:sp>
      <p:sp>
        <p:nvSpPr>
          <p:cNvPr id="218118" name="Rectangle 7">
            <a:extLst>
              <a:ext uri="{FF2B5EF4-FFF2-40B4-BE49-F238E27FC236}">
                <a16:creationId xmlns:a16="http://schemas.microsoft.com/office/drawing/2014/main" id="{31957B12-B5FD-A44C-91AF-DC0CD0FB9C6C}"/>
              </a:ext>
            </a:extLst>
          </p:cNvPr>
          <p:cNvSpPr>
            <a:spLocks noChangeArrowheads="1"/>
          </p:cNvSpPr>
          <p:nvPr/>
        </p:nvSpPr>
        <p:spPr bwMode="auto">
          <a:xfrm>
            <a:off x="7303294" y="3067050"/>
            <a:ext cx="678872" cy="25199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MAC </a:t>
            </a:r>
            <a:r>
              <a:rPr kumimoji="1" lang="zh-CN" altLang="en-US" sz="1200">
                <a:ea typeface="宋体" panose="02010600030101010101" pitchFamily="2" charset="-122"/>
              </a:rPr>
              <a:t>层</a:t>
            </a:r>
          </a:p>
        </p:txBody>
      </p:sp>
      <p:sp>
        <p:nvSpPr>
          <p:cNvPr id="218119" name="Line 8">
            <a:extLst>
              <a:ext uri="{FF2B5EF4-FFF2-40B4-BE49-F238E27FC236}">
                <a16:creationId xmlns:a16="http://schemas.microsoft.com/office/drawing/2014/main" id="{4E3EA672-2BE3-F549-8092-A9273D8D8453}"/>
              </a:ext>
            </a:extLst>
          </p:cNvPr>
          <p:cNvSpPr>
            <a:spLocks noChangeShapeType="1"/>
          </p:cNvSpPr>
          <p:nvPr/>
        </p:nvSpPr>
        <p:spPr bwMode="auto">
          <a:xfrm flipH="1">
            <a:off x="2302669" y="3318272"/>
            <a:ext cx="1191" cy="38576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8120" name="Line 9">
            <a:extLst>
              <a:ext uri="{FF2B5EF4-FFF2-40B4-BE49-F238E27FC236}">
                <a16:creationId xmlns:a16="http://schemas.microsoft.com/office/drawing/2014/main" id="{CC9AE084-42D0-3A48-8ED8-4E51A6D28930}"/>
              </a:ext>
            </a:extLst>
          </p:cNvPr>
          <p:cNvSpPr>
            <a:spLocks noChangeShapeType="1"/>
          </p:cNvSpPr>
          <p:nvPr/>
        </p:nvSpPr>
        <p:spPr bwMode="auto">
          <a:xfrm>
            <a:off x="7110413" y="3371850"/>
            <a:ext cx="8335" cy="32385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8121" name="Rectangle 10">
            <a:extLst>
              <a:ext uri="{FF2B5EF4-FFF2-40B4-BE49-F238E27FC236}">
                <a16:creationId xmlns:a16="http://schemas.microsoft.com/office/drawing/2014/main" id="{906C7059-BE80-BE42-BD40-4DFE9E3D3392}"/>
              </a:ext>
            </a:extLst>
          </p:cNvPr>
          <p:cNvSpPr>
            <a:spLocks noChangeArrowheads="1"/>
          </p:cNvSpPr>
          <p:nvPr/>
        </p:nvSpPr>
        <p:spPr bwMode="auto">
          <a:xfrm>
            <a:off x="7404497" y="2381250"/>
            <a:ext cx="459966"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IP </a:t>
            </a:r>
            <a:r>
              <a:rPr kumimoji="1" lang="zh-CN" altLang="en-US" sz="1200">
                <a:ea typeface="宋体" panose="02010600030101010101" pitchFamily="2" charset="-122"/>
              </a:rPr>
              <a:t>层</a:t>
            </a:r>
          </a:p>
        </p:txBody>
      </p:sp>
      <p:sp>
        <p:nvSpPr>
          <p:cNvPr id="218122" name="Line 11">
            <a:extLst>
              <a:ext uri="{FF2B5EF4-FFF2-40B4-BE49-F238E27FC236}">
                <a16:creationId xmlns:a16="http://schemas.microsoft.com/office/drawing/2014/main" id="{EEADCA50-9711-644F-B5E7-DB59CB981F79}"/>
              </a:ext>
            </a:extLst>
          </p:cNvPr>
          <p:cNvSpPr>
            <a:spLocks noChangeShapeType="1"/>
          </p:cNvSpPr>
          <p:nvPr/>
        </p:nvSpPr>
        <p:spPr bwMode="auto">
          <a:xfrm>
            <a:off x="7290198" y="2781300"/>
            <a:ext cx="615553" cy="8335"/>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18123" name="Group 15">
            <a:extLst>
              <a:ext uri="{FF2B5EF4-FFF2-40B4-BE49-F238E27FC236}">
                <a16:creationId xmlns:a16="http://schemas.microsoft.com/office/drawing/2014/main" id="{D07757BA-9961-994F-A1D7-F7A9D20424B3}"/>
              </a:ext>
            </a:extLst>
          </p:cNvPr>
          <p:cNvGrpSpPr>
            <a:grpSpLocks/>
          </p:cNvGrpSpPr>
          <p:nvPr/>
        </p:nvGrpSpPr>
        <p:grpSpPr bwMode="auto">
          <a:xfrm>
            <a:off x="1927622" y="2750344"/>
            <a:ext cx="5200650" cy="1059656"/>
            <a:chOff x="659" y="2182"/>
            <a:chExt cx="4368" cy="890"/>
          </a:xfrm>
        </p:grpSpPr>
        <p:sp>
          <p:nvSpPr>
            <p:cNvPr id="218132" name="AutoShape 16">
              <a:extLst>
                <a:ext uri="{FF2B5EF4-FFF2-40B4-BE49-F238E27FC236}">
                  <a16:creationId xmlns:a16="http://schemas.microsoft.com/office/drawing/2014/main" id="{EC06DB54-2A2C-9547-801E-4F74EDA65E5D}"/>
                </a:ext>
              </a:extLst>
            </p:cNvPr>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nvGrpSpPr>
            <p:cNvPr id="218133" name="Group 17">
              <a:extLst>
                <a:ext uri="{FF2B5EF4-FFF2-40B4-BE49-F238E27FC236}">
                  <a16:creationId xmlns:a16="http://schemas.microsoft.com/office/drawing/2014/main" id="{C45E7045-B149-6F45-B739-CD7EDF450976}"/>
                </a:ext>
              </a:extLst>
            </p:cNvPr>
            <p:cNvGrpSpPr>
              <a:grpSpLocks/>
            </p:cNvGrpSpPr>
            <p:nvPr/>
          </p:nvGrpSpPr>
          <p:grpSpPr bwMode="auto">
            <a:xfrm>
              <a:off x="659" y="2182"/>
              <a:ext cx="4368" cy="506"/>
              <a:chOff x="659" y="2182"/>
              <a:chExt cx="4368" cy="506"/>
            </a:xfrm>
          </p:grpSpPr>
          <p:sp>
            <p:nvSpPr>
              <p:cNvPr id="450578" name="Rectangle 18">
                <a:extLst>
                  <a:ext uri="{FF2B5EF4-FFF2-40B4-BE49-F238E27FC236}">
                    <a16:creationId xmlns:a16="http://schemas.microsoft.com/office/drawing/2014/main" id="{9FF04B41-3FF7-4541-8FE7-92E9E2D1DF94}"/>
                  </a:ext>
                </a:extLst>
              </p:cNvPr>
              <p:cNvSpPr>
                <a:spLocks noChangeArrowheads="1"/>
              </p:cNvSpPr>
              <p:nvPr/>
            </p:nvSpPr>
            <p:spPr bwMode="auto">
              <a:xfrm>
                <a:off x="974" y="2400"/>
                <a:ext cx="4045" cy="288"/>
              </a:xfrm>
              <a:prstGeom prst="rect">
                <a:avLst/>
              </a:prstGeom>
              <a:solidFill>
                <a:srgbClr val="FFCCFF"/>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18135" name="Line 19">
                <a:extLst>
                  <a:ext uri="{FF2B5EF4-FFF2-40B4-BE49-F238E27FC236}">
                    <a16:creationId xmlns:a16="http://schemas.microsoft.com/office/drawing/2014/main" id="{236B2EEE-A612-8A4D-B887-1A1620066BF8}"/>
                  </a:ext>
                </a:extLst>
              </p:cNvPr>
              <p:cNvSpPr>
                <a:spLocks noChangeShapeType="1"/>
              </p:cNvSpPr>
              <p:nvPr/>
            </p:nvSpPr>
            <p:spPr bwMode="auto">
              <a:xfrm>
                <a:off x="156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8136" name="Line 20">
                <a:extLst>
                  <a:ext uri="{FF2B5EF4-FFF2-40B4-BE49-F238E27FC236}">
                    <a16:creationId xmlns:a16="http://schemas.microsoft.com/office/drawing/2014/main" id="{B1BE3BB3-71E6-C54E-9D45-B1AA79A2C45F}"/>
                  </a:ext>
                </a:extLst>
              </p:cNvPr>
              <p:cNvSpPr>
                <a:spLocks noChangeShapeType="1"/>
              </p:cNvSpPr>
              <p:nvPr/>
            </p:nvSpPr>
            <p:spPr bwMode="auto">
              <a:xfrm>
                <a:off x="2139"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8137" name="Line 21">
                <a:extLst>
                  <a:ext uri="{FF2B5EF4-FFF2-40B4-BE49-F238E27FC236}">
                    <a16:creationId xmlns:a16="http://schemas.microsoft.com/office/drawing/2014/main" id="{F1BCDFFE-9333-3541-B137-995D85B0387C}"/>
                  </a:ext>
                </a:extLst>
              </p:cNvPr>
              <p:cNvSpPr>
                <a:spLocks noChangeShapeType="1"/>
              </p:cNvSpPr>
              <p:nvPr/>
            </p:nvSpPr>
            <p:spPr bwMode="auto">
              <a:xfrm>
                <a:off x="2715"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8138" name="Line 22">
                <a:extLst>
                  <a:ext uri="{FF2B5EF4-FFF2-40B4-BE49-F238E27FC236}">
                    <a16:creationId xmlns:a16="http://schemas.microsoft.com/office/drawing/2014/main" id="{8D3D51B4-EF72-9448-A2FA-D2AE73E287FB}"/>
                  </a:ext>
                </a:extLst>
              </p:cNvPr>
              <p:cNvSpPr>
                <a:spLocks noChangeShapeType="1"/>
              </p:cNvSpPr>
              <p:nvPr/>
            </p:nvSpPr>
            <p:spPr bwMode="auto">
              <a:xfrm>
                <a:off x="468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8139" name="Rectangle 23">
                <a:extLst>
                  <a:ext uri="{FF2B5EF4-FFF2-40B4-BE49-F238E27FC236}">
                    <a16:creationId xmlns:a16="http://schemas.microsoft.com/office/drawing/2014/main" id="{FEABBA98-209B-9245-A76A-97D2E5F44006}"/>
                  </a:ext>
                </a:extLst>
              </p:cNvPr>
              <p:cNvSpPr>
                <a:spLocks noChangeArrowheads="1"/>
              </p:cNvSpPr>
              <p:nvPr/>
            </p:nvSpPr>
            <p:spPr bwMode="auto">
              <a:xfrm>
                <a:off x="963" y="2445"/>
                <a:ext cx="6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目的地址</a:t>
                </a:r>
              </a:p>
            </p:txBody>
          </p:sp>
          <p:sp>
            <p:nvSpPr>
              <p:cNvPr id="218140" name="Rectangle 24">
                <a:extLst>
                  <a:ext uri="{FF2B5EF4-FFF2-40B4-BE49-F238E27FC236}">
                    <a16:creationId xmlns:a16="http://schemas.microsoft.com/office/drawing/2014/main" id="{98878A91-1BCB-954F-B993-A3EC4FFAD2D1}"/>
                  </a:ext>
                </a:extLst>
              </p:cNvPr>
              <p:cNvSpPr>
                <a:spLocks noChangeArrowheads="1"/>
              </p:cNvSpPr>
              <p:nvPr/>
            </p:nvSpPr>
            <p:spPr bwMode="auto">
              <a:xfrm>
                <a:off x="1609" y="2445"/>
                <a:ext cx="50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源地址</a:t>
                </a:r>
              </a:p>
            </p:txBody>
          </p:sp>
          <p:sp>
            <p:nvSpPr>
              <p:cNvPr id="218141" name="Rectangle 25">
                <a:extLst>
                  <a:ext uri="{FF2B5EF4-FFF2-40B4-BE49-F238E27FC236}">
                    <a16:creationId xmlns:a16="http://schemas.microsoft.com/office/drawing/2014/main" id="{94E4D2D1-2A92-B042-9CAA-36E23D121F09}"/>
                  </a:ext>
                </a:extLst>
              </p:cNvPr>
              <p:cNvSpPr>
                <a:spLocks noChangeArrowheads="1"/>
              </p:cNvSpPr>
              <p:nvPr/>
            </p:nvSpPr>
            <p:spPr bwMode="auto">
              <a:xfrm>
                <a:off x="2241" y="2445"/>
                <a:ext cx="37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类型</a:t>
                </a:r>
              </a:p>
            </p:txBody>
          </p:sp>
          <p:sp>
            <p:nvSpPr>
              <p:cNvPr id="218142" name="Rectangle 26">
                <a:extLst>
                  <a:ext uri="{FF2B5EF4-FFF2-40B4-BE49-F238E27FC236}">
                    <a16:creationId xmlns:a16="http://schemas.microsoft.com/office/drawing/2014/main" id="{11938008-54F8-164C-ADD6-E325A382FC5D}"/>
                  </a:ext>
                </a:extLst>
              </p:cNvPr>
              <p:cNvSpPr>
                <a:spLocks noChangeArrowheads="1"/>
              </p:cNvSpPr>
              <p:nvPr/>
            </p:nvSpPr>
            <p:spPr bwMode="auto">
              <a:xfrm>
                <a:off x="3406" y="2445"/>
                <a:ext cx="6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数        据</a:t>
                </a:r>
              </a:p>
            </p:txBody>
          </p:sp>
          <p:sp>
            <p:nvSpPr>
              <p:cNvPr id="218143" name="Rectangle 27">
                <a:extLst>
                  <a:ext uri="{FF2B5EF4-FFF2-40B4-BE49-F238E27FC236}">
                    <a16:creationId xmlns:a16="http://schemas.microsoft.com/office/drawing/2014/main" id="{BE16C058-DD69-724D-9F15-627467CDC2F9}"/>
                  </a:ext>
                </a:extLst>
              </p:cNvPr>
              <p:cNvSpPr>
                <a:spLocks noChangeArrowheads="1"/>
              </p:cNvSpPr>
              <p:nvPr/>
            </p:nvSpPr>
            <p:spPr bwMode="auto">
              <a:xfrm>
                <a:off x="4683" y="2445"/>
                <a:ext cx="34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FCS</a:t>
                </a:r>
              </a:p>
            </p:txBody>
          </p:sp>
          <p:sp>
            <p:nvSpPr>
              <p:cNvPr id="218144" name="Rectangle 28">
                <a:extLst>
                  <a:ext uri="{FF2B5EF4-FFF2-40B4-BE49-F238E27FC236}">
                    <a16:creationId xmlns:a16="http://schemas.microsoft.com/office/drawing/2014/main" id="{A1E0FAD0-A56D-BE48-9299-3AA15E677313}"/>
                  </a:ext>
                </a:extLst>
              </p:cNvPr>
              <p:cNvSpPr>
                <a:spLocks noChangeArrowheads="1"/>
              </p:cNvSpPr>
              <p:nvPr/>
            </p:nvSpPr>
            <p:spPr bwMode="auto">
              <a:xfrm>
                <a:off x="1193"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6</a:t>
                </a:r>
              </a:p>
            </p:txBody>
          </p:sp>
          <p:sp>
            <p:nvSpPr>
              <p:cNvPr id="218145" name="Rectangle 29">
                <a:extLst>
                  <a:ext uri="{FF2B5EF4-FFF2-40B4-BE49-F238E27FC236}">
                    <a16:creationId xmlns:a16="http://schemas.microsoft.com/office/drawing/2014/main" id="{DE747F7A-D9C5-B647-AB18-E5E4FC00A3C8}"/>
                  </a:ext>
                </a:extLst>
              </p:cNvPr>
              <p:cNvSpPr>
                <a:spLocks noChangeArrowheads="1"/>
              </p:cNvSpPr>
              <p:nvPr/>
            </p:nvSpPr>
            <p:spPr bwMode="auto">
              <a:xfrm>
                <a:off x="1810"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6</a:t>
                </a:r>
              </a:p>
            </p:txBody>
          </p:sp>
          <p:sp>
            <p:nvSpPr>
              <p:cNvPr id="218146" name="Rectangle 30">
                <a:extLst>
                  <a:ext uri="{FF2B5EF4-FFF2-40B4-BE49-F238E27FC236}">
                    <a16:creationId xmlns:a16="http://schemas.microsoft.com/office/drawing/2014/main" id="{F53563D6-5084-2046-9792-9B01AEC41704}"/>
                  </a:ext>
                </a:extLst>
              </p:cNvPr>
              <p:cNvSpPr>
                <a:spLocks noChangeArrowheads="1"/>
              </p:cNvSpPr>
              <p:nvPr/>
            </p:nvSpPr>
            <p:spPr bwMode="auto">
              <a:xfrm>
                <a:off x="2379"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2</a:t>
                </a:r>
              </a:p>
            </p:txBody>
          </p:sp>
          <p:sp>
            <p:nvSpPr>
              <p:cNvPr id="218147" name="Rectangle 31">
                <a:extLst>
                  <a:ext uri="{FF2B5EF4-FFF2-40B4-BE49-F238E27FC236}">
                    <a16:creationId xmlns:a16="http://schemas.microsoft.com/office/drawing/2014/main" id="{4ADFFAAA-16FE-9641-A72D-CE9303C93882}"/>
                  </a:ext>
                </a:extLst>
              </p:cNvPr>
              <p:cNvSpPr>
                <a:spLocks noChangeArrowheads="1"/>
              </p:cNvSpPr>
              <p:nvPr/>
            </p:nvSpPr>
            <p:spPr bwMode="auto">
              <a:xfrm>
                <a:off x="4786"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a:t>
                </a:r>
              </a:p>
            </p:txBody>
          </p:sp>
          <p:sp>
            <p:nvSpPr>
              <p:cNvPr id="218148" name="Rectangle 32">
                <a:extLst>
                  <a:ext uri="{FF2B5EF4-FFF2-40B4-BE49-F238E27FC236}">
                    <a16:creationId xmlns:a16="http://schemas.microsoft.com/office/drawing/2014/main" id="{B9455699-4308-9B47-BCC0-E547572EC750}"/>
                  </a:ext>
                </a:extLst>
              </p:cNvPr>
              <p:cNvSpPr>
                <a:spLocks noChangeArrowheads="1"/>
              </p:cNvSpPr>
              <p:nvPr/>
            </p:nvSpPr>
            <p:spPr bwMode="auto">
              <a:xfrm>
                <a:off x="659" y="2182"/>
                <a:ext cx="37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字节</a:t>
                </a:r>
              </a:p>
            </p:txBody>
          </p:sp>
          <p:sp>
            <p:nvSpPr>
              <p:cNvPr id="218149" name="Text Box 33">
                <a:extLst>
                  <a:ext uri="{FF2B5EF4-FFF2-40B4-BE49-F238E27FC236}">
                    <a16:creationId xmlns:a16="http://schemas.microsoft.com/office/drawing/2014/main" id="{61B9DAED-E3A4-4445-9EFA-DE362A0000D7}"/>
                  </a:ext>
                </a:extLst>
              </p:cNvPr>
              <p:cNvSpPr txBox="1">
                <a:spLocks noChangeArrowheads="1"/>
              </p:cNvSpPr>
              <p:nvPr/>
            </p:nvSpPr>
            <p:spPr bwMode="auto">
              <a:xfrm>
                <a:off x="3777" y="2185"/>
                <a:ext cx="67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46 ~ 1500</a:t>
                </a:r>
              </a:p>
            </p:txBody>
          </p:sp>
        </p:grpSp>
      </p:grpSp>
      <p:grpSp>
        <p:nvGrpSpPr>
          <p:cNvPr id="218124" name="Group 34">
            <a:extLst>
              <a:ext uri="{FF2B5EF4-FFF2-40B4-BE49-F238E27FC236}">
                <a16:creationId xmlns:a16="http://schemas.microsoft.com/office/drawing/2014/main" id="{9570FEB4-BC01-7C4D-9EDC-6B1460DFDFCE}"/>
              </a:ext>
            </a:extLst>
          </p:cNvPr>
          <p:cNvGrpSpPr>
            <a:grpSpLocks/>
          </p:cNvGrpSpPr>
          <p:nvPr/>
        </p:nvGrpSpPr>
        <p:grpSpPr bwMode="auto">
          <a:xfrm>
            <a:off x="4375547" y="2381250"/>
            <a:ext cx="2343150" cy="742950"/>
            <a:chOff x="2715" y="1872"/>
            <a:chExt cx="1968" cy="624"/>
          </a:xfrm>
        </p:grpSpPr>
        <p:sp>
          <p:nvSpPr>
            <p:cNvPr id="218130" name="AutoShape 35">
              <a:extLst>
                <a:ext uri="{FF2B5EF4-FFF2-40B4-BE49-F238E27FC236}">
                  <a16:creationId xmlns:a16="http://schemas.microsoft.com/office/drawing/2014/main" id="{3D1B5D1F-0FB0-5645-99C7-12B052B7EC38}"/>
                </a:ext>
              </a:extLst>
            </p:cNvPr>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50596" name="Rectangle 36">
              <a:extLst>
                <a:ext uri="{FF2B5EF4-FFF2-40B4-BE49-F238E27FC236}">
                  <a16:creationId xmlns:a16="http://schemas.microsoft.com/office/drawing/2014/main" id="{E0AA90ED-156F-7446-B5A1-B31D59C90116}"/>
                </a:ext>
              </a:extLst>
            </p:cNvPr>
            <p:cNvSpPr>
              <a:spLocks noChangeArrowheads="1"/>
            </p:cNvSpPr>
            <p:nvPr/>
          </p:nvSpPr>
          <p:spPr bwMode="auto">
            <a:xfrm>
              <a:off x="2715" y="1872"/>
              <a:ext cx="1968" cy="240"/>
            </a:xfrm>
            <a:prstGeom prst="rect">
              <a:avLst/>
            </a:prstGeom>
            <a:solidFill>
              <a:srgbClr val="CCECFF"/>
            </a:solidFill>
            <a:ln w="19050">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200">
                  <a:solidFill>
                    <a:srgbClr val="333399"/>
                  </a:solidFill>
                  <a:latin typeface="Times New Roman" charset="0"/>
                </a:rPr>
                <a:t>IP </a:t>
              </a:r>
              <a:r>
                <a:rPr kumimoji="1" lang="zh-CN" altLang="en-US" sz="1200">
                  <a:solidFill>
                    <a:srgbClr val="333399"/>
                  </a:solidFill>
                  <a:latin typeface="Times New Roman" charset="0"/>
                </a:rPr>
                <a:t>数据报</a:t>
              </a:r>
            </a:p>
          </p:txBody>
        </p:sp>
      </p:grpSp>
      <p:sp>
        <p:nvSpPr>
          <p:cNvPr id="218126" name="AutoShape 38">
            <a:extLst>
              <a:ext uri="{FF2B5EF4-FFF2-40B4-BE49-F238E27FC236}">
                <a16:creationId xmlns:a16="http://schemas.microsoft.com/office/drawing/2014/main" id="{5E425EE1-E328-474A-9DA1-7D1F381A8C7E}"/>
              </a:ext>
            </a:extLst>
          </p:cNvPr>
          <p:cNvSpPr>
            <a:spLocks noChangeArrowheads="1"/>
          </p:cNvSpPr>
          <p:nvPr/>
        </p:nvSpPr>
        <p:spPr bwMode="auto">
          <a:xfrm>
            <a:off x="5300663" y="1849041"/>
            <a:ext cx="2051447" cy="378619"/>
          </a:xfrm>
          <a:prstGeom prst="wedgeRoundRectCallout">
            <a:avLst>
              <a:gd name="adj1" fmla="val 30556"/>
              <a:gd name="adj2" fmla="val 257551"/>
              <a:gd name="adj3" fmla="val 16667"/>
            </a:avLst>
          </a:prstGeom>
          <a:solidFill>
            <a:srgbClr val="FFFF99"/>
          </a:solidFill>
          <a:ln w="9525">
            <a:solidFill>
              <a:schemeClr val="tx1"/>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800">
                <a:latin typeface="Arial" panose="020B0604020202020204" pitchFamily="34" charset="0"/>
                <a:ea typeface="宋体" panose="02010600030101010101" pitchFamily="2" charset="-122"/>
              </a:rPr>
              <a:t>FCS </a:t>
            </a:r>
            <a:r>
              <a:rPr lang="zh-CN" altLang="en-US" sz="1800">
                <a:latin typeface="Arial" panose="020B0604020202020204" pitchFamily="34" charset="0"/>
                <a:ea typeface="宋体" panose="02010600030101010101" pitchFamily="2" charset="-122"/>
              </a:rPr>
              <a:t>字段 </a:t>
            </a:r>
            <a:r>
              <a:rPr kumimoji="1" lang="en-US" altLang="zh-CN" sz="1500">
                <a:latin typeface="Arial" panose="020B0604020202020204" pitchFamily="34" charset="0"/>
                <a:ea typeface="宋体" panose="02010600030101010101" pitchFamily="2" charset="-122"/>
              </a:rPr>
              <a:t>4</a:t>
            </a:r>
            <a:r>
              <a:rPr lang="en-US" altLang="zh-CN" sz="1800">
                <a:latin typeface="Arial" panose="020B0604020202020204" pitchFamily="34" charset="0"/>
                <a:ea typeface="宋体" panose="02010600030101010101" pitchFamily="2" charset="-122"/>
              </a:rPr>
              <a:t> </a:t>
            </a:r>
            <a:r>
              <a:rPr lang="zh-CN" altLang="en-US" sz="1800">
                <a:latin typeface="Arial" panose="020B0604020202020204" pitchFamily="34" charset="0"/>
                <a:ea typeface="宋体" panose="02010600030101010101" pitchFamily="2" charset="-122"/>
              </a:rPr>
              <a:t>字节</a:t>
            </a:r>
          </a:p>
        </p:txBody>
      </p:sp>
      <p:sp>
        <p:nvSpPr>
          <p:cNvPr id="450599" name="Text Box 39">
            <a:extLst>
              <a:ext uri="{FF2B5EF4-FFF2-40B4-BE49-F238E27FC236}">
                <a16:creationId xmlns:a16="http://schemas.microsoft.com/office/drawing/2014/main" id="{7CAAFFF8-8930-C14E-8439-32620E90A13A}"/>
              </a:ext>
            </a:extLst>
          </p:cNvPr>
          <p:cNvSpPr txBox="1">
            <a:spLocks noChangeArrowheads="1"/>
          </p:cNvSpPr>
          <p:nvPr/>
        </p:nvSpPr>
        <p:spPr bwMode="auto">
          <a:xfrm>
            <a:off x="2169734" y="1113235"/>
            <a:ext cx="4887877" cy="646331"/>
          </a:xfrm>
          <a:prstGeom prst="rect">
            <a:avLst/>
          </a:prstGeom>
          <a:solidFill>
            <a:srgbClr val="CCECFF"/>
          </a:solidFill>
          <a:ln w="9525">
            <a:solidFill>
              <a:srgbClr val="333399"/>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当传输媒体的误码率为 </a:t>
            </a:r>
            <a:r>
              <a:rPr lang="en-US" altLang="zh-CN" sz="1800">
                <a:latin typeface="Arial" panose="020B0604020202020204" pitchFamily="34" charset="0"/>
                <a:ea typeface="宋体" panose="02010600030101010101" pitchFamily="2" charset="-122"/>
              </a:rPr>
              <a:t>1</a:t>
            </a:r>
            <a:r>
              <a:rPr lang="en-US" altLang="zh-CN" sz="1800">
                <a:latin typeface="Arial" panose="020B0604020202020204" pitchFamily="34" charset="0"/>
                <a:ea typeface="宋体" panose="02010600030101010101" pitchFamily="2" charset="-122"/>
                <a:sym typeface="Symbol" pitchFamily="2" charset="2"/>
              </a:rPr>
              <a:t></a:t>
            </a:r>
            <a:r>
              <a:rPr lang="en-US" altLang="zh-CN" sz="1800">
                <a:latin typeface="Arial" panose="020B0604020202020204" pitchFamily="34" charset="0"/>
                <a:ea typeface="宋体" panose="02010600030101010101" pitchFamily="2" charset="-122"/>
              </a:rPr>
              <a:t>10</a:t>
            </a:r>
            <a:r>
              <a:rPr lang="en-US" altLang="zh-CN" sz="1800" baseline="30000">
                <a:latin typeface="Arial" panose="020B0604020202020204" pitchFamily="34" charset="0"/>
                <a:ea typeface="宋体" panose="02010600030101010101" pitchFamily="2" charset="-122"/>
                <a:sym typeface="Symbol" pitchFamily="2" charset="2"/>
              </a:rPr>
              <a:t></a:t>
            </a:r>
            <a:r>
              <a:rPr lang="en-US" altLang="zh-CN" sz="1800" baseline="30000">
                <a:latin typeface="Arial" panose="020B0604020202020204" pitchFamily="34" charset="0"/>
                <a:ea typeface="宋体" panose="02010600030101010101" pitchFamily="2" charset="-122"/>
              </a:rPr>
              <a:t>8</a:t>
            </a:r>
            <a:r>
              <a:rPr lang="en-US" altLang="zh-CN" sz="1800">
                <a:latin typeface="Arial" panose="020B0604020202020204" pitchFamily="34" charset="0"/>
                <a:ea typeface="宋体" panose="02010600030101010101" pitchFamily="2" charset="-122"/>
              </a:rPr>
              <a:t> </a:t>
            </a:r>
            <a:r>
              <a:rPr lang="zh-CN" altLang="en-US" sz="1800">
                <a:latin typeface="Arial" panose="020B0604020202020204" pitchFamily="34" charset="0"/>
                <a:ea typeface="宋体" panose="02010600030101010101" pitchFamily="2" charset="-122"/>
              </a:rPr>
              <a:t>时，</a:t>
            </a:r>
          </a:p>
          <a:p>
            <a:pPr algn="ctr" eaLnBrk="1" hangingPunct="1">
              <a:spcBef>
                <a:spcPct val="0"/>
              </a:spcBef>
              <a:buClrTx/>
              <a:buSzTx/>
              <a:buFontTx/>
              <a:buNone/>
            </a:pPr>
            <a:r>
              <a:rPr lang="en-US" altLang="zh-CN" sz="1800">
                <a:latin typeface="Arial" panose="020B0604020202020204" pitchFamily="34" charset="0"/>
                <a:ea typeface="宋体" panose="02010600030101010101" pitchFamily="2" charset="-122"/>
              </a:rPr>
              <a:t>MAC </a:t>
            </a:r>
            <a:r>
              <a:rPr lang="zh-CN" altLang="en-US" sz="1800">
                <a:latin typeface="Arial" panose="020B0604020202020204" pitchFamily="34" charset="0"/>
                <a:ea typeface="宋体" panose="02010600030101010101" pitchFamily="2" charset="-122"/>
              </a:rPr>
              <a:t>子层可使未检测到的差错小于 </a:t>
            </a:r>
            <a:r>
              <a:rPr lang="en-US" altLang="zh-CN" sz="1800">
                <a:latin typeface="Arial" panose="020B0604020202020204" pitchFamily="34" charset="0"/>
                <a:ea typeface="宋体" panose="02010600030101010101" pitchFamily="2" charset="-122"/>
              </a:rPr>
              <a:t>1</a:t>
            </a:r>
            <a:r>
              <a:rPr lang="en-US" altLang="zh-CN" sz="1800">
                <a:latin typeface="Arial" panose="020B0604020202020204" pitchFamily="34" charset="0"/>
                <a:ea typeface="宋体" panose="02010600030101010101" pitchFamily="2" charset="-122"/>
                <a:sym typeface="Symbol" pitchFamily="2" charset="2"/>
              </a:rPr>
              <a:t></a:t>
            </a:r>
            <a:r>
              <a:rPr lang="en-US" altLang="zh-CN" sz="1800">
                <a:latin typeface="Arial" panose="020B0604020202020204" pitchFamily="34" charset="0"/>
                <a:ea typeface="宋体" panose="02010600030101010101" pitchFamily="2" charset="-122"/>
              </a:rPr>
              <a:t>10</a:t>
            </a:r>
            <a:r>
              <a:rPr lang="en-US" altLang="zh-CN" sz="1800" baseline="30000">
                <a:latin typeface="Arial" panose="020B0604020202020204" pitchFamily="34" charset="0"/>
                <a:ea typeface="宋体" panose="02010600030101010101" pitchFamily="2" charset="-122"/>
                <a:sym typeface="Symbol" pitchFamily="2" charset="2"/>
              </a:rPr>
              <a:t></a:t>
            </a:r>
            <a:r>
              <a:rPr lang="en-US" altLang="zh-CN" sz="1800" baseline="30000">
                <a:latin typeface="Arial" panose="020B0604020202020204" pitchFamily="34" charset="0"/>
                <a:ea typeface="宋体" panose="02010600030101010101" pitchFamily="2" charset="-122"/>
              </a:rPr>
              <a:t>14</a:t>
            </a:r>
            <a:r>
              <a:rPr lang="zh-CN" altLang="en-US" sz="1800">
                <a:latin typeface="Arial" panose="020B0604020202020204" pitchFamily="34" charset="0"/>
                <a:ea typeface="宋体" panose="02010600030101010101" pitchFamily="2" charset="-122"/>
              </a:rPr>
              <a:t>。 </a:t>
            </a:r>
          </a:p>
        </p:txBody>
      </p:sp>
      <p:sp>
        <p:nvSpPr>
          <p:cNvPr id="450600" name="Text Box 40">
            <a:extLst>
              <a:ext uri="{FF2B5EF4-FFF2-40B4-BE49-F238E27FC236}">
                <a16:creationId xmlns:a16="http://schemas.microsoft.com/office/drawing/2014/main" id="{2087104C-F2D1-514C-8EAD-83E68AB29F1E}"/>
              </a:ext>
            </a:extLst>
          </p:cNvPr>
          <p:cNvSpPr txBox="1">
            <a:spLocks noChangeArrowheads="1"/>
          </p:cNvSpPr>
          <p:nvPr/>
        </p:nvSpPr>
        <p:spPr bwMode="auto">
          <a:xfrm>
            <a:off x="2207136" y="4196953"/>
            <a:ext cx="5032148" cy="923330"/>
          </a:xfrm>
          <a:prstGeom prst="rect">
            <a:avLst/>
          </a:prstGeom>
          <a:solidFill>
            <a:srgbClr val="CCECFF"/>
          </a:solidFill>
          <a:ln w="9525">
            <a:solidFill>
              <a:srgbClr val="333399"/>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当数据字段的长度小于 </a:t>
            </a:r>
            <a:r>
              <a:rPr lang="en-US" altLang="zh-CN" sz="1800">
                <a:latin typeface="Arial" panose="020B0604020202020204" pitchFamily="34" charset="0"/>
                <a:ea typeface="宋体" panose="02010600030101010101" pitchFamily="2" charset="-122"/>
              </a:rPr>
              <a:t>46 </a:t>
            </a:r>
            <a:r>
              <a:rPr lang="zh-CN" altLang="en-US" sz="1800">
                <a:latin typeface="Arial" panose="020B0604020202020204" pitchFamily="34" charset="0"/>
                <a:ea typeface="宋体" panose="02010600030101010101" pitchFamily="2" charset="-122"/>
              </a:rPr>
              <a:t>字节时，</a:t>
            </a:r>
          </a:p>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应在数据字段的后面加入整数字节的填充字段，</a:t>
            </a:r>
          </a:p>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以保证以太网的 </a:t>
            </a:r>
            <a:r>
              <a:rPr lang="en-US" altLang="zh-CN" sz="1800">
                <a:latin typeface="Arial" panose="020B0604020202020204" pitchFamily="34" charset="0"/>
                <a:ea typeface="宋体" panose="02010600030101010101" pitchFamily="2" charset="-122"/>
              </a:rPr>
              <a:t>MAC </a:t>
            </a:r>
            <a:r>
              <a:rPr lang="zh-CN" altLang="en-US" sz="1800">
                <a:latin typeface="Arial" panose="020B0604020202020204" pitchFamily="34" charset="0"/>
                <a:ea typeface="宋体" panose="02010600030101010101" pitchFamily="2" charset="-122"/>
              </a:rPr>
              <a:t>帧长不小于 </a:t>
            </a:r>
            <a:r>
              <a:rPr lang="en-US" altLang="zh-CN" sz="1800">
                <a:latin typeface="Arial" panose="020B0604020202020204" pitchFamily="34" charset="0"/>
                <a:ea typeface="宋体" panose="02010600030101010101" pitchFamily="2" charset="-122"/>
              </a:rPr>
              <a:t>64 </a:t>
            </a:r>
            <a:r>
              <a:rPr lang="zh-CN" altLang="en-US" sz="1800">
                <a:latin typeface="Arial" panose="020B0604020202020204" pitchFamily="34" charset="0"/>
                <a:ea typeface="宋体" panose="02010600030101010101" pitchFamily="2" charset="-122"/>
              </a:rPr>
              <a:t>字节。 </a:t>
            </a:r>
          </a:p>
        </p:txBody>
      </p:sp>
      <p:sp>
        <p:nvSpPr>
          <p:cNvPr id="4" name="内容占位符 3">
            <a:extLst>
              <a:ext uri="{FF2B5EF4-FFF2-40B4-BE49-F238E27FC236}">
                <a16:creationId xmlns:a16="http://schemas.microsoft.com/office/drawing/2014/main" id="{A5DBAE72-6939-4E4C-821B-1868B712F415}"/>
              </a:ext>
            </a:extLst>
          </p:cNvPr>
          <p:cNvSpPr>
            <a:spLocks noGrp="1"/>
          </p:cNvSpPr>
          <p:nvPr>
            <p:ph idx="1"/>
          </p:nvPr>
        </p:nvSpPr>
        <p:spPr/>
        <p:txBody>
          <a:bodyPr/>
          <a:lstStyle/>
          <a:p>
            <a:endParaRPr kumimoji="1" lang="zh-CN" altLang="en-US"/>
          </a:p>
        </p:txBody>
      </p:sp>
      <p:sp>
        <p:nvSpPr>
          <p:cNvPr id="218129" name="幻灯片编号占位符 1">
            <a:extLst>
              <a:ext uri="{FF2B5EF4-FFF2-40B4-BE49-F238E27FC236}">
                <a16:creationId xmlns:a16="http://schemas.microsoft.com/office/drawing/2014/main" id="{44A80A43-81F2-2E4E-A820-3E97721EC94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64C5C22-D03D-3B4A-87C8-EE928472E69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98</a:t>
            </a:fld>
            <a:endParaRPr lang="en-US" altLang="zh-CN" sz="1050">
              <a:solidFill>
                <a:schemeClr val="tx1"/>
              </a:solidFill>
              <a:latin typeface="Tahoma" panose="020B0604030504040204" pitchFamily="34" charset="0"/>
              <a:ea typeface="宋体" panose="02010600030101010101" pitchFamily="2" charset="-122"/>
            </a:endParaRPr>
          </a:p>
        </p:txBody>
      </p:sp>
      <p:sp>
        <p:nvSpPr>
          <p:cNvPr id="3" name="标题 2">
            <a:extLst>
              <a:ext uri="{FF2B5EF4-FFF2-40B4-BE49-F238E27FC236}">
                <a16:creationId xmlns:a16="http://schemas.microsoft.com/office/drawing/2014/main" id="{7FA0ADE5-F859-1445-BBAE-2E02619AF1F0}"/>
              </a:ext>
            </a:extLst>
          </p:cNvPr>
          <p:cNvSpPr>
            <a:spLocks noGrp="1"/>
          </p:cNvSpPr>
          <p:nvPr>
            <p:ph type="title"/>
          </p:nvPr>
        </p:nvSpPr>
        <p:spPr/>
        <p:txBody>
          <a:bodyPr/>
          <a:lstStyle/>
          <a:p>
            <a:r>
              <a:rPr lang="zh-CN" altLang="en-US" dirty="0">
                <a:ea typeface="宋体" panose="02010600030101010101" pitchFamily="2" charset="-122"/>
              </a:rPr>
              <a:t>以太网 </a:t>
            </a:r>
            <a:r>
              <a:rPr lang="en-US" altLang="zh-CN" dirty="0">
                <a:ea typeface="宋体" panose="02010600030101010101" pitchFamily="2" charset="-122"/>
              </a:rPr>
              <a:t>V2 </a:t>
            </a:r>
            <a:r>
              <a:rPr lang="zh-CN" altLang="en-US" dirty="0">
                <a:ea typeface="宋体" panose="02010600030101010101" pitchFamily="2" charset="-122"/>
              </a:rPr>
              <a:t>的 </a:t>
            </a:r>
            <a:r>
              <a:rPr lang="en-US" altLang="zh-CN" dirty="0">
                <a:ea typeface="宋体" panose="02010600030101010101" pitchFamily="2" charset="-122"/>
              </a:rPr>
              <a:t>MAC </a:t>
            </a:r>
            <a:r>
              <a:rPr lang="zh-CN" altLang="en-US" dirty="0">
                <a:ea typeface="宋体" panose="02010600030101010101" pitchFamily="2" charset="-122"/>
              </a:rPr>
              <a:t>帧格式</a:t>
            </a:r>
            <a:endParaRPr kumimoji="1" lang="zh-CN" altLang="en-US" dirty="0"/>
          </a:p>
        </p:txBody>
      </p:sp>
    </p:spTree>
    <p:extLst>
      <p:ext uri="{BB962C8B-B14F-4D97-AF65-F5344CB8AC3E}">
        <p14:creationId xmlns:p14="http://schemas.microsoft.com/office/powerpoint/2010/main" val="33966342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059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06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9" grpId="0" animBg="1"/>
      <p:bldP spid="450600"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1" name="Line 2">
            <a:extLst>
              <a:ext uri="{FF2B5EF4-FFF2-40B4-BE49-F238E27FC236}">
                <a16:creationId xmlns:a16="http://schemas.microsoft.com/office/drawing/2014/main" id="{A5772987-82A6-2B45-9D22-2A082666733B}"/>
              </a:ext>
            </a:extLst>
          </p:cNvPr>
          <p:cNvSpPr>
            <a:spLocks noChangeShapeType="1"/>
          </p:cNvSpPr>
          <p:nvPr/>
        </p:nvSpPr>
        <p:spPr bwMode="auto">
          <a:xfrm>
            <a:off x="1257300" y="3371850"/>
            <a:ext cx="6686550" cy="0"/>
          </a:xfrm>
          <a:prstGeom prst="line">
            <a:avLst/>
          </a:prstGeom>
          <a:noFill/>
          <a:ln w="38100" cmpd="dbl">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0162" name="Rectangle 3">
            <a:extLst>
              <a:ext uri="{FF2B5EF4-FFF2-40B4-BE49-F238E27FC236}">
                <a16:creationId xmlns:a16="http://schemas.microsoft.com/office/drawing/2014/main" id="{9273F74C-44D4-9E4B-8592-955221B27DF0}"/>
              </a:ext>
            </a:extLst>
          </p:cNvPr>
          <p:cNvSpPr>
            <a:spLocks noChangeArrowheads="1"/>
          </p:cNvSpPr>
          <p:nvPr/>
        </p:nvSpPr>
        <p:spPr bwMode="auto">
          <a:xfrm>
            <a:off x="2308622" y="3548063"/>
            <a:ext cx="4810125" cy="37147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20163" name="Rectangle 4">
            <a:extLst>
              <a:ext uri="{FF2B5EF4-FFF2-40B4-BE49-F238E27FC236}">
                <a16:creationId xmlns:a16="http://schemas.microsoft.com/office/drawing/2014/main" id="{A9077591-B919-1B4C-8C7F-7B2B86DB447A}"/>
              </a:ext>
            </a:extLst>
          </p:cNvPr>
          <p:cNvSpPr>
            <a:spLocks noChangeArrowheads="1"/>
          </p:cNvSpPr>
          <p:nvPr/>
        </p:nvSpPr>
        <p:spPr bwMode="auto">
          <a:xfrm>
            <a:off x="2303860" y="3548062"/>
            <a:ext cx="4814888" cy="366713"/>
          </a:xfrm>
          <a:prstGeom prst="rect">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20164" name="Rectangle 5">
            <a:extLst>
              <a:ext uri="{FF2B5EF4-FFF2-40B4-BE49-F238E27FC236}">
                <a16:creationId xmlns:a16="http://schemas.microsoft.com/office/drawing/2014/main" id="{0E6870AB-216C-2C48-98DF-58124F728EAC}"/>
              </a:ext>
            </a:extLst>
          </p:cNvPr>
          <p:cNvSpPr>
            <a:spLocks noChangeArrowheads="1"/>
          </p:cNvSpPr>
          <p:nvPr/>
        </p:nvSpPr>
        <p:spPr bwMode="auto">
          <a:xfrm>
            <a:off x="4335066" y="3626644"/>
            <a:ext cx="67887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MAC </a:t>
            </a:r>
            <a:r>
              <a:rPr kumimoji="1" lang="zh-CN" altLang="en-US" sz="1200">
                <a:ea typeface="宋体" panose="02010600030101010101" pitchFamily="2" charset="-122"/>
              </a:rPr>
              <a:t>帧</a:t>
            </a:r>
          </a:p>
        </p:txBody>
      </p:sp>
      <p:sp>
        <p:nvSpPr>
          <p:cNvPr id="220165" name="Rectangle 6">
            <a:extLst>
              <a:ext uri="{FF2B5EF4-FFF2-40B4-BE49-F238E27FC236}">
                <a16:creationId xmlns:a16="http://schemas.microsoft.com/office/drawing/2014/main" id="{E2BDAF9F-A076-D54C-934C-1CB51D9DBFA6}"/>
              </a:ext>
            </a:extLst>
          </p:cNvPr>
          <p:cNvSpPr>
            <a:spLocks noChangeArrowheads="1"/>
          </p:cNvSpPr>
          <p:nvPr/>
        </p:nvSpPr>
        <p:spPr bwMode="auto">
          <a:xfrm>
            <a:off x="7325916" y="3611166"/>
            <a:ext cx="59872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物理层</a:t>
            </a:r>
          </a:p>
        </p:txBody>
      </p:sp>
      <p:sp>
        <p:nvSpPr>
          <p:cNvPr id="220166" name="Rectangle 7">
            <a:extLst>
              <a:ext uri="{FF2B5EF4-FFF2-40B4-BE49-F238E27FC236}">
                <a16:creationId xmlns:a16="http://schemas.microsoft.com/office/drawing/2014/main" id="{CAE4D7F4-BCD3-EB45-A241-9201FCE53F54}"/>
              </a:ext>
            </a:extLst>
          </p:cNvPr>
          <p:cNvSpPr>
            <a:spLocks noChangeArrowheads="1"/>
          </p:cNvSpPr>
          <p:nvPr/>
        </p:nvSpPr>
        <p:spPr bwMode="auto">
          <a:xfrm>
            <a:off x="7303294" y="2914650"/>
            <a:ext cx="678872" cy="25199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MAC </a:t>
            </a:r>
            <a:r>
              <a:rPr kumimoji="1" lang="zh-CN" altLang="en-US" sz="1200">
                <a:ea typeface="宋体" panose="02010600030101010101" pitchFamily="2" charset="-122"/>
              </a:rPr>
              <a:t>层</a:t>
            </a:r>
          </a:p>
        </p:txBody>
      </p:sp>
      <p:sp>
        <p:nvSpPr>
          <p:cNvPr id="220167" name="Line 8">
            <a:extLst>
              <a:ext uri="{FF2B5EF4-FFF2-40B4-BE49-F238E27FC236}">
                <a16:creationId xmlns:a16="http://schemas.microsoft.com/office/drawing/2014/main" id="{E52A57DF-32D2-D441-B470-1029249F5392}"/>
              </a:ext>
            </a:extLst>
          </p:cNvPr>
          <p:cNvSpPr>
            <a:spLocks noChangeShapeType="1"/>
          </p:cNvSpPr>
          <p:nvPr/>
        </p:nvSpPr>
        <p:spPr bwMode="auto">
          <a:xfrm flipH="1">
            <a:off x="2302669" y="3165872"/>
            <a:ext cx="1191" cy="38576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0168" name="Line 9">
            <a:extLst>
              <a:ext uri="{FF2B5EF4-FFF2-40B4-BE49-F238E27FC236}">
                <a16:creationId xmlns:a16="http://schemas.microsoft.com/office/drawing/2014/main" id="{1840CFC1-3072-B446-8D23-2B8D7596B6DD}"/>
              </a:ext>
            </a:extLst>
          </p:cNvPr>
          <p:cNvSpPr>
            <a:spLocks noChangeShapeType="1"/>
          </p:cNvSpPr>
          <p:nvPr/>
        </p:nvSpPr>
        <p:spPr bwMode="auto">
          <a:xfrm>
            <a:off x="7110413" y="3219450"/>
            <a:ext cx="8335" cy="32385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0169" name="Rectangle 10">
            <a:extLst>
              <a:ext uri="{FF2B5EF4-FFF2-40B4-BE49-F238E27FC236}">
                <a16:creationId xmlns:a16="http://schemas.microsoft.com/office/drawing/2014/main" id="{EECF9950-9177-634E-807E-9F230943E0F3}"/>
              </a:ext>
            </a:extLst>
          </p:cNvPr>
          <p:cNvSpPr>
            <a:spLocks noChangeArrowheads="1"/>
          </p:cNvSpPr>
          <p:nvPr/>
        </p:nvSpPr>
        <p:spPr bwMode="auto">
          <a:xfrm>
            <a:off x="7404497" y="2228850"/>
            <a:ext cx="459966"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IP </a:t>
            </a:r>
            <a:r>
              <a:rPr kumimoji="1" lang="zh-CN" altLang="en-US" sz="1200">
                <a:ea typeface="宋体" panose="02010600030101010101" pitchFamily="2" charset="-122"/>
              </a:rPr>
              <a:t>层</a:t>
            </a:r>
          </a:p>
        </p:txBody>
      </p:sp>
      <p:sp>
        <p:nvSpPr>
          <p:cNvPr id="220170" name="Line 11">
            <a:extLst>
              <a:ext uri="{FF2B5EF4-FFF2-40B4-BE49-F238E27FC236}">
                <a16:creationId xmlns:a16="http://schemas.microsoft.com/office/drawing/2014/main" id="{43E6F851-4D56-3341-8E00-113E3A689F1F}"/>
              </a:ext>
            </a:extLst>
          </p:cNvPr>
          <p:cNvSpPr>
            <a:spLocks noChangeShapeType="1"/>
          </p:cNvSpPr>
          <p:nvPr/>
        </p:nvSpPr>
        <p:spPr bwMode="auto">
          <a:xfrm>
            <a:off x="7290198" y="2628900"/>
            <a:ext cx="615553" cy="8335"/>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20171" name="Group 15">
            <a:extLst>
              <a:ext uri="{FF2B5EF4-FFF2-40B4-BE49-F238E27FC236}">
                <a16:creationId xmlns:a16="http://schemas.microsoft.com/office/drawing/2014/main" id="{05CB925B-4C33-7A43-BF2A-0768E76C2A63}"/>
              </a:ext>
            </a:extLst>
          </p:cNvPr>
          <p:cNvGrpSpPr>
            <a:grpSpLocks/>
          </p:cNvGrpSpPr>
          <p:nvPr/>
        </p:nvGrpSpPr>
        <p:grpSpPr bwMode="auto">
          <a:xfrm>
            <a:off x="1927622" y="2597944"/>
            <a:ext cx="5200650" cy="1059656"/>
            <a:chOff x="659" y="2182"/>
            <a:chExt cx="4368" cy="890"/>
          </a:xfrm>
        </p:grpSpPr>
        <p:sp>
          <p:nvSpPr>
            <p:cNvPr id="220196" name="AutoShape 16">
              <a:extLst>
                <a:ext uri="{FF2B5EF4-FFF2-40B4-BE49-F238E27FC236}">
                  <a16:creationId xmlns:a16="http://schemas.microsoft.com/office/drawing/2014/main" id="{8E5C4B98-BF1F-524F-8658-31E564838F4B}"/>
                </a:ext>
              </a:extLst>
            </p:cNvPr>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nvGrpSpPr>
            <p:cNvPr id="220197" name="Group 17">
              <a:extLst>
                <a:ext uri="{FF2B5EF4-FFF2-40B4-BE49-F238E27FC236}">
                  <a16:creationId xmlns:a16="http://schemas.microsoft.com/office/drawing/2014/main" id="{FB958500-4B71-AF4C-B674-558B1EF28288}"/>
                </a:ext>
              </a:extLst>
            </p:cNvPr>
            <p:cNvGrpSpPr>
              <a:grpSpLocks/>
            </p:cNvGrpSpPr>
            <p:nvPr/>
          </p:nvGrpSpPr>
          <p:grpSpPr bwMode="auto">
            <a:xfrm>
              <a:off x="659" y="2182"/>
              <a:ext cx="4368" cy="506"/>
              <a:chOff x="659" y="2182"/>
              <a:chExt cx="4368" cy="506"/>
            </a:xfrm>
          </p:grpSpPr>
          <p:sp>
            <p:nvSpPr>
              <p:cNvPr id="451602" name="Rectangle 18">
                <a:extLst>
                  <a:ext uri="{FF2B5EF4-FFF2-40B4-BE49-F238E27FC236}">
                    <a16:creationId xmlns:a16="http://schemas.microsoft.com/office/drawing/2014/main" id="{055F0A83-3C3B-7847-8FA7-E749DECA435A}"/>
                  </a:ext>
                </a:extLst>
              </p:cNvPr>
              <p:cNvSpPr>
                <a:spLocks noChangeArrowheads="1"/>
              </p:cNvSpPr>
              <p:nvPr/>
            </p:nvSpPr>
            <p:spPr bwMode="auto">
              <a:xfrm>
                <a:off x="974" y="2400"/>
                <a:ext cx="4045" cy="288"/>
              </a:xfrm>
              <a:prstGeom prst="rect">
                <a:avLst/>
              </a:prstGeom>
              <a:solidFill>
                <a:srgbClr val="FFCCFF"/>
              </a:solidFill>
              <a:ln w="19050">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20199" name="Line 19">
                <a:extLst>
                  <a:ext uri="{FF2B5EF4-FFF2-40B4-BE49-F238E27FC236}">
                    <a16:creationId xmlns:a16="http://schemas.microsoft.com/office/drawing/2014/main" id="{C8D9512A-4C0C-544E-A285-DEB0560F7E2E}"/>
                  </a:ext>
                </a:extLst>
              </p:cNvPr>
              <p:cNvSpPr>
                <a:spLocks noChangeShapeType="1"/>
              </p:cNvSpPr>
              <p:nvPr/>
            </p:nvSpPr>
            <p:spPr bwMode="auto">
              <a:xfrm>
                <a:off x="156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0200" name="Line 20">
                <a:extLst>
                  <a:ext uri="{FF2B5EF4-FFF2-40B4-BE49-F238E27FC236}">
                    <a16:creationId xmlns:a16="http://schemas.microsoft.com/office/drawing/2014/main" id="{4E2B960D-80FB-864E-8AB9-AEA82C1CF3F2}"/>
                  </a:ext>
                </a:extLst>
              </p:cNvPr>
              <p:cNvSpPr>
                <a:spLocks noChangeShapeType="1"/>
              </p:cNvSpPr>
              <p:nvPr/>
            </p:nvSpPr>
            <p:spPr bwMode="auto">
              <a:xfrm>
                <a:off x="2139"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0201" name="Line 21">
                <a:extLst>
                  <a:ext uri="{FF2B5EF4-FFF2-40B4-BE49-F238E27FC236}">
                    <a16:creationId xmlns:a16="http://schemas.microsoft.com/office/drawing/2014/main" id="{21D91FA5-21C4-2941-B1BB-4C439B2E303D}"/>
                  </a:ext>
                </a:extLst>
              </p:cNvPr>
              <p:cNvSpPr>
                <a:spLocks noChangeShapeType="1"/>
              </p:cNvSpPr>
              <p:nvPr/>
            </p:nvSpPr>
            <p:spPr bwMode="auto">
              <a:xfrm>
                <a:off x="2715"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0202" name="Line 22">
                <a:extLst>
                  <a:ext uri="{FF2B5EF4-FFF2-40B4-BE49-F238E27FC236}">
                    <a16:creationId xmlns:a16="http://schemas.microsoft.com/office/drawing/2014/main" id="{A5198886-DD07-514D-8D01-CE2666E1550A}"/>
                  </a:ext>
                </a:extLst>
              </p:cNvPr>
              <p:cNvSpPr>
                <a:spLocks noChangeShapeType="1"/>
              </p:cNvSpPr>
              <p:nvPr/>
            </p:nvSpPr>
            <p:spPr bwMode="auto">
              <a:xfrm>
                <a:off x="468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0203" name="Rectangle 23">
                <a:extLst>
                  <a:ext uri="{FF2B5EF4-FFF2-40B4-BE49-F238E27FC236}">
                    <a16:creationId xmlns:a16="http://schemas.microsoft.com/office/drawing/2014/main" id="{971972F8-6D59-0845-9038-450AFA76EE32}"/>
                  </a:ext>
                </a:extLst>
              </p:cNvPr>
              <p:cNvSpPr>
                <a:spLocks noChangeArrowheads="1"/>
              </p:cNvSpPr>
              <p:nvPr/>
            </p:nvSpPr>
            <p:spPr bwMode="auto">
              <a:xfrm>
                <a:off x="963" y="2445"/>
                <a:ext cx="6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目的地址</a:t>
                </a:r>
              </a:p>
            </p:txBody>
          </p:sp>
          <p:sp>
            <p:nvSpPr>
              <p:cNvPr id="220204" name="Rectangle 24">
                <a:extLst>
                  <a:ext uri="{FF2B5EF4-FFF2-40B4-BE49-F238E27FC236}">
                    <a16:creationId xmlns:a16="http://schemas.microsoft.com/office/drawing/2014/main" id="{0FEE4C77-E4FA-EE4C-98B4-999068A3EBBA}"/>
                  </a:ext>
                </a:extLst>
              </p:cNvPr>
              <p:cNvSpPr>
                <a:spLocks noChangeArrowheads="1"/>
              </p:cNvSpPr>
              <p:nvPr/>
            </p:nvSpPr>
            <p:spPr bwMode="auto">
              <a:xfrm>
                <a:off x="1609" y="2445"/>
                <a:ext cx="50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源地址</a:t>
                </a:r>
              </a:p>
            </p:txBody>
          </p:sp>
          <p:sp>
            <p:nvSpPr>
              <p:cNvPr id="220205" name="Rectangle 25">
                <a:extLst>
                  <a:ext uri="{FF2B5EF4-FFF2-40B4-BE49-F238E27FC236}">
                    <a16:creationId xmlns:a16="http://schemas.microsoft.com/office/drawing/2014/main" id="{60D81989-1301-E847-9592-CCF87E52E1C9}"/>
                  </a:ext>
                </a:extLst>
              </p:cNvPr>
              <p:cNvSpPr>
                <a:spLocks noChangeArrowheads="1"/>
              </p:cNvSpPr>
              <p:nvPr/>
            </p:nvSpPr>
            <p:spPr bwMode="auto">
              <a:xfrm>
                <a:off x="2241" y="2445"/>
                <a:ext cx="37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类型</a:t>
                </a:r>
              </a:p>
            </p:txBody>
          </p:sp>
          <p:sp>
            <p:nvSpPr>
              <p:cNvPr id="220206" name="Rectangle 26">
                <a:extLst>
                  <a:ext uri="{FF2B5EF4-FFF2-40B4-BE49-F238E27FC236}">
                    <a16:creationId xmlns:a16="http://schemas.microsoft.com/office/drawing/2014/main" id="{E4B40D5C-7D51-3442-82AB-23311517AB45}"/>
                  </a:ext>
                </a:extLst>
              </p:cNvPr>
              <p:cNvSpPr>
                <a:spLocks noChangeArrowheads="1"/>
              </p:cNvSpPr>
              <p:nvPr/>
            </p:nvSpPr>
            <p:spPr bwMode="auto">
              <a:xfrm>
                <a:off x="3406" y="2445"/>
                <a:ext cx="6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数        据</a:t>
                </a:r>
              </a:p>
            </p:txBody>
          </p:sp>
          <p:sp>
            <p:nvSpPr>
              <p:cNvPr id="220207" name="Rectangle 27">
                <a:extLst>
                  <a:ext uri="{FF2B5EF4-FFF2-40B4-BE49-F238E27FC236}">
                    <a16:creationId xmlns:a16="http://schemas.microsoft.com/office/drawing/2014/main" id="{CC96C3BD-C3FB-E446-AA11-5AFD1A39D447}"/>
                  </a:ext>
                </a:extLst>
              </p:cNvPr>
              <p:cNvSpPr>
                <a:spLocks noChangeArrowheads="1"/>
              </p:cNvSpPr>
              <p:nvPr/>
            </p:nvSpPr>
            <p:spPr bwMode="auto">
              <a:xfrm>
                <a:off x="4683" y="2445"/>
                <a:ext cx="34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FCS</a:t>
                </a:r>
              </a:p>
            </p:txBody>
          </p:sp>
          <p:sp>
            <p:nvSpPr>
              <p:cNvPr id="220208" name="Rectangle 28">
                <a:extLst>
                  <a:ext uri="{FF2B5EF4-FFF2-40B4-BE49-F238E27FC236}">
                    <a16:creationId xmlns:a16="http://schemas.microsoft.com/office/drawing/2014/main" id="{367CF1EF-4836-7345-8333-BF3503005AFA}"/>
                  </a:ext>
                </a:extLst>
              </p:cNvPr>
              <p:cNvSpPr>
                <a:spLocks noChangeArrowheads="1"/>
              </p:cNvSpPr>
              <p:nvPr/>
            </p:nvSpPr>
            <p:spPr bwMode="auto">
              <a:xfrm>
                <a:off x="1193"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6</a:t>
                </a:r>
              </a:p>
            </p:txBody>
          </p:sp>
          <p:sp>
            <p:nvSpPr>
              <p:cNvPr id="220209" name="Rectangle 29">
                <a:extLst>
                  <a:ext uri="{FF2B5EF4-FFF2-40B4-BE49-F238E27FC236}">
                    <a16:creationId xmlns:a16="http://schemas.microsoft.com/office/drawing/2014/main" id="{99EF6337-6BD8-2648-98B1-4C167C2ED30A}"/>
                  </a:ext>
                </a:extLst>
              </p:cNvPr>
              <p:cNvSpPr>
                <a:spLocks noChangeArrowheads="1"/>
              </p:cNvSpPr>
              <p:nvPr/>
            </p:nvSpPr>
            <p:spPr bwMode="auto">
              <a:xfrm>
                <a:off x="1810"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6</a:t>
                </a:r>
              </a:p>
            </p:txBody>
          </p:sp>
          <p:sp>
            <p:nvSpPr>
              <p:cNvPr id="220210" name="Rectangle 30">
                <a:extLst>
                  <a:ext uri="{FF2B5EF4-FFF2-40B4-BE49-F238E27FC236}">
                    <a16:creationId xmlns:a16="http://schemas.microsoft.com/office/drawing/2014/main" id="{1299EF16-1C00-B741-ABBB-CB04184D288A}"/>
                  </a:ext>
                </a:extLst>
              </p:cNvPr>
              <p:cNvSpPr>
                <a:spLocks noChangeArrowheads="1"/>
              </p:cNvSpPr>
              <p:nvPr/>
            </p:nvSpPr>
            <p:spPr bwMode="auto">
              <a:xfrm>
                <a:off x="2379"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2</a:t>
                </a:r>
              </a:p>
            </p:txBody>
          </p:sp>
          <p:sp>
            <p:nvSpPr>
              <p:cNvPr id="220211" name="Rectangle 31">
                <a:extLst>
                  <a:ext uri="{FF2B5EF4-FFF2-40B4-BE49-F238E27FC236}">
                    <a16:creationId xmlns:a16="http://schemas.microsoft.com/office/drawing/2014/main" id="{D39439B4-4024-574D-BB9F-89F0BF17D198}"/>
                  </a:ext>
                </a:extLst>
              </p:cNvPr>
              <p:cNvSpPr>
                <a:spLocks noChangeArrowheads="1"/>
              </p:cNvSpPr>
              <p:nvPr/>
            </p:nvSpPr>
            <p:spPr bwMode="auto">
              <a:xfrm>
                <a:off x="4786"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a:t>
                </a:r>
              </a:p>
            </p:txBody>
          </p:sp>
          <p:sp>
            <p:nvSpPr>
              <p:cNvPr id="220212" name="Rectangle 32">
                <a:extLst>
                  <a:ext uri="{FF2B5EF4-FFF2-40B4-BE49-F238E27FC236}">
                    <a16:creationId xmlns:a16="http://schemas.microsoft.com/office/drawing/2014/main" id="{9505BAD5-A62E-F947-833D-BF6526EB7470}"/>
                  </a:ext>
                </a:extLst>
              </p:cNvPr>
              <p:cNvSpPr>
                <a:spLocks noChangeArrowheads="1"/>
              </p:cNvSpPr>
              <p:nvPr/>
            </p:nvSpPr>
            <p:spPr bwMode="auto">
              <a:xfrm>
                <a:off x="659" y="2182"/>
                <a:ext cx="37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字节</a:t>
                </a:r>
              </a:p>
            </p:txBody>
          </p:sp>
          <p:sp>
            <p:nvSpPr>
              <p:cNvPr id="220213" name="Text Box 33">
                <a:extLst>
                  <a:ext uri="{FF2B5EF4-FFF2-40B4-BE49-F238E27FC236}">
                    <a16:creationId xmlns:a16="http://schemas.microsoft.com/office/drawing/2014/main" id="{C2C4281E-6253-1D4B-8B93-1506E30DBDC8}"/>
                  </a:ext>
                </a:extLst>
              </p:cNvPr>
              <p:cNvSpPr txBox="1">
                <a:spLocks noChangeArrowheads="1"/>
              </p:cNvSpPr>
              <p:nvPr/>
            </p:nvSpPr>
            <p:spPr bwMode="auto">
              <a:xfrm>
                <a:off x="3777" y="2185"/>
                <a:ext cx="67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46 ~ 1500</a:t>
                </a:r>
              </a:p>
            </p:txBody>
          </p:sp>
        </p:grpSp>
      </p:grpSp>
      <p:grpSp>
        <p:nvGrpSpPr>
          <p:cNvPr id="220172" name="Group 34">
            <a:extLst>
              <a:ext uri="{FF2B5EF4-FFF2-40B4-BE49-F238E27FC236}">
                <a16:creationId xmlns:a16="http://schemas.microsoft.com/office/drawing/2014/main" id="{F4F0A71D-F272-9345-9C7F-0C501EA560E8}"/>
              </a:ext>
            </a:extLst>
          </p:cNvPr>
          <p:cNvGrpSpPr>
            <a:grpSpLocks/>
          </p:cNvGrpSpPr>
          <p:nvPr/>
        </p:nvGrpSpPr>
        <p:grpSpPr bwMode="auto">
          <a:xfrm>
            <a:off x="4375547" y="2228850"/>
            <a:ext cx="2343150" cy="742950"/>
            <a:chOff x="2715" y="1872"/>
            <a:chExt cx="1968" cy="624"/>
          </a:xfrm>
        </p:grpSpPr>
        <p:sp>
          <p:nvSpPr>
            <p:cNvPr id="220194" name="AutoShape 35">
              <a:extLst>
                <a:ext uri="{FF2B5EF4-FFF2-40B4-BE49-F238E27FC236}">
                  <a16:creationId xmlns:a16="http://schemas.microsoft.com/office/drawing/2014/main" id="{E7C280E1-DDDB-B54D-B7B8-A2EAB7E86F7F}"/>
                </a:ext>
              </a:extLst>
            </p:cNvPr>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51620" name="Rectangle 36">
              <a:extLst>
                <a:ext uri="{FF2B5EF4-FFF2-40B4-BE49-F238E27FC236}">
                  <a16:creationId xmlns:a16="http://schemas.microsoft.com/office/drawing/2014/main" id="{4EBBF796-FDCC-9943-B267-A168A41297E1}"/>
                </a:ext>
              </a:extLst>
            </p:cNvPr>
            <p:cNvSpPr>
              <a:spLocks noChangeArrowheads="1"/>
            </p:cNvSpPr>
            <p:nvPr/>
          </p:nvSpPr>
          <p:spPr bwMode="auto">
            <a:xfrm>
              <a:off x="2715" y="1872"/>
              <a:ext cx="1968" cy="240"/>
            </a:xfrm>
            <a:prstGeom prst="rect">
              <a:avLst/>
            </a:prstGeom>
            <a:solidFill>
              <a:srgbClr val="CCECFF"/>
            </a:solidFill>
            <a:ln w="19050">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200">
                  <a:solidFill>
                    <a:srgbClr val="333399"/>
                  </a:solidFill>
                  <a:latin typeface="Times New Roman" charset="0"/>
                </a:rPr>
                <a:t>IP </a:t>
              </a:r>
              <a:r>
                <a:rPr kumimoji="1" lang="zh-CN" altLang="en-US" sz="1200">
                  <a:solidFill>
                    <a:srgbClr val="333399"/>
                  </a:solidFill>
                  <a:latin typeface="Times New Roman" charset="0"/>
                </a:rPr>
                <a:t>数据报</a:t>
              </a:r>
            </a:p>
          </p:txBody>
        </p:sp>
      </p:grpSp>
      <p:grpSp>
        <p:nvGrpSpPr>
          <p:cNvPr id="451622" name="Group 38">
            <a:extLst>
              <a:ext uri="{FF2B5EF4-FFF2-40B4-BE49-F238E27FC236}">
                <a16:creationId xmlns:a16="http://schemas.microsoft.com/office/drawing/2014/main" id="{62A91C73-5E19-C849-BA9F-9B7549FF0E5C}"/>
              </a:ext>
            </a:extLst>
          </p:cNvPr>
          <p:cNvGrpSpPr>
            <a:grpSpLocks/>
          </p:cNvGrpSpPr>
          <p:nvPr/>
        </p:nvGrpSpPr>
        <p:grpSpPr bwMode="auto">
          <a:xfrm>
            <a:off x="1275160" y="3219452"/>
            <a:ext cx="3093243" cy="1756174"/>
            <a:chOff x="111" y="2704"/>
            <a:chExt cx="2598" cy="1475"/>
          </a:xfrm>
        </p:grpSpPr>
        <p:sp>
          <p:nvSpPr>
            <p:cNvPr id="220178" name="Rectangle 39">
              <a:extLst>
                <a:ext uri="{FF2B5EF4-FFF2-40B4-BE49-F238E27FC236}">
                  <a16:creationId xmlns:a16="http://schemas.microsoft.com/office/drawing/2014/main" id="{FB1C3E20-BABA-B040-909B-04DCC8FDFBDD}"/>
                </a:ext>
              </a:extLst>
            </p:cNvPr>
            <p:cNvSpPr>
              <a:spLocks noChangeArrowheads="1"/>
            </p:cNvSpPr>
            <p:nvPr/>
          </p:nvSpPr>
          <p:spPr bwMode="auto">
            <a:xfrm>
              <a:off x="123" y="3606"/>
              <a:ext cx="2526" cy="262"/>
            </a:xfrm>
            <a:prstGeom prst="rect">
              <a:avLst/>
            </a:prstGeom>
            <a:solidFill>
              <a:srgbClr val="FFFF99"/>
            </a:solidFill>
            <a:ln w="1905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20179" name="Rectangle 40">
              <a:extLst>
                <a:ext uri="{FF2B5EF4-FFF2-40B4-BE49-F238E27FC236}">
                  <a16:creationId xmlns:a16="http://schemas.microsoft.com/office/drawing/2014/main" id="{DCECE861-F332-3B45-AE9F-0615C52F1257}"/>
                </a:ext>
              </a:extLst>
            </p:cNvPr>
            <p:cNvSpPr>
              <a:spLocks noChangeArrowheads="1"/>
            </p:cNvSpPr>
            <p:nvPr/>
          </p:nvSpPr>
          <p:spPr bwMode="auto">
            <a:xfrm>
              <a:off x="111" y="3633"/>
              <a:ext cx="259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10101010101010         10101010101010101011</a:t>
              </a:r>
            </a:p>
          </p:txBody>
        </p:sp>
        <p:sp>
          <p:nvSpPr>
            <p:cNvPr id="220180" name="Line 41">
              <a:extLst>
                <a:ext uri="{FF2B5EF4-FFF2-40B4-BE49-F238E27FC236}">
                  <a16:creationId xmlns:a16="http://schemas.microsoft.com/office/drawing/2014/main" id="{F0BBF627-AC63-6E43-BFD2-33FDC5211403}"/>
                </a:ext>
              </a:extLst>
            </p:cNvPr>
            <p:cNvSpPr>
              <a:spLocks noChangeShapeType="1"/>
            </p:cNvSpPr>
            <p:nvPr/>
          </p:nvSpPr>
          <p:spPr bwMode="auto">
            <a:xfrm>
              <a:off x="2125" y="3604"/>
              <a:ext cx="0" cy="2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0181" name="Rectangle 42">
              <a:extLst>
                <a:ext uri="{FF2B5EF4-FFF2-40B4-BE49-F238E27FC236}">
                  <a16:creationId xmlns:a16="http://schemas.microsoft.com/office/drawing/2014/main" id="{959364AB-BFD0-5648-A034-F990A376F511}"/>
                </a:ext>
              </a:extLst>
            </p:cNvPr>
            <p:cNvSpPr>
              <a:spLocks noChangeArrowheads="1"/>
            </p:cNvSpPr>
            <p:nvPr/>
          </p:nvSpPr>
          <p:spPr bwMode="auto">
            <a:xfrm>
              <a:off x="841" y="3892"/>
              <a:ext cx="6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前同步码</a:t>
              </a:r>
            </a:p>
          </p:txBody>
        </p:sp>
        <p:sp>
          <p:nvSpPr>
            <p:cNvPr id="220182" name="Rectangle 43">
              <a:extLst>
                <a:ext uri="{FF2B5EF4-FFF2-40B4-BE49-F238E27FC236}">
                  <a16:creationId xmlns:a16="http://schemas.microsoft.com/office/drawing/2014/main" id="{A4755B1F-2B55-F24E-8D20-B92898EB3070}"/>
                </a:ext>
              </a:extLst>
            </p:cNvPr>
            <p:cNvSpPr>
              <a:spLocks noChangeArrowheads="1"/>
            </p:cNvSpPr>
            <p:nvPr/>
          </p:nvSpPr>
          <p:spPr bwMode="auto">
            <a:xfrm>
              <a:off x="2169" y="3874"/>
              <a:ext cx="503"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80000"/>
                </a:lnSpc>
                <a:spcBef>
                  <a:spcPct val="0"/>
                </a:spcBef>
                <a:buClrTx/>
                <a:buSzTx/>
                <a:buFontTx/>
                <a:buNone/>
              </a:pPr>
              <a:r>
                <a:rPr kumimoji="1" lang="zh-CN" altLang="en-US" sz="1200">
                  <a:ea typeface="宋体" panose="02010600030101010101" pitchFamily="2" charset="-122"/>
                </a:rPr>
                <a:t>帧开始</a:t>
              </a:r>
            </a:p>
            <a:p>
              <a:pPr>
                <a:lnSpc>
                  <a:spcPct val="80000"/>
                </a:lnSpc>
                <a:spcBef>
                  <a:spcPct val="0"/>
                </a:spcBef>
                <a:buClrTx/>
                <a:buSzTx/>
                <a:buFontTx/>
                <a:buNone/>
              </a:pPr>
              <a:r>
                <a:rPr kumimoji="1" lang="zh-CN" altLang="en-US" sz="1200">
                  <a:ea typeface="宋体" panose="02010600030101010101" pitchFamily="2" charset="-122"/>
                </a:rPr>
                <a:t>定界符</a:t>
              </a:r>
            </a:p>
          </p:txBody>
        </p:sp>
        <p:sp>
          <p:nvSpPr>
            <p:cNvPr id="220183" name="Rectangle 44">
              <a:extLst>
                <a:ext uri="{FF2B5EF4-FFF2-40B4-BE49-F238E27FC236}">
                  <a16:creationId xmlns:a16="http://schemas.microsoft.com/office/drawing/2014/main" id="{09649BEC-82C3-4F4A-8F95-A2FAD73F93B5}"/>
                </a:ext>
              </a:extLst>
            </p:cNvPr>
            <p:cNvSpPr>
              <a:spLocks noChangeArrowheads="1"/>
            </p:cNvSpPr>
            <p:nvPr/>
          </p:nvSpPr>
          <p:spPr bwMode="auto">
            <a:xfrm>
              <a:off x="884" y="3394"/>
              <a:ext cx="47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7 </a:t>
              </a:r>
              <a:r>
                <a:rPr kumimoji="1" lang="zh-CN" altLang="en-US" sz="1200">
                  <a:ea typeface="宋体" panose="02010600030101010101" pitchFamily="2" charset="-122"/>
                </a:rPr>
                <a:t>字节</a:t>
              </a:r>
            </a:p>
          </p:txBody>
        </p:sp>
        <p:sp>
          <p:nvSpPr>
            <p:cNvPr id="220184" name="Rectangle 45">
              <a:extLst>
                <a:ext uri="{FF2B5EF4-FFF2-40B4-BE49-F238E27FC236}">
                  <a16:creationId xmlns:a16="http://schemas.microsoft.com/office/drawing/2014/main" id="{22C619A8-6754-7E43-A00C-4B3EA2E1DD0F}"/>
                </a:ext>
              </a:extLst>
            </p:cNvPr>
            <p:cNvSpPr>
              <a:spLocks noChangeArrowheads="1"/>
            </p:cNvSpPr>
            <p:nvPr/>
          </p:nvSpPr>
          <p:spPr bwMode="auto">
            <a:xfrm>
              <a:off x="2157" y="3394"/>
              <a:ext cx="47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1 </a:t>
              </a:r>
              <a:r>
                <a:rPr kumimoji="1" lang="zh-CN" altLang="en-US" sz="1200">
                  <a:ea typeface="宋体" panose="02010600030101010101" pitchFamily="2" charset="-122"/>
                </a:rPr>
                <a:t>字节</a:t>
              </a:r>
            </a:p>
          </p:txBody>
        </p:sp>
        <p:sp>
          <p:nvSpPr>
            <p:cNvPr id="220185" name="Line 46">
              <a:extLst>
                <a:ext uri="{FF2B5EF4-FFF2-40B4-BE49-F238E27FC236}">
                  <a16:creationId xmlns:a16="http://schemas.microsoft.com/office/drawing/2014/main" id="{3DC82A0B-5FDA-1B42-8AB1-90ABAE1F5AD1}"/>
                </a:ext>
              </a:extLst>
            </p:cNvPr>
            <p:cNvSpPr>
              <a:spLocks noChangeShapeType="1"/>
            </p:cNvSpPr>
            <p:nvPr/>
          </p:nvSpPr>
          <p:spPr bwMode="auto">
            <a:xfrm flipV="1">
              <a:off x="131" y="3294"/>
              <a:ext cx="184" cy="31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0186" name="Line 47">
              <a:extLst>
                <a:ext uri="{FF2B5EF4-FFF2-40B4-BE49-F238E27FC236}">
                  <a16:creationId xmlns:a16="http://schemas.microsoft.com/office/drawing/2014/main" id="{559B1A82-DED0-2546-9EC6-B822DAAA46A3}"/>
                </a:ext>
              </a:extLst>
            </p:cNvPr>
            <p:cNvSpPr>
              <a:spLocks noChangeShapeType="1"/>
            </p:cNvSpPr>
            <p:nvPr/>
          </p:nvSpPr>
          <p:spPr bwMode="auto">
            <a:xfrm>
              <a:off x="969" y="3302"/>
              <a:ext cx="1680" cy="304"/>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0187" name="Text Box 48">
              <a:extLst>
                <a:ext uri="{FF2B5EF4-FFF2-40B4-BE49-F238E27FC236}">
                  <a16:creationId xmlns:a16="http://schemas.microsoft.com/office/drawing/2014/main" id="{85A825B8-6056-9D48-9365-394ECA92D25B}"/>
                </a:ext>
              </a:extLst>
            </p:cNvPr>
            <p:cNvSpPr txBox="1">
              <a:spLocks noChangeArrowheads="1"/>
            </p:cNvSpPr>
            <p:nvPr/>
          </p:nvSpPr>
          <p:spPr bwMode="auto">
            <a:xfrm>
              <a:off x="1100" y="3613"/>
              <a:ext cx="317"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ea typeface="宋体" panose="02010600030101010101" pitchFamily="2" charset="-122"/>
                </a:rPr>
                <a:t>…</a:t>
              </a:r>
            </a:p>
          </p:txBody>
        </p:sp>
        <p:grpSp>
          <p:nvGrpSpPr>
            <p:cNvPr id="220188" name="Group 49">
              <a:extLst>
                <a:ext uri="{FF2B5EF4-FFF2-40B4-BE49-F238E27FC236}">
                  <a16:creationId xmlns:a16="http://schemas.microsoft.com/office/drawing/2014/main" id="{20CEEE86-D18D-B142-8980-3F7DA29814BA}"/>
                </a:ext>
              </a:extLst>
            </p:cNvPr>
            <p:cNvGrpSpPr>
              <a:grpSpLocks/>
            </p:cNvGrpSpPr>
            <p:nvPr/>
          </p:nvGrpSpPr>
          <p:grpSpPr bwMode="auto">
            <a:xfrm>
              <a:off x="135" y="2704"/>
              <a:ext cx="840" cy="580"/>
              <a:chOff x="135" y="2704"/>
              <a:chExt cx="840" cy="580"/>
            </a:xfrm>
          </p:grpSpPr>
          <p:grpSp>
            <p:nvGrpSpPr>
              <p:cNvPr id="220189" name="Group 50">
                <a:extLst>
                  <a:ext uri="{FF2B5EF4-FFF2-40B4-BE49-F238E27FC236}">
                    <a16:creationId xmlns:a16="http://schemas.microsoft.com/office/drawing/2014/main" id="{ECB5628A-DBCD-2C40-B65E-8A62C60162AB}"/>
                  </a:ext>
                </a:extLst>
              </p:cNvPr>
              <p:cNvGrpSpPr>
                <a:grpSpLocks/>
              </p:cNvGrpSpPr>
              <p:nvPr/>
            </p:nvGrpSpPr>
            <p:grpSpPr bwMode="auto">
              <a:xfrm>
                <a:off x="333" y="2976"/>
                <a:ext cx="642" cy="308"/>
                <a:chOff x="333" y="2976"/>
                <a:chExt cx="642" cy="308"/>
              </a:xfrm>
            </p:grpSpPr>
            <p:sp>
              <p:nvSpPr>
                <p:cNvPr id="220192" name="Rectangle 51">
                  <a:extLst>
                    <a:ext uri="{FF2B5EF4-FFF2-40B4-BE49-F238E27FC236}">
                      <a16:creationId xmlns:a16="http://schemas.microsoft.com/office/drawing/2014/main" id="{AD3CB122-F3E8-5143-B67B-07D6CEB7CD8C}"/>
                    </a:ext>
                  </a:extLst>
                </p:cNvPr>
                <p:cNvSpPr>
                  <a:spLocks noChangeArrowheads="1"/>
                </p:cNvSpPr>
                <p:nvPr/>
              </p:nvSpPr>
              <p:spPr bwMode="auto">
                <a:xfrm>
                  <a:off x="333" y="2976"/>
                  <a:ext cx="642" cy="308"/>
                </a:xfrm>
                <a:prstGeom prst="rect">
                  <a:avLst/>
                </a:prstGeom>
                <a:solidFill>
                  <a:srgbClr val="FFFF99"/>
                </a:solidFill>
                <a:ln w="2857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20193" name="Rectangle 52">
                  <a:extLst>
                    <a:ext uri="{FF2B5EF4-FFF2-40B4-BE49-F238E27FC236}">
                      <a16:creationId xmlns:a16="http://schemas.microsoft.com/office/drawing/2014/main" id="{43453EA3-A2C0-A54E-AB0A-F3F5F36DF567}"/>
                    </a:ext>
                  </a:extLst>
                </p:cNvPr>
                <p:cNvSpPr>
                  <a:spLocks noChangeArrowheads="1"/>
                </p:cNvSpPr>
                <p:nvPr/>
              </p:nvSpPr>
              <p:spPr bwMode="auto">
                <a:xfrm>
                  <a:off x="419" y="3034"/>
                  <a:ext cx="47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8 </a:t>
                  </a:r>
                  <a:r>
                    <a:rPr kumimoji="1" lang="zh-CN" altLang="en-US" sz="1200">
                      <a:ea typeface="宋体" panose="02010600030101010101" pitchFamily="2" charset="-122"/>
                    </a:rPr>
                    <a:t>字节</a:t>
                  </a:r>
                </a:p>
              </p:txBody>
            </p:sp>
          </p:grpSp>
          <p:sp>
            <p:nvSpPr>
              <p:cNvPr id="220190" name="AutoShape 53">
                <a:extLst>
                  <a:ext uri="{FF2B5EF4-FFF2-40B4-BE49-F238E27FC236}">
                    <a16:creationId xmlns:a16="http://schemas.microsoft.com/office/drawing/2014/main" id="{B7A27407-8BF1-B244-8613-436704D78564}"/>
                  </a:ext>
                </a:extLst>
              </p:cNvPr>
              <p:cNvSpPr>
                <a:spLocks noChangeArrowheads="1"/>
              </p:cNvSpPr>
              <p:nvPr/>
            </p:nvSpPr>
            <p:spPr bwMode="auto">
              <a:xfrm>
                <a:off x="135" y="2704"/>
                <a:ext cx="569" cy="244"/>
              </a:xfrm>
              <a:prstGeom prst="wedgeRoundRectCallout">
                <a:avLst>
                  <a:gd name="adj1" fmla="val 48000"/>
                  <a:gd name="adj2" fmla="val 139880"/>
                  <a:gd name="adj3" fmla="val 16667"/>
                </a:avLst>
              </a:prstGeom>
              <a:solidFill>
                <a:schemeClr val="bg1"/>
              </a:solidFill>
              <a:ln w="12700">
                <a:solidFill>
                  <a:schemeClr val="tx1"/>
                </a:solidFill>
                <a:miter lim="800000"/>
                <a:headEnd/>
                <a:tailEnd/>
              </a:ln>
            </p:spPr>
            <p:txBody>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endParaRPr kumimoji="1" lang="zh-CN" altLang="zh-CN" sz="1200">
                  <a:ea typeface="宋体" panose="02010600030101010101" pitchFamily="2" charset="-122"/>
                </a:endParaRPr>
              </a:p>
            </p:txBody>
          </p:sp>
          <p:sp>
            <p:nvSpPr>
              <p:cNvPr id="220191" name="Rectangle 54">
                <a:extLst>
                  <a:ext uri="{FF2B5EF4-FFF2-40B4-BE49-F238E27FC236}">
                    <a16:creationId xmlns:a16="http://schemas.microsoft.com/office/drawing/2014/main" id="{BF6E0606-B2D9-3F4A-A4F9-67A12B035BDB}"/>
                  </a:ext>
                </a:extLst>
              </p:cNvPr>
              <p:cNvSpPr>
                <a:spLocks noChangeArrowheads="1"/>
              </p:cNvSpPr>
              <p:nvPr/>
            </p:nvSpPr>
            <p:spPr bwMode="auto">
              <a:xfrm>
                <a:off x="211" y="2736"/>
                <a:ext cx="46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dirty="0">
                    <a:ea typeface="宋体" panose="02010600030101010101" pitchFamily="2" charset="-122"/>
                  </a:rPr>
                  <a:t>插入</a:t>
                </a:r>
              </a:p>
            </p:txBody>
          </p:sp>
        </p:grpSp>
      </p:grpSp>
      <p:sp>
        <p:nvSpPr>
          <p:cNvPr id="451639" name="Text Box 55">
            <a:extLst>
              <a:ext uri="{FF2B5EF4-FFF2-40B4-BE49-F238E27FC236}">
                <a16:creationId xmlns:a16="http://schemas.microsoft.com/office/drawing/2014/main" id="{2EE63667-7CF0-C44E-BC50-938F5EE43564}"/>
              </a:ext>
            </a:extLst>
          </p:cNvPr>
          <p:cNvSpPr txBox="1">
            <a:spLocks noChangeArrowheads="1"/>
          </p:cNvSpPr>
          <p:nvPr/>
        </p:nvSpPr>
        <p:spPr bwMode="auto">
          <a:xfrm>
            <a:off x="1626394" y="1170385"/>
            <a:ext cx="6365845" cy="923330"/>
          </a:xfrm>
          <a:prstGeom prst="rect">
            <a:avLst/>
          </a:prstGeom>
          <a:solidFill>
            <a:srgbClr val="FFFF99"/>
          </a:solidFill>
          <a:ln w="9525">
            <a:solidFill>
              <a:srgbClr val="333399"/>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Arial" panose="020B0604020202020204" pitchFamily="34" charset="0"/>
                <a:ea typeface="宋体" panose="02010600030101010101" pitchFamily="2" charset="-122"/>
              </a:rPr>
              <a:t>在帧的前面插入的 </a:t>
            </a:r>
            <a:r>
              <a:rPr lang="en-US" altLang="zh-CN" sz="1800">
                <a:latin typeface="Arial" panose="020B0604020202020204" pitchFamily="34" charset="0"/>
                <a:ea typeface="宋体" panose="02010600030101010101" pitchFamily="2" charset="-122"/>
              </a:rPr>
              <a:t>8 </a:t>
            </a:r>
            <a:r>
              <a:rPr lang="zh-CN" altLang="en-US" sz="1800">
                <a:latin typeface="Arial" panose="020B0604020202020204" pitchFamily="34" charset="0"/>
                <a:ea typeface="宋体" panose="02010600030101010101" pitchFamily="2" charset="-122"/>
              </a:rPr>
              <a:t>字节中的第一个字段共 </a:t>
            </a:r>
            <a:r>
              <a:rPr lang="en-US" altLang="zh-CN" sz="1800">
                <a:latin typeface="Arial" panose="020B0604020202020204" pitchFamily="34" charset="0"/>
                <a:ea typeface="宋体" panose="02010600030101010101" pitchFamily="2" charset="-122"/>
              </a:rPr>
              <a:t>7 </a:t>
            </a:r>
            <a:r>
              <a:rPr lang="zh-CN" altLang="en-US" sz="1800">
                <a:latin typeface="Arial" panose="020B0604020202020204" pitchFamily="34" charset="0"/>
                <a:ea typeface="宋体" panose="02010600030101010101" pitchFamily="2" charset="-122"/>
              </a:rPr>
              <a:t>个字节，</a:t>
            </a:r>
          </a:p>
          <a:p>
            <a:pPr eaLnBrk="1" hangingPunct="1">
              <a:spcBef>
                <a:spcPct val="0"/>
              </a:spcBef>
              <a:buClrTx/>
              <a:buSzTx/>
              <a:buFontTx/>
              <a:buNone/>
            </a:pPr>
            <a:r>
              <a:rPr lang="zh-CN" altLang="en-US" sz="1800">
                <a:latin typeface="Arial" panose="020B0604020202020204" pitchFamily="34" charset="0"/>
                <a:ea typeface="宋体" panose="02010600030101010101" pitchFamily="2" charset="-122"/>
              </a:rPr>
              <a:t>是前同步码，用来迅速实现 </a:t>
            </a:r>
            <a:r>
              <a:rPr lang="en-US" altLang="zh-CN" sz="1800">
                <a:latin typeface="Arial" panose="020B0604020202020204" pitchFamily="34" charset="0"/>
                <a:ea typeface="宋体" panose="02010600030101010101" pitchFamily="2" charset="-122"/>
              </a:rPr>
              <a:t>MAC </a:t>
            </a:r>
            <a:r>
              <a:rPr lang="zh-CN" altLang="en-US" sz="1800">
                <a:latin typeface="Arial" panose="020B0604020202020204" pitchFamily="34" charset="0"/>
                <a:ea typeface="宋体" panose="02010600030101010101" pitchFamily="2" charset="-122"/>
              </a:rPr>
              <a:t>帧的比特同步。</a:t>
            </a:r>
          </a:p>
          <a:p>
            <a:pPr eaLnBrk="1" hangingPunct="1">
              <a:spcBef>
                <a:spcPct val="0"/>
              </a:spcBef>
              <a:buClrTx/>
              <a:buSzTx/>
              <a:buFontTx/>
              <a:buNone/>
            </a:pPr>
            <a:r>
              <a:rPr lang="zh-CN" altLang="en-US" sz="1800">
                <a:latin typeface="Arial" panose="020B0604020202020204" pitchFamily="34" charset="0"/>
                <a:ea typeface="宋体" panose="02010600030101010101" pitchFamily="2" charset="-122"/>
              </a:rPr>
              <a:t>第二个字段是帧开始定界符，表示后面的信息就是</a:t>
            </a:r>
            <a:r>
              <a:rPr lang="en-US" altLang="zh-CN" sz="1800">
                <a:latin typeface="Arial" panose="020B0604020202020204" pitchFamily="34" charset="0"/>
                <a:ea typeface="宋体" panose="02010600030101010101" pitchFamily="2" charset="-122"/>
              </a:rPr>
              <a:t>MAC </a:t>
            </a:r>
            <a:r>
              <a:rPr lang="zh-CN" altLang="en-US" sz="1800">
                <a:latin typeface="Arial" panose="020B0604020202020204" pitchFamily="34" charset="0"/>
                <a:ea typeface="宋体" panose="02010600030101010101" pitchFamily="2" charset="-122"/>
              </a:rPr>
              <a:t>帧。 </a:t>
            </a:r>
          </a:p>
        </p:txBody>
      </p:sp>
      <p:sp>
        <p:nvSpPr>
          <p:cNvPr id="451640" name="Text Box 56">
            <a:extLst>
              <a:ext uri="{FF2B5EF4-FFF2-40B4-BE49-F238E27FC236}">
                <a16:creationId xmlns:a16="http://schemas.microsoft.com/office/drawing/2014/main" id="{FAE3AA0C-7434-6645-8907-BD300A071D7A}"/>
              </a:ext>
            </a:extLst>
          </p:cNvPr>
          <p:cNvSpPr txBox="1">
            <a:spLocks noChangeArrowheads="1"/>
          </p:cNvSpPr>
          <p:nvPr/>
        </p:nvSpPr>
        <p:spPr bwMode="auto">
          <a:xfrm>
            <a:off x="4850572" y="4083844"/>
            <a:ext cx="2929007" cy="923330"/>
          </a:xfrm>
          <a:prstGeom prst="rect">
            <a:avLst/>
          </a:prstGeom>
          <a:solidFill>
            <a:srgbClr val="FFFF99"/>
          </a:solidFill>
          <a:ln w="9525">
            <a:solidFill>
              <a:srgbClr val="333399"/>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Tahoma" panose="020B0604030504040204" pitchFamily="34" charset="0"/>
                <a:ea typeface="宋体" panose="02010600030101010101" pitchFamily="2" charset="-122"/>
              </a:rPr>
              <a:t>为了达到比特同步，</a:t>
            </a:r>
          </a:p>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在传输媒体上实际传送的</a:t>
            </a:r>
          </a:p>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要比 </a:t>
            </a:r>
            <a:r>
              <a:rPr lang="en-US" altLang="zh-CN" sz="1800">
                <a:latin typeface="Arial" panose="020B0604020202020204" pitchFamily="34" charset="0"/>
                <a:ea typeface="宋体" panose="02010600030101010101" pitchFamily="2" charset="-122"/>
              </a:rPr>
              <a:t>MAC </a:t>
            </a:r>
            <a:r>
              <a:rPr lang="zh-CN" altLang="en-US" sz="1800">
                <a:latin typeface="Arial" panose="020B0604020202020204" pitchFamily="34" charset="0"/>
                <a:ea typeface="宋体" panose="02010600030101010101" pitchFamily="2" charset="-122"/>
              </a:rPr>
              <a:t>帧还多 </a:t>
            </a:r>
            <a:r>
              <a:rPr lang="en-US" altLang="zh-CN" sz="1800">
                <a:latin typeface="Arial" panose="020B0604020202020204" pitchFamily="34" charset="0"/>
                <a:ea typeface="宋体" panose="02010600030101010101" pitchFamily="2" charset="-122"/>
              </a:rPr>
              <a:t>8 </a:t>
            </a:r>
            <a:r>
              <a:rPr lang="zh-CN" altLang="en-US" sz="1800">
                <a:latin typeface="Arial" panose="020B0604020202020204" pitchFamily="34" charset="0"/>
                <a:ea typeface="宋体" panose="02010600030101010101" pitchFamily="2" charset="-122"/>
              </a:rPr>
              <a:t>个字节</a:t>
            </a:r>
          </a:p>
        </p:txBody>
      </p:sp>
      <p:sp>
        <p:nvSpPr>
          <p:cNvPr id="220177" name="幻灯片编号占位符 1">
            <a:extLst>
              <a:ext uri="{FF2B5EF4-FFF2-40B4-BE49-F238E27FC236}">
                <a16:creationId xmlns:a16="http://schemas.microsoft.com/office/drawing/2014/main" id="{092FD65A-1F08-BA4F-B483-96299CF7048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2583D09-8F73-554C-A3C1-C7E9AF1D317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99</a:t>
            </a:fld>
            <a:endParaRPr lang="en-US" altLang="zh-CN" sz="1050">
              <a:solidFill>
                <a:schemeClr val="tx1"/>
              </a:solidFill>
              <a:latin typeface="Tahoma" panose="020B0604030504040204" pitchFamily="34" charset="0"/>
              <a:ea typeface="宋体" panose="02010600030101010101" pitchFamily="2" charset="-122"/>
            </a:endParaRPr>
          </a:p>
        </p:txBody>
      </p:sp>
      <p:sp>
        <p:nvSpPr>
          <p:cNvPr id="3" name="标题 2">
            <a:extLst>
              <a:ext uri="{FF2B5EF4-FFF2-40B4-BE49-F238E27FC236}">
                <a16:creationId xmlns:a16="http://schemas.microsoft.com/office/drawing/2014/main" id="{0A30642D-23B3-DE4F-89AD-FA02C461FFD5}"/>
              </a:ext>
            </a:extLst>
          </p:cNvPr>
          <p:cNvSpPr>
            <a:spLocks noGrp="1"/>
          </p:cNvSpPr>
          <p:nvPr>
            <p:ph type="title"/>
          </p:nvPr>
        </p:nvSpPr>
        <p:spPr/>
        <p:txBody>
          <a:bodyPr/>
          <a:lstStyle/>
          <a:p>
            <a:r>
              <a:rPr lang="zh-CN" altLang="en-US" dirty="0">
                <a:ea typeface="宋体" panose="02010600030101010101" pitchFamily="2" charset="-122"/>
              </a:rPr>
              <a:t>以太网 </a:t>
            </a:r>
            <a:r>
              <a:rPr lang="en-US" altLang="zh-CN" dirty="0">
                <a:ea typeface="宋体" panose="02010600030101010101" pitchFamily="2" charset="-122"/>
              </a:rPr>
              <a:t>V2 </a:t>
            </a:r>
            <a:r>
              <a:rPr lang="zh-CN" altLang="en-US" dirty="0">
                <a:ea typeface="宋体" panose="02010600030101010101" pitchFamily="2" charset="-122"/>
              </a:rPr>
              <a:t>的 </a:t>
            </a:r>
            <a:r>
              <a:rPr lang="en-US" altLang="zh-CN" dirty="0">
                <a:ea typeface="宋体" panose="02010600030101010101" pitchFamily="2" charset="-122"/>
              </a:rPr>
              <a:t>MAC </a:t>
            </a:r>
            <a:r>
              <a:rPr lang="zh-CN" altLang="en-US" dirty="0">
                <a:ea typeface="宋体" panose="02010600030101010101" pitchFamily="2" charset="-122"/>
              </a:rPr>
              <a:t>帧格式</a:t>
            </a:r>
            <a:endParaRPr kumimoji="1" lang="zh-CN" altLang="en-US" dirty="0"/>
          </a:p>
        </p:txBody>
      </p:sp>
    </p:spTree>
    <p:extLst>
      <p:ext uri="{BB962C8B-B14F-4D97-AF65-F5344CB8AC3E}">
        <p14:creationId xmlns:p14="http://schemas.microsoft.com/office/powerpoint/2010/main" val="29280483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51640"/>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nodeType="afterEffect">
                                  <p:stCondLst>
                                    <p:cond delay="0"/>
                                  </p:stCondLst>
                                  <p:childTnLst>
                                    <p:set>
                                      <p:cBhvr>
                                        <p:cTn id="9" dur="1" fill="hold">
                                          <p:stCondLst>
                                            <p:cond delay="0"/>
                                          </p:stCondLst>
                                        </p:cTn>
                                        <p:tgtEl>
                                          <p:spTgt spid="451622"/>
                                        </p:tgtEl>
                                        <p:attrNameLst>
                                          <p:attrName>style.visibility</p:attrName>
                                        </p:attrNameLst>
                                      </p:cBhvr>
                                      <p:to>
                                        <p:strVal val="visible"/>
                                      </p:to>
                                    </p:set>
                                  </p:childTnLst>
                                </p:cTn>
                              </p:par>
                            </p:childTnLst>
                          </p:cTn>
                        </p:par>
                        <p:par>
                          <p:cTn id="10" fill="hold" nodeType="afterGroup">
                            <p:stCondLst>
                              <p:cond delay="0"/>
                            </p:stCondLst>
                            <p:childTnLst>
                              <p:par>
                                <p:cTn id="11" presetID="35" presetClass="emph" presetSubtype="0" repeatCount="3000" fill="hold" nodeType="afterEffect">
                                  <p:stCondLst>
                                    <p:cond delay="0"/>
                                  </p:stCondLst>
                                  <p:childTnLst>
                                    <p:anim calcmode="discrete" valueType="str">
                                      <p:cBhvr>
                                        <p:cTn id="12" dur="500" fill="hold"/>
                                        <p:tgtEl>
                                          <p:spTgt spid="451622"/>
                                        </p:tgtEl>
                                        <p:attrNameLst>
                                          <p:attrName>style.visibility</p:attrName>
                                        </p:attrNameLst>
                                      </p:cBhvr>
                                      <p:tavLst>
                                        <p:tav tm="0">
                                          <p:val>
                                            <p:strVal val="hidden"/>
                                          </p:val>
                                        </p:tav>
                                        <p:tav tm="50000">
                                          <p:val>
                                            <p:strVal val="visible"/>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516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1639" grpId="0" animBg="1"/>
      <p:bldP spid="451640"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09" name="Rectangle 2">
            <a:extLst>
              <a:ext uri="{FF2B5EF4-FFF2-40B4-BE49-F238E27FC236}">
                <a16:creationId xmlns:a16="http://schemas.microsoft.com/office/drawing/2014/main" id="{E0B7DEAF-31E8-124D-BF99-C3A5CDD851B7}"/>
              </a:ext>
            </a:extLst>
          </p:cNvPr>
          <p:cNvSpPr>
            <a:spLocks noGrp="1" noChangeArrowheads="1"/>
          </p:cNvSpPr>
          <p:nvPr>
            <p:ph type="body" idx="1"/>
          </p:nvPr>
        </p:nvSpPr>
        <p:spPr>
          <a:xfrm>
            <a:off x="228600" y="1108711"/>
            <a:ext cx="8709916" cy="3622834"/>
          </a:xfrm>
        </p:spPr>
        <p:txBody>
          <a:bodyPr/>
          <a:lstStyle/>
          <a:p>
            <a:pPr eaLnBrk="1" hangingPunct="1"/>
            <a:r>
              <a:rPr lang="zh-CN" altLang="en-US" sz="2100" dirty="0">
                <a:ea typeface="宋体" panose="02010600030101010101" pitchFamily="2" charset="-122"/>
              </a:rPr>
              <a:t>数据字段的长度与长度字段的值不一致；</a:t>
            </a:r>
          </a:p>
          <a:p>
            <a:pPr eaLnBrk="1" hangingPunct="1"/>
            <a:r>
              <a:rPr lang="zh-CN" altLang="en-US" sz="2100" dirty="0">
                <a:ea typeface="宋体" panose="02010600030101010101" pitchFamily="2" charset="-122"/>
              </a:rPr>
              <a:t>帧的长度不是整数个字节；</a:t>
            </a:r>
          </a:p>
          <a:p>
            <a:pPr eaLnBrk="1" hangingPunct="1"/>
            <a:r>
              <a:rPr lang="zh-CN" altLang="en-US" sz="2100" dirty="0">
                <a:ea typeface="宋体" panose="02010600030101010101" pitchFamily="2" charset="-122"/>
              </a:rPr>
              <a:t>用收到的帧检验序列 </a:t>
            </a:r>
            <a:r>
              <a:rPr lang="en-US" altLang="zh-CN" sz="2100" dirty="0">
                <a:ea typeface="宋体" panose="02010600030101010101" pitchFamily="2" charset="-122"/>
              </a:rPr>
              <a:t>FCS </a:t>
            </a:r>
            <a:r>
              <a:rPr lang="zh-CN" altLang="en-US" sz="2100" dirty="0">
                <a:ea typeface="宋体" panose="02010600030101010101" pitchFamily="2" charset="-122"/>
              </a:rPr>
              <a:t>查出有差错；</a:t>
            </a:r>
          </a:p>
          <a:p>
            <a:pPr eaLnBrk="1" hangingPunct="1"/>
            <a:r>
              <a:rPr lang="zh-CN" altLang="en-US" sz="2100" dirty="0">
                <a:ea typeface="宋体" panose="02010600030101010101" pitchFamily="2" charset="-122"/>
              </a:rPr>
              <a:t>数据字段的长度不在 </a:t>
            </a:r>
            <a:r>
              <a:rPr lang="en-US" altLang="zh-CN" sz="2100" dirty="0">
                <a:ea typeface="宋体" panose="02010600030101010101" pitchFamily="2" charset="-122"/>
              </a:rPr>
              <a:t>46 ~ 1500 </a:t>
            </a:r>
            <a:r>
              <a:rPr lang="zh-CN" altLang="en-US" sz="2100" dirty="0">
                <a:ea typeface="宋体" panose="02010600030101010101" pitchFamily="2" charset="-122"/>
              </a:rPr>
              <a:t>字节之间。</a:t>
            </a:r>
          </a:p>
          <a:p>
            <a:pPr eaLnBrk="1" hangingPunct="1"/>
            <a:r>
              <a:rPr lang="zh-CN" altLang="en-US" sz="2100" dirty="0">
                <a:ea typeface="宋体" panose="02010600030101010101" pitchFamily="2" charset="-122"/>
              </a:rPr>
              <a:t>有效的 </a:t>
            </a:r>
            <a:r>
              <a:rPr lang="en-US" altLang="zh-CN" sz="2100" dirty="0">
                <a:ea typeface="宋体" panose="02010600030101010101" pitchFamily="2" charset="-122"/>
              </a:rPr>
              <a:t>MAC </a:t>
            </a:r>
            <a:r>
              <a:rPr lang="zh-CN" altLang="en-US" sz="2100" dirty="0">
                <a:ea typeface="宋体" panose="02010600030101010101" pitchFamily="2" charset="-122"/>
              </a:rPr>
              <a:t>帧长度为 </a:t>
            </a:r>
            <a:r>
              <a:rPr lang="en-US" altLang="zh-CN" sz="2100" dirty="0">
                <a:ea typeface="宋体" panose="02010600030101010101" pitchFamily="2" charset="-122"/>
              </a:rPr>
              <a:t>64 ~ 1518 </a:t>
            </a:r>
            <a:r>
              <a:rPr lang="zh-CN" altLang="en-US" sz="2100" dirty="0">
                <a:ea typeface="宋体" panose="02010600030101010101" pitchFamily="2" charset="-122"/>
              </a:rPr>
              <a:t>字节之间。</a:t>
            </a:r>
          </a:p>
          <a:p>
            <a:pPr eaLnBrk="1" hangingPunct="1"/>
            <a:r>
              <a:rPr lang="zh-CN" altLang="en-US" sz="2100" dirty="0">
                <a:ea typeface="宋体" panose="02010600030101010101" pitchFamily="2" charset="-122"/>
              </a:rPr>
              <a:t>对于检查出的无效 </a:t>
            </a:r>
            <a:r>
              <a:rPr lang="en-US" altLang="zh-CN" sz="2100" dirty="0">
                <a:ea typeface="宋体" panose="02010600030101010101" pitchFamily="2" charset="-122"/>
              </a:rPr>
              <a:t>MAC </a:t>
            </a:r>
            <a:r>
              <a:rPr lang="zh-CN" altLang="en-US" sz="2100" dirty="0">
                <a:ea typeface="宋体" panose="02010600030101010101" pitchFamily="2" charset="-122"/>
              </a:rPr>
              <a:t>帧就简单地丢弃。以太网不负责重传丢弃的帧。 </a:t>
            </a:r>
          </a:p>
        </p:txBody>
      </p:sp>
      <p:sp>
        <p:nvSpPr>
          <p:cNvPr id="222210" name="Rectangle 3">
            <a:extLst>
              <a:ext uri="{FF2B5EF4-FFF2-40B4-BE49-F238E27FC236}">
                <a16:creationId xmlns:a16="http://schemas.microsoft.com/office/drawing/2014/main" id="{4D3CFDB5-9A18-C143-B3D2-7161EBDF7DAA}"/>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无效的 </a:t>
            </a:r>
            <a:r>
              <a:rPr lang="en-US" altLang="zh-CN" dirty="0">
                <a:latin typeface="Times New Roman" panose="02020603050405020304" pitchFamily="18" charset="0"/>
                <a:ea typeface="宋体" panose="02010600030101010101" pitchFamily="2" charset="-122"/>
              </a:rPr>
              <a:t>MAC </a:t>
            </a:r>
            <a:r>
              <a:rPr lang="zh-CN" altLang="en-US" dirty="0">
                <a:latin typeface="Times New Roman" panose="02020603050405020304" pitchFamily="18" charset="0"/>
                <a:ea typeface="宋体" panose="02010600030101010101" pitchFamily="2" charset="-122"/>
              </a:rPr>
              <a:t>帧 </a:t>
            </a:r>
          </a:p>
        </p:txBody>
      </p:sp>
      <p:sp>
        <p:nvSpPr>
          <p:cNvPr id="222211" name="幻灯片编号占位符 1">
            <a:extLst>
              <a:ext uri="{FF2B5EF4-FFF2-40B4-BE49-F238E27FC236}">
                <a16:creationId xmlns:a16="http://schemas.microsoft.com/office/drawing/2014/main" id="{27FE8022-0F01-9747-B3C5-C947F9660AC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07C1CD3-8AEC-1740-A920-513F415C46E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6302964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7" name="Rectangle 2">
            <a:extLst>
              <a:ext uri="{FF2B5EF4-FFF2-40B4-BE49-F238E27FC236}">
                <a16:creationId xmlns:a16="http://schemas.microsoft.com/office/drawing/2014/main" id="{C774022D-8FB5-2741-AB4C-78F243518D0E}"/>
              </a:ext>
            </a:extLst>
          </p:cNvPr>
          <p:cNvSpPr>
            <a:spLocks noGrp="1" noChangeArrowheads="1"/>
          </p:cNvSpPr>
          <p:nvPr>
            <p:ph type="body" idx="1"/>
          </p:nvPr>
        </p:nvSpPr>
        <p:spPr>
          <a:xfrm>
            <a:off x="217170" y="1097280"/>
            <a:ext cx="8721346" cy="3634264"/>
          </a:xfrm>
        </p:spPr>
        <p:txBody>
          <a:bodyPr/>
          <a:lstStyle/>
          <a:p>
            <a:pPr eaLnBrk="1" hangingPunct="1"/>
            <a:r>
              <a:rPr lang="zh-CN" altLang="en-US" sz="2100" dirty="0">
                <a:ea typeface="宋体" panose="02010600030101010101" pitchFamily="2" charset="-122"/>
              </a:rPr>
              <a:t>帧间最小间隔为 </a:t>
            </a:r>
            <a:r>
              <a:rPr lang="en-US" altLang="zh-CN" sz="2100" dirty="0">
                <a:ea typeface="宋体" panose="02010600030101010101" pitchFamily="2" charset="-122"/>
              </a:rPr>
              <a:t>9.6 </a:t>
            </a:r>
            <a:r>
              <a:rPr lang="en-US" altLang="zh-CN" sz="2100" dirty="0">
                <a:ea typeface="宋体" panose="02010600030101010101" pitchFamily="2" charset="-122"/>
                <a:sym typeface="Symbol" pitchFamily="2" charset="2"/>
              </a:rPr>
              <a:t></a:t>
            </a:r>
            <a:r>
              <a:rPr lang="en-US" altLang="zh-CN" sz="2100" dirty="0">
                <a:ea typeface="宋体" panose="02010600030101010101" pitchFamily="2" charset="-122"/>
              </a:rPr>
              <a:t>s</a:t>
            </a:r>
            <a:r>
              <a:rPr lang="zh-CN" altLang="en-US" sz="2100" dirty="0">
                <a:ea typeface="宋体" panose="02010600030101010101" pitchFamily="2" charset="-122"/>
              </a:rPr>
              <a:t>，相当于 </a:t>
            </a:r>
            <a:r>
              <a:rPr lang="en-US" altLang="zh-CN" sz="2100" dirty="0">
                <a:ea typeface="宋体" panose="02010600030101010101" pitchFamily="2" charset="-122"/>
              </a:rPr>
              <a:t>96 bit </a:t>
            </a:r>
            <a:r>
              <a:rPr lang="zh-CN" altLang="en-US" sz="2100" dirty="0">
                <a:ea typeface="宋体" panose="02010600030101010101" pitchFamily="2" charset="-122"/>
              </a:rPr>
              <a:t>的发送时间。</a:t>
            </a:r>
          </a:p>
          <a:p>
            <a:pPr eaLnBrk="1" hangingPunct="1"/>
            <a:r>
              <a:rPr lang="zh-CN" altLang="en-US" sz="2100" dirty="0">
                <a:ea typeface="宋体" panose="02010600030101010101" pitchFamily="2" charset="-122"/>
              </a:rPr>
              <a:t>一个站在检测到总线开始空闲后，还要等待 </a:t>
            </a:r>
            <a:r>
              <a:rPr lang="en-US" altLang="zh-CN" sz="2100" dirty="0">
                <a:ea typeface="宋体" panose="02010600030101010101" pitchFamily="2" charset="-122"/>
              </a:rPr>
              <a:t>9.6 </a:t>
            </a:r>
            <a:r>
              <a:rPr lang="en-US" altLang="zh-CN" sz="2100" dirty="0">
                <a:ea typeface="宋体" panose="02010600030101010101" pitchFamily="2" charset="-122"/>
                <a:sym typeface="Symbol" pitchFamily="2" charset="2"/>
              </a:rPr>
              <a:t></a:t>
            </a:r>
            <a:r>
              <a:rPr lang="en-US" altLang="zh-CN" sz="2100" dirty="0">
                <a:ea typeface="宋体" panose="02010600030101010101" pitchFamily="2" charset="-122"/>
              </a:rPr>
              <a:t>s </a:t>
            </a:r>
            <a:r>
              <a:rPr lang="zh-CN" altLang="en-US" sz="2100" dirty="0">
                <a:ea typeface="宋体" panose="02010600030101010101" pitchFamily="2" charset="-122"/>
              </a:rPr>
              <a:t>才能再次发送数据。</a:t>
            </a:r>
          </a:p>
          <a:p>
            <a:pPr eaLnBrk="1" hangingPunct="1"/>
            <a:r>
              <a:rPr lang="zh-CN" altLang="en-US" sz="2100" dirty="0">
                <a:ea typeface="宋体" panose="02010600030101010101" pitchFamily="2" charset="-122"/>
              </a:rPr>
              <a:t>这样做是为了使刚刚收到数据帧的站的接收缓存来得及清理，做好接收下一帧的准备。 </a:t>
            </a:r>
          </a:p>
        </p:txBody>
      </p:sp>
      <p:sp>
        <p:nvSpPr>
          <p:cNvPr id="224258" name="Rectangle 3">
            <a:extLst>
              <a:ext uri="{FF2B5EF4-FFF2-40B4-BE49-F238E27FC236}">
                <a16:creationId xmlns:a16="http://schemas.microsoft.com/office/drawing/2014/main" id="{B5D70D0B-1938-314B-BA82-20DDE0A25E93}"/>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帧间最小间隔 </a:t>
            </a:r>
          </a:p>
        </p:txBody>
      </p:sp>
      <p:sp>
        <p:nvSpPr>
          <p:cNvPr id="224259" name="幻灯片编号占位符 1">
            <a:extLst>
              <a:ext uri="{FF2B5EF4-FFF2-40B4-BE49-F238E27FC236}">
                <a16:creationId xmlns:a16="http://schemas.microsoft.com/office/drawing/2014/main" id="{13EA4828-31FE-5F42-A026-96BF7AB538D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5CB81B3-F902-6745-BE22-7253C15B800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13534765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5" name="Rectangle 2">
            <a:extLst>
              <a:ext uri="{FF2B5EF4-FFF2-40B4-BE49-F238E27FC236}">
                <a16:creationId xmlns:a16="http://schemas.microsoft.com/office/drawing/2014/main" id="{BC1E15D3-BCA5-CF43-8413-14E451494720}"/>
              </a:ext>
            </a:extLst>
          </p:cNvPr>
          <p:cNvSpPr>
            <a:spLocks noGrp="1" noChangeArrowheads="1"/>
          </p:cNvSpPr>
          <p:nvPr>
            <p:ph type="title"/>
          </p:nvPr>
        </p:nvSpPr>
        <p:spPr>
          <a:xfrm>
            <a:off x="194072" y="249055"/>
            <a:ext cx="6518672" cy="631056"/>
          </a:xfrm>
        </p:spPr>
        <p:txBody>
          <a:bodyPr/>
          <a:lstStyle/>
          <a:p>
            <a:pPr eaLnBrk="1" hangingPunct="1"/>
            <a:r>
              <a:rPr lang="en-US" altLang="zh-CN" sz="3600" dirty="0">
                <a:ea typeface="宋体" panose="02010600030101010101" pitchFamily="2" charset="-122"/>
              </a:rPr>
              <a:t>3.5  </a:t>
            </a:r>
            <a:r>
              <a:rPr lang="zh-CN" altLang="en-US" sz="3600" dirty="0">
                <a:ea typeface="宋体" panose="02010600030101010101" pitchFamily="2" charset="-122"/>
              </a:rPr>
              <a:t>扩展的局域网</a:t>
            </a:r>
            <a:endParaRPr lang="zh-CN" altLang="en-US" sz="3000" dirty="0">
              <a:ea typeface="宋体" panose="02010600030101010101" pitchFamily="2" charset="-122"/>
            </a:endParaRPr>
          </a:p>
        </p:txBody>
      </p:sp>
      <p:sp>
        <p:nvSpPr>
          <p:cNvPr id="226306" name="Rectangle 4">
            <a:extLst>
              <a:ext uri="{FF2B5EF4-FFF2-40B4-BE49-F238E27FC236}">
                <a16:creationId xmlns:a16="http://schemas.microsoft.com/office/drawing/2014/main" id="{9E689CA8-C2DF-B546-BC22-08AA2E7BB445}"/>
              </a:ext>
            </a:extLst>
          </p:cNvPr>
          <p:cNvSpPr>
            <a:spLocks noGrp="1" noChangeArrowheads="1"/>
          </p:cNvSpPr>
          <p:nvPr>
            <p:ph type="body" idx="1"/>
          </p:nvPr>
        </p:nvSpPr>
        <p:spPr>
          <a:xfrm>
            <a:off x="141921" y="1778102"/>
            <a:ext cx="8675370" cy="782623"/>
          </a:xfrm>
        </p:spPr>
        <p:txBody>
          <a:bodyPr/>
          <a:lstStyle/>
          <a:p>
            <a:pPr eaLnBrk="1" hangingPunct="1"/>
            <a:r>
              <a:rPr lang="zh-CN" altLang="en-US" dirty="0">
                <a:latin typeface="Times New Roman" panose="02020603050405020304" pitchFamily="18" charset="0"/>
                <a:ea typeface="宋体" panose="02010600030101010101" pitchFamily="2" charset="-122"/>
              </a:rPr>
              <a:t>主机使用光纤和一对光纤调制解调器连接到集线器 </a:t>
            </a:r>
          </a:p>
        </p:txBody>
      </p:sp>
      <p:pic>
        <p:nvPicPr>
          <p:cNvPr id="226307" name="Picture 5">
            <a:extLst>
              <a:ext uri="{FF2B5EF4-FFF2-40B4-BE49-F238E27FC236}">
                <a16:creationId xmlns:a16="http://schemas.microsoft.com/office/drawing/2014/main" id="{5D2CA477-02F4-0A4A-90E2-FAF15DF872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1151086">
            <a:off x="6807994" y="2828925"/>
            <a:ext cx="896541" cy="550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6308" name="Text Box 6">
            <a:extLst>
              <a:ext uri="{FF2B5EF4-FFF2-40B4-BE49-F238E27FC236}">
                <a16:creationId xmlns:a16="http://schemas.microsoft.com/office/drawing/2014/main" id="{66F0421C-6EB0-784A-BD1A-FAB21ADEBA88}"/>
              </a:ext>
            </a:extLst>
          </p:cNvPr>
          <p:cNvSpPr txBox="1">
            <a:spLocks noChangeArrowheads="1"/>
          </p:cNvSpPr>
          <p:nvPr/>
        </p:nvSpPr>
        <p:spPr bwMode="auto">
          <a:xfrm>
            <a:off x="6712744" y="2037160"/>
            <a:ext cx="184731"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zh-CN" sz="2100">
              <a:solidFill>
                <a:schemeClr val="folHlink"/>
              </a:solidFill>
              <a:latin typeface="Arial" panose="020B0604020202020204" pitchFamily="34" charset="0"/>
              <a:ea typeface="宋体" panose="02010600030101010101" pitchFamily="2" charset="-122"/>
            </a:endParaRPr>
          </a:p>
        </p:txBody>
      </p:sp>
      <p:sp>
        <p:nvSpPr>
          <p:cNvPr id="226309" name="Text Box 7">
            <a:extLst>
              <a:ext uri="{FF2B5EF4-FFF2-40B4-BE49-F238E27FC236}">
                <a16:creationId xmlns:a16="http://schemas.microsoft.com/office/drawing/2014/main" id="{BD37A01A-B950-5F4A-98C4-188278AAA0B2}"/>
              </a:ext>
            </a:extLst>
          </p:cNvPr>
          <p:cNvSpPr txBox="1">
            <a:spLocks noChangeArrowheads="1"/>
          </p:cNvSpPr>
          <p:nvPr/>
        </p:nvSpPr>
        <p:spPr bwMode="auto">
          <a:xfrm>
            <a:off x="6786563" y="2355057"/>
            <a:ext cx="877163"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lang="zh-CN" altLang="en-US" sz="1800">
                <a:solidFill>
                  <a:schemeClr val="folHlink"/>
                </a:solidFill>
                <a:latin typeface="Arial" panose="020B0604020202020204" pitchFamily="34" charset="0"/>
                <a:ea typeface="宋体" panose="02010600030101010101" pitchFamily="2" charset="-122"/>
              </a:rPr>
              <a:t>以太网</a:t>
            </a:r>
          </a:p>
          <a:p>
            <a:pPr eaLnBrk="1" hangingPunct="1">
              <a:lnSpc>
                <a:spcPct val="90000"/>
              </a:lnSpc>
              <a:spcBef>
                <a:spcPct val="0"/>
              </a:spcBef>
              <a:buClrTx/>
              <a:buSzTx/>
              <a:buFontTx/>
              <a:buNone/>
            </a:pPr>
            <a:r>
              <a:rPr lang="zh-CN" altLang="en-US" sz="1800">
                <a:solidFill>
                  <a:schemeClr val="folHlink"/>
                </a:solidFill>
                <a:latin typeface="Arial" panose="020B0604020202020204" pitchFamily="34" charset="0"/>
                <a:ea typeface="宋体" panose="02010600030101010101" pitchFamily="2" charset="-122"/>
              </a:rPr>
              <a:t>集线器</a:t>
            </a:r>
          </a:p>
        </p:txBody>
      </p:sp>
      <p:sp>
        <p:nvSpPr>
          <p:cNvPr id="226310" name="Line 8">
            <a:extLst>
              <a:ext uri="{FF2B5EF4-FFF2-40B4-BE49-F238E27FC236}">
                <a16:creationId xmlns:a16="http://schemas.microsoft.com/office/drawing/2014/main" id="{2F0F66EA-C63E-6C4B-A9B7-6BF12BDF6137}"/>
              </a:ext>
            </a:extLst>
          </p:cNvPr>
          <p:cNvSpPr>
            <a:spLocks noChangeShapeType="1"/>
          </p:cNvSpPr>
          <p:nvPr/>
        </p:nvSpPr>
        <p:spPr bwMode="auto">
          <a:xfrm>
            <a:off x="1735931" y="3184922"/>
            <a:ext cx="5297091"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6311" name="Text Box 9">
            <a:extLst>
              <a:ext uri="{FF2B5EF4-FFF2-40B4-BE49-F238E27FC236}">
                <a16:creationId xmlns:a16="http://schemas.microsoft.com/office/drawing/2014/main" id="{13CB589D-B69D-D942-B71F-20C9F2E0F1A9}"/>
              </a:ext>
            </a:extLst>
          </p:cNvPr>
          <p:cNvSpPr txBox="1">
            <a:spLocks noChangeArrowheads="1"/>
          </p:cNvSpPr>
          <p:nvPr/>
        </p:nvSpPr>
        <p:spPr bwMode="auto">
          <a:xfrm>
            <a:off x="3958829" y="2776537"/>
            <a:ext cx="723275"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100">
                <a:solidFill>
                  <a:schemeClr val="folHlink"/>
                </a:solidFill>
                <a:latin typeface="Arial" panose="020B0604020202020204" pitchFamily="34" charset="0"/>
                <a:ea typeface="宋体" panose="02010600030101010101" pitchFamily="2" charset="-122"/>
              </a:rPr>
              <a:t>光纤</a:t>
            </a:r>
          </a:p>
        </p:txBody>
      </p:sp>
      <p:sp>
        <p:nvSpPr>
          <p:cNvPr id="226312" name="Text Box 10">
            <a:extLst>
              <a:ext uri="{FF2B5EF4-FFF2-40B4-BE49-F238E27FC236}">
                <a16:creationId xmlns:a16="http://schemas.microsoft.com/office/drawing/2014/main" id="{F31091A6-1755-6D49-A958-B58BDBF2CC03}"/>
              </a:ext>
            </a:extLst>
          </p:cNvPr>
          <p:cNvSpPr txBox="1">
            <a:spLocks noChangeArrowheads="1"/>
          </p:cNvSpPr>
          <p:nvPr/>
        </p:nvSpPr>
        <p:spPr bwMode="auto">
          <a:xfrm>
            <a:off x="5784964" y="3359944"/>
            <a:ext cx="1338829"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90000"/>
              </a:lnSpc>
              <a:spcBef>
                <a:spcPct val="0"/>
              </a:spcBef>
              <a:buClrTx/>
              <a:buSzTx/>
              <a:buFontTx/>
              <a:buNone/>
            </a:pPr>
            <a:r>
              <a:rPr lang="zh-CN" altLang="en-US" sz="1800">
                <a:solidFill>
                  <a:schemeClr val="folHlink"/>
                </a:solidFill>
                <a:latin typeface="Arial" panose="020B0604020202020204" pitchFamily="34" charset="0"/>
                <a:ea typeface="宋体" panose="02010600030101010101" pitchFamily="2" charset="-122"/>
              </a:rPr>
              <a:t>光纤</a:t>
            </a:r>
          </a:p>
          <a:p>
            <a:pPr algn="ctr" eaLnBrk="1" hangingPunct="1">
              <a:lnSpc>
                <a:spcPct val="90000"/>
              </a:lnSpc>
              <a:spcBef>
                <a:spcPct val="0"/>
              </a:spcBef>
              <a:buClrTx/>
              <a:buSzTx/>
              <a:buFontTx/>
              <a:buNone/>
            </a:pPr>
            <a:r>
              <a:rPr lang="zh-CN" altLang="en-US" sz="1800">
                <a:solidFill>
                  <a:schemeClr val="folHlink"/>
                </a:solidFill>
                <a:latin typeface="Arial" panose="020B0604020202020204" pitchFamily="34" charset="0"/>
                <a:ea typeface="宋体" panose="02010600030101010101" pitchFamily="2" charset="-122"/>
              </a:rPr>
              <a:t>调制解调器</a:t>
            </a:r>
          </a:p>
        </p:txBody>
      </p:sp>
      <p:pic>
        <p:nvPicPr>
          <p:cNvPr id="226313" name="Picture 11">
            <a:extLst>
              <a:ext uri="{FF2B5EF4-FFF2-40B4-BE49-F238E27FC236}">
                <a16:creationId xmlns:a16="http://schemas.microsoft.com/office/drawing/2014/main" id="{7BAFA99C-7A83-DF43-840A-F0A12B6AF1B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5888" y="2756298"/>
            <a:ext cx="498872" cy="544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6314" name="Picture 12">
            <a:extLst>
              <a:ext uri="{FF2B5EF4-FFF2-40B4-BE49-F238E27FC236}">
                <a16:creationId xmlns:a16="http://schemas.microsoft.com/office/drawing/2014/main" id="{1CCC7362-B9CB-764E-BA2B-112FF9F515D0}"/>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4766" y="3036094"/>
            <a:ext cx="451247" cy="316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6315" name="Picture 13">
            <a:extLst>
              <a:ext uri="{FF2B5EF4-FFF2-40B4-BE49-F238E27FC236}">
                <a16:creationId xmlns:a16="http://schemas.microsoft.com/office/drawing/2014/main" id="{EE9ECA8D-3FCE-8D43-A0AF-820FE9E2F2B9}"/>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5310" y="3036094"/>
            <a:ext cx="450056" cy="316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6316" name="Text Box 14">
            <a:extLst>
              <a:ext uri="{FF2B5EF4-FFF2-40B4-BE49-F238E27FC236}">
                <a16:creationId xmlns:a16="http://schemas.microsoft.com/office/drawing/2014/main" id="{3CC3E109-1288-EE41-A45A-2BD650A695AE}"/>
              </a:ext>
            </a:extLst>
          </p:cNvPr>
          <p:cNvSpPr txBox="1">
            <a:spLocks noChangeArrowheads="1"/>
          </p:cNvSpPr>
          <p:nvPr/>
        </p:nvSpPr>
        <p:spPr bwMode="auto">
          <a:xfrm>
            <a:off x="1465377" y="3327798"/>
            <a:ext cx="1338829"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90000"/>
              </a:lnSpc>
              <a:spcBef>
                <a:spcPct val="0"/>
              </a:spcBef>
              <a:buClrTx/>
              <a:buSzTx/>
              <a:buFontTx/>
              <a:buNone/>
            </a:pPr>
            <a:r>
              <a:rPr lang="zh-CN" altLang="en-US" sz="1800">
                <a:solidFill>
                  <a:schemeClr val="folHlink"/>
                </a:solidFill>
                <a:latin typeface="Arial" panose="020B0604020202020204" pitchFamily="34" charset="0"/>
                <a:ea typeface="宋体" panose="02010600030101010101" pitchFamily="2" charset="-122"/>
              </a:rPr>
              <a:t>光纤</a:t>
            </a:r>
          </a:p>
          <a:p>
            <a:pPr algn="ctr" eaLnBrk="1" hangingPunct="1">
              <a:lnSpc>
                <a:spcPct val="90000"/>
              </a:lnSpc>
              <a:spcBef>
                <a:spcPct val="0"/>
              </a:spcBef>
              <a:buClrTx/>
              <a:buSzTx/>
              <a:buFontTx/>
              <a:buNone/>
            </a:pPr>
            <a:r>
              <a:rPr lang="zh-CN" altLang="en-US" sz="1800">
                <a:solidFill>
                  <a:schemeClr val="folHlink"/>
                </a:solidFill>
                <a:latin typeface="Arial" panose="020B0604020202020204" pitchFamily="34" charset="0"/>
                <a:ea typeface="宋体" panose="02010600030101010101" pitchFamily="2" charset="-122"/>
              </a:rPr>
              <a:t>调制解调器</a:t>
            </a:r>
          </a:p>
        </p:txBody>
      </p:sp>
      <p:sp>
        <p:nvSpPr>
          <p:cNvPr id="226317" name="幻灯片编号占位符 1">
            <a:extLst>
              <a:ext uri="{FF2B5EF4-FFF2-40B4-BE49-F238E27FC236}">
                <a16:creationId xmlns:a16="http://schemas.microsoft.com/office/drawing/2014/main" id="{879863FF-B6DF-F646-A12C-3CD3696C9DF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39C788D-9739-3D42-AEEE-AD85BEE49C0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102</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7DD8FE2B-D97C-F54B-AF54-4C7CDD1CB286}"/>
              </a:ext>
            </a:extLst>
          </p:cNvPr>
          <p:cNvSpPr/>
          <p:nvPr/>
        </p:nvSpPr>
        <p:spPr>
          <a:xfrm>
            <a:off x="194072" y="1081384"/>
            <a:ext cx="4572000" cy="523220"/>
          </a:xfrm>
          <a:prstGeom prst="rect">
            <a:avLst/>
          </a:prstGeom>
        </p:spPr>
        <p:txBody>
          <a:bodyPr>
            <a:spAutoFit/>
          </a:bodyPr>
          <a:lstStyle/>
          <a:p>
            <a:r>
              <a:rPr lang="en-US" altLang="zh-CN" sz="2800" dirty="0"/>
              <a:t>3.5.1  </a:t>
            </a:r>
            <a:r>
              <a:rPr lang="zh-CN" altLang="en-US" sz="2800" dirty="0"/>
              <a:t>在物理层扩展局域网</a:t>
            </a:r>
          </a:p>
        </p:txBody>
      </p:sp>
    </p:spTree>
    <p:extLst>
      <p:ext uri="{BB962C8B-B14F-4D97-AF65-F5344CB8AC3E}">
        <p14:creationId xmlns:p14="http://schemas.microsoft.com/office/powerpoint/2010/main" val="386807858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29" name="Rectangle 2">
            <a:extLst>
              <a:ext uri="{FF2B5EF4-FFF2-40B4-BE49-F238E27FC236}">
                <a16:creationId xmlns:a16="http://schemas.microsoft.com/office/drawing/2014/main" id="{D534FB78-C41C-EA42-9F22-27B99278C367}"/>
              </a:ext>
            </a:extLst>
          </p:cNvPr>
          <p:cNvSpPr>
            <a:spLocks noGrp="1" noChangeArrowheads="1"/>
          </p:cNvSpPr>
          <p:nvPr>
            <p:ph type="body" idx="1"/>
          </p:nvPr>
        </p:nvSpPr>
        <p:spPr>
          <a:xfrm>
            <a:off x="1925242" y="1437085"/>
            <a:ext cx="5887640" cy="492919"/>
          </a:xfrm>
        </p:spPr>
        <p:txBody>
          <a:bodyPr/>
          <a:lstStyle/>
          <a:p>
            <a:pPr eaLnBrk="1" hangingPunct="1"/>
            <a:r>
              <a:rPr lang="zh-CN" altLang="en-US" sz="2100">
                <a:ea typeface="宋体" panose="02010600030101010101" pitchFamily="2" charset="-122"/>
              </a:rPr>
              <a:t>某大学有三个系，各自有一个局域网</a:t>
            </a:r>
          </a:p>
        </p:txBody>
      </p:sp>
      <p:sp>
        <p:nvSpPr>
          <p:cNvPr id="227330" name="Rectangle 3">
            <a:extLst>
              <a:ext uri="{FF2B5EF4-FFF2-40B4-BE49-F238E27FC236}">
                <a16:creationId xmlns:a16="http://schemas.microsoft.com/office/drawing/2014/main" id="{9E94217F-9CB2-6B46-9531-2A69DBDBB53D}"/>
              </a:ext>
            </a:extLst>
          </p:cNvPr>
          <p:cNvSpPr>
            <a:spLocks noChangeArrowheads="1"/>
          </p:cNvSpPr>
          <p:nvPr/>
        </p:nvSpPr>
        <p:spPr bwMode="auto">
          <a:xfrm>
            <a:off x="1143001" y="-161581"/>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27331" name="Rectangle 4">
            <a:extLst>
              <a:ext uri="{FF2B5EF4-FFF2-40B4-BE49-F238E27FC236}">
                <a16:creationId xmlns:a16="http://schemas.microsoft.com/office/drawing/2014/main" id="{F800A4B6-8A72-8149-AA6B-94CEA1BEBAC7}"/>
              </a:ext>
            </a:extLst>
          </p:cNvPr>
          <p:cNvSpPr>
            <a:spLocks noChangeArrowheads="1"/>
          </p:cNvSpPr>
          <p:nvPr/>
        </p:nvSpPr>
        <p:spPr bwMode="auto">
          <a:xfrm>
            <a:off x="1143001" y="-161581"/>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27332" name="Rectangle 5">
            <a:extLst>
              <a:ext uri="{FF2B5EF4-FFF2-40B4-BE49-F238E27FC236}">
                <a16:creationId xmlns:a16="http://schemas.microsoft.com/office/drawing/2014/main" id="{47D4DB7C-4FAE-BB4F-BA0A-D1AE35E8CC31}"/>
              </a:ext>
            </a:extLst>
          </p:cNvPr>
          <p:cNvSpPr>
            <a:spLocks noGrp="1" noChangeArrowheads="1"/>
          </p:cNvSpPr>
          <p:nvPr>
            <p:ph type="title"/>
          </p:nvPr>
        </p:nvSpPr>
        <p:spPr>
          <a:xfrm>
            <a:off x="160020" y="252413"/>
            <a:ext cx="7652862" cy="717947"/>
          </a:xfrm>
        </p:spPr>
        <p:txBody>
          <a:bodyPr/>
          <a:lstStyle/>
          <a:p>
            <a:pPr eaLnBrk="1" hangingPunct="1"/>
            <a:r>
              <a:rPr lang="zh-CN" altLang="en-US" sz="3000" dirty="0">
                <a:ea typeface="宋体" panose="02010600030101010101" pitchFamily="2" charset="-122"/>
              </a:rPr>
              <a:t>用多个集线器可连成更大的局域网</a:t>
            </a:r>
          </a:p>
        </p:txBody>
      </p:sp>
      <p:sp>
        <p:nvSpPr>
          <p:cNvPr id="227333" name="Text Box 43">
            <a:extLst>
              <a:ext uri="{FF2B5EF4-FFF2-40B4-BE49-F238E27FC236}">
                <a16:creationId xmlns:a16="http://schemas.microsoft.com/office/drawing/2014/main" id="{A4F9143D-413C-6040-B8C0-0046CF312280}"/>
              </a:ext>
            </a:extLst>
          </p:cNvPr>
          <p:cNvSpPr txBox="1">
            <a:spLocks noChangeArrowheads="1"/>
          </p:cNvSpPr>
          <p:nvPr/>
        </p:nvSpPr>
        <p:spPr bwMode="auto">
          <a:xfrm>
            <a:off x="3524250" y="1958579"/>
            <a:ext cx="20313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ea typeface="宋体" panose="02010600030101010101" pitchFamily="2" charset="-122"/>
              </a:rPr>
              <a:t>三个独立的碰撞域</a:t>
            </a:r>
          </a:p>
        </p:txBody>
      </p:sp>
      <p:sp>
        <p:nvSpPr>
          <p:cNvPr id="227334" name="AutoShape 44">
            <a:extLst>
              <a:ext uri="{FF2B5EF4-FFF2-40B4-BE49-F238E27FC236}">
                <a16:creationId xmlns:a16="http://schemas.microsoft.com/office/drawing/2014/main" id="{D053E51B-E04E-B742-B366-BCD337835CAA}"/>
              </a:ext>
            </a:extLst>
          </p:cNvPr>
          <p:cNvSpPr>
            <a:spLocks noChangeArrowheads="1"/>
          </p:cNvSpPr>
          <p:nvPr/>
        </p:nvSpPr>
        <p:spPr bwMode="auto">
          <a:xfrm>
            <a:off x="1500187" y="2557463"/>
            <a:ext cx="1920479" cy="2228850"/>
          </a:xfrm>
          <a:prstGeom prst="roundRect">
            <a:avLst>
              <a:gd name="adj" fmla="val 16667"/>
            </a:avLst>
          </a:prstGeom>
          <a:solidFill>
            <a:srgbClr val="FF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27335" name="Line 45">
            <a:extLst>
              <a:ext uri="{FF2B5EF4-FFF2-40B4-BE49-F238E27FC236}">
                <a16:creationId xmlns:a16="http://schemas.microsoft.com/office/drawing/2014/main" id="{CE88D921-646D-8440-BCD1-A68CF066F3EE}"/>
              </a:ext>
            </a:extLst>
          </p:cNvPr>
          <p:cNvSpPr>
            <a:spLocks noChangeShapeType="1"/>
          </p:cNvSpPr>
          <p:nvPr/>
        </p:nvSpPr>
        <p:spPr bwMode="auto">
          <a:xfrm flipH="1">
            <a:off x="1801416" y="3720704"/>
            <a:ext cx="479822" cy="5524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27336" name="Picture 46">
            <a:extLst>
              <a:ext uri="{FF2B5EF4-FFF2-40B4-BE49-F238E27FC236}">
                <a16:creationId xmlns:a16="http://schemas.microsoft.com/office/drawing/2014/main" id="{16696198-F4A5-E949-B903-67FC4391FC8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3297" y="4131469"/>
            <a:ext cx="360759" cy="383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337" name="Line 47">
            <a:extLst>
              <a:ext uri="{FF2B5EF4-FFF2-40B4-BE49-F238E27FC236}">
                <a16:creationId xmlns:a16="http://schemas.microsoft.com/office/drawing/2014/main" id="{3DD2C4A4-DD8B-144B-8206-7B388BCCB7B5}"/>
              </a:ext>
            </a:extLst>
          </p:cNvPr>
          <p:cNvSpPr>
            <a:spLocks noChangeShapeType="1"/>
          </p:cNvSpPr>
          <p:nvPr/>
        </p:nvSpPr>
        <p:spPr bwMode="auto">
          <a:xfrm>
            <a:off x="2552700" y="3824288"/>
            <a:ext cx="133350" cy="43100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7338" name="Line 48">
            <a:extLst>
              <a:ext uri="{FF2B5EF4-FFF2-40B4-BE49-F238E27FC236}">
                <a16:creationId xmlns:a16="http://schemas.microsoft.com/office/drawing/2014/main" id="{00FF6817-A7D2-684C-9570-7AD95255E1D7}"/>
              </a:ext>
            </a:extLst>
          </p:cNvPr>
          <p:cNvSpPr>
            <a:spLocks noChangeShapeType="1"/>
          </p:cNvSpPr>
          <p:nvPr/>
        </p:nvSpPr>
        <p:spPr bwMode="auto">
          <a:xfrm>
            <a:off x="2686050" y="3806429"/>
            <a:ext cx="472679" cy="43100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7339" name="Line 49">
            <a:extLst>
              <a:ext uri="{FF2B5EF4-FFF2-40B4-BE49-F238E27FC236}">
                <a16:creationId xmlns:a16="http://schemas.microsoft.com/office/drawing/2014/main" id="{2B147AD8-F43E-444C-BA01-3BA48992CEC4}"/>
              </a:ext>
            </a:extLst>
          </p:cNvPr>
          <p:cNvSpPr>
            <a:spLocks noChangeShapeType="1"/>
          </p:cNvSpPr>
          <p:nvPr/>
        </p:nvSpPr>
        <p:spPr bwMode="auto">
          <a:xfrm flipH="1">
            <a:off x="2249091" y="3729037"/>
            <a:ext cx="128588" cy="5572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27340" name="Picture 50">
            <a:extLst>
              <a:ext uri="{FF2B5EF4-FFF2-40B4-BE49-F238E27FC236}">
                <a16:creationId xmlns:a16="http://schemas.microsoft.com/office/drawing/2014/main" id="{4D1D4BF3-AE46-9E42-AF56-A986E07AF16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5735" y="4131469"/>
            <a:ext cx="359569" cy="383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7341" name="Picture 51">
            <a:extLst>
              <a:ext uri="{FF2B5EF4-FFF2-40B4-BE49-F238E27FC236}">
                <a16:creationId xmlns:a16="http://schemas.microsoft.com/office/drawing/2014/main" id="{D68831D7-A657-834A-B3B0-8A924DF31FF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6982" y="4131469"/>
            <a:ext cx="359569" cy="383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7342" name="Picture 52">
            <a:extLst>
              <a:ext uri="{FF2B5EF4-FFF2-40B4-BE49-F238E27FC236}">
                <a16:creationId xmlns:a16="http://schemas.microsoft.com/office/drawing/2014/main" id="{4D021192-CDFA-A54E-871C-18C0C421073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8229" y="4131469"/>
            <a:ext cx="360759" cy="383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343" name="Text Box 53">
            <a:extLst>
              <a:ext uri="{FF2B5EF4-FFF2-40B4-BE49-F238E27FC236}">
                <a16:creationId xmlns:a16="http://schemas.microsoft.com/office/drawing/2014/main" id="{CC638932-5A6E-6F4D-842F-700CCBF17AA6}"/>
              </a:ext>
            </a:extLst>
          </p:cNvPr>
          <p:cNvSpPr txBox="1">
            <a:spLocks noChangeArrowheads="1"/>
          </p:cNvSpPr>
          <p:nvPr/>
        </p:nvSpPr>
        <p:spPr bwMode="auto">
          <a:xfrm>
            <a:off x="1601392" y="3417094"/>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ea typeface="宋体" panose="02010600030101010101" pitchFamily="2" charset="-122"/>
              </a:rPr>
              <a:t>一系</a:t>
            </a:r>
          </a:p>
        </p:txBody>
      </p:sp>
      <p:pic>
        <p:nvPicPr>
          <p:cNvPr id="227344" name="Picture 54">
            <a:extLst>
              <a:ext uri="{FF2B5EF4-FFF2-40B4-BE49-F238E27FC236}">
                <a16:creationId xmlns:a16="http://schemas.microsoft.com/office/drawing/2014/main" id="{DF7A7243-FD26-114D-AD17-13846D6850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0497188">
            <a:off x="2102644" y="3450432"/>
            <a:ext cx="831056" cy="460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345" name="AutoShape 55">
            <a:extLst>
              <a:ext uri="{FF2B5EF4-FFF2-40B4-BE49-F238E27FC236}">
                <a16:creationId xmlns:a16="http://schemas.microsoft.com/office/drawing/2014/main" id="{3FE755F8-7BA9-2E48-893E-11F62E8B8BD4}"/>
              </a:ext>
            </a:extLst>
          </p:cNvPr>
          <p:cNvSpPr>
            <a:spLocks noChangeArrowheads="1"/>
          </p:cNvSpPr>
          <p:nvPr/>
        </p:nvSpPr>
        <p:spPr bwMode="auto">
          <a:xfrm>
            <a:off x="3533775" y="2557463"/>
            <a:ext cx="1919288" cy="2228850"/>
          </a:xfrm>
          <a:prstGeom prst="roundRect">
            <a:avLst>
              <a:gd name="adj" fmla="val 16667"/>
            </a:avLst>
          </a:prstGeom>
          <a:solidFill>
            <a:srgbClr val="FFFF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27346" name="Line 56">
            <a:extLst>
              <a:ext uri="{FF2B5EF4-FFF2-40B4-BE49-F238E27FC236}">
                <a16:creationId xmlns:a16="http://schemas.microsoft.com/office/drawing/2014/main" id="{66AF443E-9601-A741-9FD2-7E0F9D4E12E8}"/>
              </a:ext>
            </a:extLst>
          </p:cNvPr>
          <p:cNvSpPr>
            <a:spLocks noChangeShapeType="1"/>
          </p:cNvSpPr>
          <p:nvPr/>
        </p:nvSpPr>
        <p:spPr bwMode="auto">
          <a:xfrm flipH="1">
            <a:off x="3833812" y="3720704"/>
            <a:ext cx="481013" cy="5524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27347" name="Picture 57">
            <a:extLst>
              <a:ext uri="{FF2B5EF4-FFF2-40B4-BE49-F238E27FC236}">
                <a16:creationId xmlns:a16="http://schemas.microsoft.com/office/drawing/2014/main" id="{F772E5FD-9BA8-4846-BD82-6E2F0890639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5694" y="4131469"/>
            <a:ext cx="360760" cy="383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348" name="Line 58">
            <a:extLst>
              <a:ext uri="{FF2B5EF4-FFF2-40B4-BE49-F238E27FC236}">
                <a16:creationId xmlns:a16="http://schemas.microsoft.com/office/drawing/2014/main" id="{84165792-0D35-9945-8B55-ED927F7E9810}"/>
              </a:ext>
            </a:extLst>
          </p:cNvPr>
          <p:cNvSpPr>
            <a:spLocks noChangeShapeType="1"/>
          </p:cNvSpPr>
          <p:nvPr/>
        </p:nvSpPr>
        <p:spPr bwMode="auto">
          <a:xfrm>
            <a:off x="4585097" y="3824288"/>
            <a:ext cx="133350" cy="43100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7349" name="Line 59">
            <a:extLst>
              <a:ext uri="{FF2B5EF4-FFF2-40B4-BE49-F238E27FC236}">
                <a16:creationId xmlns:a16="http://schemas.microsoft.com/office/drawing/2014/main" id="{639E0810-3FFB-6F43-ACC9-30C7CB4E1567}"/>
              </a:ext>
            </a:extLst>
          </p:cNvPr>
          <p:cNvSpPr>
            <a:spLocks noChangeShapeType="1"/>
          </p:cNvSpPr>
          <p:nvPr/>
        </p:nvSpPr>
        <p:spPr bwMode="auto">
          <a:xfrm>
            <a:off x="4718448" y="3806429"/>
            <a:ext cx="473869" cy="43100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7350" name="Line 60">
            <a:extLst>
              <a:ext uri="{FF2B5EF4-FFF2-40B4-BE49-F238E27FC236}">
                <a16:creationId xmlns:a16="http://schemas.microsoft.com/office/drawing/2014/main" id="{1CA761D7-78FD-B546-9907-17B869DB29F1}"/>
              </a:ext>
            </a:extLst>
          </p:cNvPr>
          <p:cNvSpPr>
            <a:spLocks noChangeShapeType="1"/>
          </p:cNvSpPr>
          <p:nvPr/>
        </p:nvSpPr>
        <p:spPr bwMode="auto">
          <a:xfrm flipH="1">
            <a:off x="4281487" y="3729037"/>
            <a:ext cx="129779" cy="5572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27351" name="Picture 61">
            <a:extLst>
              <a:ext uri="{FF2B5EF4-FFF2-40B4-BE49-F238E27FC236}">
                <a16:creationId xmlns:a16="http://schemas.microsoft.com/office/drawing/2014/main" id="{2C03CEA1-0507-1545-82A3-B83279A5F8C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8132" y="4131469"/>
            <a:ext cx="359569" cy="383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7352" name="Picture 62">
            <a:extLst>
              <a:ext uri="{FF2B5EF4-FFF2-40B4-BE49-F238E27FC236}">
                <a16:creationId xmlns:a16="http://schemas.microsoft.com/office/drawing/2014/main" id="{5D3C095F-1BD4-944E-8403-2103C470930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9379" y="4131469"/>
            <a:ext cx="359569" cy="383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7353" name="Picture 63">
            <a:extLst>
              <a:ext uri="{FF2B5EF4-FFF2-40B4-BE49-F238E27FC236}">
                <a16:creationId xmlns:a16="http://schemas.microsoft.com/office/drawing/2014/main" id="{89E2DEB6-CBD6-8247-A40C-3B81DF3CAB1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0625" y="4131469"/>
            <a:ext cx="360760" cy="383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354" name="Text Box 64">
            <a:extLst>
              <a:ext uri="{FF2B5EF4-FFF2-40B4-BE49-F238E27FC236}">
                <a16:creationId xmlns:a16="http://schemas.microsoft.com/office/drawing/2014/main" id="{6E2E5987-F8EF-DE45-B6F7-7A027842C0A4}"/>
              </a:ext>
            </a:extLst>
          </p:cNvPr>
          <p:cNvSpPr txBox="1">
            <a:spLocks noChangeArrowheads="1"/>
          </p:cNvSpPr>
          <p:nvPr/>
        </p:nvSpPr>
        <p:spPr bwMode="auto">
          <a:xfrm>
            <a:off x="3599260" y="3417094"/>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ea typeface="宋体" panose="02010600030101010101" pitchFamily="2" charset="-122"/>
              </a:rPr>
              <a:t>二系</a:t>
            </a:r>
          </a:p>
        </p:txBody>
      </p:sp>
      <p:pic>
        <p:nvPicPr>
          <p:cNvPr id="227355" name="Picture 65">
            <a:extLst>
              <a:ext uri="{FF2B5EF4-FFF2-40B4-BE49-F238E27FC236}">
                <a16:creationId xmlns:a16="http://schemas.microsoft.com/office/drawing/2014/main" id="{AFB74F0B-C56F-1447-BEE2-7A6413FE38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0497188">
            <a:off x="4135042" y="3450432"/>
            <a:ext cx="831056" cy="460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356" name="AutoShape 66">
            <a:extLst>
              <a:ext uri="{FF2B5EF4-FFF2-40B4-BE49-F238E27FC236}">
                <a16:creationId xmlns:a16="http://schemas.microsoft.com/office/drawing/2014/main" id="{DCC35266-1C28-2B45-B035-D6118ACCCC93}"/>
              </a:ext>
            </a:extLst>
          </p:cNvPr>
          <p:cNvSpPr>
            <a:spLocks noChangeArrowheads="1"/>
          </p:cNvSpPr>
          <p:nvPr/>
        </p:nvSpPr>
        <p:spPr bwMode="auto">
          <a:xfrm>
            <a:off x="5568553" y="2557463"/>
            <a:ext cx="1919288" cy="2228850"/>
          </a:xfrm>
          <a:prstGeom prst="roundRect">
            <a:avLst>
              <a:gd name="adj" fmla="val 16667"/>
            </a:avLst>
          </a:pr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27357" name="Line 67">
            <a:extLst>
              <a:ext uri="{FF2B5EF4-FFF2-40B4-BE49-F238E27FC236}">
                <a16:creationId xmlns:a16="http://schemas.microsoft.com/office/drawing/2014/main" id="{2271C9E3-633D-E942-A4F0-F2B5A2E60237}"/>
              </a:ext>
            </a:extLst>
          </p:cNvPr>
          <p:cNvSpPr>
            <a:spLocks noChangeShapeType="1"/>
          </p:cNvSpPr>
          <p:nvPr/>
        </p:nvSpPr>
        <p:spPr bwMode="auto">
          <a:xfrm flipH="1">
            <a:off x="5869782" y="3720704"/>
            <a:ext cx="479822" cy="5524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27358" name="Picture 68">
            <a:extLst>
              <a:ext uri="{FF2B5EF4-FFF2-40B4-BE49-F238E27FC236}">
                <a16:creationId xmlns:a16="http://schemas.microsoft.com/office/drawing/2014/main" id="{1C52CDAC-5DFD-0E45-936E-3D433C544D7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1663" y="4131469"/>
            <a:ext cx="359569" cy="383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359" name="Line 69">
            <a:extLst>
              <a:ext uri="{FF2B5EF4-FFF2-40B4-BE49-F238E27FC236}">
                <a16:creationId xmlns:a16="http://schemas.microsoft.com/office/drawing/2014/main" id="{FAE74A15-E750-874D-B040-AD992A39B549}"/>
              </a:ext>
            </a:extLst>
          </p:cNvPr>
          <p:cNvSpPr>
            <a:spLocks noChangeShapeType="1"/>
          </p:cNvSpPr>
          <p:nvPr/>
        </p:nvSpPr>
        <p:spPr bwMode="auto">
          <a:xfrm>
            <a:off x="6619875" y="3824288"/>
            <a:ext cx="134541" cy="43100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7360" name="Line 70">
            <a:extLst>
              <a:ext uri="{FF2B5EF4-FFF2-40B4-BE49-F238E27FC236}">
                <a16:creationId xmlns:a16="http://schemas.microsoft.com/office/drawing/2014/main" id="{7A2D76AD-3E8E-2045-BA3C-985B17DA72A3}"/>
              </a:ext>
            </a:extLst>
          </p:cNvPr>
          <p:cNvSpPr>
            <a:spLocks noChangeShapeType="1"/>
          </p:cNvSpPr>
          <p:nvPr/>
        </p:nvSpPr>
        <p:spPr bwMode="auto">
          <a:xfrm>
            <a:off x="6754416" y="3806429"/>
            <a:ext cx="472678" cy="43100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7361" name="Line 71">
            <a:extLst>
              <a:ext uri="{FF2B5EF4-FFF2-40B4-BE49-F238E27FC236}">
                <a16:creationId xmlns:a16="http://schemas.microsoft.com/office/drawing/2014/main" id="{16F18B41-29EF-CD4A-AF0D-24C5FB669C06}"/>
              </a:ext>
            </a:extLst>
          </p:cNvPr>
          <p:cNvSpPr>
            <a:spLocks noChangeShapeType="1"/>
          </p:cNvSpPr>
          <p:nvPr/>
        </p:nvSpPr>
        <p:spPr bwMode="auto">
          <a:xfrm flipH="1">
            <a:off x="6316266" y="3729037"/>
            <a:ext cx="129778" cy="5572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27362" name="Picture 72">
            <a:extLst>
              <a:ext uri="{FF2B5EF4-FFF2-40B4-BE49-F238E27FC236}">
                <a16:creationId xmlns:a16="http://schemas.microsoft.com/office/drawing/2014/main" id="{A0E8738A-8CCC-C643-AFFF-79492FE0D3AC}"/>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32910" y="4131469"/>
            <a:ext cx="359569" cy="383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7363" name="Picture 73">
            <a:extLst>
              <a:ext uri="{FF2B5EF4-FFF2-40B4-BE49-F238E27FC236}">
                <a16:creationId xmlns:a16="http://schemas.microsoft.com/office/drawing/2014/main" id="{5067EAF3-FAE9-3245-8E77-1FC1D74FEA6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4157" y="4131469"/>
            <a:ext cx="360760" cy="383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7364" name="Picture 74">
            <a:extLst>
              <a:ext uri="{FF2B5EF4-FFF2-40B4-BE49-F238E27FC236}">
                <a16:creationId xmlns:a16="http://schemas.microsoft.com/office/drawing/2014/main" id="{242118C7-6154-FC47-BB77-F0BD2A97C49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6594" y="4131469"/>
            <a:ext cx="359569" cy="383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365" name="Text Box 75">
            <a:extLst>
              <a:ext uri="{FF2B5EF4-FFF2-40B4-BE49-F238E27FC236}">
                <a16:creationId xmlns:a16="http://schemas.microsoft.com/office/drawing/2014/main" id="{3253824A-4DF6-9E41-99C1-01CF7B1B85F5}"/>
              </a:ext>
            </a:extLst>
          </p:cNvPr>
          <p:cNvSpPr txBox="1">
            <a:spLocks noChangeArrowheads="1"/>
          </p:cNvSpPr>
          <p:nvPr/>
        </p:nvSpPr>
        <p:spPr bwMode="auto">
          <a:xfrm>
            <a:off x="5597129" y="3417094"/>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ea typeface="宋体" panose="02010600030101010101" pitchFamily="2" charset="-122"/>
              </a:rPr>
              <a:t>三系</a:t>
            </a:r>
          </a:p>
        </p:txBody>
      </p:sp>
      <p:pic>
        <p:nvPicPr>
          <p:cNvPr id="227366" name="Picture 76">
            <a:extLst>
              <a:ext uri="{FF2B5EF4-FFF2-40B4-BE49-F238E27FC236}">
                <a16:creationId xmlns:a16="http://schemas.microsoft.com/office/drawing/2014/main" id="{71AAE784-4DB4-A14B-9735-9AADFB0E9C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0497188">
            <a:off x="6171010" y="3450432"/>
            <a:ext cx="829865" cy="460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367" name="AutoShape 77">
            <a:extLst>
              <a:ext uri="{FF2B5EF4-FFF2-40B4-BE49-F238E27FC236}">
                <a16:creationId xmlns:a16="http://schemas.microsoft.com/office/drawing/2014/main" id="{7E1274EB-2F78-5A4C-BEDB-36C196A9AE39}"/>
              </a:ext>
            </a:extLst>
          </p:cNvPr>
          <p:cNvSpPr>
            <a:spLocks/>
          </p:cNvSpPr>
          <p:nvPr/>
        </p:nvSpPr>
        <p:spPr bwMode="auto">
          <a:xfrm rot="5400000" flipV="1">
            <a:off x="4379119" y="282179"/>
            <a:ext cx="311944" cy="4267200"/>
          </a:xfrm>
          <a:prstGeom prst="leftBrace">
            <a:avLst>
              <a:gd name="adj1" fmla="val 113995"/>
              <a:gd name="adj2" fmla="val 50000"/>
            </a:avLst>
          </a:pr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27368" name="Text Box 78">
            <a:extLst>
              <a:ext uri="{FF2B5EF4-FFF2-40B4-BE49-F238E27FC236}">
                <a16:creationId xmlns:a16="http://schemas.microsoft.com/office/drawing/2014/main" id="{0AC8F550-22E9-D044-B3D1-61F57973C7F9}"/>
              </a:ext>
            </a:extLst>
          </p:cNvPr>
          <p:cNvSpPr txBox="1">
            <a:spLocks noChangeArrowheads="1"/>
          </p:cNvSpPr>
          <p:nvPr/>
        </p:nvSpPr>
        <p:spPr bwMode="auto">
          <a:xfrm>
            <a:off x="2021682" y="2607469"/>
            <a:ext cx="877163"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ea typeface="宋体" panose="02010600030101010101" pitchFamily="2" charset="-122"/>
              </a:rPr>
              <a:t>碰撞域</a:t>
            </a:r>
          </a:p>
        </p:txBody>
      </p:sp>
      <p:sp>
        <p:nvSpPr>
          <p:cNvPr id="227369" name="Text Box 79">
            <a:extLst>
              <a:ext uri="{FF2B5EF4-FFF2-40B4-BE49-F238E27FC236}">
                <a16:creationId xmlns:a16="http://schemas.microsoft.com/office/drawing/2014/main" id="{CF11B91F-9597-A44F-B637-8B1787154702}"/>
              </a:ext>
            </a:extLst>
          </p:cNvPr>
          <p:cNvSpPr txBox="1">
            <a:spLocks noChangeArrowheads="1"/>
          </p:cNvSpPr>
          <p:nvPr/>
        </p:nvSpPr>
        <p:spPr bwMode="auto">
          <a:xfrm>
            <a:off x="4127898" y="2607469"/>
            <a:ext cx="877163"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ea typeface="宋体" panose="02010600030101010101" pitchFamily="2" charset="-122"/>
              </a:rPr>
              <a:t>碰撞域</a:t>
            </a:r>
          </a:p>
        </p:txBody>
      </p:sp>
      <p:sp>
        <p:nvSpPr>
          <p:cNvPr id="227370" name="Text Box 80">
            <a:extLst>
              <a:ext uri="{FF2B5EF4-FFF2-40B4-BE49-F238E27FC236}">
                <a16:creationId xmlns:a16="http://schemas.microsoft.com/office/drawing/2014/main" id="{FF8FE161-0244-5E40-AA52-47A436E9287E}"/>
              </a:ext>
            </a:extLst>
          </p:cNvPr>
          <p:cNvSpPr txBox="1">
            <a:spLocks noChangeArrowheads="1"/>
          </p:cNvSpPr>
          <p:nvPr/>
        </p:nvSpPr>
        <p:spPr bwMode="auto">
          <a:xfrm>
            <a:off x="6124576" y="2607469"/>
            <a:ext cx="877163"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ea typeface="宋体" panose="02010600030101010101" pitchFamily="2" charset="-122"/>
              </a:rPr>
              <a:t>碰撞域</a:t>
            </a:r>
          </a:p>
        </p:txBody>
      </p:sp>
      <p:sp>
        <p:nvSpPr>
          <p:cNvPr id="227371" name="幻灯片编号占位符 1">
            <a:extLst>
              <a:ext uri="{FF2B5EF4-FFF2-40B4-BE49-F238E27FC236}">
                <a16:creationId xmlns:a16="http://schemas.microsoft.com/office/drawing/2014/main" id="{D9954BC5-4D0F-1943-950F-6FF1F2D7FE5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CB32C1A-44FD-F14B-90BD-104E74DE3BC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60130460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7" name="Rectangle 3">
            <a:extLst>
              <a:ext uri="{FF2B5EF4-FFF2-40B4-BE49-F238E27FC236}">
                <a16:creationId xmlns:a16="http://schemas.microsoft.com/office/drawing/2014/main" id="{3C03D389-2F9A-C54A-BF9A-4D41F605731A}"/>
              </a:ext>
            </a:extLst>
          </p:cNvPr>
          <p:cNvSpPr>
            <a:spLocks noGrp="1" noChangeArrowheads="1"/>
          </p:cNvSpPr>
          <p:nvPr>
            <p:ph type="title"/>
          </p:nvPr>
        </p:nvSpPr>
        <p:spPr>
          <a:xfrm>
            <a:off x="84535" y="207400"/>
            <a:ext cx="8572500" cy="736997"/>
          </a:xfrm>
        </p:spPr>
        <p:txBody>
          <a:bodyPr/>
          <a:lstStyle/>
          <a:p>
            <a:pPr eaLnBrk="1" hangingPunct="1"/>
            <a:r>
              <a:rPr lang="zh-CN" altLang="en-US" dirty="0">
                <a:latin typeface="Times New Roman" panose="02020603050405020304" pitchFamily="18" charset="0"/>
                <a:ea typeface="宋体" panose="02010600030101010101" pitchFamily="2" charset="-122"/>
              </a:rPr>
              <a:t>用集线器组成更大的局域网都在一个碰撞域中</a:t>
            </a:r>
          </a:p>
        </p:txBody>
      </p:sp>
      <p:sp>
        <p:nvSpPr>
          <p:cNvPr id="229378" name="AutoShape 42">
            <a:extLst>
              <a:ext uri="{FF2B5EF4-FFF2-40B4-BE49-F238E27FC236}">
                <a16:creationId xmlns:a16="http://schemas.microsoft.com/office/drawing/2014/main" id="{E677CBBB-9A6D-6F4D-AED1-B28A237BE632}"/>
              </a:ext>
            </a:extLst>
          </p:cNvPr>
          <p:cNvSpPr>
            <a:spLocks noChangeArrowheads="1"/>
          </p:cNvSpPr>
          <p:nvPr/>
        </p:nvSpPr>
        <p:spPr bwMode="auto">
          <a:xfrm>
            <a:off x="1179910" y="2010966"/>
            <a:ext cx="6686550" cy="2308622"/>
          </a:xfrm>
          <a:prstGeom prst="roundRect">
            <a:avLst>
              <a:gd name="adj" fmla="val 16667"/>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29379" name="Line 43">
            <a:extLst>
              <a:ext uri="{FF2B5EF4-FFF2-40B4-BE49-F238E27FC236}">
                <a16:creationId xmlns:a16="http://schemas.microsoft.com/office/drawing/2014/main" id="{F5B37BE7-AA2F-6443-9BEF-A79EDAD306CD}"/>
              </a:ext>
            </a:extLst>
          </p:cNvPr>
          <p:cNvSpPr>
            <a:spLocks noChangeShapeType="1"/>
          </p:cNvSpPr>
          <p:nvPr/>
        </p:nvSpPr>
        <p:spPr bwMode="auto">
          <a:xfrm flipH="1">
            <a:off x="2621756" y="2513410"/>
            <a:ext cx="1610916" cy="72151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9380" name="Line 44">
            <a:extLst>
              <a:ext uri="{FF2B5EF4-FFF2-40B4-BE49-F238E27FC236}">
                <a16:creationId xmlns:a16="http://schemas.microsoft.com/office/drawing/2014/main" id="{89E3FDFB-E719-E04F-BAC6-8084D0CBFB8A}"/>
              </a:ext>
            </a:extLst>
          </p:cNvPr>
          <p:cNvSpPr>
            <a:spLocks noChangeShapeType="1"/>
          </p:cNvSpPr>
          <p:nvPr/>
        </p:nvSpPr>
        <p:spPr bwMode="auto">
          <a:xfrm>
            <a:off x="4748213" y="2519363"/>
            <a:ext cx="2003822" cy="6893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9381" name="Line 45">
            <a:extLst>
              <a:ext uri="{FF2B5EF4-FFF2-40B4-BE49-F238E27FC236}">
                <a16:creationId xmlns:a16="http://schemas.microsoft.com/office/drawing/2014/main" id="{1C5F49DD-B103-FA40-B893-5B3172DB9D31}"/>
              </a:ext>
            </a:extLst>
          </p:cNvPr>
          <p:cNvSpPr>
            <a:spLocks noChangeShapeType="1"/>
          </p:cNvSpPr>
          <p:nvPr/>
        </p:nvSpPr>
        <p:spPr bwMode="auto">
          <a:xfrm>
            <a:off x="4483894" y="2555082"/>
            <a:ext cx="157163" cy="669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9382" name="Text Box 46">
            <a:extLst>
              <a:ext uri="{FF2B5EF4-FFF2-40B4-BE49-F238E27FC236}">
                <a16:creationId xmlns:a16="http://schemas.microsoft.com/office/drawing/2014/main" id="{3AEC1945-282A-3F44-BAA9-C067ACAC76A0}"/>
              </a:ext>
            </a:extLst>
          </p:cNvPr>
          <p:cNvSpPr txBox="1">
            <a:spLocks noChangeArrowheads="1"/>
          </p:cNvSpPr>
          <p:nvPr/>
        </p:nvSpPr>
        <p:spPr bwMode="auto">
          <a:xfrm>
            <a:off x="1601392" y="3057525"/>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ea typeface="宋体" panose="02010600030101010101" pitchFamily="2" charset="-122"/>
              </a:rPr>
              <a:t>一系</a:t>
            </a:r>
          </a:p>
        </p:txBody>
      </p:sp>
      <p:sp>
        <p:nvSpPr>
          <p:cNvPr id="229383" name="Text Box 47">
            <a:extLst>
              <a:ext uri="{FF2B5EF4-FFF2-40B4-BE49-F238E27FC236}">
                <a16:creationId xmlns:a16="http://schemas.microsoft.com/office/drawing/2014/main" id="{00ED705D-103F-7C44-B520-B153372B669D}"/>
              </a:ext>
            </a:extLst>
          </p:cNvPr>
          <p:cNvSpPr txBox="1">
            <a:spLocks noChangeArrowheads="1"/>
          </p:cNvSpPr>
          <p:nvPr/>
        </p:nvSpPr>
        <p:spPr bwMode="auto">
          <a:xfrm>
            <a:off x="5866210" y="3057525"/>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ea typeface="宋体" panose="02010600030101010101" pitchFamily="2" charset="-122"/>
              </a:rPr>
              <a:t>三系</a:t>
            </a:r>
          </a:p>
        </p:txBody>
      </p:sp>
      <p:sp>
        <p:nvSpPr>
          <p:cNvPr id="229384" name="Text Box 48">
            <a:extLst>
              <a:ext uri="{FF2B5EF4-FFF2-40B4-BE49-F238E27FC236}">
                <a16:creationId xmlns:a16="http://schemas.microsoft.com/office/drawing/2014/main" id="{6A7C2FB4-1377-0F47-AAC3-8F2F465C386C}"/>
              </a:ext>
            </a:extLst>
          </p:cNvPr>
          <p:cNvSpPr txBox="1">
            <a:spLocks noChangeArrowheads="1"/>
          </p:cNvSpPr>
          <p:nvPr/>
        </p:nvSpPr>
        <p:spPr bwMode="auto">
          <a:xfrm>
            <a:off x="3706417" y="3057525"/>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ea typeface="宋体" panose="02010600030101010101" pitchFamily="2" charset="-122"/>
              </a:rPr>
              <a:t>二系</a:t>
            </a:r>
          </a:p>
        </p:txBody>
      </p:sp>
      <p:sp>
        <p:nvSpPr>
          <p:cNvPr id="229385" name="Text Box 49">
            <a:extLst>
              <a:ext uri="{FF2B5EF4-FFF2-40B4-BE49-F238E27FC236}">
                <a16:creationId xmlns:a16="http://schemas.microsoft.com/office/drawing/2014/main" id="{EE794EB1-3909-D54C-93A6-CF33B9C1BACF}"/>
              </a:ext>
            </a:extLst>
          </p:cNvPr>
          <p:cNvSpPr txBox="1">
            <a:spLocks noChangeArrowheads="1"/>
          </p:cNvSpPr>
          <p:nvPr/>
        </p:nvSpPr>
        <p:spPr bwMode="auto">
          <a:xfrm>
            <a:off x="2805113" y="2140744"/>
            <a:ext cx="13388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ea typeface="宋体" panose="02010600030101010101" pitchFamily="2" charset="-122"/>
              </a:rPr>
              <a:t>主干集线器</a:t>
            </a:r>
          </a:p>
        </p:txBody>
      </p:sp>
      <p:sp>
        <p:nvSpPr>
          <p:cNvPr id="229386" name="Text Box 50">
            <a:extLst>
              <a:ext uri="{FF2B5EF4-FFF2-40B4-BE49-F238E27FC236}">
                <a16:creationId xmlns:a16="http://schemas.microsoft.com/office/drawing/2014/main" id="{AA1096C0-01B6-6343-B8EA-E80B66895A44}"/>
              </a:ext>
            </a:extLst>
          </p:cNvPr>
          <p:cNvSpPr txBox="1">
            <a:spLocks noChangeArrowheads="1"/>
          </p:cNvSpPr>
          <p:nvPr/>
        </p:nvSpPr>
        <p:spPr bwMode="auto">
          <a:xfrm>
            <a:off x="3469482" y="1600200"/>
            <a:ext cx="20313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ea typeface="宋体" panose="02010600030101010101" pitchFamily="2" charset="-122"/>
              </a:rPr>
              <a:t>一个更大的碰撞域</a:t>
            </a:r>
          </a:p>
        </p:txBody>
      </p:sp>
      <p:sp>
        <p:nvSpPr>
          <p:cNvPr id="229387" name="Line 51">
            <a:extLst>
              <a:ext uri="{FF2B5EF4-FFF2-40B4-BE49-F238E27FC236}">
                <a16:creationId xmlns:a16="http://schemas.microsoft.com/office/drawing/2014/main" id="{7FDE0FD7-05B0-7F4B-B784-94A2F8B5F937}"/>
              </a:ext>
            </a:extLst>
          </p:cNvPr>
          <p:cNvSpPr>
            <a:spLocks noChangeShapeType="1"/>
          </p:cNvSpPr>
          <p:nvPr/>
        </p:nvSpPr>
        <p:spPr bwMode="auto">
          <a:xfrm flipH="1">
            <a:off x="1797844" y="3334941"/>
            <a:ext cx="498872" cy="51077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29388" name="Picture 52">
            <a:extLst>
              <a:ext uri="{FF2B5EF4-FFF2-40B4-BE49-F238E27FC236}">
                <a16:creationId xmlns:a16="http://schemas.microsoft.com/office/drawing/2014/main" id="{5E2830E0-C986-7646-91AC-B8DDA00113B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2582" y="3714750"/>
            <a:ext cx="373856" cy="353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9389" name="Line 53">
            <a:extLst>
              <a:ext uri="{FF2B5EF4-FFF2-40B4-BE49-F238E27FC236}">
                <a16:creationId xmlns:a16="http://schemas.microsoft.com/office/drawing/2014/main" id="{369CDB19-022C-BD48-B784-4CD4BD0F6E1F}"/>
              </a:ext>
            </a:extLst>
          </p:cNvPr>
          <p:cNvSpPr>
            <a:spLocks noChangeShapeType="1"/>
          </p:cNvSpPr>
          <p:nvPr/>
        </p:nvSpPr>
        <p:spPr bwMode="auto">
          <a:xfrm>
            <a:off x="2577704" y="3431382"/>
            <a:ext cx="139303" cy="397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9390" name="Line 54">
            <a:extLst>
              <a:ext uri="{FF2B5EF4-FFF2-40B4-BE49-F238E27FC236}">
                <a16:creationId xmlns:a16="http://schemas.microsoft.com/office/drawing/2014/main" id="{5792241C-F342-EC46-979F-E7A3F782DCCC}"/>
              </a:ext>
            </a:extLst>
          </p:cNvPr>
          <p:cNvSpPr>
            <a:spLocks noChangeShapeType="1"/>
          </p:cNvSpPr>
          <p:nvPr/>
        </p:nvSpPr>
        <p:spPr bwMode="auto">
          <a:xfrm>
            <a:off x="2717006" y="3414713"/>
            <a:ext cx="491729" cy="397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9391" name="Line 55">
            <a:extLst>
              <a:ext uri="{FF2B5EF4-FFF2-40B4-BE49-F238E27FC236}">
                <a16:creationId xmlns:a16="http://schemas.microsoft.com/office/drawing/2014/main" id="{4448BE9B-DBC8-E444-A538-0D85D229F052}"/>
              </a:ext>
            </a:extLst>
          </p:cNvPr>
          <p:cNvSpPr>
            <a:spLocks noChangeShapeType="1"/>
          </p:cNvSpPr>
          <p:nvPr/>
        </p:nvSpPr>
        <p:spPr bwMode="auto">
          <a:xfrm flipH="1">
            <a:off x="2262188" y="3343275"/>
            <a:ext cx="134541" cy="514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29392" name="Picture 56">
            <a:extLst>
              <a:ext uri="{FF2B5EF4-FFF2-40B4-BE49-F238E27FC236}">
                <a16:creationId xmlns:a16="http://schemas.microsoft.com/office/drawing/2014/main" id="{06065A79-E61F-184D-8813-DFF8995E6ABC}"/>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1688" y="3714750"/>
            <a:ext cx="373856" cy="353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9393" name="Picture 57">
            <a:extLst>
              <a:ext uri="{FF2B5EF4-FFF2-40B4-BE49-F238E27FC236}">
                <a16:creationId xmlns:a16="http://schemas.microsoft.com/office/drawing/2014/main" id="{F74186FC-BBED-8B4F-8EE6-50D6A78027F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0794" y="3714750"/>
            <a:ext cx="373856" cy="353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9394" name="Picture 58">
            <a:extLst>
              <a:ext uri="{FF2B5EF4-FFF2-40B4-BE49-F238E27FC236}">
                <a16:creationId xmlns:a16="http://schemas.microsoft.com/office/drawing/2014/main" id="{E4A1AC97-985C-B045-B53F-CA4EC64F538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9901" y="3714750"/>
            <a:ext cx="373856" cy="353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9395" name="Picture 59">
            <a:extLst>
              <a:ext uri="{FF2B5EF4-FFF2-40B4-BE49-F238E27FC236}">
                <a16:creationId xmlns:a16="http://schemas.microsoft.com/office/drawing/2014/main" id="{EF97CDA2-8B7A-534B-8FED-6D537B5445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0497188">
            <a:off x="2110979" y="3086100"/>
            <a:ext cx="863203" cy="425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9396" name="Line 60">
            <a:extLst>
              <a:ext uri="{FF2B5EF4-FFF2-40B4-BE49-F238E27FC236}">
                <a16:creationId xmlns:a16="http://schemas.microsoft.com/office/drawing/2014/main" id="{B0E57B5B-3886-6F46-8C65-1F165BA0A105}"/>
              </a:ext>
            </a:extLst>
          </p:cNvPr>
          <p:cNvSpPr>
            <a:spLocks noChangeShapeType="1"/>
          </p:cNvSpPr>
          <p:nvPr/>
        </p:nvSpPr>
        <p:spPr bwMode="auto">
          <a:xfrm flipH="1">
            <a:off x="3910013" y="3334941"/>
            <a:ext cx="498872" cy="51077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29397" name="Picture 61">
            <a:extLst>
              <a:ext uri="{FF2B5EF4-FFF2-40B4-BE49-F238E27FC236}">
                <a16:creationId xmlns:a16="http://schemas.microsoft.com/office/drawing/2014/main" id="{523B7FFE-B327-6841-B35C-3CA2D01D0B1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4751" y="3714750"/>
            <a:ext cx="373856" cy="353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9398" name="Line 62">
            <a:extLst>
              <a:ext uri="{FF2B5EF4-FFF2-40B4-BE49-F238E27FC236}">
                <a16:creationId xmlns:a16="http://schemas.microsoft.com/office/drawing/2014/main" id="{570D1F7D-F2B7-E546-B215-BB6A001BB753}"/>
              </a:ext>
            </a:extLst>
          </p:cNvPr>
          <p:cNvSpPr>
            <a:spLocks noChangeShapeType="1"/>
          </p:cNvSpPr>
          <p:nvPr/>
        </p:nvSpPr>
        <p:spPr bwMode="auto">
          <a:xfrm>
            <a:off x="4689873" y="3431382"/>
            <a:ext cx="139303" cy="397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9399" name="Line 63">
            <a:extLst>
              <a:ext uri="{FF2B5EF4-FFF2-40B4-BE49-F238E27FC236}">
                <a16:creationId xmlns:a16="http://schemas.microsoft.com/office/drawing/2014/main" id="{52FED029-085B-5A43-A3E3-E3AA457C5531}"/>
              </a:ext>
            </a:extLst>
          </p:cNvPr>
          <p:cNvSpPr>
            <a:spLocks noChangeShapeType="1"/>
          </p:cNvSpPr>
          <p:nvPr/>
        </p:nvSpPr>
        <p:spPr bwMode="auto">
          <a:xfrm>
            <a:off x="4829175" y="3414713"/>
            <a:ext cx="490538" cy="397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9400" name="Line 64">
            <a:extLst>
              <a:ext uri="{FF2B5EF4-FFF2-40B4-BE49-F238E27FC236}">
                <a16:creationId xmlns:a16="http://schemas.microsoft.com/office/drawing/2014/main" id="{F6FC89C2-DE15-0B44-BB2D-C86AD95966AE}"/>
              </a:ext>
            </a:extLst>
          </p:cNvPr>
          <p:cNvSpPr>
            <a:spLocks noChangeShapeType="1"/>
          </p:cNvSpPr>
          <p:nvPr/>
        </p:nvSpPr>
        <p:spPr bwMode="auto">
          <a:xfrm flipH="1">
            <a:off x="4374356" y="3343275"/>
            <a:ext cx="134541" cy="514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29401" name="Picture 65">
            <a:extLst>
              <a:ext uri="{FF2B5EF4-FFF2-40B4-BE49-F238E27FC236}">
                <a16:creationId xmlns:a16="http://schemas.microsoft.com/office/drawing/2014/main" id="{3461E641-CD01-0C40-BAF9-99445275ACA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83857" y="3714750"/>
            <a:ext cx="373856" cy="353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9402" name="Picture 66">
            <a:extLst>
              <a:ext uri="{FF2B5EF4-FFF2-40B4-BE49-F238E27FC236}">
                <a16:creationId xmlns:a16="http://schemas.microsoft.com/office/drawing/2014/main" id="{F31F1467-5595-D445-8214-3FA89D3B5E6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2963" y="3714750"/>
            <a:ext cx="373856" cy="353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9403" name="Picture 67">
            <a:extLst>
              <a:ext uri="{FF2B5EF4-FFF2-40B4-BE49-F238E27FC236}">
                <a16:creationId xmlns:a16="http://schemas.microsoft.com/office/drawing/2014/main" id="{D94F5753-9E29-8942-AA45-0B355E5CE51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22069" y="3714750"/>
            <a:ext cx="373856" cy="353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9404" name="Picture 68">
            <a:extLst>
              <a:ext uri="{FF2B5EF4-FFF2-40B4-BE49-F238E27FC236}">
                <a16:creationId xmlns:a16="http://schemas.microsoft.com/office/drawing/2014/main" id="{51D17732-2635-874B-846D-A4E73E8E03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0497188">
            <a:off x="4223147" y="3086100"/>
            <a:ext cx="862013" cy="425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9405" name="Line 69">
            <a:extLst>
              <a:ext uri="{FF2B5EF4-FFF2-40B4-BE49-F238E27FC236}">
                <a16:creationId xmlns:a16="http://schemas.microsoft.com/office/drawing/2014/main" id="{EB8AB99F-9A6E-9744-A22E-FA29859960B3}"/>
              </a:ext>
            </a:extLst>
          </p:cNvPr>
          <p:cNvSpPr>
            <a:spLocks noChangeShapeType="1"/>
          </p:cNvSpPr>
          <p:nvPr/>
        </p:nvSpPr>
        <p:spPr bwMode="auto">
          <a:xfrm flipH="1">
            <a:off x="6023372" y="3334941"/>
            <a:ext cx="498872" cy="51077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29406" name="Picture 70">
            <a:extLst>
              <a:ext uri="{FF2B5EF4-FFF2-40B4-BE49-F238E27FC236}">
                <a16:creationId xmlns:a16="http://schemas.microsoft.com/office/drawing/2014/main" id="{FEC6F036-5159-C148-BFBB-5819AE3CA5D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8110" y="3714750"/>
            <a:ext cx="373856" cy="353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9407" name="Line 71">
            <a:extLst>
              <a:ext uri="{FF2B5EF4-FFF2-40B4-BE49-F238E27FC236}">
                <a16:creationId xmlns:a16="http://schemas.microsoft.com/office/drawing/2014/main" id="{5BF57B21-6130-844D-8087-D486120A6634}"/>
              </a:ext>
            </a:extLst>
          </p:cNvPr>
          <p:cNvSpPr>
            <a:spLocks noChangeShapeType="1"/>
          </p:cNvSpPr>
          <p:nvPr/>
        </p:nvSpPr>
        <p:spPr bwMode="auto">
          <a:xfrm>
            <a:off x="6803231" y="3431382"/>
            <a:ext cx="139304" cy="397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9408" name="Line 72">
            <a:extLst>
              <a:ext uri="{FF2B5EF4-FFF2-40B4-BE49-F238E27FC236}">
                <a16:creationId xmlns:a16="http://schemas.microsoft.com/office/drawing/2014/main" id="{16CB11DD-83D6-2D49-8750-C6837B1E65B5}"/>
              </a:ext>
            </a:extLst>
          </p:cNvPr>
          <p:cNvSpPr>
            <a:spLocks noChangeShapeType="1"/>
          </p:cNvSpPr>
          <p:nvPr/>
        </p:nvSpPr>
        <p:spPr bwMode="auto">
          <a:xfrm>
            <a:off x="6942535" y="3414713"/>
            <a:ext cx="491728" cy="397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9409" name="Line 73">
            <a:extLst>
              <a:ext uri="{FF2B5EF4-FFF2-40B4-BE49-F238E27FC236}">
                <a16:creationId xmlns:a16="http://schemas.microsoft.com/office/drawing/2014/main" id="{321A98DE-82FF-614A-A768-C80D485FAC78}"/>
              </a:ext>
            </a:extLst>
          </p:cNvPr>
          <p:cNvSpPr>
            <a:spLocks noChangeShapeType="1"/>
          </p:cNvSpPr>
          <p:nvPr/>
        </p:nvSpPr>
        <p:spPr bwMode="auto">
          <a:xfrm flipH="1">
            <a:off x="6487717" y="3343275"/>
            <a:ext cx="134540" cy="514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29410" name="Picture 74">
            <a:extLst>
              <a:ext uri="{FF2B5EF4-FFF2-40B4-BE49-F238E27FC236}">
                <a16:creationId xmlns:a16="http://schemas.microsoft.com/office/drawing/2014/main" id="{F49E1D50-696A-B64E-B8CA-517B9D62504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7217" y="3714750"/>
            <a:ext cx="373856" cy="353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9411" name="Picture 75">
            <a:extLst>
              <a:ext uri="{FF2B5EF4-FFF2-40B4-BE49-F238E27FC236}">
                <a16:creationId xmlns:a16="http://schemas.microsoft.com/office/drawing/2014/main" id="{F4C886A2-31ED-CF42-B7FF-7E5180BF8E3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66323" y="3714750"/>
            <a:ext cx="373856" cy="353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9412" name="Picture 76">
            <a:extLst>
              <a:ext uri="{FF2B5EF4-FFF2-40B4-BE49-F238E27FC236}">
                <a16:creationId xmlns:a16="http://schemas.microsoft.com/office/drawing/2014/main" id="{F7447E81-CC5E-6345-9B95-2A6A02A3E1C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5429" y="3714750"/>
            <a:ext cx="373856" cy="353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9413" name="Picture 77">
            <a:extLst>
              <a:ext uri="{FF2B5EF4-FFF2-40B4-BE49-F238E27FC236}">
                <a16:creationId xmlns:a16="http://schemas.microsoft.com/office/drawing/2014/main" id="{D5D7F3BE-B7EC-CE42-BBA8-D21E0AAF6F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0497188">
            <a:off x="6336506" y="3086100"/>
            <a:ext cx="863204" cy="425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9414" name="Picture 78">
            <a:extLst>
              <a:ext uri="{FF2B5EF4-FFF2-40B4-BE49-F238E27FC236}">
                <a16:creationId xmlns:a16="http://schemas.microsoft.com/office/drawing/2014/main" id="{7ABA16DB-3E71-5C45-A22F-67FF880C66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0497188">
            <a:off x="3968354" y="2130029"/>
            <a:ext cx="1153715" cy="567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9415" name="Text Box 79">
            <a:extLst>
              <a:ext uri="{FF2B5EF4-FFF2-40B4-BE49-F238E27FC236}">
                <a16:creationId xmlns:a16="http://schemas.microsoft.com/office/drawing/2014/main" id="{39FB7E04-6176-8144-8EDA-217F6A84B023}"/>
              </a:ext>
            </a:extLst>
          </p:cNvPr>
          <p:cNvSpPr txBox="1">
            <a:spLocks noChangeArrowheads="1"/>
          </p:cNvSpPr>
          <p:nvPr/>
        </p:nvSpPr>
        <p:spPr bwMode="auto">
          <a:xfrm>
            <a:off x="6610351" y="2135981"/>
            <a:ext cx="877163"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ea typeface="宋体" panose="02010600030101010101" pitchFamily="2" charset="-122"/>
              </a:rPr>
              <a:t>碰撞域</a:t>
            </a:r>
          </a:p>
        </p:txBody>
      </p:sp>
      <p:sp>
        <p:nvSpPr>
          <p:cNvPr id="229416" name="幻灯片编号占位符 1">
            <a:extLst>
              <a:ext uri="{FF2B5EF4-FFF2-40B4-BE49-F238E27FC236}">
                <a16:creationId xmlns:a16="http://schemas.microsoft.com/office/drawing/2014/main" id="{B418767D-A310-AE48-AB87-B6A92ADB372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5559266-947E-1841-A751-60F67F26F8C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85554390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06" name="Rectangle 2">
            <a:extLst>
              <a:ext uri="{FF2B5EF4-FFF2-40B4-BE49-F238E27FC236}">
                <a16:creationId xmlns:a16="http://schemas.microsoft.com/office/drawing/2014/main" id="{676E35CB-933F-2E49-B266-7F636444B82D}"/>
              </a:ext>
            </a:extLst>
          </p:cNvPr>
          <p:cNvSpPr>
            <a:spLocks noGrp="1" noChangeArrowheads="1"/>
          </p:cNvSpPr>
          <p:nvPr>
            <p:ph type="body" idx="1"/>
          </p:nvPr>
        </p:nvSpPr>
        <p:spPr>
          <a:xfrm>
            <a:off x="251460" y="1113235"/>
            <a:ext cx="8687055" cy="3618309"/>
          </a:xfrm>
        </p:spPr>
        <p:txBody>
          <a:bodyPr/>
          <a:lstStyle/>
          <a:p>
            <a:pPr eaLnBrk="1" hangingPunct="1">
              <a:lnSpc>
                <a:spcPct val="110000"/>
              </a:lnSpc>
            </a:pPr>
            <a:r>
              <a:rPr lang="zh-CN" altLang="en-US" sz="2100" dirty="0">
                <a:ea typeface="宋体" panose="02010600030101010101" pitchFamily="2" charset="-122"/>
              </a:rPr>
              <a:t>优点</a:t>
            </a:r>
          </a:p>
          <a:p>
            <a:pPr lvl="1" eaLnBrk="1" hangingPunct="1">
              <a:lnSpc>
                <a:spcPct val="110000"/>
              </a:lnSpc>
            </a:pPr>
            <a:r>
              <a:rPr lang="zh-CN" altLang="en-US" sz="1800" dirty="0">
                <a:solidFill>
                  <a:srgbClr val="333399"/>
                </a:solidFill>
                <a:ea typeface="宋体" panose="02010600030101010101" pitchFamily="2" charset="-122"/>
              </a:rPr>
              <a:t>使原来属于不同碰撞域的局域网上的计算机能够进行跨碰撞域的通信。</a:t>
            </a:r>
          </a:p>
          <a:p>
            <a:pPr lvl="1" eaLnBrk="1" hangingPunct="1">
              <a:lnSpc>
                <a:spcPct val="110000"/>
              </a:lnSpc>
            </a:pPr>
            <a:r>
              <a:rPr lang="zh-CN" altLang="en-US" sz="1800" dirty="0">
                <a:solidFill>
                  <a:srgbClr val="333399"/>
                </a:solidFill>
                <a:ea typeface="宋体" panose="02010600030101010101" pitchFamily="2" charset="-122"/>
              </a:rPr>
              <a:t>扩大了局域网覆盖的地理范围。</a:t>
            </a:r>
          </a:p>
          <a:p>
            <a:pPr eaLnBrk="1" hangingPunct="1">
              <a:lnSpc>
                <a:spcPct val="110000"/>
              </a:lnSpc>
            </a:pPr>
            <a:r>
              <a:rPr lang="zh-CN" altLang="en-US" sz="2100" dirty="0">
                <a:ea typeface="宋体" panose="02010600030101010101" pitchFamily="2" charset="-122"/>
              </a:rPr>
              <a:t>缺点</a:t>
            </a:r>
          </a:p>
          <a:p>
            <a:pPr lvl="1" eaLnBrk="1" hangingPunct="1">
              <a:lnSpc>
                <a:spcPct val="110000"/>
              </a:lnSpc>
            </a:pPr>
            <a:r>
              <a:rPr lang="zh-CN" altLang="en-US" sz="1800" dirty="0">
                <a:solidFill>
                  <a:srgbClr val="333399"/>
                </a:solidFill>
                <a:ea typeface="宋体" panose="02010600030101010101" pitchFamily="2" charset="-122"/>
              </a:rPr>
              <a:t>碰撞域增大了，但总的吞吐量并未提高。</a:t>
            </a:r>
          </a:p>
          <a:p>
            <a:pPr lvl="1" eaLnBrk="1" hangingPunct="1">
              <a:lnSpc>
                <a:spcPct val="110000"/>
              </a:lnSpc>
            </a:pPr>
            <a:r>
              <a:rPr lang="zh-CN" altLang="en-US" sz="1800" dirty="0">
                <a:solidFill>
                  <a:srgbClr val="333399"/>
                </a:solidFill>
                <a:ea typeface="宋体" panose="02010600030101010101" pitchFamily="2" charset="-122"/>
              </a:rPr>
              <a:t>如果不同的碰撞域使用不同的数据率，那么就不能用集线器将它们互连起来。</a:t>
            </a:r>
            <a:r>
              <a:rPr lang="zh-CN" altLang="en-US" sz="1800" dirty="0">
                <a:ea typeface="宋体" panose="02010600030101010101" pitchFamily="2" charset="-122"/>
              </a:rPr>
              <a:t>   </a:t>
            </a:r>
          </a:p>
        </p:txBody>
      </p:sp>
      <p:sp>
        <p:nvSpPr>
          <p:cNvPr id="231426" name="Rectangle 3">
            <a:extLst>
              <a:ext uri="{FF2B5EF4-FFF2-40B4-BE49-F238E27FC236}">
                <a16:creationId xmlns:a16="http://schemas.microsoft.com/office/drawing/2014/main" id="{DB83C185-905B-4645-BABC-22D43D4671A4}"/>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用集线器扩展局域网 </a:t>
            </a:r>
          </a:p>
        </p:txBody>
      </p:sp>
      <p:sp>
        <p:nvSpPr>
          <p:cNvPr id="231427" name="幻灯片编号占位符 1">
            <a:extLst>
              <a:ext uri="{FF2B5EF4-FFF2-40B4-BE49-F238E27FC236}">
                <a16:creationId xmlns:a16="http://schemas.microsoft.com/office/drawing/2014/main" id="{04D22CAE-5EEA-4845-9D41-09CA190B858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39E733B-DA6B-0F4E-9BFA-9DF65B4106A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7373189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5670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670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5670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Rectangle 2">
            <a:extLst>
              <a:ext uri="{FF2B5EF4-FFF2-40B4-BE49-F238E27FC236}">
                <a16:creationId xmlns:a16="http://schemas.microsoft.com/office/drawing/2014/main" id="{474251F3-7C80-4C4F-81BE-40ECC40C7591}"/>
              </a:ext>
            </a:extLst>
          </p:cNvPr>
          <p:cNvSpPr>
            <a:spLocks noGrp="1" noChangeArrowheads="1"/>
          </p:cNvSpPr>
          <p:nvPr>
            <p:ph type="body" idx="1"/>
          </p:nvPr>
        </p:nvSpPr>
        <p:spPr>
          <a:xfrm>
            <a:off x="262890" y="1113235"/>
            <a:ext cx="8641080" cy="3618309"/>
          </a:xfrm>
        </p:spPr>
        <p:txBody>
          <a:bodyPr/>
          <a:lstStyle/>
          <a:p>
            <a:pPr eaLnBrk="1" hangingPunct="1"/>
            <a:r>
              <a:rPr lang="zh-CN" altLang="en-US" sz="2100" dirty="0">
                <a:ea typeface="宋体" panose="02010600030101010101" pitchFamily="2" charset="-122"/>
              </a:rPr>
              <a:t>在数据链路层扩展局域网是使用</a:t>
            </a:r>
            <a:r>
              <a:rPr lang="zh-CN" altLang="en-US" sz="2100" dirty="0">
                <a:solidFill>
                  <a:schemeClr val="hlink"/>
                </a:solidFill>
                <a:ea typeface="宋体" panose="02010600030101010101" pitchFamily="2" charset="-122"/>
              </a:rPr>
              <a:t>网桥</a:t>
            </a:r>
            <a:r>
              <a:rPr lang="zh-CN" altLang="en-US" sz="2100" dirty="0">
                <a:ea typeface="宋体" panose="02010600030101010101" pitchFamily="2" charset="-122"/>
              </a:rPr>
              <a:t>。</a:t>
            </a:r>
          </a:p>
          <a:p>
            <a:pPr eaLnBrk="1" hangingPunct="1"/>
            <a:r>
              <a:rPr lang="zh-CN" altLang="en-US" sz="2100" dirty="0">
                <a:ea typeface="宋体" panose="02010600030101010101" pitchFamily="2" charset="-122"/>
              </a:rPr>
              <a:t>网桥工作在数据链路层，它根据 </a:t>
            </a:r>
            <a:r>
              <a:rPr lang="en-US" altLang="zh-CN" sz="2100" dirty="0">
                <a:ea typeface="宋体" panose="02010600030101010101" pitchFamily="2" charset="-122"/>
              </a:rPr>
              <a:t>MAC </a:t>
            </a:r>
            <a:r>
              <a:rPr lang="zh-CN" altLang="en-US" sz="2100" dirty="0">
                <a:ea typeface="宋体" panose="02010600030101010101" pitchFamily="2" charset="-122"/>
              </a:rPr>
              <a:t>帧的目的地址对收到的帧进行转发。</a:t>
            </a:r>
          </a:p>
          <a:p>
            <a:pPr eaLnBrk="1" hangingPunct="1"/>
            <a:r>
              <a:rPr lang="zh-CN" altLang="en-US" sz="2100" dirty="0">
                <a:ea typeface="宋体" panose="02010600030101010101" pitchFamily="2" charset="-122"/>
              </a:rPr>
              <a:t>网桥具有过滤帧的功能。当网桥收到一个帧时，并不是向所有的接口转发此帧，而是先检查此帧的目的 </a:t>
            </a:r>
            <a:r>
              <a:rPr lang="en-US" altLang="zh-CN" sz="2100" dirty="0">
                <a:ea typeface="宋体" panose="02010600030101010101" pitchFamily="2" charset="-122"/>
              </a:rPr>
              <a:t>MAC </a:t>
            </a:r>
            <a:r>
              <a:rPr lang="zh-CN" altLang="en-US" sz="2100" dirty="0">
                <a:ea typeface="宋体" panose="02010600030101010101" pitchFamily="2" charset="-122"/>
              </a:rPr>
              <a:t>地址，然后再确定将该帧转发到哪一个接口 </a:t>
            </a:r>
          </a:p>
        </p:txBody>
      </p:sp>
      <p:sp>
        <p:nvSpPr>
          <p:cNvPr id="233474" name="Rectangle 3">
            <a:extLst>
              <a:ext uri="{FF2B5EF4-FFF2-40B4-BE49-F238E27FC236}">
                <a16:creationId xmlns:a16="http://schemas.microsoft.com/office/drawing/2014/main" id="{7E8B14C6-2634-B74A-A615-FD4532B30FE0}"/>
              </a:ext>
            </a:extLst>
          </p:cNvPr>
          <p:cNvSpPr>
            <a:spLocks noGrp="1" noChangeArrowheads="1"/>
          </p:cNvSpPr>
          <p:nvPr>
            <p:ph type="title"/>
          </p:nvPr>
        </p:nvSpPr>
        <p:spPr>
          <a:xfrm>
            <a:off x="148591" y="195262"/>
            <a:ext cx="7378542" cy="777479"/>
          </a:xfrm>
        </p:spPr>
        <p:txBody>
          <a:bodyPr/>
          <a:lstStyle/>
          <a:p>
            <a:pPr eaLnBrk="1" hangingPunct="1"/>
            <a:r>
              <a:rPr lang="en-US" altLang="zh-CN" dirty="0">
                <a:latin typeface="Times New Roman" panose="02020603050405020304" pitchFamily="18" charset="0"/>
                <a:ea typeface="宋体" panose="02010600030101010101" pitchFamily="2" charset="-122"/>
              </a:rPr>
              <a:t>3.5.2  </a:t>
            </a:r>
            <a:r>
              <a:rPr lang="zh-CN" altLang="en-US" dirty="0">
                <a:latin typeface="Times New Roman" panose="02020603050405020304" pitchFamily="18" charset="0"/>
                <a:ea typeface="宋体" panose="02010600030101010101" pitchFamily="2" charset="-122"/>
              </a:rPr>
              <a:t>在数据链路层扩展局域网 </a:t>
            </a:r>
          </a:p>
        </p:txBody>
      </p:sp>
      <p:sp>
        <p:nvSpPr>
          <p:cNvPr id="233475" name="幻灯片编号占位符 1">
            <a:extLst>
              <a:ext uri="{FF2B5EF4-FFF2-40B4-BE49-F238E27FC236}">
                <a16:creationId xmlns:a16="http://schemas.microsoft.com/office/drawing/2014/main" id="{298ECAEE-345E-234E-9635-B08903C3D86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CEB4207-F558-1F4B-B1CC-0858AEAD766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2261763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57730">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5773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1" name="Freeform 82">
            <a:extLst>
              <a:ext uri="{FF2B5EF4-FFF2-40B4-BE49-F238E27FC236}">
                <a16:creationId xmlns:a16="http://schemas.microsoft.com/office/drawing/2014/main" id="{47AE814B-44E1-7E45-9C2C-77C8F04F2F8D}"/>
              </a:ext>
            </a:extLst>
          </p:cNvPr>
          <p:cNvSpPr>
            <a:spLocks/>
          </p:cNvSpPr>
          <p:nvPr/>
        </p:nvSpPr>
        <p:spPr bwMode="auto">
          <a:xfrm>
            <a:off x="3250897" y="983696"/>
            <a:ext cx="1090958" cy="2751062"/>
          </a:xfrm>
          <a:custGeom>
            <a:avLst/>
            <a:gdLst>
              <a:gd name="T0" fmla="*/ 0 w 882"/>
              <a:gd name="T1" fmla="*/ 2147483646 h 2310"/>
              <a:gd name="T2" fmla="*/ 0 w 882"/>
              <a:gd name="T3" fmla="*/ 2147483646 h 2310"/>
              <a:gd name="T4" fmla="*/ 2147483646 w 882"/>
              <a:gd name="T5" fmla="*/ 0 h 2310"/>
              <a:gd name="T6" fmla="*/ 2147483646 w 882"/>
              <a:gd name="T7" fmla="*/ 2147483646 h 2310"/>
              <a:gd name="T8" fmla="*/ 0 w 882"/>
              <a:gd name="T9" fmla="*/ 2147483646 h 23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2" h="2310">
                <a:moveTo>
                  <a:pt x="0" y="2310"/>
                </a:moveTo>
                <a:lnTo>
                  <a:pt x="0" y="1896"/>
                </a:lnTo>
                <a:lnTo>
                  <a:pt x="882" y="0"/>
                </a:lnTo>
                <a:lnTo>
                  <a:pt x="882" y="2034"/>
                </a:lnTo>
                <a:lnTo>
                  <a:pt x="0" y="2310"/>
                </a:lnTo>
                <a:close/>
              </a:path>
            </a:pathLst>
          </a:custGeom>
          <a:gradFill rotWithShape="1">
            <a:gsLst>
              <a:gs pos="0">
                <a:srgbClr val="BABA95"/>
              </a:gs>
              <a:gs pos="100000">
                <a:srgbClr val="FFFFCC"/>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5522" name="Rectangle 2">
            <a:extLst>
              <a:ext uri="{FF2B5EF4-FFF2-40B4-BE49-F238E27FC236}">
                <a16:creationId xmlns:a16="http://schemas.microsoft.com/office/drawing/2014/main" id="{A09EA38E-31F1-6448-951A-147E30F4C25F}"/>
              </a:ext>
            </a:extLst>
          </p:cNvPr>
          <p:cNvSpPr>
            <a:spLocks noChangeArrowheads="1"/>
          </p:cNvSpPr>
          <p:nvPr/>
        </p:nvSpPr>
        <p:spPr bwMode="auto">
          <a:xfrm>
            <a:off x="1143001" y="-161581"/>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5523" name="Rectangle 3">
            <a:extLst>
              <a:ext uri="{FF2B5EF4-FFF2-40B4-BE49-F238E27FC236}">
                <a16:creationId xmlns:a16="http://schemas.microsoft.com/office/drawing/2014/main" id="{9B63D493-48E4-844B-91AC-9FB654D6EF64}"/>
              </a:ext>
            </a:extLst>
          </p:cNvPr>
          <p:cNvSpPr>
            <a:spLocks noChangeArrowheads="1"/>
          </p:cNvSpPr>
          <p:nvPr/>
        </p:nvSpPr>
        <p:spPr bwMode="auto">
          <a:xfrm>
            <a:off x="1143001" y="2267294"/>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5524" name="Rectangle 4">
            <a:extLst>
              <a:ext uri="{FF2B5EF4-FFF2-40B4-BE49-F238E27FC236}">
                <a16:creationId xmlns:a16="http://schemas.microsoft.com/office/drawing/2014/main" id="{A6F11BFA-BD03-554C-8D6E-D56E09FABA0F}"/>
              </a:ext>
            </a:extLst>
          </p:cNvPr>
          <p:cNvSpPr>
            <a:spLocks noChangeArrowheads="1"/>
          </p:cNvSpPr>
          <p:nvPr/>
        </p:nvSpPr>
        <p:spPr bwMode="auto">
          <a:xfrm>
            <a:off x="1143001" y="-161581"/>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5525" name="Rectangle 5">
            <a:extLst>
              <a:ext uri="{FF2B5EF4-FFF2-40B4-BE49-F238E27FC236}">
                <a16:creationId xmlns:a16="http://schemas.microsoft.com/office/drawing/2014/main" id="{ED2560BD-B618-6B40-A9FE-3359ADCCE02A}"/>
              </a:ext>
            </a:extLst>
          </p:cNvPr>
          <p:cNvSpPr>
            <a:spLocks noGrp="1" noChangeArrowheads="1"/>
          </p:cNvSpPr>
          <p:nvPr>
            <p:ph type="title"/>
          </p:nvPr>
        </p:nvSpPr>
        <p:spPr>
          <a:xfrm>
            <a:off x="137161" y="141685"/>
            <a:ext cx="7782878" cy="683419"/>
          </a:xfrm>
        </p:spPr>
        <p:txBody>
          <a:bodyPr/>
          <a:lstStyle/>
          <a:p>
            <a:pPr eaLnBrk="1" hangingPunct="1"/>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网桥的内部结构 </a:t>
            </a:r>
          </a:p>
        </p:txBody>
      </p:sp>
      <p:sp>
        <p:nvSpPr>
          <p:cNvPr id="235526" name="Line 6">
            <a:extLst>
              <a:ext uri="{FF2B5EF4-FFF2-40B4-BE49-F238E27FC236}">
                <a16:creationId xmlns:a16="http://schemas.microsoft.com/office/drawing/2014/main" id="{D6766C7C-251B-814F-ADC4-CB701A2F3FD0}"/>
              </a:ext>
            </a:extLst>
          </p:cNvPr>
          <p:cNvSpPr>
            <a:spLocks noChangeShapeType="1"/>
          </p:cNvSpPr>
          <p:nvPr/>
        </p:nvSpPr>
        <p:spPr bwMode="auto">
          <a:xfrm flipH="1">
            <a:off x="3168254" y="3694510"/>
            <a:ext cx="9525" cy="4976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27" name="Line 7">
            <a:extLst>
              <a:ext uri="{FF2B5EF4-FFF2-40B4-BE49-F238E27FC236}">
                <a16:creationId xmlns:a16="http://schemas.microsoft.com/office/drawing/2014/main" id="{D366CFB2-7636-DA4A-9E25-9073AAA79B40}"/>
              </a:ext>
            </a:extLst>
          </p:cNvPr>
          <p:cNvSpPr>
            <a:spLocks noChangeShapeType="1"/>
          </p:cNvSpPr>
          <p:nvPr/>
        </p:nvSpPr>
        <p:spPr bwMode="auto">
          <a:xfrm flipH="1">
            <a:off x="2486025" y="3708798"/>
            <a:ext cx="4763" cy="52982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8760" name="Rectangle 8">
            <a:extLst>
              <a:ext uri="{FF2B5EF4-FFF2-40B4-BE49-F238E27FC236}">
                <a16:creationId xmlns:a16="http://schemas.microsoft.com/office/drawing/2014/main" id="{595DE424-060F-694C-8E41-B02FAE53B4E2}"/>
              </a:ext>
            </a:extLst>
          </p:cNvPr>
          <p:cNvSpPr>
            <a:spLocks noChangeArrowheads="1"/>
          </p:cNvSpPr>
          <p:nvPr/>
        </p:nvSpPr>
        <p:spPr bwMode="auto">
          <a:xfrm>
            <a:off x="4353164" y="984409"/>
            <a:ext cx="3431381" cy="2406253"/>
          </a:xfrm>
          <a:prstGeom prst="rect">
            <a:avLst/>
          </a:prstGeom>
          <a:solidFill>
            <a:srgbClr val="FFFFCC"/>
          </a:solidFill>
          <a:ln w="9525">
            <a:solidFill>
              <a:schemeClr val="tx2"/>
            </a:solidFill>
            <a:miter lim="800000"/>
            <a:headEnd/>
            <a:tailEnd/>
          </a:ln>
          <a:effectLst>
            <a:outerShdw blurRad="63500" dist="29783" dir="3885598" algn="ctr" rotWithShape="0">
              <a:schemeClr val="tx1">
                <a:alpha val="74997"/>
              </a:schemeClr>
            </a:outerShdw>
          </a:effectLst>
        </p:spPr>
        <p:txBody>
          <a:bodyPr wrap="none" anchor="ct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endParaRPr lang="zh-CN" altLang="zh-CN" sz="1350">
              <a:solidFill>
                <a:srgbClr val="333399"/>
              </a:solidFill>
              <a:latin typeface="Arial" panose="020B0604020202020204" pitchFamily="34" charset="0"/>
              <a:ea typeface="黑体" panose="02010609060101010101" pitchFamily="49" charset="-122"/>
              <a:cs typeface="黑体" panose="02010609060101010101" pitchFamily="49" charset="-122"/>
            </a:endParaRPr>
          </a:p>
        </p:txBody>
      </p:sp>
      <p:sp>
        <p:nvSpPr>
          <p:cNvPr id="458761" name="Rectangle 9">
            <a:extLst>
              <a:ext uri="{FF2B5EF4-FFF2-40B4-BE49-F238E27FC236}">
                <a16:creationId xmlns:a16="http://schemas.microsoft.com/office/drawing/2014/main" id="{812D8B4B-55C2-0141-89B1-8794CDAD338C}"/>
              </a:ext>
            </a:extLst>
          </p:cNvPr>
          <p:cNvSpPr>
            <a:spLocks noChangeArrowheads="1"/>
          </p:cNvSpPr>
          <p:nvPr/>
        </p:nvSpPr>
        <p:spPr bwMode="auto">
          <a:xfrm>
            <a:off x="5672376" y="1277303"/>
            <a:ext cx="534591" cy="391715"/>
          </a:xfrm>
          <a:prstGeom prst="rect">
            <a:avLst/>
          </a:prstGeom>
          <a:solidFill>
            <a:srgbClr val="FFCCFF"/>
          </a:solidFill>
          <a:ln w="9525">
            <a:solidFill>
              <a:schemeClr val="tx2"/>
            </a:solidFill>
            <a:miter lim="800000"/>
            <a:headEnd/>
            <a:tailEnd/>
          </a:ln>
          <a:effectLst>
            <a:outerShdw blurRad="63500" dist="38099" dir="2700000" algn="ctr" rotWithShape="0">
              <a:schemeClr val="tx1">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35530" name="Rectangle 10">
            <a:extLst>
              <a:ext uri="{FF2B5EF4-FFF2-40B4-BE49-F238E27FC236}">
                <a16:creationId xmlns:a16="http://schemas.microsoft.com/office/drawing/2014/main" id="{7B4729DE-B679-5847-82F1-51605FBED081}"/>
              </a:ext>
            </a:extLst>
          </p:cNvPr>
          <p:cNvSpPr>
            <a:spLocks noChangeArrowheads="1"/>
          </p:cNvSpPr>
          <p:nvPr/>
        </p:nvSpPr>
        <p:spPr bwMode="auto">
          <a:xfrm>
            <a:off x="5699760" y="1320165"/>
            <a:ext cx="48330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站表</a:t>
            </a:r>
          </a:p>
        </p:txBody>
      </p:sp>
      <p:sp>
        <p:nvSpPr>
          <p:cNvPr id="235531" name="Line 11">
            <a:extLst>
              <a:ext uri="{FF2B5EF4-FFF2-40B4-BE49-F238E27FC236}">
                <a16:creationId xmlns:a16="http://schemas.microsoft.com/office/drawing/2014/main" id="{F0A2DA50-FD3B-B64C-9910-A1BB5B9F74FE}"/>
              </a:ext>
            </a:extLst>
          </p:cNvPr>
          <p:cNvSpPr>
            <a:spLocks noChangeShapeType="1"/>
          </p:cNvSpPr>
          <p:nvPr/>
        </p:nvSpPr>
        <p:spPr bwMode="auto">
          <a:xfrm flipV="1">
            <a:off x="6192679" y="1120140"/>
            <a:ext cx="520303" cy="175022"/>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32" name="Line 12">
            <a:extLst>
              <a:ext uri="{FF2B5EF4-FFF2-40B4-BE49-F238E27FC236}">
                <a16:creationId xmlns:a16="http://schemas.microsoft.com/office/drawing/2014/main" id="{002B2EBB-B788-D545-84A4-83065EEB16CC}"/>
              </a:ext>
            </a:extLst>
          </p:cNvPr>
          <p:cNvSpPr>
            <a:spLocks noChangeShapeType="1"/>
          </p:cNvSpPr>
          <p:nvPr/>
        </p:nvSpPr>
        <p:spPr bwMode="auto">
          <a:xfrm>
            <a:off x="6208157" y="1659493"/>
            <a:ext cx="511969" cy="1127522"/>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8765" name="Rectangle 13">
            <a:extLst>
              <a:ext uri="{FF2B5EF4-FFF2-40B4-BE49-F238E27FC236}">
                <a16:creationId xmlns:a16="http://schemas.microsoft.com/office/drawing/2014/main" id="{C3C1A793-BDB0-9548-8BA4-9882AEB37DE5}"/>
              </a:ext>
            </a:extLst>
          </p:cNvPr>
          <p:cNvSpPr>
            <a:spLocks noChangeArrowheads="1"/>
          </p:cNvSpPr>
          <p:nvPr/>
        </p:nvSpPr>
        <p:spPr bwMode="auto">
          <a:xfrm>
            <a:off x="4487704" y="2080974"/>
            <a:ext cx="1808559" cy="534591"/>
          </a:xfrm>
          <a:prstGeom prst="rect">
            <a:avLst/>
          </a:prstGeom>
          <a:solidFill>
            <a:schemeClr val="bg1"/>
          </a:solidFill>
          <a:ln w="9525">
            <a:solidFill>
              <a:schemeClr val="tx2"/>
            </a:solidFill>
            <a:miter lim="800000"/>
            <a:headEnd/>
            <a:tailEnd/>
          </a:ln>
          <a:effectLst>
            <a:outerShdw blurRad="63500" dist="38099" dir="2700000" algn="ctr" rotWithShape="0">
              <a:schemeClr val="tx1">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35534" name="Rectangle 14">
            <a:extLst>
              <a:ext uri="{FF2B5EF4-FFF2-40B4-BE49-F238E27FC236}">
                <a16:creationId xmlns:a16="http://schemas.microsoft.com/office/drawing/2014/main" id="{DA81399F-B441-044D-AC8B-2084D33F457E}"/>
              </a:ext>
            </a:extLst>
          </p:cNvPr>
          <p:cNvSpPr>
            <a:spLocks noChangeArrowheads="1"/>
          </p:cNvSpPr>
          <p:nvPr/>
        </p:nvSpPr>
        <p:spPr bwMode="auto">
          <a:xfrm>
            <a:off x="4466273" y="2121456"/>
            <a:ext cx="829555" cy="4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接口管理</a:t>
            </a:r>
          </a:p>
          <a:p>
            <a:pPr>
              <a:spcBef>
                <a:spcPct val="0"/>
              </a:spcBef>
              <a:buClrTx/>
              <a:buSzTx/>
              <a:buFontTx/>
              <a:buNone/>
            </a:pPr>
            <a:r>
              <a:rPr kumimoji="1" lang="zh-CN" altLang="en-US" sz="1350">
                <a:latin typeface="Arial" panose="020B0604020202020204" pitchFamily="34" charset="0"/>
                <a:ea typeface="宋体" panose="02010600030101010101" pitchFamily="2" charset="-122"/>
              </a:rPr>
              <a:t>    软件</a:t>
            </a:r>
          </a:p>
        </p:txBody>
      </p:sp>
      <p:sp>
        <p:nvSpPr>
          <p:cNvPr id="235535" name="Rectangle 15">
            <a:extLst>
              <a:ext uri="{FF2B5EF4-FFF2-40B4-BE49-F238E27FC236}">
                <a16:creationId xmlns:a16="http://schemas.microsoft.com/office/drawing/2014/main" id="{8B055241-F6D7-7B4E-BBA9-EB5B42DAE0CB}"/>
              </a:ext>
            </a:extLst>
          </p:cNvPr>
          <p:cNvSpPr>
            <a:spLocks noChangeArrowheads="1"/>
          </p:cNvSpPr>
          <p:nvPr/>
        </p:nvSpPr>
        <p:spPr bwMode="auto">
          <a:xfrm>
            <a:off x="5536645" y="2117884"/>
            <a:ext cx="829555" cy="4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网桥协议</a:t>
            </a:r>
          </a:p>
          <a:p>
            <a:pPr>
              <a:spcBef>
                <a:spcPct val="0"/>
              </a:spcBef>
              <a:buClrTx/>
              <a:buSzTx/>
              <a:buFontTx/>
              <a:buNone/>
            </a:pPr>
            <a:r>
              <a:rPr kumimoji="1" lang="zh-CN" altLang="en-US" sz="1350">
                <a:latin typeface="Arial" panose="020B0604020202020204" pitchFamily="34" charset="0"/>
                <a:ea typeface="宋体" panose="02010600030101010101" pitchFamily="2" charset="-122"/>
              </a:rPr>
              <a:t>    实体</a:t>
            </a:r>
          </a:p>
        </p:txBody>
      </p:sp>
      <p:sp>
        <p:nvSpPr>
          <p:cNvPr id="235536" name="Line 16">
            <a:extLst>
              <a:ext uri="{FF2B5EF4-FFF2-40B4-BE49-F238E27FC236}">
                <a16:creationId xmlns:a16="http://schemas.microsoft.com/office/drawing/2014/main" id="{CA0E54AF-8961-B345-A5E4-04B1596DE638}"/>
              </a:ext>
            </a:extLst>
          </p:cNvPr>
          <p:cNvSpPr>
            <a:spLocks noChangeShapeType="1"/>
          </p:cNvSpPr>
          <p:nvPr/>
        </p:nvSpPr>
        <p:spPr bwMode="auto">
          <a:xfrm>
            <a:off x="5250894" y="2219087"/>
            <a:ext cx="366713" cy="0"/>
          </a:xfrm>
          <a:prstGeom prst="line">
            <a:avLst/>
          </a:prstGeom>
          <a:noFill/>
          <a:ln w="28575">
            <a:solidFill>
              <a:srgbClr val="333399"/>
            </a:solidFill>
            <a:round/>
            <a:headEnd type="none" w="sm" len="me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37" name="Line 17">
            <a:extLst>
              <a:ext uri="{FF2B5EF4-FFF2-40B4-BE49-F238E27FC236}">
                <a16:creationId xmlns:a16="http://schemas.microsoft.com/office/drawing/2014/main" id="{30EA89DB-789B-E647-B655-4166A0AB197D}"/>
              </a:ext>
            </a:extLst>
          </p:cNvPr>
          <p:cNvSpPr>
            <a:spLocks noChangeShapeType="1"/>
          </p:cNvSpPr>
          <p:nvPr/>
        </p:nvSpPr>
        <p:spPr bwMode="auto">
          <a:xfrm flipH="1">
            <a:off x="5222319" y="2352437"/>
            <a:ext cx="363141" cy="0"/>
          </a:xfrm>
          <a:prstGeom prst="line">
            <a:avLst/>
          </a:prstGeom>
          <a:noFill/>
          <a:ln w="28575">
            <a:solidFill>
              <a:srgbClr val="333399"/>
            </a:solidFill>
            <a:round/>
            <a:headEnd type="none" w="sm" len="me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38" name="Line 18">
            <a:extLst>
              <a:ext uri="{FF2B5EF4-FFF2-40B4-BE49-F238E27FC236}">
                <a16:creationId xmlns:a16="http://schemas.microsoft.com/office/drawing/2014/main" id="{14B24509-DE73-C84B-A43A-A1E9256C9EBF}"/>
              </a:ext>
            </a:extLst>
          </p:cNvPr>
          <p:cNvSpPr>
            <a:spLocks noChangeShapeType="1"/>
          </p:cNvSpPr>
          <p:nvPr/>
        </p:nvSpPr>
        <p:spPr bwMode="auto">
          <a:xfrm>
            <a:off x="5448538" y="2069068"/>
            <a:ext cx="0" cy="546497"/>
          </a:xfrm>
          <a:prstGeom prst="line">
            <a:avLst/>
          </a:prstGeom>
          <a:noFill/>
          <a:ln w="127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39" name="Line 19">
            <a:extLst>
              <a:ext uri="{FF2B5EF4-FFF2-40B4-BE49-F238E27FC236}">
                <a16:creationId xmlns:a16="http://schemas.microsoft.com/office/drawing/2014/main" id="{1580611A-DF0B-894B-B961-DE4E677DCFE0}"/>
              </a:ext>
            </a:extLst>
          </p:cNvPr>
          <p:cNvSpPr>
            <a:spLocks noChangeShapeType="1"/>
          </p:cNvSpPr>
          <p:nvPr/>
        </p:nvSpPr>
        <p:spPr bwMode="auto">
          <a:xfrm>
            <a:off x="5914073" y="1674971"/>
            <a:ext cx="0" cy="409575"/>
          </a:xfrm>
          <a:prstGeom prst="line">
            <a:avLst/>
          </a:prstGeom>
          <a:noFill/>
          <a:ln w="28575">
            <a:solidFill>
              <a:srgbClr val="333399"/>
            </a:solidFill>
            <a:round/>
            <a:headEnd type="triangle" w="sm" len="me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8772" name="Rectangle 20">
            <a:extLst>
              <a:ext uri="{FF2B5EF4-FFF2-40B4-BE49-F238E27FC236}">
                <a16:creationId xmlns:a16="http://schemas.microsoft.com/office/drawing/2014/main" id="{B07EE5A3-04B0-BD4D-A667-6A177ADD7ABE}"/>
              </a:ext>
            </a:extLst>
          </p:cNvPr>
          <p:cNvSpPr>
            <a:spLocks noChangeArrowheads="1"/>
          </p:cNvSpPr>
          <p:nvPr/>
        </p:nvSpPr>
        <p:spPr bwMode="auto">
          <a:xfrm>
            <a:off x="5617607" y="2906078"/>
            <a:ext cx="544116" cy="305990"/>
          </a:xfrm>
          <a:prstGeom prst="rect">
            <a:avLst/>
          </a:prstGeom>
          <a:solidFill>
            <a:schemeClr val="bg1"/>
          </a:solidFill>
          <a:ln w="12700">
            <a:solidFill>
              <a:schemeClr val="tx1"/>
            </a:solidFill>
            <a:miter lim="800000"/>
            <a:headEnd/>
            <a:tailEnd/>
          </a:ln>
          <a:effectLst>
            <a:outerShdw blurRad="63500" dist="38099" dir="2700000" algn="ctr" rotWithShape="0">
              <a:schemeClr val="tx1">
                <a:alpha val="74997"/>
              </a:schemeClr>
            </a:outerShdw>
          </a:effectLst>
        </p:spPr>
        <p:txBody>
          <a:bodyPr wrap="none" anchor="ct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tx2"/>
                </a:solidFill>
              </a:rPr>
              <a:t>缓存</a:t>
            </a:r>
          </a:p>
        </p:txBody>
      </p:sp>
      <p:sp>
        <p:nvSpPr>
          <p:cNvPr id="458773" name="Rectangle 21">
            <a:extLst>
              <a:ext uri="{FF2B5EF4-FFF2-40B4-BE49-F238E27FC236}">
                <a16:creationId xmlns:a16="http://schemas.microsoft.com/office/drawing/2014/main" id="{C1E69FA1-8F46-EA4B-A001-1E8260CB41A1}"/>
              </a:ext>
            </a:extLst>
          </p:cNvPr>
          <p:cNvSpPr>
            <a:spLocks noChangeArrowheads="1"/>
          </p:cNvSpPr>
          <p:nvPr/>
        </p:nvSpPr>
        <p:spPr bwMode="auto">
          <a:xfrm>
            <a:off x="4425792" y="2906078"/>
            <a:ext cx="627459" cy="301228"/>
          </a:xfrm>
          <a:prstGeom prst="rect">
            <a:avLst/>
          </a:prstGeom>
          <a:solidFill>
            <a:schemeClr val="bg1"/>
          </a:solidFill>
          <a:ln w="9525">
            <a:solidFill>
              <a:schemeClr val="tx2"/>
            </a:solidFill>
            <a:miter lim="800000"/>
            <a:headEnd/>
            <a:tailEnd/>
          </a:ln>
          <a:effectLst>
            <a:outerShdw blurRad="63500" dist="38099" dir="2700000" algn="ctr" rotWithShape="0">
              <a:schemeClr val="tx1">
                <a:alpha val="74997"/>
              </a:schemeClr>
            </a:outerShdw>
          </a:effectLst>
        </p:spPr>
        <p:txBody>
          <a:bodyPr wrap="none" anchor="ct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zh-CN" altLang="en-US" sz="1350">
                <a:solidFill>
                  <a:srgbClr val="333399"/>
                </a:solidFill>
                <a:latin typeface="Arial" panose="020B0604020202020204" pitchFamily="34" charset="0"/>
              </a:rPr>
              <a:t>接口 </a:t>
            </a:r>
            <a:r>
              <a:rPr kumimoji="1" lang="en-US" altLang="zh-CN" sz="1350">
                <a:solidFill>
                  <a:srgbClr val="333399"/>
                </a:solidFill>
                <a:latin typeface="Arial" panose="020B0604020202020204" pitchFamily="34" charset="0"/>
              </a:rPr>
              <a:t>1</a:t>
            </a:r>
          </a:p>
        </p:txBody>
      </p:sp>
      <p:sp>
        <p:nvSpPr>
          <p:cNvPr id="458774" name="Rectangle 22">
            <a:extLst>
              <a:ext uri="{FF2B5EF4-FFF2-40B4-BE49-F238E27FC236}">
                <a16:creationId xmlns:a16="http://schemas.microsoft.com/office/drawing/2014/main" id="{DFEABF10-4482-5040-B311-08BDC40854AB}"/>
              </a:ext>
            </a:extLst>
          </p:cNvPr>
          <p:cNvSpPr>
            <a:spLocks noChangeArrowheads="1"/>
          </p:cNvSpPr>
          <p:nvPr/>
        </p:nvSpPr>
        <p:spPr bwMode="auto">
          <a:xfrm>
            <a:off x="6727270" y="2906078"/>
            <a:ext cx="626269" cy="301228"/>
          </a:xfrm>
          <a:prstGeom prst="rect">
            <a:avLst/>
          </a:prstGeom>
          <a:solidFill>
            <a:schemeClr val="bg1"/>
          </a:solidFill>
          <a:ln w="9525">
            <a:solidFill>
              <a:schemeClr val="tx2"/>
            </a:solidFill>
            <a:miter lim="800000"/>
            <a:headEnd/>
            <a:tailEnd/>
          </a:ln>
          <a:effectLst>
            <a:outerShdw blurRad="63500" dist="38099" dir="2700000" algn="ctr" rotWithShape="0">
              <a:schemeClr val="tx1">
                <a:alpha val="74997"/>
              </a:schemeClr>
            </a:outerShdw>
          </a:effectLst>
        </p:spPr>
        <p:txBody>
          <a:bodyPr wrap="none" anchor="ct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zh-CN" altLang="en-US" sz="1350">
                <a:solidFill>
                  <a:srgbClr val="333399"/>
                </a:solidFill>
                <a:latin typeface="Arial" panose="020B0604020202020204" pitchFamily="34" charset="0"/>
              </a:rPr>
              <a:t>接口 </a:t>
            </a:r>
            <a:r>
              <a:rPr kumimoji="1" lang="en-US" altLang="zh-CN" sz="1350">
                <a:solidFill>
                  <a:srgbClr val="333399"/>
                </a:solidFill>
                <a:latin typeface="Arial" panose="020B0604020202020204" pitchFamily="34" charset="0"/>
              </a:rPr>
              <a:t>2</a:t>
            </a:r>
          </a:p>
        </p:txBody>
      </p:sp>
      <p:sp>
        <p:nvSpPr>
          <p:cNvPr id="235543" name="Line 23">
            <a:extLst>
              <a:ext uri="{FF2B5EF4-FFF2-40B4-BE49-F238E27FC236}">
                <a16:creationId xmlns:a16="http://schemas.microsoft.com/office/drawing/2014/main" id="{0FBC43CC-4263-0942-86DA-4A98C01B897D}"/>
              </a:ext>
            </a:extLst>
          </p:cNvPr>
          <p:cNvSpPr>
            <a:spLocks noChangeShapeType="1"/>
          </p:cNvSpPr>
          <p:nvPr/>
        </p:nvSpPr>
        <p:spPr bwMode="auto">
          <a:xfrm>
            <a:off x="5893832" y="2606040"/>
            <a:ext cx="0" cy="309563"/>
          </a:xfrm>
          <a:prstGeom prst="line">
            <a:avLst/>
          </a:prstGeom>
          <a:noFill/>
          <a:ln w="28575">
            <a:solidFill>
              <a:srgbClr val="333399"/>
            </a:solidFill>
            <a:round/>
            <a:headEnd type="triangle" w="sm" len="me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44" name="Line 25">
            <a:extLst>
              <a:ext uri="{FF2B5EF4-FFF2-40B4-BE49-F238E27FC236}">
                <a16:creationId xmlns:a16="http://schemas.microsoft.com/office/drawing/2014/main" id="{7567D1E3-80C0-2C41-8C79-1667B9A998A0}"/>
              </a:ext>
            </a:extLst>
          </p:cNvPr>
          <p:cNvSpPr>
            <a:spLocks noChangeShapeType="1"/>
          </p:cNvSpPr>
          <p:nvPr/>
        </p:nvSpPr>
        <p:spPr bwMode="auto">
          <a:xfrm>
            <a:off x="4732973" y="3212068"/>
            <a:ext cx="0" cy="529829"/>
          </a:xfrm>
          <a:prstGeom prst="line">
            <a:avLst/>
          </a:prstGeom>
          <a:noFill/>
          <a:ln w="28575">
            <a:solidFill>
              <a:srgbClr val="333399"/>
            </a:solidFill>
            <a:round/>
            <a:headEnd type="triangle" w="sm" len="me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45" name="Line 26">
            <a:extLst>
              <a:ext uri="{FF2B5EF4-FFF2-40B4-BE49-F238E27FC236}">
                <a16:creationId xmlns:a16="http://schemas.microsoft.com/office/drawing/2014/main" id="{4EB1941F-DCEB-774E-A5D1-EF09CE244861}"/>
              </a:ext>
            </a:extLst>
          </p:cNvPr>
          <p:cNvSpPr>
            <a:spLocks noChangeShapeType="1"/>
          </p:cNvSpPr>
          <p:nvPr/>
        </p:nvSpPr>
        <p:spPr bwMode="auto">
          <a:xfrm>
            <a:off x="7088029" y="3212068"/>
            <a:ext cx="0" cy="515541"/>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46" name="Line 27">
            <a:extLst>
              <a:ext uri="{FF2B5EF4-FFF2-40B4-BE49-F238E27FC236}">
                <a16:creationId xmlns:a16="http://schemas.microsoft.com/office/drawing/2014/main" id="{2506B1F2-B9C5-CB43-A3AF-0FFD3B27D08B}"/>
              </a:ext>
            </a:extLst>
          </p:cNvPr>
          <p:cNvSpPr>
            <a:spLocks noChangeShapeType="1"/>
          </p:cNvSpPr>
          <p:nvPr/>
        </p:nvSpPr>
        <p:spPr bwMode="auto">
          <a:xfrm>
            <a:off x="1970485" y="4230291"/>
            <a:ext cx="0" cy="397669"/>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47" name="Line 28">
            <a:extLst>
              <a:ext uri="{FF2B5EF4-FFF2-40B4-BE49-F238E27FC236}">
                <a16:creationId xmlns:a16="http://schemas.microsoft.com/office/drawing/2014/main" id="{8F0925DE-F005-F14C-9A08-EDA505A17A56}"/>
              </a:ext>
            </a:extLst>
          </p:cNvPr>
          <p:cNvSpPr>
            <a:spLocks noChangeShapeType="1"/>
          </p:cNvSpPr>
          <p:nvPr/>
        </p:nvSpPr>
        <p:spPr bwMode="auto">
          <a:xfrm>
            <a:off x="2408635" y="4230291"/>
            <a:ext cx="0" cy="397669"/>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48" name="Rectangle 29">
            <a:extLst>
              <a:ext uri="{FF2B5EF4-FFF2-40B4-BE49-F238E27FC236}">
                <a16:creationId xmlns:a16="http://schemas.microsoft.com/office/drawing/2014/main" id="{A4ED4738-B489-9F4F-B33E-81C36F11ADDD}"/>
              </a:ext>
            </a:extLst>
          </p:cNvPr>
          <p:cNvSpPr>
            <a:spLocks noChangeArrowheads="1"/>
          </p:cNvSpPr>
          <p:nvPr/>
        </p:nvSpPr>
        <p:spPr bwMode="auto">
          <a:xfrm>
            <a:off x="1177529" y="4194573"/>
            <a:ext cx="78581" cy="82153"/>
          </a:xfrm>
          <a:prstGeom prst="rect">
            <a:avLst/>
          </a:prstGeom>
          <a:solidFill>
            <a:schemeClr val="tx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5549" name="Line 30">
            <a:extLst>
              <a:ext uri="{FF2B5EF4-FFF2-40B4-BE49-F238E27FC236}">
                <a16:creationId xmlns:a16="http://schemas.microsoft.com/office/drawing/2014/main" id="{9C4E51C4-05DE-394E-B0A9-1EF0CEE15AC2}"/>
              </a:ext>
            </a:extLst>
          </p:cNvPr>
          <p:cNvSpPr>
            <a:spLocks noChangeShapeType="1"/>
          </p:cNvSpPr>
          <p:nvPr/>
        </p:nvSpPr>
        <p:spPr bwMode="auto">
          <a:xfrm flipV="1">
            <a:off x="1213247" y="4235054"/>
            <a:ext cx="1376363"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50" name="Rectangle 31">
            <a:extLst>
              <a:ext uri="{FF2B5EF4-FFF2-40B4-BE49-F238E27FC236}">
                <a16:creationId xmlns:a16="http://schemas.microsoft.com/office/drawing/2014/main" id="{31D7C5FC-6CFF-5846-A2D1-30E92D3A2108}"/>
              </a:ext>
            </a:extLst>
          </p:cNvPr>
          <p:cNvSpPr>
            <a:spLocks noChangeArrowheads="1"/>
          </p:cNvSpPr>
          <p:nvPr/>
        </p:nvSpPr>
        <p:spPr bwMode="auto">
          <a:xfrm>
            <a:off x="2556273" y="4181475"/>
            <a:ext cx="78581" cy="83344"/>
          </a:xfrm>
          <a:prstGeom prst="rect">
            <a:avLst/>
          </a:prstGeom>
          <a:solidFill>
            <a:schemeClr val="tx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5551" name="Line 32">
            <a:extLst>
              <a:ext uri="{FF2B5EF4-FFF2-40B4-BE49-F238E27FC236}">
                <a16:creationId xmlns:a16="http://schemas.microsoft.com/office/drawing/2014/main" id="{CB0C8EE6-FA2C-B044-94C1-CCB1769645E8}"/>
              </a:ext>
            </a:extLst>
          </p:cNvPr>
          <p:cNvSpPr>
            <a:spLocks noChangeShapeType="1"/>
          </p:cNvSpPr>
          <p:nvPr/>
        </p:nvSpPr>
        <p:spPr bwMode="auto">
          <a:xfrm>
            <a:off x="1495425" y="4237435"/>
            <a:ext cx="0" cy="383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52" name="Rectangle 33">
            <a:extLst>
              <a:ext uri="{FF2B5EF4-FFF2-40B4-BE49-F238E27FC236}">
                <a16:creationId xmlns:a16="http://schemas.microsoft.com/office/drawing/2014/main" id="{802DA99E-3522-654A-AA4C-7C60633FB1FD}"/>
              </a:ext>
            </a:extLst>
          </p:cNvPr>
          <p:cNvSpPr>
            <a:spLocks noChangeArrowheads="1"/>
          </p:cNvSpPr>
          <p:nvPr/>
        </p:nvSpPr>
        <p:spPr bwMode="auto">
          <a:xfrm>
            <a:off x="1200150" y="4345782"/>
            <a:ext cx="252474"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A</a:t>
            </a:r>
          </a:p>
        </p:txBody>
      </p:sp>
      <p:sp>
        <p:nvSpPr>
          <p:cNvPr id="235553" name="Rectangle 34">
            <a:extLst>
              <a:ext uri="{FF2B5EF4-FFF2-40B4-BE49-F238E27FC236}">
                <a16:creationId xmlns:a16="http://schemas.microsoft.com/office/drawing/2014/main" id="{3BF97BDC-7F02-454B-90BD-8A74CB3129C2}"/>
              </a:ext>
            </a:extLst>
          </p:cNvPr>
          <p:cNvSpPr>
            <a:spLocks noChangeArrowheads="1"/>
          </p:cNvSpPr>
          <p:nvPr/>
        </p:nvSpPr>
        <p:spPr bwMode="auto">
          <a:xfrm>
            <a:off x="1652588" y="4345782"/>
            <a:ext cx="252474"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B</a:t>
            </a:r>
          </a:p>
        </p:txBody>
      </p:sp>
      <p:sp>
        <p:nvSpPr>
          <p:cNvPr id="235554" name="Rectangle 35">
            <a:extLst>
              <a:ext uri="{FF2B5EF4-FFF2-40B4-BE49-F238E27FC236}">
                <a16:creationId xmlns:a16="http://schemas.microsoft.com/office/drawing/2014/main" id="{A6C39B3C-32A2-6E49-AD6C-301368C0302A}"/>
              </a:ext>
            </a:extLst>
          </p:cNvPr>
          <p:cNvSpPr>
            <a:spLocks noChangeArrowheads="1"/>
          </p:cNvSpPr>
          <p:nvPr/>
        </p:nvSpPr>
        <p:spPr bwMode="auto">
          <a:xfrm>
            <a:off x="2103835" y="4345782"/>
            <a:ext cx="262092"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C</a:t>
            </a:r>
          </a:p>
        </p:txBody>
      </p:sp>
      <p:sp>
        <p:nvSpPr>
          <p:cNvPr id="235555" name="Rectangle 37">
            <a:extLst>
              <a:ext uri="{FF2B5EF4-FFF2-40B4-BE49-F238E27FC236}">
                <a16:creationId xmlns:a16="http://schemas.microsoft.com/office/drawing/2014/main" id="{10BB4090-3FF1-064D-B510-F8D4C0B5C501}"/>
              </a:ext>
            </a:extLst>
          </p:cNvPr>
          <p:cNvSpPr>
            <a:spLocks noChangeArrowheads="1"/>
          </p:cNvSpPr>
          <p:nvPr/>
        </p:nvSpPr>
        <p:spPr bwMode="auto">
          <a:xfrm>
            <a:off x="1844279" y="3709988"/>
            <a:ext cx="60032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接口</a:t>
            </a:r>
            <a:r>
              <a:rPr kumimoji="1" lang="zh-CN" altLang="en-US" sz="600">
                <a:latin typeface="Arial" panose="020B0604020202020204" pitchFamily="34" charset="0"/>
                <a:ea typeface="宋体" panose="02010600030101010101" pitchFamily="2" charset="-122"/>
              </a:rPr>
              <a:t> </a:t>
            </a:r>
            <a:r>
              <a:rPr kumimoji="1" lang="en-US" altLang="zh-CN" sz="1350">
                <a:latin typeface="Arial" panose="020B0604020202020204" pitchFamily="34" charset="0"/>
                <a:ea typeface="宋体" panose="02010600030101010101" pitchFamily="2" charset="-122"/>
              </a:rPr>
              <a:t>1</a:t>
            </a:r>
          </a:p>
        </p:txBody>
      </p:sp>
      <p:sp>
        <p:nvSpPr>
          <p:cNvPr id="458790" name="Rectangle 38">
            <a:extLst>
              <a:ext uri="{FF2B5EF4-FFF2-40B4-BE49-F238E27FC236}">
                <a16:creationId xmlns:a16="http://schemas.microsoft.com/office/drawing/2014/main" id="{ED7CB584-1208-9047-91CA-2D5B77D2B11D}"/>
              </a:ext>
            </a:extLst>
          </p:cNvPr>
          <p:cNvSpPr>
            <a:spLocks noChangeArrowheads="1"/>
          </p:cNvSpPr>
          <p:nvPr/>
        </p:nvSpPr>
        <p:spPr bwMode="auto">
          <a:xfrm>
            <a:off x="6712982" y="1109425"/>
            <a:ext cx="985838" cy="1670447"/>
          </a:xfrm>
          <a:prstGeom prst="rect">
            <a:avLst/>
          </a:prstGeom>
          <a:solidFill>
            <a:srgbClr val="FFCCFF"/>
          </a:solidFill>
          <a:ln w="9525">
            <a:solidFill>
              <a:schemeClr val="tx2"/>
            </a:solidFill>
            <a:miter lim="800000"/>
            <a:headEnd/>
            <a:tailEnd/>
          </a:ln>
          <a:effectLst>
            <a:outerShdw blurRad="63500" dist="38099" dir="2700000" algn="ctr" rotWithShape="0">
              <a:schemeClr val="tx1">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35557" name="Rectangle 39">
            <a:extLst>
              <a:ext uri="{FF2B5EF4-FFF2-40B4-BE49-F238E27FC236}">
                <a16:creationId xmlns:a16="http://schemas.microsoft.com/office/drawing/2014/main" id="{F2433AF1-75CD-6140-8193-465558AA059E}"/>
              </a:ext>
            </a:extLst>
          </p:cNvPr>
          <p:cNvSpPr>
            <a:spLocks noChangeArrowheads="1"/>
          </p:cNvSpPr>
          <p:nvPr/>
        </p:nvSpPr>
        <p:spPr bwMode="auto">
          <a:xfrm>
            <a:off x="7370207" y="1328499"/>
            <a:ext cx="247650"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1</a:t>
            </a:r>
          </a:p>
        </p:txBody>
      </p:sp>
      <p:sp>
        <p:nvSpPr>
          <p:cNvPr id="235558" name="Rectangle 40">
            <a:extLst>
              <a:ext uri="{FF2B5EF4-FFF2-40B4-BE49-F238E27FC236}">
                <a16:creationId xmlns:a16="http://schemas.microsoft.com/office/drawing/2014/main" id="{BBA52602-8731-6043-B525-04330F6C4801}"/>
              </a:ext>
            </a:extLst>
          </p:cNvPr>
          <p:cNvSpPr>
            <a:spLocks noChangeArrowheads="1"/>
          </p:cNvSpPr>
          <p:nvPr/>
        </p:nvSpPr>
        <p:spPr bwMode="auto">
          <a:xfrm>
            <a:off x="7370207" y="1573768"/>
            <a:ext cx="233238"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1</a:t>
            </a:r>
          </a:p>
        </p:txBody>
      </p:sp>
      <p:sp>
        <p:nvSpPr>
          <p:cNvPr id="235559" name="Rectangle 41">
            <a:extLst>
              <a:ext uri="{FF2B5EF4-FFF2-40B4-BE49-F238E27FC236}">
                <a16:creationId xmlns:a16="http://schemas.microsoft.com/office/drawing/2014/main" id="{36ECCECB-7370-1F46-BBDD-38B1F525DCB5}"/>
              </a:ext>
            </a:extLst>
          </p:cNvPr>
          <p:cNvSpPr>
            <a:spLocks noChangeArrowheads="1"/>
          </p:cNvSpPr>
          <p:nvPr/>
        </p:nvSpPr>
        <p:spPr bwMode="auto">
          <a:xfrm>
            <a:off x="7370207" y="1824990"/>
            <a:ext cx="247650"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1</a:t>
            </a:r>
          </a:p>
        </p:txBody>
      </p:sp>
      <p:sp>
        <p:nvSpPr>
          <p:cNvPr id="235560" name="Rectangle 42">
            <a:extLst>
              <a:ext uri="{FF2B5EF4-FFF2-40B4-BE49-F238E27FC236}">
                <a16:creationId xmlns:a16="http://schemas.microsoft.com/office/drawing/2014/main" id="{F6F3BD98-601F-6A4B-8525-3DAB9AC79F43}"/>
              </a:ext>
            </a:extLst>
          </p:cNvPr>
          <p:cNvSpPr>
            <a:spLocks noChangeArrowheads="1"/>
          </p:cNvSpPr>
          <p:nvPr/>
        </p:nvSpPr>
        <p:spPr bwMode="auto">
          <a:xfrm>
            <a:off x="7370207" y="2051209"/>
            <a:ext cx="233238"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2</a:t>
            </a:r>
          </a:p>
        </p:txBody>
      </p:sp>
      <p:sp>
        <p:nvSpPr>
          <p:cNvPr id="235561" name="Rectangle 43">
            <a:extLst>
              <a:ext uri="{FF2B5EF4-FFF2-40B4-BE49-F238E27FC236}">
                <a16:creationId xmlns:a16="http://schemas.microsoft.com/office/drawing/2014/main" id="{A1047708-F8AF-3149-8D78-BB4B92ADCA03}"/>
              </a:ext>
            </a:extLst>
          </p:cNvPr>
          <p:cNvSpPr>
            <a:spLocks noChangeArrowheads="1"/>
          </p:cNvSpPr>
          <p:nvPr/>
        </p:nvSpPr>
        <p:spPr bwMode="auto">
          <a:xfrm>
            <a:off x="6863001" y="1330881"/>
            <a:ext cx="252474"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A</a:t>
            </a:r>
          </a:p>
        </p:txBody>
      </p:sp>
      <p:sp>
        <p:nvSpPr>
          <p:cNvPr id="235562" name="Rectangle 44">
            <a:extLst>
              <a:ext uri="{FF2B5EF4-FFF2-40B4-BE49-F238E27FC236}">
                <a16:creationId xmlns:a16="http://schemas.microsoft.com/office/drawing/2014/main" id="{DBB5D26D-6A03-3E47-B6E0-05E141490CFF}"/>
              </a:ext>
            </a:extLst>
          </p:cNvPr>
          <p:cNvSpPr>
            <a:spLocks noChangeArrowheads="1"/>
          </p:cNvSpPr>
          <p:nvPr/>
        </p:nvSpPr>
        <p:spPr bwMode="auto">
          <a:xfrm>
            <a:off x="6863001" y="1813084"/>
            <a:ext cx="25955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C</a:t>
            </a:r>
          </a:p>
        </p:txBody>
      </p:sp>
      <p:sp>
        <p:nvSpPr>
          <p:cNvPr id="235563" name="Rectangle 45">
            <a:extLst>
              <a:ext uri="{FF2B5EF4-FFF2-40B4-BE49-F238E27FC236}">
                <a16:creationId xmlns:a16="http://schemas.microsoft.com/office/drawing/2014/main" id="{8F8FC60B-B54E-BD4C-98BD-36A477A2C790}"/>
              </a:ext>
            </a:extLst>
          </p:cNvPr>
          <p:cNvSpPr>
            <a:spLocks noChangeArrowheads="1"/>
          </p:cNvSpPr>
          <p:nvPr/>
        </p:nvSpPr>
        <p:spPr bwMode="auto">
          <a:xfrm>
            <a:off x="6863001" y="2284572"/>
            <a:ext cx="252474"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E</a:t>
            </a:r>
          </a:p>
        </p:txBody>
      </p:sp>
      <p:sp>
        <p:nvSpPr>
          <p:cNvPr id="235564" name="Rectangle 46">
            <a:extLst>
              <a:ext uri="{FF2B5EF4-FFF2-40B4-BE49-F238E27FC236}">
                <a16:creationId xmlns:a16="http://schemas.microsoft.com/office/drawing/2014/main" id="{E2A1DF8B-4F7D-024E-A6B3-0FA0A83DBBF1}"/>
              </a:ext>
            </a:extLst>
          </p:cNvPr>
          <p:cNvSpPr>
            <a:spLocks noChangeArrowheads="1"/>
          </p:cNvSpPr>
          <p:nvPr/>
        </p:nvSpPr>
        <p:spPr bwMode="auto">
          <a:xfrm>
            <a:off x="7370207" y="2276237"/>
            <a:ext cx="247650"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2</a:t>
            </a:r>
          </a:p>
        </p:txBody>
      </p:sp>
      <p:sp>
        <p:nvSpPr>
          <p:cNvPr id="235565" name="Rectangle 47">
            <a:extLst>
              <a:ext uri="{FF2B5EF4-FFF2-40B4-BE49-F238E27FC236}">
                <a16:creationId xmlns:a16="http://schemas.microsoft.com/office/drawing/2014/main" id="{F8F109F1-0A8B-714C-98A4-FC450D793428}"/>
              </a:ext>
            </a:extLst>
          </p:cNvPr>
          <p:cNvSpPr>
            <a:spLocks noChangeArrowheads="1"/>
          </p:cNvSpPr>
          <p:nvPr/>
        </p:nvSpPr>
        <p:spPr bwMode="auto">
          <a:xfrm>
            <a:off x="6863001" y="1571387"/>
            <a:ext cx="252474"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B</a:t>
            </a:r>
          </a:p>
        </p:txBody>
      </p:sp>
      <p:sp>
        <p:nvSpPr>
          <p:cNvPr id="235566" name="Rectangle 48">
            <a:extLst>
              <a:ext uri="{FF2B5EF4-FFF2-40B4-BE49-F238E27FC236}">
                <a16:creationId xmlns:a16="http://schemas.microsoft.com/office/drawing/2014/main" id="{DD608B67-5689-E545-A525-566F44E37E8B}"/>
              </a:ext>
            </a:extLst>
          </p:cNvPr>
          <p:cNvSpPr>
            <a:spLocks noChangeArrowheads="1"/>
          </p:cNvSpPr>
          <p:nvPr/>
        </p:nvSpPr>
        <p:spPr bwMode="auto">
          <a:xfrm>
            <a:off x="6863000" y="2047637"/>
            <a:ext cx="262092"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D</a:t>
            </a:r>
          </a:p>
        </p:txBody>
      </p:sp>
      <p:sp>
        <p:nvSpPr>
          <p:cNvPr id="235567" name="Rectangle 49">
            <a:extLst>
              <a:ext uri="{FF2B5EF4-FFF2-40B4-BE49-F238E27FC236}">
                <a16:creationId xmlns:a16="http://schemas.microsoft.com/office/drawing/2014/main" id="{77FDEE46-3CE7-EF43-A0DF-30899E898A05}"/>
              </a:ext>
            </a:extLst>
          </p:cNvPr>
          <p:cNvSpPr>
            <a:spLocks noChangeArrowheads="1"/>
          </p:cNvSpPr>
          <p:nvPr/>
        </p:nvSpPr>
        <p:spPr bwMode="auto">
          <a:xfrm>
            <a:off x="6861810" y="2502456"/>
            <a:ext cx="360759"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F</a:t>
            </a:r>
          </a:p>
        </p:txBody>
      </p:sp>
      <p:sp>
        <p:nvSpPr>
          <p:cNvPr id="235568" name="Rectangle 50">
            <a:extLst>
              <a:ext uri="{FF2B5EF4-FFF2-40B4-BE49-F238E27FC236}">
                <a16:creationId xmlns:a16="http://schemas.microsoft.com/office/drawing/2014/main" id="{B28127D4-0F3F-FE43-8A52-C99DBE917869}"/>
              </a:ext>
            </a:extLst>
          </p:cNvPr>
          <p:cNvSpPr>
            <a:spLocks noChangeArrowheads="1"/>
          </p:cNvSpPr>
          <p:nvPr/>
        </p:nvSpPr>
        <p:spPr bwMode="auto">
          <a:xfrm>
            <a:off x="7370207" y="2513172"/>
            <a:ext cx="247650"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2</a:t>
            </a:r>
          </a:p>
        </p:txBody>
      </p:sp>
      <p:sp>
        <p:nvSpPr>
          <p:cNvPr id="235569" name="Rectangle 51">
            <a:extLst>
              <a:ext uri="{FF2B5EF4-FFF2-40B4-BE49-F238E27FC236}">
                <a16:creationId xmlns:a16="http://schemas.microsoft.com/office/drawing/2014/main" id="{47E703A1-85C3-CD47-AF67-C4DC969A8F17}"/>
              </a:ext>
            </a:extLst>
          </p:cNvPr>
          <p:cNvSpPr>
            <a:spLocks noChangeArrowheads="1"/>
          </p:cNvSpPr>
          <p:nvPr/>
        </p:nvSpPr>
        <p:spPr bwMode="auto">
          <a:xfrm>
            <a:off x="6691551" y="1087993"/>
            <a:ext cx="656430"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站地址</a:t>
            </a:r>
          </a:p>
        </p:txBody>
      </p:sp>
      <p:sp>
        <p:nvSpPr>
          <p:cNvPr id="235570" name="Rectangle 52">
            <a:extLst>
              <a:ext uri="{FF2B5EF4-FFF2-40B4-BE49-F238E27FC236}">
                <a16:creationId xmlns:a16="http://schemas.microsoft.com/office/drawing/2014/main" id="{07824A9D-B419-B54F-B193-975A68AE4413}"/>
              </a:ext>
            </a:extLst>
          </p:cNvPr>
          <p:cNvSpPr>
            <a:spLocks noChangeArrowheads="1"/>
          </p:cNvSpPr>
          <p:nvPr/>
        </p:nvSpPr>
        <p:spPr bwMode="auto">
          <a:xfrm>
            <a:off x="7257098" y="1091565"/>
            <a:ext cx="48330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接口</a:t>
            </a:r>
          </a:p>
        </p:txBody>
      </p:sp>
      <p:sp>
        <p:nvSpPr>
          <p:cNvPr id="235571" name="Line 53">
            <a:extLst>
              <a:ext uri="{FF2B5EF4-FFF2-40B4-BE49-F238E27FC236}">
                <a16:creationId xmlns:a16="http://schemas.microsoft.com/office/drawing/2014/main" id="{37D34FCF-07C8-ED4C-A7AF-7F6623688224}"/>
              </a:ext>
            </a:extLst>
          </p:cNvPr>
          <p:cNvSpPr>
            <a:spLocks noChangeShapeType="1"/>
          </p:cNvSpPr>
          <p:nvPr/>
        </p:nvSpPr>
        <p:spPr bwMode="auto">
          <a:xfrm>
            <a:off x="6712982" y="1584484"/>
            <a:ext cx="99655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72" name="Line 54">
            <a:extLst>
              <a:ext uri="{FF2B5EF4-FFF2-40B4-BE49-F238E27FC236}">
                <a16:creationId xmlns:a16="http://schemas.microsoft.com/office/drawing/2014/main" id="{E14D64A2-8200-F242-B421-0DC5BCC3D145}"/>
              </a:ext>
            </a:extLst>
          </p:cNvPr>
          <p:cNvSpPr>
            <a:spLocks noChangeShapeType="1"/>
          </p:cNvSpPr>
          <p:nvPr/>
        </p:nvSpPr>
        <p:spPr bwMode="auto">
          <a:xfrm>
            <a:off x="7285673" y="1109424"/>
            <a:ext cx="0" cy="1663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73" name="Line 55">
            <a:extLst>
              <a:ext uri="{FF2B5EF4-FFF2-40B4-BE49-F238E27FC236}">
                <a16:creationId xmlns:a16="http://schemas.microsoft.com/office/drawing/2014/main" id="{48CF19E6-0C62-FD4A-948F-A10788281198}"/>
              </a:ext>
            </a:extLst>
          </p:cNvPr>
          <p:cNvSpPr>
            <a:spLocks noChangeShapeType="1"/>
          </p:cNvSpPr>
          <p:nvPr/>
        </p:nvSpPr>
        <p:spPr bwMode="auto">
          <a:xfrm>
            <a:off x="6712982" y="1822609"/>
            <a:ext cx="100369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74" name="Line 56">
            <a:extLst>
              <a:ext uri="{FF2B5EF4-FFF2-40B4-BE49-F238E27FC236}">
                <a16:creationId xmlns:a16="http://schemas.microsoft.com/office/drawing/2014/main" id="{8E33B3D0-8587-1945-84DA-C5FD40E7748E}"/>
              </a:ext>
            </a:extLst>
          </p:cNvPr>
          <p:cNvSpPr>
            <a:spLocks noChangeShapeType="1"/>
          </p:cNvSpPr>
          <p:nvPr/>
        </p:nvSpPr>
        <p:spPr bwMode="auto">
          <a:xfrm>
            <a:off x="6712982" y="2059543"/>
            <a:ext cx="1010841"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75" name="Line 57">
            <a:extLst>
              <a:ext uri="{FF2B5EF4-FFF2-40B4-BE49-F238E27FC236}">
                <a16:creationId xmlns:a16="http://schemas.microsoft.com/office/drawing/2014/main" id="{B9E0D498-21EE-CB41-8796-C674B29FD7BF}"/>
              </a:ext>
            </a:extLst>
          </p:cNvPr>
          <p:cNvSpPr>
            <a:spLocks noChangeShapeType="1"/>
          </p:cNvSpPr>
          <p:nvPr/>
        </p:nvSpPr>
        <p:spPr bwMode="auto">
          <a:xfrm>
            <a:off x="6712982" y="2297668"/>
            <a:ext cx="99655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76" name="Line 58">
            <a:extLst>
              <a:ext uri="{FF2B5EF4-FFF2-40B4-BE49-F238E27FC236}">
                <a16:creationId xmlns:a16="http://schemas.microsoft.com/office/drawing/2014/main" id="{65C1BB10-5AE7-E44D-A9F3-3E03E3C61B36}"/>
              </a:ext>
            </a:extLst>
          </p:cNvPr>
          <p:cNvSpPr>
            <a:spLocks noChangeShapeType="1"/>
          </p:cNvSpPr>
          <p:nvPr/>
        </p:nvSpPr>
        <p:spPr bwMode="auto">
          <a:xfrm>
            <a:off x="6712982" y="2534603"/>
            <a:ext cx="98226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77" name="Line 59">
            <a:extLst>
              <a:ext uri="{FF2B5EF4-FFF2-40B4-BE49-F238E27FC236}">
                <a16:creationId xmlns:a16="http://schemas.microsoft.com/office/drawing/2014/main" id="{38D6796D-A85E-474D-87B1-AFE7ABF115CE}"/>
              </a:ext>
            </a:extLst>
          </p:cNvPr>
          <p:cNvSpPr>
            <a:spLocks noChangeShapeType="1"/>
          </p:cNvSpPr>
          <p:nvPr/>
        </p:nvSpPr>
        <p:spPr bwMode="auto">
          <a:xfrm>
            <a:off x="6712982" y="1347549"/>
            <a:ext cx="99655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78" name="Rectangle 60">
            <a:extLst>
              <a:ext uri="{FF2B5EF4-FFF2-40B4-BE49-F238E27FC236}">
                <a16:creationId xmlns:a16="http://schemas.microsoft.com/office/drawing/2014/main" id="{C8830B17-A69E-AD48-BEA4-DEA0FF829B5C}"/>
              </a:ext>
            </a:extLst>
          </p:cNvPr>
          <p:cNvSpPr>
            <a:spLocks noChangeArrowheads="1"/>
          </p:cNvSpPr>
          <p:nvPr/>
        </p:nvSpPr>
        <p:spPr bwMode="auto">
          <a:xfrm>
            <a:off x="4410313" y="1015366"/>
            <a:ext cx="59872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网桥</a:t>
            </a:r>
          </a:p>
        </p:txBody>
      </p:sp>
      <p:pic>
        <p:nvPicPr>
          <p:cNvPr id="235579" name="Picture 61">
            <a:extLst>
              <a:ext uri="{FF2B5EF4-FFF2-40B4-BE49-F238E27FC236}">
                <a16:creationId xmlns:a16="http://schemas.microsoft.com/office/drawing/2014/main" id="{140F8595-A532-1C4C-A0B7-A46DA4DF30F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7307" y="4598194"/>
            <a:ext cx="379810"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80" name="Picture 62">
            <a:extLst>
              <a:ext uri="{FF2B5EF4-FFF2-40B4-BE49-F238E27FC236}">
                <a16:creationId xmlns:a16="http://schemas.microsoft.com/office/drawing/2014/main" id="{3FA412BD-7E22-2F49-8846-AD28F0A0BFF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316" y="4598194"/>
            <a:ext cx="379809"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81" name="Picture 63">
            <a:extLst>
              <a:ext uri="{FF2B5EF4-FFF2-40B4-BE49-F238E27FC236}">
                <a16:creationId xmlns:a16="http://schemas.microsoft.com/office/drawing/2014/main" id="{B6BAB4AE-952C-564F-AF21-B85C90E4AFC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2656" y="4597003"/>
            <a:ext cx="381000"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82" name="Line 64">
            <a:extLst>
              <a:ext uri="{FF2B5EF4-FFF2-40B4-BE49-F238E27FC236}">
                <a16:creationId xmlns:a16="http://schemas.microsoft.com/office/drawing/2014/main" id="{D713C05C-40CF-0F45-BBA2-069E0AA69A9A}"/>
              </a:ext>
            </a:extLst>
          </p:cNvPr>
          <p:cNvSpPr>
            <a:spLocks noChangeShapeType="1"/>
          </p:cNvSpPr>
          <p:nvPr/>
        </p:nvSpPr>
        <p:spPr bwMode="auto">
          <a:xfrm flipV="1">
            <a:off x="5053251" y="3063241"/>
            <a:ext cx="564356" cy="1190"/>
          </a:xfrm>
          <a:prstGeom prst="line">
            <a:avLst/>
          </a:prstGeom>
          <a:noFill/>
          <a:ln w="28575">
            <a:solidFill>
              <a:srgbClr val="333399"/>
            </a:solidFill>
            <a:round/>
            <a:headEnd type="triangle" w="sm" len="me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83" name="Line 65">
            <a:extLst>
              <a:ext uri="{FF2B5EF4-FFF2-40B4-BE49-F238E27FC236}">
                <a16:creationId xmlns:a16="http://schemas.microsoft.com/office/drawing/2014/main" id="{574CEFF3-4575-C34B-A5AF-5A4C066FF0B6}"/>
              </a:ext>
            </a:extLst>
          </p:cNvPr>
          <p:cNvSpPr>
            <a:spLocks noChangeShapeType="1"/>
          </p:cNvSpPr>
          <p:nvPr/>
        </p:nvSpPr>
        <p:spPr bwMode="auto">
          <a:xfrm flipV="1">
            <a:off x="6183154" y="3066811"/>
            <a:ext cx="533400" cy="4763"/>
          </a:xfrm>
          <a:prstGeom prst="line">
            <a:avLst/>
          </a:prstGeom>
          <a:noFill/>
          <a:ln w="28575">
            <a:solidFill>
              <a:srgbClr val="333399"/>
            </a:solidFill>
            <a:round/>
            <a:headEnd type="triangle" w="sm" len="me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84" name="Rectangle 66">
            <a:extLst>
              <a:ext uri="{FF2B5EF4-FFF2-40B4-BE49-F238E27FC236}">
                <a16:creationId xmlns:a16="http://schemas.microsoft.com/office/drawing/2014/main" id="{A0335A30-529D-1941-AC7D-EC17217AB449}"/>
              </a:ext>
            </a:extLst>
          </p:cNvPr>
          <p:cNvSpPr>
            <a:spLocks noChangeArrowheads="1"/>
          </p:cNvSpPr>
          <p:nvPr/>
        </p:nvSpPr>
        <p:spPr bwMode="auto">
          <a:xfrm>
            <a:off x="2613422" y="2982516"/>
            <a:ext cx="48330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网桥</a:t>
            </a:r>
          </a:p>
        </p:txBody>
      </p:sp>
      <p:pic>
        <p:nvPicPr>
          <p:cNvPr id="235585" name="Picture 67">
            <a:extLst>
              <a:ext uri="{FF2B5EF4-FFF2-40B4-BE49-F238E27FC236}">
                <a16:creationId xmlns:a16="http://schemas.microsoft.com/office/drawing/2014/main" id="{434923F5-BCAA-DB4E-BCC1-3B72FDBDE5BE}"/>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7204" y="3100387"/>
            <a:ext cx="960834" cy="653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86" name="Line 68">
            <a:extLst>
              <a:ext uri="{FF2B5EF4-FFF2-40B4-BE49-F238E27FC236}">
                <a16:creationId xmlns:a16="http://schemas.microsoft.com/office/drawing/2014/main" id="{266FF9FD-7763-6248-819F-CC0232DF762A}"/>
              </a:ext>
            </a:extLst>
          </p:cNvPr>
          <p:cNvSpPr>
            <a:spLocks noChangeShapeType="1"/>
          </p:cNvSpPr>
          <p:nvPr/>
        </p:nvSpPr>
        <p:spPr bwMode="auto">
          <a:xfrm>
            <a:off x="3800475" y="4216004"/>
            <a:ext cx="0" cy="398859"/>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87" name="Line 69">
            <a:extLst>
              <a:ext uri="{FF2B5EF4-FFF2-40B4-BE49-F238E27FC236}">
                <a16:creationId xmlns:a16="http://schemas.microsoft.com/office/drawing/2014/main" id="{DC42E770-AA7B-DD4B-BCEB-104468BD02A7}"/>
              </a:ext>
            </a:extLst>
          </p:cNvPr>
          <p:cNvSpPr>
            <a:spLocks noChangeShapeType="1"/>
          </p:cNvSpPr>
          <p:nvPr/>
        </p:nvSpPr>
        <p:spPr bwMode="auto">
          <a:xfrm>
            <a:off x="4238625" y="4216004"/>
            <a:ext cx="0" cy="398859"/>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88" name="Rectangle 70">
            <a:extLst>
              <a:ext uri="{FF2B5EF4-FFF2-40B4-BE49-F238E27FC236}">
                <a16:creationId xmlns:a16="http://schemas.microsoft.com/office/drawing/2014/main" id="{28844CEB-AE55-0D47-8DCF-2416CFA82915}"/>
              </a:ext>
            </a:extLst>
          </p:cNvPr>
          <p:cNvSpPr>
            <a:spLocks noChangeArrowheads="1"/>
          </p:cNvSpPr>
          <p:nvPr/>
        </p:nvSpPr>
        <p:spPr bwMode="auto">
          <a:xfrm>
            <a:off x="3008710" y="4180285"/>
            <a:ext cx="78581" cy="83344"/>
          </a:xfrm>
          <a:prstGeom prst="rect">
            <a:avLst/>
          </a:prstGeom>
          <a:solidFill>
            <a:schemeClr val="tx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5589" name="Line 71">
            <a:extLst>
              <a:ext uri="{FF2B5EF4-FFF2-40B4-BE49-F238E27FC236}">
                <a16:creationId xmlns:a16="http://schemas.microsoft.com/office/drawing/2014/main" id="{EEE7B2A5-1B40-0B43-8FA4-D17354FCCBD8}"/>
              </a:ext>
            </a:extLst>
          </p:cNvPr>
          <p:cNvSpPr>
            <a:spLocks noChangeShapeType="1"/>
          </p:cNvSpPr>
          <p:nvPr/>
        </p:nvSpPr>
        <p:spPr bwMode="auto">
          <a:xfrm flipV="1">
            <a:off x="3044428" y="4220767"/>
            <a:ext cx="1376363"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90" name="Rectangle 72">
            <a:extLst>
              <a:ext uri="{FF2B5EF4-FFF2-40B4-BE49-F238E27FC236}">
                <a16:creationId xmlns:a16="http://schemas.microsoft.com/office/drawing/2014/main" id="{121DD095-F3F9-C240-895C-0C4DD50D659F}"/>
              </a:ext>
            </a:extLst>
          </p:cNvPr>
          <p:cNvSpPr>
            <a:spLocks noChangeArrowheads="1"/>
          </p:cNvSpPr>
          <p:nvPr/>
        </p:nvSpPr>
        <p:spPr bwMode="auto">
          <a:xfrm>
            <a:off x="4387454" y="4168379"/>
            <a:ext cx="78581" cy="82153"/>
          </a:xfrm>
          <a:prstGeom prst="rect">
            <a:avLst/>
          </a:prstGeom>
          <a:solidFill>
            <a:schemeClr val="tx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5591" name="Line 73">
            <a:extLst>
              <a:ext uri="{FF2B5EF4-FFF2-40B4-BE49-F238E27FC236}">
                <a16:creationId xmlns:a16="http://schemas.microsoft.com/office/drawing/2014/main" id="{A306E8DC-E94F-DA48-993F-9CAA005C18E8}"/>
              </a:ext>
            </a:extLst>
          </p:cNvPr>
          <p:cNvSpPr>
            <a:spLocks noChangeShapeType="1"/>
          </p:cNvSpPr>
          <p:nvPr/>
        </p:nvSpPr>
        <p:spPr bwMode="auto">
          <a:xfrm>
            <a:off x="3326606" y="4223147"/>
            <a:ext cx="0" cy="38457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92" name="Rectangle 74">
            <a:extLst>
              <a:ext uri="{FF2B5EF4-FFF2-40B4-BE49-F238E27FC236}">
                <a16:creationId xmlns:a16="http://schemas.microsoft.com/office/drawing/2014/main" id="{AFE696B7-89EF-3A40-9050-39A645E83DD9}"/>
              </a:ext>
            </a:extLst>
          </p:cNvPr>
          <p:cNvSpPr>
            <a:spLocks noChangeArrowheads="1"/>
          </p:cNvSpPr>
          <p:nvPr/>
        </p:nvSpPr>
        <p:spPr bwMode="auto">
          <a:xfrm>
            <a:off x="3031331" y="4345782"/>
            <a:ext cx="262092"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D</a:t>
            </a:r>
          </a:p>
        </p:txBody>
      </p:sp>
      <p:sp>
        <p:nvSpPr>
          <p:cNvPr id="235593" name="Rectangle 75">
            <a:extLst>
              <a:ext uri="{FF2B5EF4-FFF2-40B4-BE49-F238E27FC236}">
                <a16:creationId xmlns:a16="http://schemas.microsoft.com/office/drawing/2014/main" id="{41F2E37C-5BF8-FF42-AA7F-61EAB280962B}"/>
              </a:ext>
            </a:extLst>
          </p:cNvPr>
          <p:cNvSpPr>
            <a:spLocks noChangeArrowheads="1"/>
          </p:cNvSpPr>
          <p:nvPr/>
        </p:nvSpPr>
        <p:spPr bwMode="auto">
          <a:xfrm>
            <a:off x="3482579" y="4345782"/>
            <a:ext cx="252474"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E</a:t>
            </a:r>
          </a:p>
        </p:txBody>
      </p:sp>
      <p:sp>
        <p:nvSpPr>
          <p:cNvPr id="235594" name="Rectangle 76">
            <a:extLst>
              <a:ext uri="{FF2B5EF4-FFF2-40B4-BE49-F238E27FC236}">
                <a16:creationId xmlns:a16="http://schemas.microsoft.com/office/drawing/2014/main" id="{B7A64E8E-4F3B-3145-93D2-0248B5FFE0FE}"/>
              </a:ext>
            </a:extLst>
          </p:cNvPr>
          <p:cNvSpPr>
            <a:spLocks noChangeArrowheads="1"/>
          </p:cNvSpPr>
          <p:nvPr/>
        </p:nvSpPr>
        <p:spPr bwMode="auto">
          <a:xfrm>
            <a:off x="3936206" y="4345782"/>
            <a:ext cx="24285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F</a:t>
            </a:r>
          </a:p>
        </p:txBody>
      </p:sp>
      <p:pic>
        <p:nvPicPr>
          <p:cNvPr id="235595" name="Picture 77">
            <a:extLst>
              <a:ext uri="{FF2B5EF4-FFF2-40B4-BE49-F238E27FC236}">
                <a16:creationId xmlns:a16="http://schemas.microsoft.com/office/drawing/2014/main" id="{7CFC83B9-DD08-5F4A-AA30-8C74F3711D1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8488" y="4585097"/>
            <a:ext cx="379810"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96" name="Picture 78">
            <a:extLst>
              <a:ext uri="{FF2B5EF4-FFF2-40B4-BE49-F238E27FC236}">
                <a16:creationId xmlns:a16="http://schemas.microsoft.com/office/drawing/2014/main" id="{E624BCED-382B-0242-A0EE-C9327378BE2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93306" y="4585097"/>
            <a:ext cx="381000"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97" name="Picture 79">
            <a:extLst>
              <a:ext uri="{FF2B5EF4-FFF2-40B4-BE49-F238E27FC236}">
                <a16:creationId xmlns:a16="http://schemas.microsoft.com/office/drawing/2014/main" id="{FB8A9160-199A-174B-8DA9-79C04941D05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3838" y="4583907"/>
            <a:ext cx="381000"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98" name="Rectangle 84">
            <a:extLst>
              <a:ext uri="{FF2B5EF4-FFF2-40B4-BE49-F238E27FC236}">
                <a16:creationId xmlns:a16="http://schemas.microsoft.com/office/drawing/2014/main" id="{641E2CB6-5188-8149-B98E-30A07AB3EE44}"/>
              </a:ext>
            </a:extLst>
          </p:cNvPr>
          <p:cNvSpPr>
            <a:spLocks noChangeArrowheads="1"/>
          </p:cNvSpPr>
          <p:nvPr/>
        </p:nvSpPr>
        <p:spPr bwMode="auto">
          <a:xfrm>
            <a:off x="4425675" y="3695856"/>
            <a:ext cx="62757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dirty="0">
                <a:latin typeface="Arial" panose="020B0604020202020204" pitchFamily="34" charset="0"/>
                <a:ea typeface="宋体" panose="02010600030101010101" pitchFamily="2" charset="-122"/>
              </a:rPr>
              <a:t>接口 </a:t>
            </a:r>
            <a:r>
              <a:rPr kumimoji="1" lang="en-US" altLang="zh-CN" sz="1350" dirty="0">
                <a:latin typeface="Arial" panose="020B0604020202020204" pitchFamily="34" charset="0"/>
                <a:ea typeface="宋体" panose="02010600030101010101" pitchFamily="2" charset="-122"/>
              </a:rPr>
              <a:t>1</a:t>
            </a:r>
          </a:p>
        </p:txBody>
      </p:sp>
      <p:sp>
        <p:nvSpPr>
          <p:cNvPr id="235599" name="Rectangle 85">
            <a:extLst>
              <a:ext uri="{FF2B5EF4-FFF2-40B4-BE49-F238E27FC236}">
                <a16:creationId xmlns:a16="http://schemas.microsoft.com/office/drawing/2014/main" id="{211BC806-1615-2D46-8310-37F52F52B1B3}"/>
              </a:ext>
            </a:extLst>
          </p:cNvPr>
          <p:cNvSpPr>
            <a:spLocks noChangeArrowheads="1"/>
          </p:cNvSpPr>
          <p:nvPr/>
        </p:nvSpPr>
        <p:spPr bwMode="auto">
          <a:xfrm>
            <a:off x="6774241" y="3662082"/>
            <a:ext cx="62757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接口 </a:t>
            </a:r>
            <a:r>
              <a:rPr kumimoji="1" lang="en-US" altLang="zh-CN" sz="1350">
                <a:latin typeface="Arial" panose="020B0604020202020204" pitchFamily="34" charset="0"/>
                <a:ea typeface="宋体" panose="02010600030101010101" pitchFamily="2" charset="-122"/>
              </a:rPr>
              <a:t>2</a:t>
            </a:r>
          </a:p>
        </p:txBody>
      </p:sp>
      <p:sp>
        <p:nvSpPr>
          <p:cNvPr id="235600" name="Rectangle 88">
            <a:extLst>
              <a:ext uri="{FF2B5EF4-FFF2-40B4-BE49-F238E27FC236}">
                <a16:creationId xmlns:a16="http://schemas.microsoft.com/office/drawing/2014/main" id="{828D8418-2A14-6D4A-901A-13ECBE911C7D}"/>
              </a:ext>
            </a:extLst>
          </p:cNvPr>
          <p:cNvSpPr>
            <a:spLocks noChangeArrowheads="1"/>
          </p:cNvSpPr>
          <p:nvPr/>
        </p:nvSpPr>
        <p:spPr bwMode="auto">
          <a:xfrm>
            <a:off x="3167063" y="3706416"/>
            <a:ext cx="60032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接口</a:t>
            </a:r>
            <a:r>
              <a:rPr kumimoji="1" lang="zh-CN" altLang="en-US" sz="600">
                <a:latin typeface="Arial" panose="020B0604020202020204" pitchFamily="34" charset="0"/>
                <a:ea typeface="宋体" panose="02010600030101010101" pitchFamily="2" charset="-122"/>
              </a:rPr>
              <a:t> </a:t>
            </a:r>
            <a:r>
              <a:rPr kumimoji="1" lang="en-US" altLang="zh-CN" sz="1350">
                <a:latin typeface="Arial" panose="020B0604020202020204" pitchFamily="34" charset="0"/>
                <a:ea typeface="宋体" panose="02010600030101010101" pitchFamily="2" charset="-122"/>
              </a:rPr>
              <a:t>2</a:t>
            </a:r>
          </a:p>
        </p:txBody>
      </p:sp>
      <p:sp>
        <p:nvSpPr>
          <p:cNvPr id="235601" name="幻灯片编号占位符 1">
            <a:extLst>
              <a:ext uri="{FF2B5EF4-FFF2-40B4-BE49-F238E27FC236}">
                <a16:creationId xmlns:a16="http://schemas.microsoft.com/office/drawing/2014/main" id="{26D3AEBD-0532-3540-85DC-B32D3F7A9EE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5B167F8-4D25-294A-A535-7D5DB0FC209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261565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Rectangle 2">
            <a:extLst>
              <a:ext uri="{FF2B5EF4-FFF2-40B4-BE49-F238E27FC236}">
                <a16:creationId xmlns:a16="http://schemas.microsoft.com/office/drawing/2014/main" id="{6816706D-7E49-EC40-9BA5-0412F74636CF}"/>
              </a:ext>
            </a:extLst>
          </p:cNvPr>
          <p:cNvSpPr>
            <a:spLocks noGrp="1" noChangeArrowheads="1"/>
          </p:cNvSpPr>
          <p:nvPr>
            <p:ph type="body" idx="1"/>
          </p:nvPr>
        </p:nvSpPr>
        <p:spPr>
          <a:xfrm>
            <a:off x="262890" y="1113235"/>
            <a:ext cx="8652509" cy="3618309"/>
          </a:xfrm>
        </p:spPr>
        <p:txBody>
          <a:bodyPr/>
          <a:lstStyle/>
          <a:p>
            <a:pPr eaLnBrk="1" hangingPunct="1"/>
            <a:r>
              <a:rPr lang="zh-CN" altLang="en-US" sz="2100" dirty="0">
                <a:ea typeface="宋体" panose="02010600030101010101" pitchFamily="2" charset="-122"/>
              </a:rPr>
              <a:t>过滤通信量。 </a:t>
            </a:r>
          </a:p>
          <a:p>
            <a:pPr eaLnBrk="1" hangingPunct="1"/>
            <a:r>
              <a:rPr lang="zh-CN" altLang="en-US" sz="2100" dirty="0">
                <a:ea typeface="宋体" panose="02010600030101010101" pitchFamily="2" charset="-122"/>
              </a:rPr>
              <a:t>扩大了物理范围。</a:t>
            </a:r>
          </a:p>
          <a:p>
            <a:pPr eaLnBrk="1" hangingPunct="1"/>
            <a:r>
              <a:rPr lang="zh-CN" altLang="en-US" sz="2100" dirty="0">
                <a:ea typeface="宋体" panose="02010600030101010101" pitchFamily="2" charset="-122"/>
              </a:rPr>
              <a:t>提高了可靠性。</a:t>
            </a:r>
          </a:p>
          <a:p>
            <a:pPr eaLnBrk="1" hangingPunct="1"/>
            <a:r>
              <a:rPr lang="zh-CN" altLang="en-US" sz="2100" dirty="0">
                <a:ea typeface="宋体" panose="02010600030101010101" pitchFamily="2" charset="-122"/>
              </a:rPr>
              <a:t>可互连不同物理层、不同 </a:t>
            </a:r>
            <a:r>
              <a:rPr lang="en-US" altLang="zh-CN" sz="2100" dirty="0">
                <a:ea typeface="宋体" panose="02010600030101010101" pitchFamily="2" charset="-122"/>
              </a:rPr>
              <a:t>MAC </a:t>
            </a:r>
            <a:r>
              <a:rPr lang="zh-CN" altLang="en-US" sz="2100" dirty="0">
                <a:ea typeface="宋体" panose="02010600030101010101" pitchFamily="2" charset="-122"/>
              </a:rPr>
              <a:t>子层和不同速率（如</a:t>
            </a:r>
            <a:r>
              <a:rPr lang="en-US" altLang="zh-CN" sz="2100" dirty="0">
                <a:ea typeface="宋体" panose="02010600030101010101" pitchFamily="2" charset="-122"/>
              </a:rPr>
              <a:t>10 Mb/s </a:t>
            </a:r>
            <a:r>
              <a:rPr lang="zh-CN" altLang="en-US" sz="2100" dirty="0">
                <a:ea typeface="宋体" panose="02010600030101010101" pitchFamily="2" charset="-122"/>
              </a:rPr>
              <a:t>和 </a:t>
            </a:r>
            <a:r>
              <a:rPr lang="en-US" altLang="zh-CN" sz="2100" dirty="0">
                <a:ea typeface="宋体" panose="02010600030101010101" pitchFamily="2" charset="-122"/>
              </a:rPr>
              <a:t>100 Mb/s </a:t>
            </a:r>
            <a:r>
              <a:rPr lang="zh-CN" altLang="en-US" sz="2100" dirty="0">
                <a:ea typeface="宋体" panose="02010600030101010101" pitchFamily="2" charset="-122"/>
              </a:rPr>
              <a:t>以太网）的局域网。  </a:t>
            </a:r>
          </a:p>
        </p:txBody>
      </p:sp>
      <p:sp>
        <p:nvSpPr>
          <p:cNvPr id="237570" name="Rectangle 3">
            <a:extLst>
              <a:ext uri="{FF2B5EF4-FFF2-40B4-BE49-F238E27FC236}">
                <a16:creationId xmlns:a16="http://schemas.microsoft.com/office/drawing/2014/main" id="{925A466C-A581-F541-BA89-E76BE91ADBED}"/>
              </a:ext>
            </a:extLst>
          </p:cNvPr>
          <p:cNvSpPr>
            <a:spLocks noGrp="1" noChangeArrowheads="1"/>
          </p:cNvSpPr>
          <p:nvPr>
            <p:ph type="title"/>
          </p:nvPr>
        </p:nvSpPr>
        <p:spPr>
          <a:xfrm>
            <a:off x="125731" y="250031"/>
            <a:ext cx="7401402" cy="701279"/>
          </a:xfrm>
        </p:spPr>
        <p:txBody>
          <a:bodyPr/>
          <a:lstStyle/>
          <a:p>
            <a:pPr eaLnBrk="1" hangingPunct="1"/>
            <a:r>
              <a:rPr lang="zh-CN" altLang="en-US" dirty="0">
                <a:latin typeface="Times New Roman" panose="02020603050405020304" pitchFamily="18" charset="0"/>
                <a:ea typeface="宋体" panose="02010600030101010101" pitchFamily="2" charset="-122"/>
              </a:rPr>
              <a:t>使用网桥带来的好处 </a:t>
            </a:r>
          </a:p>
        </p:txBody>
      </p:sp>
      <p:sp>
        <p:nvSpPr>
          <p:cNvPr id="237571" name="幻灯片编号占位符 1">
            <a:extLst>
              <a:ext uri="{FF2B5EF4-FFF2-40B4-BE49-F238E27FC236}">
                <a16:creationId xmlns:a16="http://schemas.microsoft.com/office/drawing/2014/main" id="{B00C2076-1709-7F48-B1DD-D9B016C5571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4740051-2F55-9045-B1AF-E6C70EAE712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1576434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59778">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59778">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5977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7" name="Oval 30">
            <a:extLst>
              <a:ext uri="{FF2B5EF4-FFF2-40B4-BE49-F238E27FC236}">
                <a16:creationId xmlns:a16="http://schemas.microsoft.com/office/drawing/2014/main" id="{D1083EE8-809F-3840-AE34-8C5C88E9FABC}"/>
              </a:ext>
            </a:extLst>
          </p:cNvPr>
          <p:cNvSpPr>
            <a:spLocks noChangeArrowheads="1"/>
          </p:cNvSpPr>
          <p:nvPr/>
        </p:nvSpPr>
        <p:spPr bwMode="auto">
          <a:xfrm>
            <a:off x="5887642" y="1977629"/>
            <a:ext cx="2040731" cy="1835944"/>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9618" name="Oval 29">
            <a:extLst>
              <a:ext uri="{FF2B5EF4-FFF2-40B4-BE49-F238E27FC236}">
                <a16:creationId xmlns:a16="http://schemas.microsoft.com/office/drawing/2014/main" id="{ECD67760-4267-E84B-A078-02F03EBEAA7F}"/>
              </a:ext>
            </a:extLst>
          </p:cNvPr>
          <p:cNvSpPr>
            <a:spLocks noChangeArrowheads="1"/>
          </p:cNvSpPr>
          <p:nvPr/>
        </p:nvSpPr>
        <p:spPr bwMode="auto">
          <a:xfrm>
            <a:off x="3526632" y="1977629"/>
            <a:ext cx="2041922" cy="1835944"/>
          </a:xfrm>
          <a:prstGeom prst="ellipse">
            <a:avLst/>
          </a:prstGeom>
          <a:solidFill>
            <a:srgbClr val="99FF99"/>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9619" name="Oval 31">
            <a:extLst>
              <a:ext uri="{FF2B5EF4-FFF2-40B4-BE49-F238E27FC236}">
                <a16:creationId xmlns:a16="http://schemas.microsoft.com/office/drawing/2014/main" id="{6E13D704-3A90-9D4C-84B8-817EF13A11C6}"/>
              </a:ext>
            </a:extLst>
          </p:cNvPr>
          <p:cNvSpPr>
            <a:spLocks noChangeArrowheads="1"/>
          </p:cNvSpPr>
          <p:nvPr/>
        </p:nvSpPr>
        <p:spPr bwMode="auto">
          <a:xfrm>
            <a:off x="1229917" y="1977629"/>
            <a:ext cx="2040731" cy="1835944"/>
          </a:xfrm>
          <a:prstGeom prst="ellipse">
            <a:avLst/>
          </a:pr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9621" name="Line 5">
            <a:extLst>
              <a:ext uri="{FF2B5EF4-FFF2-40B4-BE49-F238E27FC236}">
                <a16:creationId xmlns:a16="http://schemas.microsoft.com/office/drawing/2014/main" id="{DCB44F5E-C9F1-DF4C-A6CE-FAE384AB8EC3}"/>
              </a:ext>
            </a:extLst>
          </p:cNvPr>
          <p:cNvSpPr>
            <a:spLocks noChangeShapeType="1"/>
          </p:cNvSpPr>
          <p:nvPr/>
        </p:nvSpPr>
        <p:spPr bwMode="auto">
          <a:xfrm>
            <a:off x="7362825" y="2584848"/>
            <a:ext cx="0" cy="47744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9622" name="Line 6">
            <a:extLst>
              <a:ext uri="{FF2B5EF4-FFF2-40B4-BE49-F238E27FC236}">
                <a16:creationId xmlns:a16="http://schemas.microsoft.com/office/drawing/2014/main" id="{66EFD53C-A928-D047-95AB-F71E70162A18}"/>
              </a:ext>
            </a:extLst>
          </p:cNvPr>
          <p:cNvSpPr>
            <a:spLocks noChangeShapeType="1"/>
          </p:cNvSpPr>
          <p:nvPr/>
        </p:nvSpPr>
        <p:spPr bwMode="auto">
          <a:xfrm flipV="1">
            <a:off x="6056710" y="2591991"/>
            <a:ext cx="1502569" cy="3572"/>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9623" name="Rectangle 7">
            <a:extLst>
              <a:ext uri="{FF2B5EF4-FFF2-40B4-BE49-F238E27FC236}">
                <a16:creationId xmlns:a16="http://schemas.microsoft.com/office/drawing/2014/main" id="{8B8BFADB-7EAC-CB44-88CF-B681C1A5748B}"/>
              </a:ext>
            </a:extLst>
          </p:cNvPr>
          <p:cNvSpPr>
            <a:spLocks noChangeArrowheads="1"/>
          </p:cNvSpPr>
          <p:nvPr/>
        </p:nvSpPr>
        <p:spPr bwMode="auto">
          <a:xfrm>
            <a:off x="7524750" y="2527697"/>
            <a:ext cx="85725" cy="100013"/>
          </a:xfrm>
          <a:prstGeom prst="rect">
            <a:avLst/>
          </a:prstGeom>
          <a:solidFill>
            <a:schemeClr val="tx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9624" name="Line 8">
            <a:extLst>
              <a:ext uri="{FF2B5EF4-FFF2-40B4-BE49-F238E27FC236}">
                <a16:creationId xmlns:a16="http://schemas.microsoft.com/office/drawing/2014/main" id="{AA92D4EE-ECC1-704F-9831-FE3C710F52BA}"/>
              </a:ext>
            </a:extLst>
          </p:cNvPr>
          <p:cNvSpPr>
            <a:spLocks noChangeShapeType="1"/>
          </p:cNvSpPr>
          <p:nvPr/>
        </p:nvSpPr>
        <p:spPr bwMode="auto">
          <a:xfrm>
            <a:off x="6365081" y="2595563"/>
            <a:ext cx="0" cy="45720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39625" name="Picture 9">
            <a:extLst>
              <a:ext uri="{FF2B5EF4-FFF2-40B4-BE49-F238E27FC236}">
                <a16:creationId xmlns:a16="http://schemas.microsoft.com/office/drawing/2014/main" id="{2AD81E24-7159-9344-9237-98BBF0D32EC1}"/>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9104" y="3027760"/>
            <a:ext cx="415528" cy="479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9626" name="Picture 10">
            <a:extLst>
              <a:ext uri="{FF2B5EF4-FFF2-40B4-BE49-F238E27FC236}">
                <a16:creationId xmlns:a16="http://schemas.microsoft.com/office/drawing/2014/main" id="{CDDA3272-5041-D541-A947-E7B05B69E1C9}"/>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37798" y="3025378"/>
            <a:ext cx="416719" cy="48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9627" name="Line 11">
            <a:extLst>
              <a:ext uri="{FF2B5EF4-FFF2-40B4-BE49-F238E27FC236}">
                <a16:creationId xmlns:a16="http://schemas.microsoft.com/office/drawing/2014/main" id="{65DC9C5D-82B6-4848-92F8-06E2F3BEBCB3}"/>
              </a:ext>
            </a:extLst>
          </p:cNvPr>
          <p:cNvSpPr>
            <a:spLocks noChangeShapeType="1"/>
          </p:cNvSpPr>
          <p:nvPr/>
        </p:nvSpPr>
        <p:spPr bwMode="auto">
          <a:xfrm>
            <a:off x="5066110" y="2571750"/>
            <a:ext cx="0" cy="477441"/>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9628" name="Line 12">
            <a:extLst>
              <a:ext uri="{FF2B5EF4-FFF2-40B4-BE49-F238E27FC236}">
                <a16:creationId xmlns:a16="http://schemas.microsoft.com/office/drawing/2014/main" id="{AAB1E09E-7B10-2B42-90EB-1E8E665549D2}"/>
              </a:ext>
            </a:extLst>
          </p:cNvPr>
          <p:cNvSpPr>
            <a:spLocks noChangeShapeType="1"/>
          </p:cNvSpPr>
          <p:nvPr/>
        </p:nvSpPr>
        <p:spPr bwMode="auto">
          <a:xfrm flipV="1">
            <a:off x="3758804" y="2578894"/>
            <a:ext cx="1503759" cy="2381"/>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9629" name="Line 13">
            <a:extLst>
              <a:ext uri="{FF2B5EF4-FFF2-40B4-BE49-F238E27FC236}">
                <a16:creationId xmlns:a16="http://schemas.microsoft.com/office/drawing/2014/main" id="{48A6E75C-91F7-E94B-8F12-8487BCBD9BAC}"/>
              </a:ext>
            </a:extLst>
          </p:cNvPr>
          <p:cNvSpPr>
            <a:spLocks noChangeShapeType="1"/>
          </p:cNvSpPr>
          <p:nvPr/>
        </p:nvSpPr>
        <p:spPr bwMode="auto">
          <a:xfrm>
            <a:off x="4068366" y="2581275"/>
            <a:ext cx="0" cy="45720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39630" name="Picture 14">
            <a:extLst>
              <a:ext uri="{FF2B5EF4-FFF2-40B4-BE49-F238E27FC236}">
                <a16:creationId xmlns:a16="http://schemas.microsoft.com/office/drawing/2014/main" id="{9E02CE7A-8F4C-C549-9B19-2889959D7090}"/>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61198" y="3013472"/>
            <a:ext cx="416719" cy="48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9631" name="Picture 15">
            <a:extLst>
              <a:ext uri="{FF2B5EF4-FFF2-40B4-BE49-F238E27FC236}">
                <a16:creationId xmlns:a16="http://schemas.microsoft.com/office/drawing/2014/main" id="{3321A30C-4CF1-DD45-8C51-7A44540E84CC}"/>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1081" y="3012281"/>
            <a:ext cx="415529" cy="48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9632" name="Line 16">
            <a:extLst>
              <a:ext uri="{FF2B5EF4-FFF2-40B4-BE49-F238E27FC236}">
                <a16:creationId xmlns:a16="http://schemas.microsoft.com/office/drawing/2014/main" id="{C39648BC-4C54-8A4F-8805-AA3BD5C8C311}"/>
              </a:ext>
            </a:extLst>
          </p:cNvPr>
          <p:cNvSpPr>
            <a:spLocks noChangeShapeType="1"/>
          </p:cNvSpPr>
          <p:nvPr/>
        </p:nvSpPr>
        <p:spPr bwMode="auto">
          <a:xfrm>
            <a:off x="2744391" y="2588419"/>
            <a:ext cx="0" cy="47625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9633" name="Rectangle 17">
            <a:extLst>
              <a:ext uri="{FF2B5EF4-FFF2-40B4-BE49-F238E27FC236}">
                <a16:creationId xmlns:a16="http://schemas.microsoft.com/office/drawing/2014/main" id="{2114637D-DE20-0347-B46C-CA5338DEFE19}"/>
              </a:ext>
            </a:extLst>
          </p:cNvPr>
          <p:cNvSpPr>
            <a:spLocks noChangeArrowheads="1"/>
          </p:cNvSpPr>
          <p:nvPr/>
        </p:nvSpPr>
        <p:spPr bwMode="auto">
          <a:xfrm>
            <a:off x="1400175" y="2546748"/>
            <a:ext cx="85725" cy="97631"/>
          </a:xfrm>
          <a:prstGeom prst="rect">
            <a:avLst/>
          </a:prstGeom>
          <a:solidFill>
            <a:schemeClr val="tx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9634" name="Line 18">
            <a:extLst>
              <a:ext uri="{FF2B5EF4-FFF2-40B4-BE49-F238E27FC236}">
                <a16:creationId xmlns:a16="http://schemas.microsoft.com/office/drawing/2014/main" id="{82CDF411-BAD8-EE47-9AEA-E4C7F6879B31}"/>
              </a:ext>
            </a:extLst>
          </p:cNvPr>
          <p:cNvSpPr>
            <a:spLocks noChangeShapeType="1"/>
          </p:cNvSpPr>
          <p:nvPr/>
        </p:nvSpPr>
        <p:spPr bwMode="auto">
          <a:xfrm flipV="1">
            <a:off x="1438275" y="2595563"/>
            <a:ext cx="1504950" cy="1191"/>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9635" name="Line 19">
            <a:extLst>
              <a:ext uri="{FF2B5EF4-FFF2-40B4-BE49-F238E27FC236}">
                <a16:creationId xmlns:a16="http://schemas.microsoft.com/office/drawing/2014/main" id="{0CA7BDFD-C19B-3D4F-A552-37BB13BEF89E}"/>
              </a:ext>
            </a:extLst>
          </p:cNvPr>
          <p:cNvSpPr>
            <a:spLocks noChangeShapeType="1"/>
          </p:cNvSpPr>
          <p:nvPr/>
        </p:nvSpPr>
        <p:spPr bwMode="auto">
          <a:xfrm>
            <a:off x="1747838" y="2596754"/>
            <a:ext cx="0" cy="459581"/>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39636" name="Picture 20">
            <a:extLst>
              <a:ext uri="{FF2B5EF4-FFF2-40B4-BE49-F238E27FC236}">
                <a16:creationId xmlns:a16="http://schemas.microsoft.com/office/drawing/2014/main" id="{D14C4F5B-D30D-214F-AF0F-37800F5C1DC2}"/>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1860" y="3028950"/>
            <a:ext cx="415528" cy="482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9637" name="Picture 21">
            <a:extLst>
              <a:ext uri="{FF2B5EF4-FFF2-40B4-BE49-F238E27FC236}">
                <a16:creationId xmlns:a16="http://schemas.microsoft.com/office/drawing/2014/main" id="{3203B558-8494-9C41-941F-D23376248D58}"/>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744" y="3027760"/>
            <a:ext cx="414338" cy="482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9638" name="Picture 23">
            <a:extLst>
              <a:ext uri="{FF2B5EF4-FFF2-40B4-BE49-F238E27FC236}">
                <a16:creationId xmlns:a16="http://schemas.microsoft.com/office/drawing/2014/main" id="{F7A17709-B9CA-9C4C-BA32-4F02978FBE8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1794" y="2207419"/>
            <a:ext cx="892969" cy="627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9639" name="Picture 24">
            <a:extLst>
              <a:ext uri="{FF2B5EF4-FFF2-40B4-BE49-F238E27FC236}">
                <a16:creationId xmlns:a16="http://schemas.microsoft.com/office/drawing/2014/main" id="{9A60CFE8-4F3B-6346-8F7A-9D54532AB63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9700" y="2207419"/>
            <a:ext cx="892969" cy="627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9640" name="Rectangle 25">
            <a:extLst>
              <a:ext uri="{FF2B5EF4-FFF2-40B4-BE49-F238E27FC236}">
                <a16:creationId xmlns:a16="http://schemas.microsoft.com/office/drawing/2014/main" id="{A98518EF-4C0B-0947-A472-090043CFFAC0}"/>
              </a:ext>
            </a:extLst>
          </p:cNvPr>
          <p:cNvSpPr>
            <a:spLocks noChangeArrowheads="1"/>
          </p:cNvSpPr>
          <p:nvPr/>
        </p:nvSpPr>
        <p:spPr bwMode="auto">
          <a:xfrm>
            <a:off x="3006329" y="2085976"/>
            <a:ext cx="74780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网桥</a:t>
            </a:r>
            <a:r>
              <a:rPr kumimoji="1" lang="zh-CN" altLang="en-US" sz="600">
                <a:solidFill>
                  <a:schemeClr val="folHlink"/>
                </a:solidFill>
                <a:latin typeface="Arial" panose="020B0604020202020204" pitchFamily="34" charset="0"/>
                <a:ea typeface="宋体" panose="02010600030101010101" pitchFamily="2" charset="-122"/>
              </a:rPr>
              <a:t> </a:t>
            </a:r>
            <a:r>
              <a:rPr kumimoji="1" lang="en-US" altLang="zh-CN" sz="1800">
                <a:solidFill>
                  <a:schemeClr val="folHlink"/>
                </a:solidFill>
                <a:latin typeface="Arial" panose="020B0604020202020204" pitchFamily="34" charset="0"/>
                <a:ea typeface="宋体" panose="02010600030101010101" pitchFamily="2" charset="-122"/>
              </a:rPr>
              <a:t>1</a:t>
            </a:r>
            <a:endParaRPr kumimoji="1" lang="en-US" altLang="zh-CN" sz="1800" baseline="-25000">
              <a:solidFill>
                <a:schemeClr val="folHlink"/>
              </a:solidFill>
              <a:latin typeface="Arial" panose="020B0604020202020204" pitchFamily="34" charset="0"/>
              <a:ea typeface="宋体" panose="02010600030101010101" pitchFamily="2" charset="-122"/>
            </a:endParaRPr>
          </a:p>
        </p:txBody>
      </p:sp>
      <p:sp>
        <p:nvSpPr>
          <p:cNvPr id="239641" name="Line 26">
            <a:extLst>
              <a:ext uri="{FF2B5EF4-FFF2-40B4-BE49-F238E27FC236}">
                <a16:creationId xmlns:a16="http://schemas.microsoft.com/office/drawing/2014/main" id="{7A652FE9-209D-6549-BF89-737BDB76347E}"/>
              </a:ext>
            </a:extLst>
          </p:cNvPr>
          <p:cNvSpPr>
            <a:spLocks noChangeShapeType="1"/>
          </p:cNvSpPr>
          <p:nvPr/>
        </p:nvSpPr>
        <p:spPr bwMode="auto">
          <a:xfrm>
            <a:off x="1866900" y="2742010"/>
            <a:ext cx="702469" cy="0"/>
          </a:xfrm>
          <a:prstGeom prst="line">
            <a:avLst/>
          </a:prstGeom>
          <a:noFill/>
          <a:ln w="38100">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39642" name="Line 27">
            <a:extLst>
              <a:ext uri="{FF2B5EF4-FFF2-40B4-BE49-F238E27FC236}">
                <a16:creationId xmlns:a16="http://schemas.microsoft.com/office/drawing/2014/main" id="{04E72BFF-B39E-AB42-B14C-361393553D37}"/>
              </a:ext>
            </a:extLst>
          </p:cNvPr>
          <p:cNvSpPr>
            <a:spLocks noChangeShapeType="1"/>
          </p:cNvSpPr>
          <p:nvPr/>
        </p:nvSpPr>
        <p:spPr bwMode="auto">
          <a:xfrm>
            <a:off x="4227910" y="2742010"/>
            <a:ext cx="701278" cy="0"/>
          </a:xfrm>
          <a:prstGeom prst="line">
            <a:avLst/>
          </a:prstGeom>
          <a:noFill/>
          <a:ln w="38100">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39643" name="Line 28">
            <a:extLst>
              <a:ext uri="{FF2B5EF4-FFF2-40B4-BE49-F238E27FC236}">
                <a16:creationId xmlns:a16="http://schemas.microsoft.com/office/drawing/2014/main" id="{94220311-33BA-094F-BC08-9F86F07F1D4A}"/>
              </a:ext>
            </a:extLst>
          </p:cNvPr>
          <p:cNvSpPr>
            <a:spLocks noChangeShapeType="1"/>
          </p:cNvSpPr>
          <p:nvPr/>
        </p:nvSpPr>
        <p:spPr bwMode="auto">
          <a:xfrm>
            <a:off x="6524625" y="2742010"/>
            <a:ext cx="701279" cy="0"/>
          </a:xfrm>
          <a:prstGeom prst="line">
            <a:avLst/>
          </a:prstGeom>
          <a:noFill/>
          <a:ln w="38100">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39644" name="Rectangle 32">
            <a:extLst>
              <a:ext uri="{FF2B5EF4-FFF2-40B4-BE49-F238E27FC236}">
                <a16:creationId xmlns:a16="http://schemas.microsoft.com/office/drawing/2014/main" id="{8A920E53-C894-3444-A527-4F9E689C21FC}"/>
              </a:ext>
            </a:extLst>
          </p:cNvPr>
          <p:cNvSpPr>
            <a:spLocks noChangeArrowheads="1"/>
          </p:cNvSpPr>
          <p:nvPr/>
        </p:nvSpPr>
        <p:spPr bwMode="auto">
          <a:xfrm>
            <a:off x="1866900" y="2207419"/>
            <a:ext cx="829555"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碰撞域</a:t>
            </a:r>
            <a:endParaRPr kumimoji="1" lang="zh-CN" altLang="en-US" sz="1800" baseline="-25000">
              <a:solidFill>
                <a:schemeClr val="folHlink"/>
              </a:solidFill>
              <a:latin typeface="Arial" panose="020B0604020202020204" pitchFamily="34" charset="0"/>
              <a:ea typeface="宋体" panose="02010600030101010101" pitchFamily="2" charset="-122"/>
            </a:endParaRPr>
          </a:p>
        </p:txBody>
      </p:sp>
      <p:sp>
        <p:nvSpPr>
          <p:cNvPr id="239645" name="Rectangle 33">
            <a:extLst>
              <a:ext uri="{FF2B5EF4-FFF2-40B4-BE49-F238E27FC236}">
                <a16:creationId xmlns:a16="http://schemas.microsoft.com/office/drawing/2014/main" id="{CD4C7DAB-C2F0-4947-90CE-D73C603054CB}"/>
              </a:ext>
            </a:extLst>
          </p:cNvPr>
          <p:cNvSpPr>
            <a:spLocks noChangeArrowheads="1"/>
          </p:cNvSpPr>
          <p:nvPr/>
        </p:nvSpPr>
        <p:spPr bwMode="auto">
          <a:xfrm>
            <a:off x="4227910" y="2207419"/>
            <a:ext cx="829555"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碰撞域</a:t>
            </a:r>
            <a:endParaRPr kumimoji="1" lang="zh-CN" altLang="en-US" sz="1800" baseline="-25000">
              <a:solidFill>
                <a:schemeClr val="folHlink"/>
              </a:solidFill>
              <a:latin typeface="Arial" panose="020B0604020202020204" pitchFamily="34" charset="0"/>
              <a:ea typeface="宋体" panose="02010600030101010101" pitchFamily="2" charset="-122"/>
            </a:endParaRPr>
          </a:p>
        </p:txBody>
      </p:sp>
      <p:sp>
        <p:nvSpPr>
          <p:cNvPr id="239646" name="Rectangle 34">
            <a:extLst>
              <a:ext uri="{FF2B5EF4-FFF2-40B4-BE49-F238E27FC236}">
                <a16:creationId xmlns:a16="http://schemas.microsoft.com/office/drawing/2014/main" id="{5599E02C-C820-7749-8BB0-F56BA2795E16}"/>
              </a:ext>
            </a:extLst>
          </p:cNvPr>
          <p:cNvSpPr>
            <a:spLocks noChangeArrowheads="1"/>
          </p:cNvSpPr>
          <p:nvPr/>
        </p:nvSpPr>
        <p:spPr bwMode="auto">
          <a:xfrm>
            <a:off x="6525816" y="2207419"/>
            <a:ext cx="829555"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碰撞域</a:t>
            </a:r>
            <a:endParaRPr kumimoji="1" lang="zh-CN" altLang="en-US" sz="1800" baseline="-25000">
              <a:solidFill>
                <a:schemeClr val="folHlink"/>
              </a:solidFill>
              <a:latin typeface="Arial" panose="020B0604020202020204" pitchFamily="34" charset="0"/>
              <a:ea typeface="宋体" panose="02010600030101010101" pitchFamily="2" charset="-122"/>
            </a:endParaRPr>
          </a:p>
        </p:txBody>
      </p:sp>
      <p:sp>
        <p:nvSpPr>
          <p:cNvPr id="239647" name="Rectangle 35">
            <a:extLst>
              <a:ext uri="{FF2B5EF4-FFF2-40B4-BE49-F238E27FC236}">
                <a16:creationId xmlns:a16="http://schemas.microsoft.com/office/drawing/2014/main" id="{444676A4-6AFC-3149-B2C4-82A9F03046FF}"/>
              </a:ext>
            </a:extLst>
          </p:cNvPr>
          <p:cNvSpPr>
            <a:spLocks noChangeArrowheads="1"/>
          </p:cNvSpPr>
          <p:nvPr/>
        </p:nvSpPr>
        <p:spPr bwMode="auto">
          <a:xfrm>
            <a:off x="1356122" y="2971801"/>
            <a:ext cx="290946"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A</a:t>
            </a:r>
            <a:endParaRPr kumimoji="1" lang="en-US" altLang="zh-CN" sz="1800" baseline="-25000">
              <a:solidFill>
                <a:schemeClr val="folHlink"/>
              </a:solidFill>
              <a:latin typeface="Arial" panose="020B0604020202020204" pitchFamily="34" charset="0"/>
              <a:ea typeface="宋体" panose="02010600030101010101" pitchFamily="2" charset="-122"/>
            </a:endParaRPr>
          </a:p>
        </p:txBody>
      </p:sp>
      <p:sp>
        <p:nvSpPr>
          <p:cNvPr id="239648" name="Rectangle 36">
            <a:extLst>
              <a:ext uri="{FF2B5EF4-FFF2-40B4-BE49-F238E27FC236}">
                <a16:creationId xmlns:a16="http://schemas.microsoft.com/office/drawing/2014/main" id="{DC4362A2-53DD-AE44-9C9A-59CA4B44F499}"/>
              </a:ext>
            </a:extLst>
          </p:cNvPr>
          <p:cNvSpPr>
            <a:spLocks noChangeArrowheads="1"/>
          </p:cNvSpPr>
          <p:nvPr/>
        </p:nvSpPr>
        <p:spPr bwMode="auto">
          <a:xfrm>
            <a:off x="2353866" y="2971801"/>
            <a:ext cx="290946"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B</a:t>
            </a:r>
            <a:endParaRPr kumimoji="1" lang="en-US" altLang="zh-CN" sz="1800" baseline="-25000">
              <a:solidFill>
                <a:schemeClr val="folHlink"/>
              </a:solidFill>
              <a:latin typeface="Arial" panose="020B0604020202020204" pitchFamily="34" charset="0"/>
              <a:ea typeface="宋体" panose="02010600030101010101" pitchFamily="2" charset="-122"/>
            </a:endParaRPr>
          </a:p>
        </p:txBody>
      </p:sp>
      <p:sp>
        <p:nvSpPr>
          <p:cNvPr id="239649" name="Rectangle 37">
            <a:extLst>
              <a:ext uri="{FF2B5EF4-FFF2-40B4-BE49-F238E27FC236}">
                <a16:creationId xmlns:a16="http://schemas.microsoft.com/office/drawing/2014/main" id="{3433130B-159F-5547-9E9C-BEF5E71E64C7}"/>
              </a:ext>
            </a:extLst>
          </p:cNvPr>
          <p:cNvSpPr>
            <a:spLocks noChangeArrowheads="1"/>
          </p:cNvSpPr>
          <p:nvPr/>
        </p:nvSpPr>
        <p:spPr bwMode="auto">
          <a:xfrm>
            <a:off x="3654029" y="2971801"/>
            <a:ext cx="303770"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C</a:t>
            </a:r>
            <a:endParaRPr kumimoji="1" lang="en-US" altLang="zh-CN" sz="1800" baseline="-25000">
              <a:solidFill>
                <a:schemeClr val="folHlink"/>
              </a:solidFill>
              <a:latin typeface="Arial" panose="020B0604020202020204" pitchFamily="34" charset="0"/>
              <a:ea typeface="宋体" panose="02010600030101010101" pitchFamily="2" charset="-122"/>
            </a:endParaRPr>
          </a:p>
        </p:txBody>
      </p:sp>
      <p:sp>
        <p:nvSpPr>
          <p:cNvPr id="239650" name="Rectangle 38">
            <a:extLst>
              <a:ext uri="{FF2B5EF4-FFF2-40B4-BE49-F238E27FC236}">
                <a16:creationId xmlns:a16="http://schemas.microsoft.com/office/drawing/2014/main" id="{2DE364AF-CE96-554F-BF23-FD6E389FC917}"/>
              </a:ext>
            </a:extLst>
          </p:cNvPr>
          <p:cNvSpPr>
            <a:spLocks noChangeArrowheads="1"/>
          </p:cNvSpPr>
          <p:nvPr/>
        </p:nvSpPr>
        <p:spPr bwMode="auto">
          <a:xfrm>
            <a:off x="4674394" y="2971801"/>
            <a:ext cx="303770"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D</a:t>
            </a:r>
            <a:endParaRPr kumimoji="1" lang="en-US" altLang="zh-CN" sz="1800" baseline="-25000">
              <a:solidFill>
                <a:schemeClr val="folHlink"/>
              </a:solidFill>
              <a:latin typeface="Arial" panose="020B0604020202020204" pitchFamily="34" charset="0"/>
              <a:ea typeface="宋体" panose="02010600030101010101" pitchFamily="2" charset="-122"/>
            </a:endParaRPr>
          </a:p>
        </p:txBody>
      </p:sp>
      <p:sp>
        <p:nvSpPr>
          <p:cNvPr id="239651" name="Rectangle 39">
            <a:extLst>
              <a:ext uri="{FF2B5EF4-FFF2-40B4-BE49-F238E27FC236}">
                <a16:creationId xmlns:a16="http://schemas.microsoft.com/office/drawing/2014/main" id="{90BF9B1E-684A-E740-94D2-EC3B81E644DB}"/>
              </a:ext>
            </a:extLst>
          </p:cNvPr>
          <p:cNvSpPr>
            <a:spLocks noChangeArrowheads="1"/>
          </p:cNvSpPr>
          <p:nvPr/>
        </p:nvSpPr>
        <p:spPr bwMode="auto">
          <a:xfrm>
            <a:off x="5999560" y="2971801"/>
            <a:ext cx="290946"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E</a:t>
            </a:r>
            <a:endParaRPr kumimoji="1" lang="en-US" altLang="zh-CN" sz="1800" baseline="-25000">
              <a:solidFill>
                <a:schemeClr val="folHlink"/>
              </a:solidFill>
              <a:latin typeface="Arial" panose="020B0604020202020204" pitchFamily="34" charset="0"/>
              <a:ea typeface="宋体" panose="02010600030101010101" pitchFamily="2" charset="-122"/>
            </a:endParaRPr>
          </a:p>
        </p:txBody>
      </p:sp>
      <p:sp>
        <p:nvSpPr>
          <p:cNvPr id="239652" name="Rectangle 40">
            <a:extLst>
              <a:ext uri="{FF2B5EF4-FFF2-40B4-BE49-F238E27FC236}">
                <a16:creationId xmlns:a16="http://schemas.microsoft.com/office/drawing/2014/main" id="{14577F1D-E4E4-0544-ADF9-7822CF9D0DDE}"/>
              </a:ext>
            </a:extLst>
          </p:cNvPr>
          <p:cNvSpPr>
            <a:spLocks noChangeArrowheads="1"/>
          </p:cNvSpPr>
          <p:nvPr/>
        </p:nvSpPr>
        <p:spPr bwMode="auto">
          <a:xfrm>
            <a:off x="6972300" y="2971801"/>
            <a:ext cx="27812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F</a:t>
            </a:r>
            <a:endParaRPr kumimoji="1" lang="en-US" altLang="zh-CN" sz="1800" baseline="-25000">
              <a:solidFill>
                <a:schemeClr val="folHlink"/>
              </a:solidFill>
              <a:latin typeface="Arial" panose="020B0604020202020204" pitchFamily="34" charset="0"/>
              <a:ea typeface="宋体" panose="02010600030101010101" pitchFamily="2" charset="-122"/>
            </a:endParaRPr>
          </a:p>
        </p:txBody>
      </p:sp>
      <p:sp>
        <p:nvSpPr>
          <p:cNvPr id="239653" name="Rectangle 42">
            <a:extLst>
              <a:ext uri="{FF2B5EF4-FFF2-40B4-BE49-F238E27FC236}">
                <a16:creationId xmlns:a16="http://schemas.microsoft.com/office/drawing/2014/main" id="{DD11EEDB-FA72-8A41-A38C-AE0BCF74EFB8}"/>
              </a:ext>
            </a:extLst>
          </p:cNvPr>
          <p:cNvSpPr>
            <a:spLocks noChangeArrowheads="1"/>
          </p:cNvSpPr>
          <p:nvPr/>
        </p:nvSpPr>
        <p:spPr bwMode="auto">
          <a:xfrm>
            <a:off x="5297091" y="2040732"/>
            <a:ext cx="74780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网桥</a:t>
            </a:r>
            <a:r>
              <a:rPr kumimoji="1" lang="zh-CN" altLang="en-US" sz="600">
                <a:solidFill>
                  <a:schemeClr val="folHlink"/>
                </a:solidFill>
                <a:latin typeface="Arial" panose="020B0604020202020204" pitchFamily="34" charset="0"/>
                <a:ea typeface="宋体" panose="02010600030101010101" pitchFamily="2" charset="-122"/>
              </a:rPr>
              <a:t> </a:t>
            </a:r>
            <a:r>
              <a:rPr kumimoji="1" lang="en-US" altLang="zh-CN" sz="1800">
                <a:solidFill>
                  <a:schemeClr val="folHlink"/>
                </a:solidFill>
                <a:latin typeface="Arial" panose="020B0604020202020204" pitchFamily="34" charset="0"/>
                <a:ea typeface="宋体" panose="02010600030101010101" pitchFamily="2" charset="-122"/>
              </a:rPr>
              <a:t>2</a:t>
            </a:r>
            <a:endParaRPr kumimoji="1" lang="en-US" altLang="zh-CN" sz="1800" baseline="-25000">
              <a:solidFill>
                <a:schemeClr val="folHlink"/>
              </a:solidFill>
              <a:latin typeface="Arial" panose="020B0604020202020204" pitchFamily="34" charset="0"/>
              <a:ea typeface="宋体" panose="02010600030101010101" pitchFamily="2" charset="-122"/>
            </a:endParaRPr>
          </a:p>
        </p:txBody>
      </p:sp>
      <p:sp>
        <p:nvSpPr>
          <p:cNvPr id="3" name="内容占位符 2">
            <a:extLst>
              <a:ext uri="{FF2B5EF4-FFF2-40B4-BE49-F238E27FC236}">
                <a16:creationId xmlns:a16="http://schemas.microsoft.com/office/drawing/2014/main" id="{0EFA94F4-E93F-6643-B552-F87D1FEB4986}"/>
              </a:ext>
            </a:extLst>
          </p:cNvPr>
          <p:cNvSpPr>
            <a:spLocks noGrp="1"/>
          </p:cNvSpPr>
          <p:nvPr>
            <p:ph idx="1"/>
          </p:nvPr>
        </p:nvSpPr>
        <p:spPr/>
        <p:txBody>
          <a:bodyPr/>
          <a:lstStyle/>
          <a:p>
            <a:endParaRPr kumimoji="1" lang="zh-CN" altLang="en-US"/>
          </a:p>
        </p:txBody>
      </p:sp>
      <p:sp>
        <p:nvSpPr>
          <p:cNvPr id="239654" name="幻灯片编号占位符 1">
            <a:extLst>
              <a:ext uri="{FF2B5EF4-FFF2-40B4-BE49-F238E27FC236}">
                <a16:creationId xmlns:a16="http://schemas.microsoft.com/office/drawing/2014/main" id="{55FFCD50-4924-6D4B-A606-ECE91766458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CF8B445-8910-5946-A54A-BB8255BC2CF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109</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E1629ECF-B7F0-1140-AA7B-F4B8A0212CB7}"/>
              </a:ext>
            </a:extLst>
          </p:cNvPr>
          <p:cNvSpPr>
            <a:spLocks noGrp="1"/>
          </p:cNvSpPr>
          <p:nvPr>
            <p:ph type="title"/>
          </p:nvPr>
        </p:nvSpPr>
        <p:spPr/>
        <p:txBody>
          <a:bodyPr/>
          <a:lstStyle/>
          <a:p>
            <a:r>
              <a:rPr lang="zh-CN" altLang="en-US" dirty="0">
                <a:ea typeface="宋体" panose="02010600030101010101" pitchFamily="2" charset="-122"/>
              </a:rPr>
              <a:t>网桥使各网段成为隔离开的碰撞域 </a:t>
            </a:r>
            <a:endParaRPr kumimoji="1" lang="zh-CN" altLang="en-US" dirty="0"/>
          </a:p>
        </p:txBody>
      </p:sp>
    </p:spTree>
    <p:extLst>
      <p:ext uri="{BB962C8B-B14F-4D97-AF65-F5344CB8AC3E}">
        <p14:creationId xmlns:p14="http://schemas.microsoft.com/office/powerpoint/2010/main" val="284924500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02" name="Rectangle 2">
            <a:extLst>
              <a:ext uri="{FF2B5EF4-FFF2-40B4-BE49-F238E27FC236}">
                <a16:creationId xmlns:a16="http://schemas.microsoft.com/office/drawing/2014/main" id="{59835311-01DA-014C-8829-C8667DB5C621}"/>
              </a:ext>
            </a:extLst>
          </p:cNvPr>
          <p:cNvSpPr>
            <a:spLocks noGrp="1" noChangeArrowheads="1"/>
          </p:cNvSpPr>
          <p:nvPr>
            <p:ph type="body" idx="1"/>
          </p:nvPr>
        </p:nvSpPr>
        <p:spPr>
          <a:xfrm>
            <a:off x="182881" y="1168004"/>
            <a:ext cx="8709659" cy="3563540"/>
          </a:xfrm>
        </p:spPr>
        <p:txBody>
          <a:bodyPr/>
          <a:lstStyle/>
          <a:p>
            <a:pPr eaLnBrk="1" hangingPunct="1"/>
            <a:r>
              <a:rPr lang="zh-CN" altLang="en-US" sz="2100">
                <a:ea typeface="宋体" panose="02010600030101010101" pitchFamily="2" charset="-122"/>
              </a:rPr>
              <a:t>存储转发增加了时延。 </a:t>
            </a:r>
          </a:p>
          <a:p>
            <a:pPr eaLnBrk="1" hangingPunct="1"/>
            <a:r>
              <a:rPr lang="zh-CN" altLang="en-US" sz="2100">
                <a:ea typeface="宋体" panose="02010600030101010101" pitchFamily="2" charset="-122"/>
              </a:rPr>
              <a:t>在</a:t>
            </a:r>
            <a:r>
              <a:rPr lang="en-US" altLang="zh-CN" sz="2100">
                <a:ea typeface="宋体" panose="02010600030101010101" pitchFamily="2" charset="-122"/>
              </a:rPr>
              <a:t>MAC </a:t>
            </a:r>
            <a:r>
              <a:rPr lang="zh-CN" altLang="en-US" sz="2100">
                <a:ea typeface="宋体" panose="02010600030101010101" pitchFamily="2" charset="-122"/>
              </a:rPr>
              <a:t>子层并没有流量控制功能。 </a:t>
            </a:r>
          </a:p>
          <a:p>
            <a:pPr eaLnBrk="1" hangingPunct="1"/>
            <a:r>
              <a:rPr lang="zh-CN" altLang="en-US" sz="2100">
                <a:ea typeface="宋体" panose="02010600030101010101" pitchFamily="2" charset="-122"/>
              </a:rPr>
              <a:t>具有不同 </a:t>
            </a:r>
            <a:r>
              <a:rPr lang="en-US" altLang="zh-CN" sz="2100">
                <a:ea typeface="宋体" panose="02010600030101010101" pitchFamily="2" charset="-122"/>
              </a:rPr>
              <a:t>MAC </a:t>
            </a:r>
            <a:r>
              <a:rPr lang="zh-CN" altLang="en-US" sz="2100">
                <a:ea typeface="宋体" panose="02010600030101010101" pitchFamily="2" charset="-122"/>
              </a:rPr>
              <a:t>子层的网段桥接在一起时时延更大。</a:t>
            </a:r>
          </a:p>
          <a:p>
            <a:pPr eaLnBrk="1" hangingPunct="1"/>
            <a:r>
              <a:rPr lang="zh-CN" altLang="en-US" sz="2100">
                <a:ea typeface="宋体" panose="02010600030101010101" pitchFamily="2" charset="-122"/>
              </a:rPr>
              <a:t>网桥只适合于用户数不太多</a:t>
            </a:r>
            <a:r>
              <a:rPr lang="en-US" altLang="zh-CN" sz="2100">
                <a:ea typeface="宋体" panose="02010600030101010101" pitchFamily="2" charset="-122"/>
              </a:rPr>
              <a:t>(</a:t>
            </a:r>
            <a:r>
              <a:rPr lang="zh-CN" altLang="en-US" sz="2100">
                <a:ea typeface="宋体" panose="02010600030101010101" pitchFamily="2" charset="-122"/>
              </a:rPr>
              <a:t>不超过几百个</a:t>
            </a:r>
            <a:r>
              <a:rPr lang="en-US" altLang="zh-CN" sz="2100">
                <a:ea typeface="宋体" panose="02010600030101010101" pitchFamily="2" charset="-122"/>
              </a:rPr>
              <a:t>)</a:t>
            </a:r>
            <a:r>
              <a:rPr lang="zh-CN" altLang="en-US" sz="2100">
                <a:ea typeface="宋体" panose="02010600030101010101" pitchFamily="2" charset="-122"/>
              </a:rPr>
              <a:t>和通信量不太大的局域网，否则有时还会因传播过多的广播信息而产生网络拥塞。这就是所谓的</a:t>
            </a:r>
            <a:r>
              <a:rPr lang="zh-CN" altLang="en-US" sz="2100">
                <a:solidFill>
                  <a:schemeClr val="hlink"/>
                </a:solidFill>
                <a:ea typeface="宋体" panose="02010600030101010101" pitchFamily="2" charset="-122"/>
              </a:rPr>
              <a:t>广播风暴</a:t>
            </a:r>
            <a:r>
              <a:rPr lang="zh-CN" altLang="en-US" sz="2100">
                <a:ea typeface="宋体" panose="02010600030101010101" pitchFamily="2" charset="-122"/>
              </a:rPr>
              <a:t>。  </a:t>
            </a:r>
          </a:p>
        </p:txBody>
      </p:sp>
      <p:sp>
        <p:nvSpPr>
          <p:cNvPr id="240642" name="Rectangle 3">
            <a:extLst>
              <a:ext uri="{FF2B5EF4-FFF2-40B4-BE49-F238E27FC236}">
                <a16:creationId xmlns:a16="http://schemas.microsoft.com/office/drawing/2014/main" id="{020899DC-27CC-7240-88F2-2CDFE2E139EE}"/>
              </a:ext>
            </a:extLst>
          </p:cNvPr>
          <p:cNvSpPr>
            <a:spLocks noGrp="1" noChangeArrowheads="1"/>
          </p:cNvSpPr>
          <p:nvPr>
            <p:ph type="title"/>
          </p:nvPr>
        </p:nvSpPr>
        <p:spPr>
          <a:xfrm>
            <a:off x="182881" y="141685"/>
            <a:ext cx="7399020" cy="790575"/>
          </a:xfrm>
        </p:spPr>
        <p:txBody>
          <a:bodyPr/>
          <a:lstStyle/>
          <a:p>
            <a:pPr eaLnBrk="1" hangingPunct="1"/>
            <a:r>
              <a:rPr lang="zh-CN" altLang="en-US" dirty="0">
                <a:latin typeface="Times New Roman" panose="02020603050405020304" pitchFamily="18" charset="0"/>
                <a:ea typeface="宋体" panose="02010600030101010101" pitchFamily="2" charset="-122"/>
              </a:rPr>
              <a:t>使用网桥带来的缺点 </a:t>
            </a:r>
          </a:p>
        </p:txBody>
      </p:sp>
      <p:sp>
        <p:nvSpPr>
          <p:cNvPr id="240643" name="幻灯片编号占位符 1">
            <a:extLst>
              <a:ext uri="{FF2B5EF4-FFF2-40B4-BE49-F238E27FC236}">
                <a16:creationId xmlns:a16="http://schemas.microsoft.com/office/drawing/2014/main" id="{D97C074B-EAD9-5C4E-B3C8-5978A1839F2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EC14CEA-C414-C04B-BB8E-317B88880FE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9688752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60802">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60802">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6080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1826" name="Rectangle 2">
            <a:extLst>
              <a:ext uri="{FF2B5EF4-FFF2-40B4-BE49-F238E27FC236}">
                <a16:creationId xmlns:a16="http://schemas.microsoft.com/office/drawing/2014/main" id="{5DCEED8E-E788-8241-839D-A73C2A60932D}"/>
              </a:ext>
            </a:extLst>
          </p:cNvPr>
          <p:cNvSpPr>
            <a:spLocks noChangeArrowheads="1"/>
          </p:cNvSpPr>
          <p:nvPr/>
        </p:nvSpPr>
        <p:spPr bwMode="auto">
          <a:xfrm>
            <a:off x="1276350" y="545306"/>
            <a:ext cx="894160" cy="1310879"/>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42690" name="Line 3">
            <a:extLst>
              <a:ext uri="{FF2B5EF4-FFF2-40B4-BE49-F238E27FC236}">
                <a16:creationId xmlns:a16="http://schemas.microsoft.com/office/drawing/2014/main" id="{FB4D8D83-CBB6-4041-9DFF-FC4ABFACFFE1}"/>
              </a:ext>
            </a:extLst>
          </p:cNvPr>
          <p:cNvSpPr>
            <a:spLocks noChangeShapeType="1"/>
          </p:cNvSpPr>
          <p:nvPr/>
        </p:nvSpPr>
        <p:spPr bwMode="auto">
          <a:xfrm>
            <a:off x="1276350" y="1533525"/>
            <a:ext cx="8953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691" name="Line 4">
            <a:extLst>
              <a:ext uri="{FF2B5EF4-FFF2-40B4-BE49-F238E27FC236}">
                <a16:creationId xmlns:a16="http://schemas.microsoft.com/office/drawing/2014/main" id="{ACB25D6E-4974-A14C-9BFF-E1A2985CCF3C}"/>
              </a:ext>
            </a:extLst>
          </p:cNvPr>
          <p:cNvSpPr>
            <a:spLocks noChangeShapeType="1"/>
          </p:cNvSpPr>
          <p:nvPr/>
        </p:nvSpPr>
        <p:spPr bwMode="auto">
          <a:xfrm>
            <a:off x="1269206" y="1214438"/>
            <a:ext cx="8953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692" name="Line 5">
            <a:extLst>
              <a:ext uri="{FF2B5EF4-FFF2-40B4-BE49-F238E27FC236}">
                <a16:creationId xmlns:a16="http://schemas.microsoft.com/office/drawing/2014/main" id="{A7A50A5A-921B-2247-9426-05BE3F5DBB58}"/>
              </a:ext>
            </a:extLst>
          </p:cNvPr>
          <p:cNvSpPr>
            <a:spLocks noChangeShapeType="1"/>
          </p:cNvSpPr>
          <p:nvPr/>
        </p:nvSpPr>
        <p:spPr bwMode="auto">
          <a:xfrm>
            <a:off x="1276351" y="902494"/>
            <a:ext cx="88820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693" name="Rectangle 6">
            <a:extLst>
              <a:ext uri="{FF2B5EF4-FFF2-40B4-BE49-F238E27FC236}">
                <a16:creationId xmlns:a16="http://schemas.microsoft.com/office/drawing/2014/main" id="{796935C9-395D-A44C-984C-FFD7554271BB}"/>
              </a:ext>
            </a:extLst>
          </p:cNvPr>
          <p:cNvSpPr>
            <a:spLocks noChangeArrowheads="1"/>
          </p:cNvSpPr>
          <p:nvPr/>
        </p:nvSpPr>
        <p:spPr bwMode="auto">
          <a:xfrm>
            <a:off x="1389460" y="600075"/>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用户层</a:t>
            </a:r>
          </a:p>
        </p:txBody>
      </p:sp>
      <p:sp>
        <p:nvSpPr>
          <p:cNvPr id="242694" name="Rectangle 7">
            <a:extLst>
              <a:ext uri="{FF2B5EF4-FFF2-40B4-BE49-F238E27FC236}">
                <a16:creationId xmlns:a16="http://schemas.microsoft.com/office/drawing/2014/main" id="{5D2FBF98-301F-7146-BC9E-160C99A86AC8}"/>
              </a:ext>
            </a:extLst>
          </p:cNvPr>
          <p:cNvSpPr>
            <a:spLocks noChangeArrowheads="1"/>
          </p:cNvSpPr>
          <p:nvPr/>
        </p:nvSpPr>
        <p:spPr bwMode="auto">
          <a:xfrm>
            <a:off x="1594248" y="944166"/>
            <a:ext cx="318197"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IP</a:t>
            </a:r>
          </a:p>
        </p:txBody>
      </p:sp>
      <p:sp>
        <p:nvSpPr>
          <p:cNvPr id="242695" name="Rectangle 8">
            <a:extLst>
              <a:ext uri="{FF2B5EF4-FFF2-40B4-BE49-F238E27FC236}">
                <a16:creationId xmlns:a16="http://schemas.microsoft.com/office/drawing/2014/main" id="{4D631DDE-4B3B-C04E-B4A4-6349A0A37C60}"/>
              </a:ext>
            </a:extLst>
          </p:cNvPr>
          <p:cNvSpPr>
            <a:spLocks noChangeArrowheads="1"/>
          </p:cNvSpPr>
          <p:nvPr/>
        </p:nvSpPr>
        <p:spPr bwMode="auto">
          <a:xfrm>
            <a:off x="1445419" y="1254919"/>
            <a:ext cx="565060"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MAC</a:t>
            </a:r>
          </a:p>
        </p:txBody>
      </p:sp>
      <p:sp>
        <p:nvSpPr>
          <p:cNvPr id="242696" name="Rectangle 9">
            <a:extLst>
              <a:ext uri="{FF2B5EF4-FFF2-40B4-BE49-F238E27FC236}">
                <a16:creationId xmlns:a16="http://schemas.microsoft.com/office/drawing/2014/main" id="{9BCDB0AE-225F-C845-B4D2-B4807B94E801}"/>
              </a:ext>
            </a:extLst>
          </p:cNvPr>
          <p:cNvSpPr>
            <a:spLocks noChangeArrowheads="1"/>
          </p:cNvSpPr>
          <p:nvPr/>
        </p:nvSpPr>
        <p:spPr bwMode="auto">
          <a:xfrm>
            <a:off x="1608535" y="228600"/>
            <a:ext cx="26529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a:t>
            </a:r>
          </a:p>
        </p:txBody>
      </p:sp>
      <p:sp>
        <p:nvSpPr>
          <p:cNvPr id="461834" name="Rectangle 10">
            <a:extLst>
              <a:ext uri="{FF2B5EF4-FFF2-40B4-BE49-F238E27FC236}">
                <a16:creationId xmlns:a16="http://schemas.microsoft.com/office/drawing/2014/main" id="{D39A26E4-6B07-454B-98E1-CB923D2A43A6}"/>
              </a:ext>
            </a:extLst>
          </p:cNvPr>
          <p:cNvSpPr>
            <a:spLocks noChangeArrowheads="1"/>
          </p:cNvSpPr>
          <p:nvPr/>
        </p:nvSpPr>
        <p:spPr bwMode="auto">
          <a:xfrm>
            <a:off x="6917532" y="545306"/>
            <a:ext cx="894160" cy="1310879"/>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42698" name="Line 11">
            <a:extLst>
              <a:ext uri="{FF2B5EF4-FFF2-40B4-BE49-F238E27FC236}">
                <a16:creationId xmlns:a16="http://schemas.microsoft.com/office/drawing/2014/main" id="{92C9B049-4C0A-4E4B-9E93-901463B0919D}"/>
              </a:ext>
            </a:extLst>
          </p:cNvPr>
          <p:cNvSpPr>
            <a:spLocks noChangeShapeType="1"/>
          </p:cNvSpPr>
          <p:nvPr/>
        </p:nvSpPr>
        <p:spPr bwMode="auto">
          <a:xfrm>
            <a:off x="6917531" y="1546622"/>
            <a:ext cx="8953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699" name="Line 12">
            <a:extLst>
              <a:ext uri="{FF2B5EF4-FFF2-40B4-BE49-F238E27FC236}">
                <a16:creationId xmlns:a16="http://schemas.microsoft.com/office/drawing/2014/main" id="{C371F1D6-68F4-9649-A4D4-07D0689E9F3E}"/>
              </a:ext>
            </a:extLst>
          </p:cNvPr>
          <p:cNvSpPr>
            <a:spLocks noChangeShapeType="1"/>
          </p:cNvSpPr>
          <p:nvPr/>
        </p:nvSpPr>
        <p:spPr bwMode="auto">
          <a:xfrm>
            <a:off x="6910388" y="1227535"/>
            <a:ext cx="8953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00" name="Line 13">
            <a:extLst>
              <a:ext uri="{FF2B5EF4-FFF2-40B4-BE49-F238E27FC236}">
                <a16:creationId xmlns:a16="http://schemas.microsoft.com/office/drawing/2014/main" id="{CAC4FC6C-3A14-9A40-BB17-412768F35EA5}"/>
              </a:ext>
            </a:extLst>
          </p:cNvPr>
          <p:cNvSpPr>
            <a:spLocks noChangeShapeType="1"/>
          </p:cNvSpPr>
          <p:nvPr/>
        </p:nvSpPr>
        <p:spPr bwMode="auto">
          <a:xfrm>
            <a:off x="6917532" y="915591"/>
            <a:ext cx="88820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01" name="Rectangle 14">
            <a:extLst>
              <a:ext uri="{FF2B5EF4-FFF2-40B4-BE49-F238E27FC236}">
                <a16:creationId xmlns:a16="http://schemas.microsoft.com/office/drawing/2014/main" id="{1ABCB696-EEC4-7F42-AFFF-5B9F48A8CD44}"/>
              </a:ext>
            </a:extLst>
          </p:cNvPr>
          <p:cNvSpPr>
            <a:spLocks noChangeArrowheads="1"/>
          </p:cNvSpPr>
          <p:nvPr/>
        </p:nvSpPr>
        <p:spPr bwMode="auto">
          <a:xfrm>
            <a:off x="7021116" y="615554"/>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用户层</a:t>
            </a:r>
          </a:p>
        </p:txBody>
      </p:sp>
      <p:sp>
        <p:nvSpPr>
          <p:cNvPr id="242702" name="Rectangle 15">
            <a:extLst>
              <a:ext uri="{FF2B5EF4-FFF2-40B4-BE49-F238E27FC236}">
                <a16:creationId xmlns:a16="http://schemas.microsoft.com/office/drawing/2014/main" id="{39AAD16A-89F8-344E-A61E-B7C7166D6101}"/>
              </a:ext>
            </a:extLst>
          </p:cNvPr>
          <p:cNvSpPr>
            <a:spLocks noChangeArrowheads="1"/>
          </p:cNvSpPr>
          <p:nvPr/>
        </p:nvSpPr>
        <p:spPr bwMode="auto">
          <a:xfrm>
            <a:off x="7194948" y="948929"/>
            <a:ext cx="318197"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IP</a:t>
            </a:r>
          </a:p>
        </p:txBody>
      </p:sp>
      <p:sp>
        <p:nvSpPr>
          <p:cNvPr id="242703" name="Rectangle 16">
            <a:extLst>
              <a:ext uri="{FF2B5EF4-FFF2-40B4-BE49-F238E27FC236}">
                <a16:creationId xmlns:a16="http://schemas.microsoft.com/office/drawing/2014/main" id="{E0752E52-C3A5-BB45-981B-41962F3D3C20}"/>
              </a:ext>
            </a:extLst>
          </p:cNvPr>
          <p:cNvSpPr>
            <a:spLocks noChangeArrowheads="1"/>
          </p:cNvSpPr>
          <p:nvPr/>
        </p:nvSpPr>
        <p:spPr bwMode="auto">
          <a:xfrm>
            <a:off x="7100887" y="1270398"/>
            <a:ext cx="565060"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MAC</a:t>
            </a:r>
          </a:p>
        </p:txBody>
      </p:sp>
      <p:sp>
        <p:nvSpPr>
          <p:cNvPr id="242704" name="Rectangle 17">
            <a:extLst>
              <a:ext uri="{FF2B5EF4-FFF2-40B4-BE49-F238E27FC236}">
                <a16:creationId xmlns:a16="http://schemas.microsoft.com/office/drawing/2014/main" id="{E1A4D89E-ECCB-7246-AD03-44B58AFCF004}"/>
              </a:ext>
            </a:extLst>
          </p:cNvPr>
          <p:cNvSpPr>
            <a:spLocks noChangeArrowheads="1"/>
          </p:cNvSpPr>
          <p:nvPr/>
        </p:nvSpPr>
        <p:spPr bwMode="auto">
          <a:xfrm>
            <a:off x="7279481" y="228600"/>
            <a:ext cx="26529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B</a:t>
            </a:r>
          </a:p>
        </p:txBody>
      </p:sp>
      <p:sp>
        <p:nvSpPr>
          <p:cNvPr id="242705" name="Rectangle 18">
            <a:extLst>
              <a:ext uri="{FF2B5EF4-FFF2-40B4-BE49-F238E27FC236}">
                <a16:creationId xmlns:a16="http://schemas.microsoft.com/office/drawing/2014/main" id="{0460CD41-5BC0-7645-A021-AA6FB05F214A}"/>
              </a:ext>
            </a:extLst>
          </p:cNvPr>
          <p:cNvSpPr>
            <a:spLocks noChangeArrowheads="1"/>
          </p:cNvSpPr>
          <p:nvPr/>
        </p:nvSpPr>
        <p:spPr bwMode="auto">
          <a:xfrm>
            <a:off x="1389460" y="1558529"/>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物理层</a:t>
            </a:r>
          </a:p>
        </p:txBody>
      </p:sp>
      <p:sp>
        <p:nvSpPr>
          <p:cNvPr id="242706" name="Rectangle 19">
            <a:extLst>
              <a:ext uri="{FF2B5EF4-FFF2-40B4-BE49-F238E27FC236}">
                <a16:creationId xmlns:a16="http://schemas.microsoft.com/office/drawing/2014/main" id="{11C38436-2906-CA43-802A-9F776204C238}"/>
              </a:ext>
            </a:extLst>
          </p:cNvPr>
          <p:cNvSpPr>
            <a:spLocks noChangeArrowheads="1"/>
          </p:cNvSpPr>
          <p:nvPr/>
        </p:nvSpPr>
        <p:spPr bwMode="auto">
          <a:xfrm>
            <a:off x="3477816" y="895350"/>
            <a:ext cx="68207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网桥 </a:t>
            </a:r>
            <a:r>
              <a:rPr kumimoji="1" lang="en-US" altLang="zh-CN" sz="1500">
                <a:latin typeface="Arial" panose="020B0604020202020204" pitchFamily="34" charset="0"/>
                <a:ea typeface="宋体" panose="02010600030101010101" pitchFamily="2" charset="-122"/>
              </a:rPr>
              <a:t>1</a:t>
            </a:r>
          </a:p>
        </p:txBody>
      </p:sp>
      <p:sp>
        <p:nvSpPr>
          <p:cNvPr id="242707" name="Rectangle 20">
            <a:extLst>
              <a:ext uri="{FF2B5EF4-FFF2-40B4-BE49-F238E27FC236}">
                <a16:creationId xmlns:a16="http://schemas.microsoft.com/office/drawing/2014/main" id="{A8E76A50-DC5D-1240-BD67-3C551005CC6C}"/>
              </a:ext>
            </a:extLst>
          </p:cNvPr>
          <p:cNvSpPr>
            <a:spLocks noChangeArrowheads="1"/>
          </p:cNvSpPr>
          <p:nvPr/>
        </p:nvSpPr>
        <p:spPr bwMode="auto">
          <a:xfrm>
            <a:off x="5050631" y="895350"/>
            <a:ext cx="68207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网桥 </a:t>
            </a:r>
            <a:r>
              <a:rPr kumimoji="1" lang="en-US" altLang="zh-CN" sz="1500">
                <a:latin typeface="Arial" panose="020B0604020202020204" pitchFamily="34" charset="0"/>
                <a:ea typeface="宋体" panose="02010600030101010101" pitchFamily="2" charset="-122"/>
              </a:rPr>
              <a:t>2</a:t>
            </a:r>
          </a:p>
        </p:txBody>
      </p:sp>
      <p:sp>
        <p:nvSpPr>
          <p:cNvPr id="242708" name="Freeform 23">
            <a:extLst>
              <a:ext uri="{FF2B5EF4-FFF2-40B4-BE49-F238E27FC236}">
                <a16:creationId xmlns:a16="http://schemas.microsoft.com/office/drawing/2014/main" id="{25E10FDB-8788-5A4D-A759-5D32C61B39F0}"/>
              </a:ext>
            </a:extLst>
          </p:cNvPr>
          <p:cNvSpPr>
            <a:spLocks/>
          </p:cNvSpPr>
          <p:nvPr/>
        </p:nvSpPr>
        <p:spPr bwMode="auto">
          <a:xfrm>
            <a:off x="1703785" y="1864519"/>
            <a:ext cx="904875" cy="254794"/>
          </a:xfrm>
          <a:custGeom>
            <a:avLst/>
            <a:gdLst>
              <a:gd name="T0" fmla="*/ 0 w 769"/>
              <a:gd name="T1" fmla="*/ 0 h 235"/>
              <a:gd name="T2" fmla="*/ 0 w 769"/>
              <a:gd name="T3" fmla="*/ 2147483646 h 235"/>
              <a:gd name="T4" fmla="*/ 2147483646 w 769"/>
              <a:gd name="T5" fmla="*/ 2147483646 h 235"/>
              <a:gd name="T6" fmla="*/ 2147483646 w 769"/>
              <a:gd name="T7" fmla="*/ 2147483646 h 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235">
                <a:moveTo>
                  <a:pt x="0" y="0"/>
                </a:moveTo>
                <a:lnTo>
                  <a:pt x="0" y="234"/>
                </a:lnTo>
                <a:lnTo>
                  <a:pt x="768" y="234"/>
                </a:lnTo>
                <a:lnTo>
                  <a:pt x="768" y="60"/>
                </a:lnTo>
              </a:path>
            </a:pathLst>
          </a:custGeom>
          <a:noFill/>
          <a:ln w="28575" cap="rnd" cmpd="sng">
            <a:solidFill>
              <a:srgbClr val="333399"/>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2709" name="Freeform 24">
            <a:extLst>
              <a:ext uri="{FF2B5EF4-FFF2-40B4-BE49-F238E27FC236}">
                <a16:creationId xmlns:a16="http://schemas.microsoft.com/office/drawing/2014/main" id="{3A0D9C61-3F54-6647-9FBD-73434ADE0056}"/>
              </a:ext>
            </a:extLst>
          </p:cNvPr>
          <p:cNvSpPr>
            <a:spLocks/>
          </p:cNvSpPr>
          <p:nvPr/>
        </p:nvSpPr>
        <p:spPr bwMode="auto">
          <a:xfrm>
            <a:off x="2876550" y="1858566"/>
            <a:ext cx="608410" cy="260747"/>
          </a:xfrm>
          <a:custGeom>
            <a:avLst/>
            <a:gdLst>
              <a:gd name="T0" fmla="*/ 0 w 517"/>
              <a:gd name="T1" fmla="*/ 2147483646 h 241"/>
              <a:gd name="T2" fmla="*/ 0 w 517"/>
              <a:gd name="T3" fmla="*/ 2147483646 h 241"/>
              <a:gd name="T4" fmla="*/ 2147483646 w 517"/>
              <a:gd name="T5" fmla="*/ 2147483646 h 241"/>
              <a:gd name="T6" fmla="*/ 2147483646 w 517"/>
              <a:gd name="T7" fmla="*/ 0 h 24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17" h="241">
                <a:moveTo>
                  <a:pt x="0" y="66"/>
                </a:moveTo>
                <a:lnTo>
                  <a:pt x="0" y="240"/>
                </a:lnTo>
                <a:lnTo>
                  <a:pt x="516" y="240"/>
                </a:lnTo>
                <a:lnTo>
                  <a:pt x="516" y="0"/>
                </a:lnTo>
              </a:path>
            </a:pathLst>
          </a:custGeom>
          <a:noFill/>
          <a:ln w="28575" cap="rnd" cmpd="sng">
            <a:solidFill>
              <a:srgbClr val="333399"/>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61849" name="Freeform 25">
            <a:extLst>
              <a:ext uri="{FF2B5EF4-FFF2-40B4-BE49-F238E27FC236}">
                <a16:creationId xmlns:a16="http://schemas.microsoft.com/office/drawing/2014/main" id="{52D815FA-5CC1-8B44-81D2-B738421C0979}"/>
              </a:ext>
            </a:extLst>
          </p:cNvPr>
          <p:cNvSpPr>
            <a:spLocks/>
          </p:cNvSpPr>
          <p:nvPr/>
        </p:nvSpPr>
        <p:spPr bwMode="auto">
          <a:xfrm>
            <a:off x="4013598" y="1858566"/>
            <a:ext cx="1040606" cy="260747"/>
          </a:xfrm>
          <a:custGeom>
            <a:avLst/>
            <a:gdLst>
              <a:gd name="T0" fmla="*/ 0 w 883"/>
              <a:gd name="T1" fmla="*/ 0 h 241"/>
              <a:gd name="T2" fmla="*/ 0 w 883"/>
              <a:gd name="T3" fmla="*/ 2147483646 h 241"/>
              <a:gd name="T4" fmla="*/ 2147483646 w 883"/>
              <a:gd name="T5" fmla="*/ 2147483646 h 241"/>
              <a:gd name="T6" fmla="*/ 2147483646 w 883"/>
              <a:gd name="T7" fmla="*/ 0 h 24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83" h="241">
                <a:moveTo>
                  <a:pt x="0" y="0"/>
                </a:moveTo>
                <a:lnTo>
                  <a:pt x="0" y="240"/>
                </a:lnTo>
                <a:lnTo>
                  <a:pt x="882" y="240"/>
                </a:lnTo>
                <a:lnTo>
                  <a:pt x="882" y="0"/>
                </a:lnTo>
              </a:path>
            </a:pathLst>
          </a:custGeom>
          <a:noFill/>
          <a:ln w="57150" cap="rnd" cmpd="sng">
            <a:solidFill>
              <a:srgbClr val="333399"/>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2711" name="Freeform 26">
            <a:extLst>
              <a:ext uri="{FF2B5EF4-FFF2-40B4-BE49-F238E27FC236}">
                <a16:creationId xmlns:a16="http://schemas.microsoft.com/office/drawing/2014/main" id="{EF86CA76-7D72-584C-93B7-6C08B0894494}"/>
              </a:ext>
            </a:extLst>
          </p:cNvPr>
          <p:cNvSpPr>
            <a:spLocks/>
          </p:cNvSpPr>
          <p:nvPr/>
        </p:nvSpPr>
        <p:spPr bwMode="auto">
          <a:xfrm>
            <a:off x="5589985" y="1858566"/>
            <a:ext cx="708422" cy="260747"/>
          </a:xfrm>
          <a:custGeom>
            <a:avLst/>
            <a:gdLst>
              <a:gd name="T0" fmla="*/ 0 w 601"/>
              <a:gd name="T1" fmla="*/ 0 h 241"/>
              <a:gd name="T2" fmla="*/ 0 w 601"/>
              <a:gd name="T3" fmla="*/ 2147483646 h 241"/>
              <a:gd name="T4" fmla="*/ 2147483646 w 601"/>
              <a:gd name="T5" fmla="*/ 2147483646 h 241"/>
              <a:gd name="T6" fmla="*/ 2147483646 w 601"/>
              <a:gd name="T7" fmla="*/ 2147483646 h 24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1" h="241">
                <a:moveTo>
                  <a:pt x="0" y="0"/>
                </a:moveTo>
                <a:lnTo>
                  <a:pt x="0" y="240"/>
                </a:lnTo>
                <a:lnTo>
                  <a:pt x="600" y="240"/>
                </a:lnTo>
                <a:lnTo>
                  <a:pt x="600" y="72"/>
                </a:lnTo>
              </a:path>
            </a:pathLst>
          </a:custGeom>
          <a:noFill/>
          <a:ln w="28575" cap="rnd" cmpd="sng">
            <a:solidFill>
              <a:srgbClr val="333399"/>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2712" name="Freeform 27">
            <a:extLst>
              <a:ext uri="{FF2B5EF4-FFF2-40B4-BE49-F238E27FC236}">
                <a16:creationId xmlns:a16="http://schemas.microsoft.com/office/drawing/2014/main" id="{EB845242-C7F2-2D49-8D7C-5AA0A23DD017}"/>
              </a:ext>
            </a:extLst>
          </p:cNvPr>
          <p:cNvSpPr>
            <a:spLocks/>
          </p:cNvSpPr>
          <p:nvPr/>
        </p:nvSpPr>
        <p:spPr bwMode="auto">
          <a:xfrm>
            <a:off x="6537723" y="1858566"/>
            <a:ext cx="878681" cy="260747"/>
          </a:xfrm>
          <a:custGeom>
            <a:avLst/>
            <a:gdLst>
              <a:gd name="T0" fmla="*/ 0 w 745"/>
              <a:gd name="T1" fmla="*/ 2147483646 h 241"/>
              <a:gd name="T2" fmla="*/ 0 w 745"/>
              <a:gd name="T3" fmla="*/ 2147483646 h 241"/>
              <a:gd name="T4" fmla="*/ 2147483646 w 745"/>
              <a:gd name="T5" fmla="*/ 2147483646 h 241"/>
              <a:gd name="T6" fmla="*/ 2147483646 w 745"/>
              <a:gd name="T7" fmla="*/ 0 h 24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45" h="241">
                <a:moveTo>
                  <a:pt x="0" y="66"/>
                </a:moveTo>
                <a:lnTo>
                  <a:pt x="0" y="240"/>
                </a:lnTo>
                <a:lnTo>
                  <a:pt x="744" y="240"/>
                </a:lnTo>
                <a:lnTo>
                  <a:pt x="744" y="0"/>
                </a:lnTo>
              </a:path>
            </a:pathLst>
          </a:custGeom>
          <a:noFill/>
          <a:ln w="28575" cap="rnd" cmpd="sng">
            <a:solidFill>
              <a:srgbClr val="333399"/>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2713" name="Rectangle 28">
            <a:extLst>
              <a:ext uri="{FF2B5EF4-FFF2-40B4-BE49-F238E27FC236}">
                <a16:creationId xmlns:a16="http://schemas.microsoft.com/office/drawing/2014/main" id="{662059E4-849D-8E41-9D0D-89BA76A8DC69}"/>
              </a:ext>
            </a:extLst>
          </p:cNvPr>
          <p:cNvSpPr>
            <a:spLocks noChangeArrowheads="1"/>
          </p:cNvSpPr>
          <p:nvPr/>
        </p:nvSpPr>
        <p:spPr bwMode="auto">
          <a:xfrm>
            <a:off x="2138363" y="735807"/>
            <a:ext cx="34224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sp>
        <p:nvSpPr>
          <p:cNvPr id="242714" name="Rectangle 29">
            <a:extLst>
              <a:ext uri="{FF2B5EF4-FFF2-40B4-BE49-F238E27FC236}">
                <a16:creationId xmlns:a16="http://schemas.microsoft.com/office/drawing/2014/main" id="{C5295B11-D537-D94A-8333-F317751740BD}"/>
              </a:ext>
            </a:extLst>
          </p:cNvPr>
          <p:cNvSpPr>
            <a:spLocks noChangeArrowheads="1"/>
          </p:cNvSpPr>
          <p:nvPr/>
        </p:nvSpPr>
        <p:spPr bwMode="auto">
          <a:xfrm>
            <a:off x="2133600" y="1042988"/>
            <a:ext cx="34224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sp>
        <p:nvSpPr>
          <p:cNvPr id="242715" name="Rectangle 30">
            <a:extLst>
              <a:ext uri="{FF2B5EF4-FFF2-40B4-BE49-F238E27FC236}">
                <a16:creationId xmlns:a16="http://schemas.microsoft.com/office/drawing/2014/main" id="{D603F1BC-937F-BE4D-BAEB-F862B415D23F}"/>
              </a:ext>
            </a:extLst>
          </p:cNvPr>
          <p:cNvSpPr>
            <a:spLocks noChangeArrowheads="1"/>
          </p:cNvSpPr>
          <p:nvPr/>
        </p:nvSpPr>
        <p:spPr bwMode="auto">
          <a:xfrm>
            <a:off x="2140744" y="1366838"/>
            <a:ext cx="34224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sp>
        <p:nvSpPr>
          <p:cNvPr id="242716" name="Rectangle 31">
            <a:extLst>
              <a:ext uri="{FF2B5EF4-FFF2-40B4-BE49-F238E27FC236}">
                <a16:creationId xmlns:a16="http://schemas.microsoft.com/office/drawing/2014/main" id="{4A712841-D4B9-1041-8CA1-C973EF01E149}"/>
              </a:ext>
            </a:extLst>
          </p:cNvPr>
          <p:cNvSpPr>
            <a:spLocks noChangeArrowheads="1"/>
          </p:cNvSpPr>
          <p:nvPr/>
        </p:nvSpPr>
        <p:spPr bwMode="auto">
          <a:xfrm>
            <a:off x="2893219" y="1378744"/>
            <a:ext cx="34224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sp>
        <p:nvSpPr>
          <p:cNvPr id="242717" name="Rectangle 32">
            <a:extLst>
              <a:ext uri="{FF2B5EF4-FFF2-40B4-BE49-F238E27FC236}">
                <a16:creationId xmlns:a16="http://schemas.microsoft.com/office/drawing/2014/main" id="{9A5DBD31-E148-7643-A36A-34732798FD8B}"/>
              </a:ext>
            </a:extLst>
          </p:cNvPr>
          <p:cNvSpPr>
            <a:spLocks noChangeArrowheads="1"/>
          </p:cNvSpPr>
          <p:nvPr/>
        </p:nvSpPr>
        <p:spPr bwMode="auto">
          <a:xfrm>
            <a:off x="4402931" y="1833563"/>
            <a:ext cx="34224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sp>
        <p:nvSpPr>
          <p:cNvPr id="242718" name="Rectangle 33">
            <a:extLst>
              <a:ext uri="{FF2B5EF4-FFF2-40B4-BE49-F238E27FC236}">
                <a16:creationId xmlns:a16="http://schemas.microsoft.com/office/drawing/2014/main" id="{C5719A01-8F3B-314D-AFE4-97EEB2CBD79F}"/>
              </a:ext>
            </a:extLst>
          </p:cNvPr>
          <p:cNvSpPr>
            <a:spLocks noChangeArrowheads="1"/>
          </p:cNvSpPr>
          <p:nvPr/>
        </p:nvSpPr>
        <p:spPr bwMode="auto">
          <a:xfrm>
            <a:off x="5919788" y="1384698"/>
            <a:ext cx="34224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sp>
        <p:nvSpPr>
          <p:cNvPr id="242719" name="Rectangle 34">
            <a:extLst>
              <a:ext uri="{FF2B5EF4-FFF2-40B4-BE49-F238E27FC236}">
                <a16:creationId xmlns:a16="http://schemas.microsoft.com/office/drawing/2014/main" id="{84E75563-BC1E-8641-ABC2-35861CF9BABF}"/>
              </a:ext>
            </a:extLst>
          </p:cNvPr>
          <p:cNvSpPr>
            <a:spLocks noChangeArrowheads="1"/>
          </p:cNvSpPr>
          <p:nvPr/>
        </p:nvSpPr>
        <p:spPr bwMode="auto">
          <a:xfrm>
            <a:off x="6629400" y="1403748"/>
            <a:ext cx="34224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sp>
        <p:nvSpPr>
          <p:cNvPr id="242720" name="Rectangle 35">
            <a:extLst>
              <a:ext uri="{FF2B5EF4-FFF2-40B4-BE49-F238E27FC236}">
                <a16:creationId xmlns:a16="http://schemas.microsoft.com/office/drawing/2014/main" id="{806C319A-7D78-4740-88D9-6B73A63D2938}"/>
              </a:ext>
            </a:extLst>
          </p:cNvPr>
          <p:cNvSpPr>
            <a:spLocks noChangeArrowheads="1"/>
          </p:cNvSpPr>
          <p:nvPr/>
        </p:nvSpPr>
        <p:spPr bwMode="auto">
          <a:xfrm>
            <a:off x="6629400" y="1077517"/>
            <a:ext cx="34224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sp>
        <p:nvSpPr>
          <p:cNvPr id="242721" name="Rectangle 36">
            <a:extLst>
              <a:ext uri="{FF2B5EF4-FFF2-40B4-BE49-F238E27FC236}">
                <a16:creationId xmlns:a16="http://schemas.microsoft.com/office/drawing/2014/main" id="{65A58176-3FB9-ED45-B890-1F6AB95A6FCE}"/>
              </a:ext>
            </a:extLst>
          </p:cNvPr>
          <p:cNvSpPr>
            <a:spLocks noChangeArrowheads="1"/>
          </p:cNvSpPr>
          <p:nvPr/>
        </p:nvSpPr>
        <p:spPr bwMode="auto">
          <a:xfrm>
            <a:off x="6629400" y="760810"/>
            <a:ext cx="34224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sp>
        <p:nvSpPr>
          <p:cNvPr id="242722" name="Rectangle 37">
            <a:extLst>
              <a:ext uri="{FF2B5EF4-FFF2-40B4-BE49-F238E27FC236}">
                <a16:creationId xmlns:a16="http://schemas.microsoft.com/office/drawing/2014/main" id="{27B6A752-A2B5-2C43-AE06-4562CEFD3186}"/>
              </a:ext>
            </a:extLst>
          </p:cNvPr>
          <p:cNvSpPr>
            <a:spLocks noChangeArrowheads="1"/>
          </p:cNvSpPr>
          <p:nvPr/>
        </p:nvSpPr>
        <p:spPr bwMode="auto">
          <a:xfrm>
            <a:off x="4781550" y="2349104"/>
            <a:ext cx="1256110" cy="284559"/>
          </a:xfrm>
          <a:prstGeom prst="rect">
            <a:avLst/>
          </a:prstGeom>
          <a:solidFill>
            <a:srgbClr val="CCECFF"/>
          </a:solidFill>
          <a:ln w="9525">
            <a:solidFill>
              <a:schemeClr val="folHlink"/>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500">
                <a:latin typeface="Arial" panose="020B0604020202020204" pitchFamily="34" charset="0"/>
                <a:ea typeface="宋体" panose="02010600030101010101" pitchFamily="2" charset="-122"/>
              </a:rPr>
              <a:t>用户数据</a:t>
            </a:r>
          </a:p>
        </p:txBody>
      </p:sp>
      <p:sp>
        <p:nvSpPr>
          <p:cNvPr id="242723" name="Rectangle 38">
            <a:extLst>
              <a:ext uri="{FF2B5EF4-FFF2-40B4-BE49-F238E27FC236}">
                <a16:creationId xmlns:a16="http://schemas.microsoft.com/office/drawing/2014/main" id="{E1699FD8-0059-9040-B475-3D8441B9B654}"/>
              </a:ext>
            </a:extLst>
          </p:cNvPr>
          <p:cNvSpPr>
            <a:spLocks noChangeArrowheads="1"/>
          </p:cNvSpPr>
          <p:nvPr/>
        </p:nvSpPr>
        <p:spPr bwMode="auto">
          <a:xfrm>
            <a:off x="4236244" y="2802731"/>
            <a:ext cx="1801416" cy="285750"/>
          </a:xfrm>
          <a:prstGeom prst="rect">
            <a:avLst/>
          </a:prstGeom>
          <a:solidFill>
            <a:srgbClr val="FFFF66"/>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24" name="Rectangle 39">
            <a:extLst>
              <a:ext uri="{FF2B5EF4-FFF2-40B4-BE49-F238E27FC236}">
                <a16:creationId xmlns:a16="http://schemas.microsoft.com/office/drawing/2014/main" id="{4A0B498B-BDD5-B842-9F49-D13EB9769B16}"/>
              </a:ext>
            </a:extLst>
          </p:cNvPr>
          <p:cNvSpPr>
            <a:spLocks noChangeArrowheads="1"/>
          </p:cNvSpPr>
          <p:nvPr/>
        </p:nvSpPr>
        <p:spPr bwMode="auto">
          <a:xfrm>
            <a:off x="4282679" y="2800350"/>
            <a:ext cx="52177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IP-H</a:t>
            </a:r>
          </a:p>
        </p:txBody>
      </p:sp>
      <p:sp>
        <p:nvSpPr>
          <p:cNvPr id="242725" name="Line 40">
            <a:extLst>
              <a:ext uri="{FF2B5EF4-FFF2-40B4-BE49-F238E27FC236}">
                <a16:creationId xmlns:a16="http://schemas.microsoft.com/office/drawing/2014/main" id="{7E9E3DFA-BCB2-9C42-9996-250BEA88A446}"/>
              </a:ext>
            </a:extLst>
          </p:cNvPr>
          <p:cNvSpPr>
            <a:spLocks noChangeShapeType="1"/>
          </p:cNvSpPr>
          <p:nvPr/>
        </p:nvSpPr>
        <p:spPr bwMode="auto">
          <a:xfrm>
            <a:off x="4763691" y="2802732"/>
            <a:ext cx="0" cy="27384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26" name="Rectangle 41">
            <a:extLst>
              <a:ext uri="{FF2B5EF4-FFF2-40B4-BE49-F238E27FC236}">
                <a16:creationId xmlns:a16="http://schemas.microsoft.com/office/drawing/2014/main" id="{F46014EF-DD29-BC4C-88ED-6C446683DE87}"/>
              </a:ext>
            </a:extLst>
          </p:cNvPr>
          <p:cNvSpPr>
            <a:spLocks noChangeArrowheads="1"/>
          </p:cNvSpPr>
          <p:nvPr/>
        </p:nvSpPr>
        <p:spPr bwMode="auto">
          <a:xfrm>
            <a:off x="3398044" y="3238500"/>
            <a:ext cx="3480197" cy="283369"/>
          </a:xfrm>
          <a:prstGeom prst="rect">
            <a:avLst/>
          </a:prstGeom>
          <a:solidFill>
            <a:srgbClr val="FFCCFF"/>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27" name="Rectangle 42">
            <a:extLst>
              <a:ext uri="{FF2B5EF4-FFF2-40B4-BE49-F238E27FC236}">
                <a16:creationId xmlns:a16="http://schemas.microsoft.com/office/drawing/2014/main" id="{86706E90-4BE5-1848-ADDA-7190F3D11BA4}"/>
              </a:ext>
            </a:extLst>
          </p:cNvPr>
          <p:cNvSpPr>
            <a:spLocks noChangeArrowheads="1"/>
          </p:cNvSpPr>
          <p:nvPr/>
        </p:nvSpPr>
        <p:spPr bwMode="auto">
          <a:xfrm>
            <a:off x="3408760" y="3233738"/>
            <a:ext cx="768641"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MAC-H</a:t>
            </a:r>
          </a:p>
        </p:txBody>
      </p:sp>
      <p:sp>
        <p:nvSpPr>
          <p:cNvPr id="242728" name="Rectangle 43">
            <a:extLst>
              <a:ext uri="{FF2B5EF4-FFF2-40B4-BE49-F238E27FC236}">
                <a16:creationId xmlns:a16="http://schemas.microsoft.com/office/drawing/2014/main" id="{AD64F84C-4913-124B-BC75-E362F32F78FF}"/>
              </a:ext>
            </a:extLst>
          </p:cNvPr>
          <p:cNvSpPr>
            <a:spLocks noChangeArrowheads="1"/>
          </p:cNvSpPr>
          <p:nvPr/>
        </p:nvSpPr>
        <p:spPr bwMode="auto">
          <a:xfrm>
            <a:off x="6111479" y="3230166"/>
            <a:ext cx="74619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MAC-T</a:t>
            </a:r>
          </a:p>
        </p:txBody>
      </p:sp>
      <p:sp>
        <p:nvSpPr>
          <p:cNvPr id="242729" name="Line 44">
            <a:extLst>
              <a:ext uri="{FF2B5EF4-FFF2-40B4-BE49-F238E27FC236}">
                <a16:creationId xmlns:a16="http://schemas.microsoft.com/office/drawing/2014/main" id="{31A524E8-6758-F54D-999A-EAEA94D92F60}"/>
              </a:ext>
            </a:extLst>
          </p:cNvPr>
          <p:cNvSpPr>
            <a:spLocks noChangeShapeType="1"/>
          </p:cNvSpPr>
          <p:nvPr/>
        </p:nvSpPr>
        <p:spPr bwMode="auto">
          <a:xfrm>
            <a:off x="4237435" y="3249216"/>
            <a:ext cx="0" cy="26431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30" name="Line 45">
            <a:extLst>
              <a:ext uri="{FF2B5EF4-FFF2-40B4-BE49-F238E27FC236}">
                <a16:creationId xmlns:a16="http://schemas.microsoft.com/office/drawing/2014/main" id="{4556F417-46AF-D54E-B9D9-4770A9DB2AA4}"/>
              </a:ext>
            </a:extLst>
          </p:cNvPr>
          <p:cNvSpPr>
            <a:spLocks noChangeShapeType="1"/>
          </p:cNvSpPr>
          <p:nvPr/>
        </p:nvSpPr>
        <p:spPr bwMode="auto">
          <a:xfrm>
            <a:off x="6049566" y="3252788"/>
            <a:ext cx="0" cy="26551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31" name="Rectangle 46">
            <a:extLst>
              <a:ext uri="{FF2B5EF4-FFF2-40B4-BE49-F238E27FC236}">
                <a16:creationId xmlns:a16="http://schemas.microsoft.com/office/drawing/2014/main" id="{1E2FB014-3FD9-524F-A1BE-C69CDA8DDB4A}"/>
              </a:ext>
            </a:extLst>
          </p:cNvPr>
          <p:cNvSpPr>
            <a:spLocks noChangeArrowheads="1"/>
          </p:cNvSpPr>
          <p:nvPr/>
        </p:nvSpPr>
        <p:spPr bwMode="auto">
          <a:xfrm>
            <a:off x="2719388" y="3662363"/>
            <a:ext cx="4858941" cy="284560"/>
          </a:xfrm>
          <a:prstGeom prst="rect">
            <a:avLst/>
          </a:prstGeom>
          <a:solidFill>
            <a:srgbClr val="99CCFF"/>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32" name="Rectangle 47">
            <a:extLst>
              <a:ext uri="{FF2B5EF4-FFF2-40B4-BE49-F238E27FC236}">
                <a16:creationId xmlns:a16="http://schemas.microsoft.com/office/drawing/2014/main" id="{6442399F-1F09-B74A-95EC-846A81F9E941}"/>
              </a:ext>
            </a:extLst>
          </p:cNvPr>
          <p:cNvSpPr>
            <a:spLocks noChangeArrowheads="1"/>
          </p:cNvSpPr>
          <p:nvPr/>
        </p:nvSpPr>
        <p:spPr bwMode="auto">
          <a:xfrm>
            <a:off x="2718197" y="3657600"/>
            <a:ext cx="725360"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PPP-H</a:t>
            </a:r>
          </a:p>
        </p:txBody>
      </p:sp>
      <p:sp>
        <p:nvSpPr>
          <p:cNvPr id="242733" name="Line 48">
            <a:extLst>
              <a:ext uri="{FF2B5EF4-FFF2-40B4-BE49-F238E27FC236}">
                <a16:creationId xmlns:a16="http://schemas.microsoft.com/office/drawing/2014/main" id="{ADEBA25D-2F77-7A4F-A1B9-BF883714C9B5}"/>
              </a:ext>
            </a:extLst>
          </p:cNvPr>
          <p:cNvSpPr>
            <a:spLocks noChangeShapeType="1"/>
          </p:cNvSpPr>
          <p:nvPr/>
        </p:nvSpPr>
        <p:spPr bwMode="auto">
          <a:xfrm>
            <a:off x="3399235" y="3668316"/>
            <a:ext cx="0" cy="28336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34" name="Line 49">
            <a:extLst>
              <a:ext uri="{FF2B5EF4-FFF2-40B4-BE49-F238E27FC236}">
                <a16:creationId xmlns:a16="http://schemas.microsoft.com/office/drawing/2014/main" id="{09CD527B-1863-884E-B31A-E17F5EB573EB}"/>
              </a:ext>
            </a:extLst>
          </p:cNvPr>
          <p:cNvSpPr>
            <a:spLocks noChangeShapeType="1"/>
          </p:cNvSpPr>
          <p:nvPr/>
        </p:nvSpPr>
        <p:spPr bwMode="auto">
          <a:xfrm>
            <a:off x="6887766" y="3668316"/>
            <a:ext cx="0" cy="28336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35" name="Rectangle 50">
            <a:extLst>
              <a:ext uri="{FF2B5EF4-FFF2-40B4-BE49-F238E27FC236}">
                <a16:creationId xmlns:a16="http://schemas.microsoft.com/office/drawing/2014/main" id="{6405E6BD-236B-B44A-888C-05A8112A8A05}"/>
              </a:ext>
            </a:extLst>
          </p:cNvPr>
          <p:cNvSpPr>
            <a:spLocks noChangeArrowheads="1"/>
          </p:cNvSpPr>
          <p:nvPr/>
        </p:nvSpPr>
        <p:spPr bwMode="auto">
          <a:xfrm>
            <a:off x="6898481" y="3659982"/>
            <a:ext cx="70291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PPP-T</a:t>
            </a:r>
          </a:p>
        </p:txBody>
      </p:sp>
      <p:sp>
        <p:nvSpPr>
          <p:cNvPr id="242736" name="Rectangle 51">
            <a:extLst>
              <a:ext uri="{FF2B5EF4-FFF2-40B4-BE49-F238E27FC236}">
                <a16:creationId xmlns:a16="http://schemas.microsoft.com/office/drawing/2014/main" id="{CA3F5789-0CF7-3549-9B71-82135C54AE47}"/>
              </a:ext>
            </a:extLst>
          </p:cNvPr>
          <p:cNvSpPr>
            <a:spLocks noChangeArrowheads="1"/>
          </p:cNvSpPr>
          <p:nvPr/>
        </p:nvSpPr>
        <p:spPr bwMode="auto">
          <a:xfrm>
            <a:off x="1363266" y="2351485"/>
            <a:ext cx="611546"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r>
              <a:rPr kumimoji="1" lang="en-US" altLang="zh-CN" sz="1800">
                <a:latin typeface="Arial" panose="020B0604020202020204" pitchFamily="34" charset="0"/>
                <a:ea typeface="宋体" panose="02010600030101010101" pitchFamily="2" charset="-122"/>
              </a:rPr>
              <a:t> </a:t>
            </a:r>
            <a:r>
              <a:rPr kumimoji="1" lang="en-US" altLang="zh-CN" sz="1800">
                <a:latin typeface="Arial" panose="020B0604020202020204" pitchFamily="34" charset="0"/>
                <a:ea typeface="宋体" panose="02010600030101010101" pitchFamily="2" charset="-122"/>
                <a:sym typeface="Wingdings" pitchFamily="2" charset="2"/>
              </a:rPr>
              <a:t></a:t>
            </a:r>
          </a:p>
        </p:txBody>
      </p:sp>
      <p:sp>
        <p:nvSpPr>
          <p:cNvPr id="242737" name="Rectangle 52">
            <a:extLst>
              <a:ext uri="{FF2B5EF4-FFF2-40B4-BE49-F238E27FC236}">
                <a16:creationId xmlns:a16="http://schemas.microsoft.com/office/drawing/2014/main" id="{4B3DA940-F10C-AD47-9CAD-66BCB612B8C9}"/>
              </a:ext>
            </a:extLst>
          </p:cNvPr>
          <p:cNvSpPr>
            <a:spLocks noChangeArrowheads="1"/>
          </p:cNvSpPr>
          <p:nvPr/>
        </p:nvSpPr>
        <p:spPr bwMode="auto">
          <a:xfrm>
            <a:off x="1337072" y="2771776"/>
            <a:ext cx="611546"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r>
              <a:rPr kumimoji="1" lang="en-US" altLang="zh-CN" sz="1800">
                <a:latin typeface="Arial" panose="020B0604020202020204" pitchFamily="34" charset="0"/>
                <a:ea typeface="宋体" panose="02010600030101010101" pitchFamily="2" charset="-122"/>
              </a:rPr>
              <a:t> </a:t>
            </a:r>
            <a:r>
              <a:rPr kumimoji="1" lang="en-US" altLang="zh-CN" sz="1800">
                <a:latin typeface="Arial" panose="020B0604020202020204" pitchFamily="34" charset="0"/>
                <a:ea typeface="宋体" panose="02010600030101010101" pitchFamily="2" charset="-122"/>
                <a:sym typeface="Wingdings" pitchFamily="2" charset="2"/>
              </a:rPr>
              <a:t></a:t>
            </a:r>
          </a:p>
        </p:txBody>
      </p:sp>
      <p:sp>
        <p:nvSpPr>
          <p:cNvPr id="242738" name="Rectangle 53">
            <a:extLst>
              <a:ext uri="{FF2B5EF4-FFF2-40B4-BE49-F238E27FC236}">
                <a16:creationId xmlns:a16="http://schemas.microsoft.com/office/drawing/2014/main" id="{A645D2E5-5270-5949-9F07-B582C0368F4E}"/>
              </a:ext>
            </a:extLst>
          </p:cNvPr>
          <p:cNvSpPr>
            <a:spLocks noChangeArrowheads="1"/>
          </p:cNvSpPr>
          <p:nvPr/>
        </p:nvSpPr>
        <p:spPr bwMode="auto">
          <a:xfrm>
            <a:off x="1171575" y="3219451"/>
            <a:ext cx="1150155"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r>
              <a:rPr kumimoji="1" lang="en-US" altLang="zh-CN" sz="1800">
                <a:latin typeface="Arial" panose="020B0604020202020204" pitchFamily="34" charset="0"/>
                <a:ea typeface="宋体" panose="02010600030101010101" pitchFamily="2" charset="-122"/>
              </a:rPr>
              <a:t> </a:t>
            </a:r>
            <a:r>
              <a:rPr kumimoji="1" lang="en-US" altLang="zh-CN" sz="1800">
                <a:latin typeface="Arial" panose="020B0604020202020204" pitchFamily="34" charset="0"/>
                <a:ea typeface="宋体" panose="02010600030101010101" pitchFamily="2" charset="-122"/>
                <a:sym typeface="Wingdings" pitchFamily="2" charset="2"/>
              </a:rPr>
              <a:t></a:t>
            </a:r>
            <a:r>
              <a:rPr kumimoji="1" lang="en-US" altLang="zh-CN" sz="1800">
                <a:latin typeface="Arial" panose="020B0604020202020204" pitchFamily="34" charset="0"/>
                <a:ea typeface="宋体" panose="02010600030101010101" pitchFamily="2" charset="-122"/>
              </a:rPr>
              <a:t> </a:t>
            </a:r>
            <a:r>
              <a:rPr kumimoji="1" lang="en-US" altLang="zh-CN" sz="1800">
                <a:latin typeface="Arial" panose="020B0604020202020204" pitchFamily="34" charset="0"/>
                <a:ea typeface="宋体" panose="02010600030101010101" pitchFamily="2" charset="-122"/>
                <a:sym typeface="Wingdings" pitchFamily="2" charset="2"/>
              </a:rPr>
              <a:t></a:t>
            </a:r>
            <a:r>
              <a:rPr kumimoji="1" lang="en-US" altLang="zh-CN" sz="1800">
                <a:latin typeface="Arial" panose="020B0604020202020204" pitchFamily="34" charset="0"/>
                <a:ea typeface="宋体" panose="02010600030101010101" pitchFamily="2" charset="-122"/>
              </a:rPr>
              <a:t> </a:t>
            </a:r>
            <a:r>
              <a:rPr kumimoji="1" lang="en-US" altLang="zh-CN" sz="1800">
                <a:latin typeface="Arial" panose="020B0604020202020204" pitchFamily="34" charset="0"/>
                <a:ea typeface="宋体" panose="02010600030101010101" pitchFamily="2" charset="-122"/>
                <a:sym typeface="Wingdings" pitchFamily="2" charset="2"/>
              </a:rPr>
              <a:t></a:t>
            </a:r>
          </a:p>
        </p:txBody>
      </p:sp>
      <p:sp>
        <p:nvSpPr>
          <p:cNvPr id="242739" name="Rectangle 54">
            <a:extLst>
              <a:ext uri="{FF2B5EF4-FFF2-40B4-BE49-F238E27FC236}">
                <a16:creationId xmlns:a16="http://schemas.microsoft.com/office/drawing/2014/main" id="{4750B8E5-660B-A640-9FD2-C2B9A2A17847}"/>
              </a:ext>
            </a:extLst>
          </p:cNvPr>
          <p:cNvSpPr>
            <a:spLocks noChangeArrowheads="1"/>
          </p:cNvSpPr>
          <p:nvPr/>
        </p:nvSpPr>
        <p:spPr bwMode="auto">
          <a:xfrm>
            <a:off x="1482329" y="3630217"/>
            <a:ext cx="34224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sp>
        <p:nvSpPr>
          <p:cNvPr id="242740" name="Line 55">
            <a:extLst>
              <a:ext uri="{FF2B5EF4-FFF2-40B4-BE49-F238E27FC236}">
                <a16:creationId xmlns:a16="http://schemas.microsoft.com/office/drawing/2014/main" id="{0CB3B267-5AD6-0843-B017-C3B3C065D377}"/>
              </a:ext>
            </a:extLst>
          </p:cNvPr>
          <p:cNvSpPr>
            <a:spLocks noChangeShapeType="1"/>
          </p:cNvSpPr>
          <p:nvPr/>
        </p:nvSpPr>
        <p:spPr bwMode="auto">
          <a:xfrm flipH="1" flipV="1">
            <a:off x="1859757" y="2495550"/>
            <a:ext cx="2894410" cy="8335"/>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41" name="Line 56">
            <a:extLst>
              <a:ext uri="{FF2B5EF4-FFF2-40B4-BE49-F238E27FC236}">
                <a16:creationId xmlns:a16="http://schemas.microsoft.com/office/drawing/2014/main" id="{82FBC14F-FD83-444D-8B20-F9CEDDB592E5}"/>
              </a:ext>
            </a:extLst>
          </p:cNvPr>
          <p:cNvSpPr>
            <a:spLocks noChangeShapeType="1"/>
          </p:cNvSpPr>
          <p:nvPr/>
        </p:nvSpPr>
        <p:spPr bwMode="auto">
          <a:xfrm flipH="1">
            <a:off x="1846660" y="2937272"/>
            <a:ext cx="2327672" cy="0"/>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42" name="Line 57">
            <a:extLst>
              <a:ext uri="{FF2B5EF4-FFF2-40B4-BE49-F238E27FC236}">
                <a16:creationId xmlns:a16="http://schemas.microsoft.com/office/drawing/2014/main" id="{314017AD-07CD-8741-B167-F046BE9D4294}"/>
              </a:ext>
            </a:extLst>
          </p:cNvPr>
          <p:cNvSpPr>
            <a:spLocks noChangeShapeType="1"/>
          </p:cNvSpPr>
          <p:nvPr/>
        </p:nvSpPr>
        <p:spPr bwMode="auto">
          <a:xfrm flipH="1">
            <a:off x="2209801" y="3373041"/>
            <a:ext cx="1145381" cy="0"/>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43" name="Line 58">
            <a:extLst>
              <a:ext uri="{FF2B5EF4-FFF2-40B4-BE49-F238E27FC236}">
                <a16:creationId xmlns:a16="http://schemas.microsoft.com/office/drawing/2014/main" id="{AE34AE60-EFF6-3847-8C0C-BC3BE3BCDEFF}"/>
              </a:ext>
            </a:extLst>
          </p:cNvPr>
          <p:cNvSpPr>
            <a:spLocks noChangeShapeType="1"/>
          </p:cNvSpPr>
          <p:nvPr/>
        </p:nvSpPr>
        <p:spPr bwMode="auto">
          <a:xfrm flipH="1">
            <a:off x="1747837" y="3800475"/>
            <a:ext cx="928688" cy="0"/>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44" name="Rectangle 59">
            <a:extLst>
              <a:ext uri="{FF2B5EF4-FFF2-40B4-BE49-F238E27FC236}">
                <a16:creationId xmlns:a16="http://schemas.microsoft.com/office/drawing/2014/main" id="{B5175966-CF8B-1044-806A-2F3967D27B1A}"/>
              </a:ext>
            </a:extLst>
          </p:cNvPr>
          <p:cNvSpPr>
            <a:spLocks noChangeArrowheads="1"/>
          </p:cNvSpPr>
          <p:nvPr/>
        </p:nvSpPr>
        <p:spPr bwMode="auto">
          <a:xfrm>
            <a:off x="7035404" y="1558529"/>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物理层</a:t>
            </a:r>
          </a:p>
        </p:txBody>
      </p:sp>
      <p:sp>
        <p:nvSpPr>
          <p:cNvPr id="461884" name="Rectangle 60">
            <a:extLst>
              <a:ext uri="{FF2B5EF4-FFF2-40B4-BE49-F238E27FC236}">
                <a16:creationId xmlns:a16="http://schemas.microsoft.com/office/drawing/2014/main" id="{5852CDA6-D092-6748-A162-1FF15D7430C4}"/>
              </a:ext>
            </a:extLst>
          </p:cNvPr>
          <p:cNvSpPr>
            <a:spLocks noChangeArrowheads="1"/>
          </p:cNvSpPr>
          <p:nvPr/>
        </p:nvSpPr>
        <p:spPr bwMode="auto">
          <a:xfrm>
            <a:off x="4733925" y="1204913"/>
            <a:ext cx="1196579" cy="651272"/>
          </a:xfrm>
          <a:prstGeom prst="rect">
            <a:avLst/>
          </a:prstGeom>
          <a:solidFill>
            <a:srgbClr val="FFCCFF"/>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42746" name="Line 61">
            <a:extLst>
              <a:ext uri="{FF2B5EF4-FFF2-40B4-BE49-F238E27FC236}">
                <a16:creationId xmlns:a16="http://schemas.microsoft.com/office/drawing/2014/main" id="{4DDB3208-A2BF-6740-A2DF-3001721D217C}"/>
              </a:ext>
            </a:extLst>
          </p:cNvPr>
          <p:cNvSpPr>
            <a:spLocks noChangeShapeType="1"/>
          </p:cNvSpPr>
          <p:nvPr/>
        </p:nvSpPr>
        <p:spPr bwMode="auto">
          <a:xfrm>
            <a:off x="4736306" y="1533525"/>
            <a:ext cx="11918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47" name="Line 62">
            <a:extLst>
              <a:ext uri="{FF2B5EF4-FFF2-40B4-BE49-F238E27FC236}">
                <a16:creationId xmlns:a16="http://schemas.microsoft.com/office/drawing/2014/main" id="{F0091C0F-4EA2-8440-BA31-F78F3DA46EA9}"/>
              </a:ext>
            </a:extLst>
          </p:cNvPr>
          <p:cNvSpPr>
            <a:spLocks noChangeShapeType="1"/>
          </p:cNvSpPr>
          <p:nvPr/>
        </p:nvSpPr>
        <p:spPr bwMode="auto">
          <a:xfrm>
            <a:off x="5316141" y="1538288"/>
            <a:ext cx="0" cy="31551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48" name="Line 63">
            <a:extLst>
              <a:ext uri="{FF2B5EF4-FFF2-40B4-BE49-F238E27FC236}">
                <a16:creationId xmlns:a16="http://schemas.microsoft.com/office/drawing/2014/main" id="{0B2A7438-0FCB-3B45-99B9-E423A52E1ED0}"/>
              </a:ext>
            </a:extLst>
          </p:cNvPr>
          <p:cNvSpPr>
            <a:spLocks noChangeShapeType="1"/>
          </p:cNvSpPr>
          <p:nvPr/>
        </p:nvSpPr>
        <p:spPr bwMode="auto">
          <a:xfrm>
            <a:off x="4729163" y="1206104"/>
            <a:ext cx="582216"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49" name="Line 64">
            <a:extLst>
              <a:ext uri="{FF2B5EF4-FFF2-40B4-BE49-F238E27FC236}">
                <a16:creationId xmlns:a16="http://schemas.microsoft.com/office/drawing/2014/main" id="{310CD818-4598-8348-A703-DD2D7F474FAC}"/>
              </a:ext>
            </a:extLst>
          </p:cNvPr>
          <p:cNvSpPr>
            <a:spLocks noChangeShapeType="1"/>
          </p:cNvSpPr>
          <p:nvPr/>
        </p:nvSpPr>
        <p:spPr bwMode="auto">
          <a:xfrm flipV="1">
            <a:off x="5323285" y="1197769"/>
            <a:ext cx="596503" cy="34051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50" name="Rectangle 65">
            <a:extLst>
              <a:ext uri="{FF2B5EF4-FFF2-40B4-BE49-F238E27FC236}">
                <a16:creationId xmlns:a16="http://schemas.microsoft.com/office/drawing/2014/main" id="{FD01275A-73FE-D74F-9781-C9CB7D0396BE}"/>
              </a:ext>
            </a:extLst>
          </p:cNvPr>
          <p:cNvSpPr>
            <a:spLocks noChangeArrowheads="1"/>
          </p:cNvSpPr>
          <p:nvPr/>
        </p:nvSpPr>
        <p:spPr bwMode="auto">
          <a:xfrm>
            <a:off x="4720828" y="1300163"/>
            <a:ext cx="383920"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DL</a:t>
            </a:r>
          </a:p>
        </p:txBody>
      </p:sp>
      <p:sp>
        <p:nvSpPr>
          <p:cNvPr id="242751" name="Rectangle 66">
            <a:extLst>
              <a:ext uri="{FF2B5EF4-FFF2-40B4-BE49-F238E27FC236}">
                <a16:creationId xmlns:a16="http://schemas.microsoft.com/office/drawing/2014/main" id="{A066CE62-53DE-4943-92F9-002C31DEC844}"/>
              </a:ext>
            </a:extLst>
          </p:cNvPr>
          <p:cNvSpPr>
            <a:spLocks noChangeArrowheads="1"/>
          </p:cNvSpPr>
          <p:nvPr/>
        </p:nvSpPr>
        <p:spPr bwMode="auto">
          <a:xfrm>
            <a:off x="5179219" y="1181100"/>
            <a:ext cx="27651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R</a:t>
            </a:r>
          </a:p>
        </p:txBody>
      </p:sp>
      <p:sp>
        <p:nvSpPr>
          <p:cNvPr id="242752" name="Rectangle 67">
            <a:extLst>
              <a:ext uri="{FF2B5EF4-FFF2-40B4-BE49-F238E27FC236}">
                <a16:creationId xmlns:a16="http://schemas.microsoft.com/office/drawing/2014/main" id="{8AF34976-0517-2A45-B318-43EFF39EAC55}"/>
              </a:ext>
            </a:extLst>
          </p:cNvPr>
          <p:cNvSpPr>
            <a:spLocks noChangeArrowheads="1"/>
          </p:cNvSpPr>
          <p:nvPr/>
        </p:nvSpPr>
        <p:spPr bwMode="auto">
          <a:xfrm>
            <a:off x="5449491" y="1303735"/>
            <a:ext cx="454819" cy="183356"/>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53" name="Rectangle 68">
            <a:extLst>
              <a:ext uri="{FF2B5EF4-FFF2-40B4-BE49-F238E27FC236}">
                <a16:creationId xmlns:a16="http://schemas.microsoft.com/office/drawing/2014/main" id="{C473F4AF-A537-FC40-BC58-880D910A257A}"/>
              </a:ext>
            </a:extLst>
          </p:cNvPr>
          <p:cNvSpPr>
            <a:spLocks noChangeArrowheads="1"/>
          </p:cNvSpPr>
          <p:nvPr/>
        </p:nvSpPr>
        <p:spPr bwMode="auto">
          <a:xfrm>
            <a:off x="5400675" y="1288257"/>
            <a:ext cx="565060"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MAC</a:t>
            </a:r>
          </a:p>
        </p:txBody>
      </p:sp>
      <p:sp>
        <p:nvSpPr>
          <p:cNvPr id="242754" name="Rectangle 69">
            <a:extLst>
              <a:ext uri="{FF2B5EF4-FFF2-40B4-BE49-F238E27FC236}">
                <a16:creationId xmlns:a16="http://schemas.microsoft.com/office/drawing/2014/main" id="{2F23D986-8B0E-3247-8C3A-3242F18D30CA}"/>
              </a:ext>
            </a:extLst>
          </p:cNvPr>
          <p:cNvSpPr>
            <a:spLocks noChangeArrowheads="1"/>
          </p:cNvSpPr>
          <p:nvPr/>
        </p:nvSpPr>
        <p:spPr bwMode="auto">
          <a:xfrm>
            <a:off x="5269706" y="1558529"/>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物理层</a:t>
            </a:r>
          </a:p>
        </p:txBody>
      </p:sp>
      <p:sp>
        <p:nvSpPr>
          <p:cNvPr id="242755" name="Rectangle 70">
            <a:extLst>
              <a:ext uri="{FF2B5EF4-FFF2-40B4-BE49-F238E27FC236}">
                <a16:creationId xmlns:a16="http://schemas.microsoft.com/office/drawing/2014/main" id="{FEE75637-4432-834A-BCCB-820A2468749D}"/>
              </a:ext>
            </a:extLst>
          </p:cNvPr>
          <p:cNvSpPr>
            <a:spLocks noChangeArrowheads="1"/>
          </p:cNvSpPr>
          <p:nvPr/>
        </p:nvSpPr>
        <p:spPr bwMode="auto">
          <a:xfrm>
            <a:off x="4681538" y="1558529"/>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物理层</a:t>
            </a:r>
          </a:p>
        </p:txBody>
      </p:sp>
      <p:sp>
        <p:nvSpPr>
          <p:cNvPr id="461895" name="Rectangle 71">
            <a:extLst>
              <a:ext uri="{FF2B5EF4-FFF2-40B4-BE49-F238E27FC236}">
                <a16:creationId xmlns:a16="http://schemas.microsoft.com/office/drawing/2014/main" id="{BC38126D-BC09-6C45-BBCD-B582FBC45D9A}"/>
              </a:ext>
            </a:extLst>
          </p:cNvPr>
          <p:cNvSpPr>
            <a:spLocks noChangeArrowheads="1"/>
          </p:cNvSpPr>
          <p:nvPr/>
        </p:nvSpPr>
        <p:spPr bwMode="auto">
          <a:xfrm>
            <a:off x="3164681" y="1204913"/>
            <a:ext cx="1287066" cy="651272"/>
          </a:xfrm>
          <a:prstGeom prst="rect">
            <a:avLst/>
          </a:prstGeom>
          <a:solidFill>
            <a:srgbClr val="FFCCFF"/>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42757" name="Line 72">
            <a:extLst>
              <a:ext uri="{FF2B5EF4-FFF2-40B4-BE49-F238E27FC236}">
                <a16:creationId xmlns:a16="http://schemas.microsoft.com/office/drawing/2014/main" id="{9B339DE2-0BA8-494D-A552-62EB199AFB05}"/>
              </a:ext>
            </a:extLst>
          </p:cNvPr>
          <p:cNvSpPr>
            <a:spLocks noChangeShapeType="1"/>
          </p:cNvSpPr>
          <p:nvPr/>
        </p:nvSpPr>
        <p:spPr bwMode="auto">
          <a:xfrm>
            <a:off x="3167062" y="1533525"/>
            <a:ext cx="128111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58" name="Line 73">
            <a:extLst>
              <a:ext uri="{FF2B5EF4-FFF2-40B4-BE49-F238E27FC236}">
                <a16:creationId xmlns:a16="http://schemas.microsoft.com/office/drawing/2014/main" id="{B7769993-C62D-9647-A89F-88E61EFAF94B}"/>
              </a:ext>
            </a:extLst>
          </p:cNvPr>
          <p:cNvSpPr>
            <a:spLocks noChangeShapeType="1"/>
          </p:cNvSpPr>
          <p:nvPr/>
        </p:nvSpPr>
        <p:spPr bwMode="auto">
          <a:xfrm>
            <a:off x="3790950" y="1538288"/>
            <a:ext cx="0" cy="31551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59" name="Line 74">
            <a:extLst>
              <a:ext uri="{FF2B5EF4-FFF2-40B4-BE49-F238E27FC236}">
                <a16:creationId xmlns:a16="http://schemas.microsoft.com/office/drawing/2014/main" id="{23691023-E11E-4841-8E81-2B37BEC30C22}"/>
              </a:ext>
            </a:extLst>
          </p:cNvPr>
          <p:cNvSpPr>
            <a:spLocks noChangeShapeType="1"/>
          </p:cNvSpPr>
          <p:nvPr/>
        </p:nvSpPr>
        <p:spPr bwMode="auto">
          <a:xfrm>
            <a:off x="3158729" y="1206104"/>
            <a:ext cx="627459"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60" name="Line 75">
            <a:extLst>
              <a:ext uri="{FF2B5EF4-FFF2-40B4-BE49-F238E27FC236}">
                <a16:creationId xmlns:a16="http://schemas.microsoft.com/office/drawing/2014/main" id="{F480CDB4-CC36-A64A-9701-9BD25AFEAC98}"/>
              </a:ext>
            </a:extLst>
          </p:cNvPr>
          <p:cNvSpPr>
            <a:spLocks noChangeShapeType="1"/>
          </p:cNvSpPr>
          <p:nvPr/>
        </p:nvSpPr>
        <p:spPr bwMode="auto">
          <a:xfrm flipV="1">
            <a:off x="3796903" y="1197769"/>
            <a:ext cx="642938" cy="34051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61" name="Rectangle 76">
            <a:extLst>
              <a:ext uri="{FF2B5EF4-FFF2-40B4-BE49-F238E27FC236}">
                <a16:creationId xmlns:a16="http://schemas.microsoft.com/office/drawing/2014/main" id="{5015D0B1-854F-6F4A-9CDF-7F7637990B06}"/>
              </a:ext>
            </a:extLst>
          </p:cNvPr>
          <p:cNvSpPr>
            <a:spLocks noChangeArrowheads="1"/>
          </p:cNvSpPr>
          <p:nvPr/>
        </p:nvSpPr>
        <p:spPr bwMode="auto">
          <a:xfrm>
            <a:off x="4044553" y="1288257"/>
            <a:ext cx="383920"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DL</a:t>
            </a:r>
          </a:p>
        </p:txBody>
      </p:sp>
      <p:sp>
        <p:nvSpPr>
          <p:cNvPr id="242762" name="Rectangle 77">
            <a:extLst>
              <a:ext uri="{FF2B5EF4-FFF2-40B4-BE49-F238E27FC236}">
                <a16:creationId xmlns:a16="http://schemas.microsoft.com/office/drawing/2014/main" id="{080A867B-817B-E24B-AA3A-ECCAB41E5935}"/>
              </a:ext>
            </a:extLst>
          </p:cNvPr>
          <p:cNvSpPr>
            <a:spLocks noChangeArrowheads="1"/>
          </p:cNvSpPr>
          <p:nvPr/>
        </p:nvSpPr>
        <p:spPr bwMode="auto">
          <a:xfrm>
            <a:off x="3667125" y="1193007"/>
            <a:ext cx="27651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R</a:t>
            </a:r>
          </a:p>
        </p:txBody>
      </p:sp>
      <p:grpSp>
        <p:nvGrpSpPr>
          <p:cNvPr id="242763" name="Group 78">
            <a:extLst>
              <a:ext uri="{FF2B5EF4-FFF2-40B4-BE49-F238E27FC236}">
                <a16:creationId xmlns:a16="http://schemas.microsoft.com/office/drawing/2014/main" id="{C101C615-A213-B242-9329-480D245B1C5F}"/>
              </a:ext>
            </a:extLst>
          </p:cNvPr>
          <p:cNvGrpSpPr>
            <a:grpSpLocks/>
          </p:cNvGrpSpPr>
          <p:nvPr/>
        </p:nvGrpSpPr>
        <p:grpSpPr bwMode="auto">
          <a:xfrm>
            <a:off x="3113484" y="1275162"/>
            <a:ext cx="565040" cy="298545"/>
            <a:chOff x="1713" y="1174"/>
            <a:chExt cx="415" cy="274"/>
          </a:xfrm>
        </p:grpSpPr>
        <p:sp>
          <p:nvSpPr>
            <p:cNvPr id="242791" name="Rectangle 79">
              <a:extLst>
                <a:ext uri="{FF2B5EF4-FFF2-40B4-BE49-F238E27FC236}">
                  <a16:creationId xmlns:a16="http://schemas.microsoft.com/office/drawing/2014/main" id="{56CD38AF-242D-F443-A3FB-E852FEAFA11D}"/>
                </a:ext>
              </a:extLst>
            </p:cNvPr>
            <p:cNvSpPr>
              <a:spLocks noChangeArrowheads="1"/>
            </p:cNvSpPr>
            <p:nvPr/>
          </p:nvSpPr>
          <p:spPr bwMode="auto">
            <a:xfrm>
              <a:off x="1752" y="1188"/>
              <a:ext cx="359"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92" name="Rectangle 80">
              <a:extLst>
                <a:ext uri="{FF2B5EF4-FFF2-40B4-BE49-F238E27FC236}">
                  <a16:creationId xmlns:a16="http://schemas.microsoft.com/office/drawing/2014/main" id="{761A2C8D-7DDD-F14C-A7B9-91955E45AF79}"/>
                </a:ext>
              </a:extLst>
            </p:cNvPr>
            <p:cNvSpPr>
              <a:spLocks noChangeArrowheads="1"/>
            </p:cNvSpPr>
            <p:nvPr/>
          </p:nvSpPr>
          <p:spPr bwMode="auto">
            <a:xfrm>
              <a:off x="1713" y="1174"/>
              <a:ext cx="415"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MAC</a:t>
              </a:r>
            </a:p>
          </p:txBody>
        </p:sp>
      </p:grpSp>
      <p:sp>
        <p:nvSpPr>
          <p:cNvPr id="242764" name="Rectangle 81">
            <a:extLst>
              <a:ext uri="{FF2B5EF4-FFF2-40B4-BE49-F238E27FC236}">
                <a16:creationId xmlns:a16="http://schemas.microsoft.com/office/drawing/2014/main" id="{837A17AF-D78F-9540-A1BE-3B268C462379}"/>
              </a:ext>
            </a:extLst>
          </p:cNvPr>
          <p:cNvSpPr>
            <a:spLocks noChangeArrowheads="1"/>
          </p:cNvSpPr>
          <p:nvPr/>
        </p:nvSpPr>
        <p:spPr bwMode="auto">
          <a:xfrm>
            <a:off x="3755231" y="1558529"/>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物理层</a:t>
            </a:r>
          </a:p>
        </p:txBody>
      </p:sp>
      <p:sp>
        <p:nvSpPr>
          <p:cNvPr id="242765" name="Rectangle 82">
            <a:extLst>
              <a:ext uri="{FF2B5EF4-FFF2-40B4-BE49-F238E27FC236}">
                <a16:creationId xmlns:a16="http://schemas.microsoft.com/office/drawing/2014/main" id="{BB1710AC-D6AD-6343-AF56-72D1B5CE203F}"/>
              </a:ext>
            </a:extLst>
          </p:cNvPr>
          <p:cNvSpPr>
            <a:spLocks noChangeArrowheads="1"/>
          </p:cNvSpPr>
          <p:nvPr/>
        </p:nvSpPr>
        <p:spPr bwMode="auto">
          <a:xfrm>
            <a:off x="3112294" y="1558529"/>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物理层</a:t>
            </a:r>
          </a:p>
        </p:txBody>
      </p:sp>
      <p:grpSp>
        <p:nvGrpSpPr>
          <p:cNvPr id="242766" name="Group 83">
            <a:extLst>
              <a:ext uri="{FF2B5EF4-FFF2-40B4-BE49-F238E27FC236}">
                <a16:creationId xmlns:a16="http://schemas.microsoft.com/office/drawing/2014/main" id="{68B21A0A-6615-E942-8C6B-1B1957C6A351}"/>
              </a:ext>
            </a:extLst>
          </p:cNvPr>
          <p:cNvGrpSpPr>
            <a:grpSpLocks/>
          </p:cNvGrpSpPr>
          <p:nvPr/>
        </p:nvGrpSpPr>
        <p:grpSpPr bwMode="auto">
          <a:xfrm>
            <a:off x="2397919" y="1627585"/>
            <a:ext cx="678656" cy="411956"/>
            <a:chOff x="1105" y="1444"/>
            <a:chExt cx="527" cy="380"/>
          </a:xfrm>
        </p:grpSpPr>
        <p:sp>
          <p:nvSpPr>
            <p:cNvPr id="242784" name="Oval 84">
              <a:extLst>
                <a:ext uri="{FF2B5EF4-FFF2-40B4-BE49-F238E27FC236}">
                  <a16:creationId xmlns:a16="http://schemas.microsoft.com/office/drawing/2014/main" id="{5BE199D8-2254-7347-AF8B-150C6F0937A5}"/>
                </a:ext>
              </a:extLst>
            </p:cNvPr>
            <p:cNvSpPr>
              <a:spLocks noChangeArrowheads="1"/>
            </p:cNvSpPr>
            <p:nvPr/>
          </p:nvSpPr>
          <p:spPr bwMode="auto">
            <a:xfrm rot="840000">
              <a:off x="1117" y="1484"/>
              <a:ext cx="116" cy="178"/>
            </a:xfrm>
            <a:prstGeom prst="ellipse">
              <a:avLst/>
            </a:prstGeom>
            <a:solidFill>
              <a:srgbClr val="99FF66"/>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85" name="Oval 85">
              <a:extLst>
                <a:ext uri="{FF2B5EF4-FFF2-40B4-BE49-F238E27FC236}">
                  <a16:creationId xmlns:a16="http://schemas.microsoft.com/office/drawing/2014/main" id="{648EB5CB-41D9-A643-9B72-13FB0CCBD0DC}"/>
                </a:ext>
              </a:extLst>
            </p:cNvPr>
            <p:cNvSpPr>
              <a:spLocks noChangeArrowheads="1"/>
            </p:cNvSpPr>
            <p:nvPr/>
          </p:nvSpPr>
          <p:spPr bwMode="auto">
            <a:xfrm>
              <a:off x="1105" y="1620"/>
              <a:ext cx="127" cy="137"/>
            </a:xfrm>
            <a:prstGeom prst="ellipse">
              <a:avLst/>
            </a:prstGeom>
            <a:solidFill>
              <a:srgbClr val="99FF66"/>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86" name="Oval 86">
              <a:extLst>
                <a:ext uri="{FF2B5EF4-FFF2-40B4-BE49-F238E27FC236}">
                  <a16:creationId xmlns:a16="http://schemas.microsoft.com/office/drawing/2014/main" id="{25808AA4-4488-934C-A447-9BA319F65B74}"/>
                </a:ext>
              </a:extLst>
            </p:cNvPr>
            <p:cNvSpPr>
              <a:spLocks noChangeArrowheads="1"/>
            </p:cNvSpPr>
            <p:nvPr/>
          </p:nvSpPr>
          <p:spPr bwMode="auto">
            <a:xfrm rot="420000">
              <a:off x="1162" y="1726"/>
              <a:ext cx="337" cy="98"/>
            </a:xfrm>
            <a:prstGeom prst="ellipse">
              <a:avLst/>
            </a:prstGeom>
            <a:solidFill>
              <a:srgbClr val="99FF66"/>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87" name="Oval 87">
              <a:extLst>
                <a:ext uri="{FF2B5EF4-FFF2-40B4-BE49-F238E27FC236}">
                  <a16:creationId xmlns:a16="http://schemas.microsoft.com/office/drawing/2014/main" id="{DC3C2DE7-E83B-BC44-9CE4-6663DE2C02C3}"/>
                </a:ext>
              </a:extLst>
            </p:cNvPr>
            <p:cNvSpPr>
              <a:spLocks noChangeArrowheads="1"/>
            </p:cNvSpPr>
            <p:nvPr/>
          </p:nvSpPr>
          <p:spPr bwMode="auto">
            <a:xfrm>
              <a:off x="1196" y="1444"/>
              <a:ext cx="300" cy="191"/>
            </a:xfrm>
            <a:prstGeom prst="ellipse">
              <a:avLst/>
            </a:prstGeom>
            <a:solidFill>
              <a:srgbClr val="99FF66"/>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88" name="Oval 88">
              <a:extLst>
                <a:ext uri="{FF2B5EF4-FFF2-40B4-BE49-F238E27FC236}">
                  <a16:creationId xmlns:a16="http://schemas.microsoft.com/office/drawing/2014/main" id="{C18A8700-9949-7643-81F5-8AAC9A2DDBA6}"/>
                </a:ext>
              </a:extLst>
            </p:cNvPr>
            <p:cNvSpPr>
              <a:spLocks noChangeArrowheads="1"/>
            </p:cNvSpPr>
            <p:nvPr/>
          </p:nvSpPr>
          <p:spPr bwMode="auto">
            <a:xfrm rot="-1020000">
              <a:off x="1443" y="1498"/>
              <a:ext cx="189" cy="270"/>
            </a:xfrm>
            <a:prstGeom prst="ellipse">
              <a:avLst/>
            </a:prstGeom>
            <a:solidFill>
              <a:srgbClr val="99FF66"/>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89" name="Oval 89">
              <a:extLst>
                <a:ext uri="{FF2B5EF4-FFF2-40B4-BE49-F238E27FC236}">
                  <a16:creationId xmlns:a16="http://schemas.microsoft.com/office/drawing/2014/main" id="{00F3CB8E-01EC-DF46-A3CF-609240D024E3}"/>
                </a:ext>
              </a:extLst>
            </p:cNvPr>
            <p:cNvSpPr>
              <a:spLocks noChangeArrowheads="1"/>
            </p:cNvSpPr>
            <p:nvPr/>
          </p:nvSpPr>
          <p:spPr bwMode="auto">
            <a:xfrm>
              <a:off x="1408" y="1706"/>
              <a:ext cx="165" cy="96"/>
            </a:xfrm>
            <a:prstGeom prst="ellipse">
              <a:avLst/>
            </a:prstGeom>
            <a:solidFill>
              <a:srgbClr val="99FF66"/>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90" name="Freeform 90">
              <a:extLst>
                <a:ext uri="{FF2B5EF4-FFF2-40B4-BE49-F238E27FC236}">
                  <a16:creationId xmlns:a16="http://schemas.microsoft.com/office/drawing/2014/main" id="{E4348CEC-7005-C74B-920D-275FBF1FF9FB}"/>
                </a:ext>
              </a:extLst>
            </p:cNvPr>
            <p:cNvSpPr>
              <a:spLocks/>
            </p:cNvSpPr>
            <p:nvPr/>
          </p:nvSpPr>
          <p:spPr bwMode="auto">
            <a:xfrm>
              <a:off x="1172" y="1506"/>
              <a:ext cx="423" cy="313"/>
            </a:xfrm>
            <a:custGeom>
              <a:avLst/>
              <a:gdLst>
                <a:gd name="T0" fmla="*/ 30 w 334"/>
                <a:gd name="T1" fmla="*/ 2 h 478"/>
                <a:gd name="T2" fmla="*/ 67 w 334"/>
                <a:gd name="T3" fmla="*/ 3 h 478"/>
                <a:gd name="T4" fmla="*/ 109 w 334"/>
                <a:gd name="T5" fmla="*/ 3 h 478"/>
                <a:gd name="T6" fmla="*/ 161 w 334"/>
                <a:gd name="T7" fmla="*/ 3 h 478"/>
                <a:gd name="T8" fmla="*/ 229 w 334"/>
                <a:gd name="T9" fmla="*/ 3 h 478"/>
                <a:gd name="T10" fmla="*/ 300 w 334"/>
                <a:gd name="T11" fmla="*/ 3 h 478"/>
                <a:gd name="T12" fmla="*/ 363 w 334"/>
                <a:gd name="T13" fmla="*/ 2 h 478"/>
                <a:gd name="T14" fmla="*/ 433 w 334"/>
                <a:gd name="T15" fmla="*/ 1 h 478"/>
                <a:gd name="T16" fmla="*/ 481 w 334"/>
                <a:gd name="T17" fmla="*/ 1 h 478"/>
                <a:gd name="T18" fmla="*/ 518 w 334"/>
                <a:gd name="T19" fmla="*/ 0 h 478"/>
                <a:gd name="T20" fmla="*/ 556 w 334"/>
                <a:gd name="T21" fmla="*/ 1 h 478"/>
                <a:gd name="T22" fmla="*/ 588 w 334"/>
                <a:gd name="T23" fmla="*/ 3 h 478"/>
                <a:gd name="T24" fmla="*/ 627 w 334"/>
                <a:gd name="T25" fmla="*/ 6 h 478"/>
                <a:gd name="T26" fmla="*/ 657 w 334"/>
                <a:gd name="T27" fmla="*/ 9 h 478"/>
                <a:gd name="T28" fmla="*/ 703 w 334"/>
                <a:gd name="T29" fmla="*/ 14 h 478"/>
                <a:gd name="T30" fmla="*/ 733 w 334"/>
                <a:gd name="T31" fmla="*/ 20 h 478"/>
                <a:gd name="T32" fmla="*/ 764 w 334"/>
                <a:gd name="T33" fmla="*/ 26 h 478"/>
                <a:gd name="T34" fmla="*/ 790 w 334"/>
                <a:gd name="T35" fmla="*/ 30 h 478"/>
                <a:gd name="T36" fmla="*/ 821 w 334"/>
                <a:gd name="T37" fmla="*/ 35 h 478"/>
                <a:gd name="T38" fmla="*/ 831 w 334"/>
                <a:gd name="T39" fmla="*/ 39 h 478"/>
                <a:gd name="T40" fmla="*/ 851 w 334"/>
                <a:gd name="T41" fmla="*/ 43 h 478"/>
                <a:gd name="T42" fmla="*/ 856 w 334"/>
                <a:gd name="T43" fmla="*/ 48 h 478"/>
                <a:gd name="T44" fmla="*/ 856 w 334"/>
                <a:gd name="T45" fmla="*/ 52 h 478"/>
                <a:gd name="T46" fmla="*/ 856 w 334"/>
                <a:gd name="T47" fmla="*/ 56 h 478"/>
                <a:gd name="T48" fmla="*/ 851 w 334"/>
                <a:gd name="T49" fmla="*/ 60 h 478"/>
                <a:gd name="T50" fmla="*/ 843 w 334"/>
                <a:gd name="T51" fmla="*/ 65 h 478"/>
                <a:gd name="T52" fmla="*/ 813 w 334"/>
                <a:gd name="T53" fmla="*/ 69 h 478"/>
                <a:gd name="T54" fmla="*/ 776 w 334"/>
                <a:gd name="T55" fmla="*/ 70 h 478"/>
                <a:gd name="T56" fmla="*/ 746 w 334"/>
                <a:gd name="T57" fmla="*/ 74 h 478"/>
                <a:gd name="T58" fmla="*/ 716 w 334"/>
                <a:gd name="T59" fmla="*/ 78 h 478"/>
                <a:gd name="T60" fmla="*/ 679 w 334"/>
                <a:gd name="T61" fmla="*/ 81 h 478"/>
                <a:gd name="T62" fmla="*/ 648 w 334"/>
                <a:gd name="T63" fmla="*/ 83 h 478"/>
                <a:gd name="T64" fmla="*/ 618 w 334"/>
                <a:gd name="T65" fmla="*/ 86 h 478"/>
                <a:gd name="T66" fmla="*/ 579 w 334"/>
                <a:gd name="T67" fmla="*/ 88 h 478"/>
                <a:gd name="T68" fmla="*/ 542 w 334"/>
                <a:gd name="T69" fmla="*/ 87 h 478"/>
                <a:gd name="T70" fmla="*/ 481 w 334"/>
                <a:gd name="T71" fmla="*/ 85 h 478"/>
                <a:gd name="T72" fmla="*/ 436 w 334"/>
                <a:gd name="T73" fmla="*/ 82 h 478"/>
                <a:gd name="T74" fmla="*/ 369 w 334"/>
                <a:gd name="T75" fmla="*/ 80 h 478"/>
                <a:gd name="T76" fmla="*/ 320 w 334"/>
                <a:gd name="T77" fmla="*/ 78 h 478"/>
                <a:gd name="T78" fmla="*/ 229 w 334"/>
                <a:gd name="T79" fmla="*/ 75 h 478"/>
                <a:gd name="T80" fmla="*/ 185 w 334"/>
                <a:gd name="T81" fmla="*/ 73 h 478"/>
                <a:gd name="T82" fmla="*/ 146 w 334"/>
                <a:gd name="T83" fmla="*/ 70 h 478"/>
                <a:gd name="T84" fmla="*/ 109 w 334"/>
                <a:gd name="T85" fmla="*/ 70 h 478"/>
                <a:gd name="T86" fmla="*/ 76 w 334"/>
                <a:gd name="T87" fmla="*/ 67 h 478"/>
                <a:gd name="T88" fmla="*/ 48 w 334"/>
                <a:gd name="T89" fmla="*/ 65 h 478"/>
                <a:gd name="T90" fmla="*/ 25 w 334"/>
                <a:gd name="T91" fmla="*/ 62 h 478"/>
                <a:gd name="T92" fmla="*/ 6 w 334"/>
                <a:gd name="T93" fmla="*/ 58 h 478"/>
                <a:gd name="T94" fmla="*/ 0 w 334"/>
                <a:gd name="T95" fmla="*/ 54 h 478"/>
                <a:gd name="T96" fmla="*/ 0 w 334"/>
                <a:gd name="T97" fmla="*/ 49 h 478"/>
                <a:gd name="T98" fmla="*/ 0 w 334"/>
                <a:gd name="T99" fmla="*/ 45 h 478"/>
                <a:gd name="T100" fmla="*/ 0 w 334"/>
                <a:gd name="T101" fmla="*/ 41 h 478"/>
                <a:gd name="T102" fmla="*/ 0 w 334"/>
                <a:gd name="T103" fmla="*/ 35 h 478"/>
                <a:gd name="T104" fmla="*/ 6 w 334"/>
                <a:gd name="T105" fmla="*/ 31 h 478"/>
                <a:gd name="T106" fmla="*/ 6 w 334"/>
                <a:gd name="T107" fmla="*/ 27 h 478"/>
                <a:gd name="T108" fmla="*/ 13 w 334"/>
                <a:gd name="T109" fmla="*/ 23 h 478"/>
                <a:gd name="T110" fmla="*/ 13 w 334"/>
                <a:gd name="T111" fmla="*/ 18 h 478"/>
                <a:gd name="T112" fmla="*/ 13 w 334"/>
                <a:gd name="T113" fmla="*/ 14 h 478"/>
                <a:gd name="T114" fmla="*/ 13 w 334"/>
                <a:gd name="T115" fmla="*/ 9 h 478"/>
                <a:gd name="T116" fmla="*/ 18 w 334"/>
                <a:gd name="T117" fmla="*/ 5 h 47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334" h="478">
                  <a:moveTo>
                    <a:pt x="5" y="12"/>
                  </a:moveTo>
                  <a:lnTo>
                    <a:pt x="12" y="12"/>
                  </a:lnTo>
                  <a:lnTo>
                    <a:pt x="19" y="19"/>
                  </a:lnTo>
                  <a:lnTo>
                    <a:pt x="26" y="19"/>
                  </a:lnTo>
                  <a:lnTo>
                    <a:pt x="34" y="19"/>
                  </a:lnTo>
                  <a:lnTo>
                    <a:pt x="43" y="19"/>
                  </a:lnTo>
                  <a:lnTo>
                    <a:pt x="53" y="19"/>
                  </a:lnTo>
                  <a:lnTo>
                    <a:pt x="62" y="19"/>
                  </a:lnTo>
                  <a:lnTo>
                    <a:pt x="79" y="19"/>
                  </a:lnTo>
                  <a:lnTo>
                    <a:pt x="89" y="19"/>
                  </a:lnTo>
                  <a:lnTo>
                    <a:pt x="108" y="19"/>
                  </a:lnTo>
                  <a:lnTo>
                    <a:pt x="117" y="16"/>
                  </a:lnTo>
                  <a:lnTo>
                    <a:pt x="125" y="12"/>
                  </a:lnTo>
                  <a:lnTo>
                    <a:pt x="141" y="12"/>
                  </a:lnTo>
                  <a:lnTo>
                    <a:pt x="158" y="8"/>
                  </a:lnTo>
                  <a:lnTo>
                    <a:pt x="168" y="8"/>
                  </a:lnTo>
                  <a:lnTo>
                    <a:pt x="177" y="4"/>
                  </a:lnTo>
                  <a:lnTo>
                    <a:pt x="187" y="4"/>
                  </a:lnTo>
                  <a:lnTo>
                    <a:pt x="194" y="0"/>
                  </a:lnTo>
                  <a:lnTo>
                    <a:pt x="201" y="0"/>
                  </a:lnTo>
                  <a:lnTo>
                    <a:pt x="208" y="0"/>
                  </a:lnTo>
                  <a:lnTo>
                    <a:pt x="216" y="4"/>
                  </a:lnTo>
                  <a:lnTo>
                    <a:pt x="220" y="16"/>
                  </a:lnTo>
                  <a:lnTo>
                    <a:pt x="228" y="16"/>
                  </a:lnTo>
                  <a:lnTo>
                    <a:pt x="235" y="23"/>
                  </a:lnTo>
                  <a:lnTo>
                    <a:pt x="244" y="31"/>
                  </a:lnTo>
                  <a:lnTo>
                    <a:pt x="254" y="39"/>
                  </a:lnTo>
                  <a:lnTo>
                    <a:pt x="256" y="50"/>
                  </a:lnTo>
                  <a:lnTo>
                    <a:pt x="264" y="62"/>
                  </a:lnTo>
                  <a:lnTo>
                    <a:pt x="273" y="78"/>
                  </a:lnTo>
                  <a:lnTo>
                    <a:pt x="278" y="105"/>
                  </a:lnTo>
                  <a:lnTo>
                    <a:pt x="285" y="112"/>
                  </a:lnTo>
                  <a:lnTo>
                    <a:pt x="292" y="128"/>
                  </a:lnTo>
                  <a:lnTo>
                    <a:pt x="297" y="140"/>
                  </a:lnTo>
                  <a:lnTo>
                    <a:pt x="302" y="151"/>
                  </a:lnTo>
                  <a:lnTo>
                    <a:pt x="307" y="167"/>
                  </a:lnTo>
                  <a:lnTo>
                    <a:pt x="314" y="178"/>
                  </a:lnTo>
                  <a:lnTo>
                    <a:pt x="319" y="190"/>
                  </a:lnTo>
                  <a:lnTo>
                    <a:pt x="321" y="202"/>
                  </a:lnTo>
                  <a:lnTo>
                    <a:pt x="323" y="213"/>
                  </a:lnTo>
                  <a:lnTo>
                    <a:pt x="326" y="225"/>
                  </a:lnTo>
                  <a:lnTo>
                    <a:pt x="331" y="237"/>
                  </a:lnTo>
                  <a:lnTo>
                    <a:pt x="331" y="248"/>
                  </a:lnTo>
                  <a:lnTo>
                    <a:pt x="333" y="260"/>
                  </a:lnTo>
                  <a:lnTo>
                    <a:pt x="333" y="271"/>
                  </a:lnTo>
                  <a:lnTo>
                    <a:pt x="333" y="283"/>
                  </a:lnTo>
                  <a:lnTo>
                    <a:pt x="333" y="295"/>
                  </a:lnTo>
                  <a:lnTo>
                    <a:pt x="333" y="306"/>
                  </a:lnTo>
                  <a:lnTo>
                    <a:pt x="333" y="318"/>
                  </a:lnTo>
                  <a:lnTo>
                    <a:pt x="331" y="330"/>
                  </a:lnTo>
                  <a:lnTo>
                    <a:pt x="331" y="341"/>
                  </a:lnTo>
                  <a:lnTo>
                    <a:pt x="328" y="353"/>
                  </a:lnTo>
                  <a:lnTo>
                    <a:pt x="321" y="361"/>
                  </a:lnTo>
                  <a:lnTo>
                    <a:pt x="316" y="372"/>
                  </a:lnTo>
                  <a:lnTo>
                    <a:pt x="309" y="376"/>
                  </a:lnTo>
                  <a:lnTo>
                    <a:pt x="302" y="384"/>
                  </a:lnTo>
                  <a:lnTo>
                    <a:pt x="295" y="392"/>
                  </a:lnTo>
                  <a:lnTo>
                    <a:pt x="290" y="403"/>
                  </a:lnTo>
                  <a:lnTo>
                    <a:pt x="283" y="411"/>
                  </a:lnTo>
                  <a:lnTo>
                    <a:pt x="278" y="423"/>
                  </a:lnTo>
                  <a:lnTo>
                    <a:pt x="271" y="430"/>
                  </a:lnTo>
                  <a:lnTo>
                    <a:pt x="264" y="438"/>
                  </a:lnTo>
                  <a:lnTo>
                    <a:pt x="259" y="450"/>
                  </a:lnTo>
                  <a:lnTo>
                    <a:pt x="252" y="454"/>
                  </a:lnTo>
                  <a:lnTo>
                    <a:pt x="247" y="465"/>
                  </a:lnTo>
                  <a:lnTo>
                    <a:pt x="240" y="469"/>
                  </a:lnTo>
                  <a:lnTo>
                    <a:pt x="232" y="477"/>
                  </a:lnTo>
                  <a:lnTo>
                    <a:pt x="225" y="477"/>
                  </a:lnTo>
                  <a:lnTo>
                    <a:pt x="218" y="477"/>
                  </a:lnTo>
                  <a:lnTo>
                    <a:pt x="211" y="473"/>
                  </a:lnTo>
                  <a:lnTo>
                    <a:pt x="204" y="469"/>
                  </a:lnTo>
                  <a:lnTo>
                    <a:pt x="187" y="461"/>
                  </a:lnTo>
                  <a:lnTo>
                    <a:pt x="177" y="454"/>
                  </a:lnTo>
                  <a:lnTo>
                    <a:pt x="170" y="446"/>
                  </a:lnTo>
                  <a:lnTo>
                    <a:pt x="151" y="442"/>
                  </a:lnTo>
                  <a:lnTo>
                    <a:pt x="144" y="434"/>
                  </a:lnTo>
                  <a:lnTo>
                    <a:pt x="134" y="427"/>
                  </a:lnTo>
                  <a:lnTo>
                    <a:pt x="125" y="423"/>
                  </a:lnTo>
                  <a:lnTo>
                    <a:pt x="105" y="411"/>
                  </a:lnTo>
                  <a:lnTo>
                    <a:pt x="89" y="407"/>
                  </a:lnTo>
                  <a:lnTo>
                    <a:pt x="81" y="399"/>
                  </a:lnTo>
                  <a:lnTo>
                    <a:pt x="72" y="396"/>
                  </a:lnTo>
                  <a:lnTo>
                    <a:pt x="65" y="392"/>
                  </a:lnTo>
                  <a:lnTo>
                    <a:pt x="57" y="384"/>
                  </a:lnTo>
                  <a:lnTo>
                    <a:pt x="50" y="384"/>
                  </a:lnTo>
                  <a:lnTo>
                    <a:pt x="43" y="380"/>
                  </a:lnTo>
                  <a:lnTo>
                    <a:pt x="36" y="376"/>
                  </a:lnTo>
                  <a:lnTo>
                    <a:pt x="29" y="368"/>
                  </a:lnTo>
                  <a:lnTo>
                    <a:pt x="22" y="365"/>
                  </a:lnTo>
                  <a:lnTo>
                    <a:pt x="19" y="353"/>
                  </a:lnTo>
                  <a:lnTo>
                    <a:pt x="12" y="349"/>
                  </a:lnTo>
                  <a:lnTo>
                    <a:pt x="10" y="337"/>
                  </a:lnTo>
                  <a:lnTo>
                    <a:pt x="5" y="326"/>
                  </a:lnTo>
                  <a:lnTo>
                    <a:pt x="2" y="314"/>
                  </a:lnTo>
                  <a:lnTo>
                    <a:pt x="2" y="302"/>
                  </a:lnTo>
                  <a:lnTo>
                    <a:pt x="0" y="291"/>
                  </a:lnTo>
                  <a:lnTo>
                    <a:pt x="0" y="279"/>
                  </a:lnTo>
                  <a:lnTo>
                    <a:pt x="0" y="268"/>
                  </a:lnTo>
                  <a:lnTo>
                    <a:pt x="0" y="256"/>
                  </a:lnTo>
                  <a:lnTo>
                    <a:pt x="0" y="244"/>
                  </a:lnTo>
                  <a:lnTo>
                    <a:pt x="0" y="233"/>
                  </a:lnTo>
                  <a:lnTo>
                    <a:pt x="0" y="221"/>
                  </a:lnTo>
                  <a:lnTo>
                    <a:pt x="0" y="209"/>
                  </a:lnTo>
                  <a:lnTo>
                    <a:pt x="0" y="194"/>
                  </a:lnTo>
                  <a:lnTo>
                    <a:pt x="0" y="182"/>
                  </a:lnTo>
                  <a:lnTo>
                    <a:pt x="2" y="171"/>
                  </a:lnTo>
                  <a:lnTo>
                    <a:pt x="2" y="159"/>
                  </a:lnTo>
                  <a:lnTo>
                    <a:pt x="2" y="147"/>
                  </a:lnTo>
                  <a:lnTo>
                    <a:pt x="5" y="136"/>
                  </a:lnTo>
                  <a:lnTo>
                    <a:pt x="5" y="124"/>
                  </a:lnTo>
                  <a:lnTo>
                    <a:pt x="5" y="112"/>
                  </a:lnTo>
                  <a:lnTo>
                    <a:pt x="5" y="101"/>
                  </a:lnTo>
                  <a:lnTo>
                    <a:pt x="5" y="89"/>
                  </a:lnTo>
                  <a:lnTo>
                    <a:pt x="5" y="78"/>
                  </a:lnTo>
                  <a:lnTo>
                    <a:pt x="5" y="62"/>
                  </a:lnTo>
                  <a:lnTo>
                    <a:pt x="5" y="50"/>
                  </a:lnTo>
                  <a:lnTo>
                    <a:pt x="5" y="39"/>
                  </a:lnTo>
                  <a:lnTo>
                    <a:pt x="7" y="27"/>
                  </a:lnTo>
                  <a:lnTo>
                    <a:pt x="5" y="12"/>
                  </a:lnTo>
                </a:path>
              </a:pathLst>
            </a:custGeom>
            <a:solidFill>
              <a:srgbClr val="99FF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42767" name="Rectangle 91">
            <a:extLst>
              <a:ext uri="{FF2B5EF4-FFF2-40B4-BE49-F238E27FC236}">
                <a16:creationId xmlns:a16="http://schemas.microsoft.com/office/drawing/2014/main" id="{26C334A1-430B-8E4A-AEFC-FC43ED8E16F9}"/>
              </a:ext>
            </a:extLst>
          </p:cNvPr>
          <p:cNvSpPr>
            <a:spLocks noChangeArrowheads="1"/>
          </p:cNvSpPr>
          <p:nvPr/>
        </p:nvSpPr>
        <p:spPr bwMode="auto">
          <a:xfrm>
            <a:off x="2472928" y="1718073"/>
            <a:ext cx="582692"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LAN</a:t>
            </a:r>
            <a:r>
              <a:rPr kumimoji="1" lang="en-US" altLang="zh-CN" sz="1500" baseline="-25000">
                <a:latin typeface="Arial" panose="020B0604020202020204" pitchFamily="34" charset="0"/>
                <a:ea typeface="宋体" panose="02010600030101010101" pitchFamily="2" charset="-122"/>
              </a:rPr>
              <a:t>1</a:t>
            </a:r>
          </a:p>
        </p:txBody>
      </p:sp>
      <p:grpSp>
        <p:nvGrpSpPr>
          <p:cNvPr id="242768" name="Group 92">
            <a:extLst>
              <a:ext uri="{FF2B5EF4-FFF2-40B4-BE49-F238E27FC236}">
                <a16:creationId xmlns:a16="http://schemas.microsoft.com/office/drawing/2014/main" id="{F97D8680-0A79-4948-9297-30520498A2C7}"/>
              </a:ext>
            </a:extLst>
          </p:cNvPr>
          <p:cNvGrpSpPr>
            <a:grpSpLocks/>
          </p:cNvGrpSpPr>
          <p:nvPr/>
        </p:nvGrpSpPr>
        <p:grpSpPr bwMode="auto">
          <a:xfrm>
            <a:off x="6121004" y="1637110"/>
            <a:ext cx="678656" cy="411956"/>
            <a:chOff x="1105" y="1444"/>
            <a:chExt cx="527" cy="380"/>
          </a:xfrm>
        </p:grpSpPr>
        <p:sp>
          <p:nvSpPr>
            <p:cNvPr id="242777" name="Oval 93">
              <a:extLst>
                <a:ext uri="{FF2B5EF4-FFF2-40B4-BE49-F238E27FC236}">
                  <a16:creationId xmlns:a16="http://schemas.microsoft.com/office/drawing/2014/main" id="{627937C6-564F-C947-9728-09997547049F}"/>
                </a:ext>
              </a:extLst>
            </p:cNvPr>
            <p:cNvSpPr>
              <a:spLocks noChangeArrowheads="1"/>
            </p:cNvSpPr>
            <p:nvPr/>
          </p:nvSpPr>
          <p:spPr bwMode="auto">
            <a:xfrm rot="840000">
              <a:off x="1117" y="1484"/>
              <a:ext cx="116" cy="178"/>
            </a:xfrm>
            <a:prstGeom prst="ellipse">
              <a:avLst/>
            </a:prstGeom>
            <a:solidFill>
              <a:srgbClr val="99FF66"/>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78" name="Oval 94">
              <a:extLst>
                <a:ext uri="{FF2B5EF4-FFF2-40B4-BE49-F238E27FC236}">
                  <a16:creationId xmlns:a16="http://schemas.microsoft.com/office/drawing/2014/main" id="{7A0C6595-163F-064A-81F8-0360F6DE5183}"/>
                </a:ext>
              </a:extLst>
            </p:cNvPr>
            <p:cNvSpPr>
              <a:spLocks noChangeArrowheads="1"/>
            </p:cNvSpPr>
            <p:nvPr/>
          </p:nvSpPr>
          <p:spPr bwMode="auto">
            <a:xfrm>
              <a:off x="1105" y="1620"/>
              <a:ext cx="127" cy="137"/>
            </a:xfrm>
            <a:prstGeom prst="ellipse">
              <a:avLst/>
            </a:prstGeom>
            <a:solidFill>
              <a:srgbClr val="99FF66"/>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79" name="Oval 95">
              <a:extLst>
                <a:ext uri="{FF2B5EF4-FFF2-40B4-BE49-F238E27FC236}">
                  <a16:creationId xmlns:a16="http://schemas.microsoft.com/office/drawing/2014/main" id="{C0779032-DC25-E245-9A83-18EDD1E82F4C}"/>
                </a:ext>
              </a:extLst>
            </p:cNvPr>
            <p:cNvSpPr>
              <a:spLocks noChangeArrowheads="1"/>
            </p:cNvSpPr>
            <p:nvPr/>
          </p:nvSpPr>
          <p:spPr bwMode="auto">
            <a:xfrm rot="420000">
              <a:off x="1162" y="1726"/>
              <a:ext cx="337" cy="98"/>
            </a:xfrm>
            <a:prstGeom prst="ellipse">
              <a:avLst/>
            </a:prstGeom>
            <a:solidFill>
              <a:srgbClr val="99FF66"/>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80" name="Oval 96">
              <a:extLst>
                <a:ext uri="{FF2B5EF4-FFF2-40B4-BE49-F238E27FC236}">
                  <a16:creationId xmlns:a16="http://schemas.microsoft.com/office/drawing/2014/main" id="{F8B60918-0D20-0641-9B5A-78CF5811AD0E}"/>
                </a:ext>
              </a:extLst>
            </p:cNvPr>
            <p:cNvSpPr>
              <a:spLocks noChangeArrowheads="1"/>
            </p:cNvSpPr>
            <p:nvPr/>
          </p:nvSpPr>
          <p:spPr bwMode="auto">
            <a:xfrm>
              <a:off x="1196" y="1444"/>
              <a:ext cx="300" cy="191"/>
            </a:xfrm>
            <a:prstGeom prst="ellipse">
              <a:avLst/>
            </a:prstGeom>
            <a:solidFill>
              <a:srgbClr val="99FF66"/>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81" name="Oval 97">
              <a:extLst>
                <a:ext uri="{FF2B5EF4-FFF2-40B4-BE49-F238E27FC236}">
                  <a16:creationId xmlns:a16="http://schemas.microsoft.com/office/drawing/2014/main" id="{9A40F713-F291-F142-AC0F-42AB8A7647B0}"/>
                </a:ext>
              </a:extLst>
            </p:cNvPr>
            <p:cNvSpPr>
              <a:spLocks noChangeArrowheads="1"/>
            </p:cNvSpPr>
            <p:nvPr/>
          </p:nvSpPr>
          <p:spPr bwMode="auto">
            <a:xfrm rot="-1020000">
              <a:off x="1443" y="1498"/>
              <a:ext cx="189" cy="270"/>
            </a:xfrm>
            <a:prstGeom prst="ellipse">
              <a:avLst/>
            </a:prstGeom>
            <a:solidFill>
              <a:srgbClr val="99FF66"/>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82" name="Oval 98">
              <a:extLst>
                <a:ext uri="{FF2B5EF4-FFF2-40B4-BE49-F238E27FC236}">
                  <a16:creationId xmlns:a16="http://schemas.microsoft.com/office/drawing/2014/main" id="{C150DB1F-41E8-B547-849D-556062CE449F}"/>
                </a:ext>
              </a:extLst>
            </p:cNvPr>
            <p:cNvSpPr>
              <a:spLocks noChangeArrowheads="1"/>
            </p:cNvSpPr>
            <p:nvPr/>
          </p:nvSpPr>
          <p:spPr bwMode="auto">
            <a:xfrm>
              <a:off x="1408" y="1706"/>
              <a:ext cx="165" cy="96"/>
            </a:xfrm>
            <a:prstGeom prst="ellipse">
              <a:avLst/>
            </a:prstGeom>
            <a:solidFill>
              <a:srgbClr val="99FF66"/>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83" name="Freeform 99">
              <a:extLst>
                <a:ext uri="{FF2B5EF4-FFF2-40B4-BE49-F238E27FC236}">
                  <a16:creationId xmlns:a16="http://schemas.microsoft.com/office/drawing/2014/main" id="{AB81085C-CEF6-CE49-94F5-0DC18BA6D29D}"/>
                </a:ext>
              </a:extLst>
            </p:cNvPr>
            <p:cNvSpPr>
              <a:spLocks/>
            </p:cNvSpPr>
            <p:nvPr/>
          </p:nvSpPr>
          <p:spPr bwMode="auto">
            <a:xfrm>
              <a:off x="1172" y="1506"/>
              <a:ext cx="423" cy="313"/>
            </a:xfrm>
            <a:custGeom>
              <a:avLst/>
              <a:gdLst>
                <a:gd name="T0" fmla="*/ 30 w 334"/>
                <a:gd name="T1" fmla="*/ 2 h 478"/>
                <a:gd name="T2" fmla="*/ 67 w 334"/>
                <a:gd name="T3" fmla="*/ 3 h 478"/>
                <a:gd name="T4" fmla="*/ 109 w 334"/>
                <a:gd name="T5" fmla="*/ 3 h 478"/>
                <a:gd name="T6" fmla="*/ 161 w 334"/>
                <a:gd name="T7" fmla="*/ 3 h 478"/>
                <a:gd name="T8" fmla="*/ 229 w 334"/>
                <a:gd name="T9" fmla="*/ 3 h 478"/>
                <a:gd name="T10" fmla="*/ 300 w 334"/>
                <a:gd name="T11" fmla="*/ 3 h 478"/>
                <a:gd name="T12" fmla="*/ 363 w 334"/>
                <a:gd name="T13" fmla="*/ 2 h 478"/>
                <a:gd name="T14" fmla="*/ 433 w 334"/>
                <a:gd name="T15" fmla="*/ 1 h 478"/>
                <a:gd name="T16" fmla="*/ 481 w 334"/>
                <a:gd name="T17" fmla="*/ 1 h 478"/>
                <a:gd name="T18" fmla="*/ 518 w 334"/>
                <a:gd name="T19" fmla="*/ 0 h 478"/>
                <a:gd name="T20" fmla="*/ 556 w 334"/>
                <a:gd name="T21" fmla="*/ 1 h 478"/>
                <a:gd name="T22" fmla="*/ 588 w 334"/>
                <a:gd name="T23" fmla="*/ 3 h 478"/>
                <a:gd name="T24" fmla="*/ 627 w 334"/>
                <a:gd name="T25" fmla="*/ 6 h 478"/>
                <a:gd name="T26" fmla="*/ 657 w 334"/>
                <a:gd name="T27" fmla="*/ 9 h 478"/>
                <a:gd name="T28" fmla="*/ 703 w 334"/>
                <a:gd name="T29" fmla="*/ 14 h 478"/>
                <a:gd name="T30" fmla="*/ 733 w 334"/>
                <a:gd name="T31" fmla="*/ 20 h 478"/>
                <a:gd name="T32" fmla="*/ 764 w 334"/>
                <a:gd name="T33" fmla="*/ 26 h 478"/>
                <a:gd name="T34" fmla="*/ 790 w 334"/>
                <a:gd name="T35" fmla="*/ 30 h 478"/>
                <a:gd name="T36" fmla="*/ 821 w 334"/>
                <a:gd name="T37" fmla="*/ 35 h 478"/>
                <a:gd name="T38" fmla="*/ 831 w 334"/>
                <a:gd name="T39" fmla="*/ 39 h 478"/>
                <a:gd name="T40" fmla="*/ 851 w 334"/>
                <a:gd name="T41" fmla="*/ 43 h 478"/>
                <a:gd name="T42" fmla="*/ 856 w 334"/>
                <a:gd name="T43" fmla="*/ 48 h 478"/>
                <a:gd name="T44" fmla="*/ 856 w 334"/>
                <a:gd name="T45" fmla="*/ 52 h 478"/>
                <a:gd name="T46" fmla="*/ 856 w 334"/>
                <a:gd name="T47" fmla="*/ 56 h 478"/>
                <a:gd name="T48" fmla="*/ 851 w 334"/>
                <a:gd name="T49" fmla="*/ 60 h 478"/>
                <a:gd name="T50" fmla="*/ 843 w 334"/>
                <a:gd name="T51" fmla="*/ 65 h 478"/>
                <a:gd name="T52" fmla="*/ 813 w 334"/>
                <a:gd name="T53" fmla="*/ 69 h 478"/>
                <a:gd name="T54" fmla="*/ 776 w 334"/>
                <a:gd name="T55" fmla="*/ 70 h 478"/>
                <a:gd name="T56" fmla="*/ 746 w 334"/>
                <a:gd name="T57" fmla="*/ 74 h 478"/>
                <a:gd name="T58" fmla="*/ 716 w 334"/>
                <a:gd name="T59" fmla="*/ 78 h 478"/>
                <a:gd name="T60" fmla="*/ 679 w 334"/>
                <a:gd name="T61" fmla="*/ 81 h 478"/>
                <a:gd name="T62" fmla="*/ 648 w 334"/>
                <a:gd name="T63" fmla="*/ 83 h 478"/>
                <a:gd name="T64" fmla="*/ 618 w 334"/>
                <a:gd name="T65" fmla="*/ 86 h 478"/>
                <a:gd name="T66" fmla="*/ 579 w 334"/>
                <a:gd name="T67" fmla="*/ 88 h 478"/>
                <a:gd name="T68" fmla="*/ 542 w 334"/>
                <a:gd name="T69" fmla="*/ 87 h 478"/>
                <a:gd name="T70" fmla="*/ 481 w 334"/>
                <a:gd name="T71" fmla="*/ 85 h 478"/>
                <a:gd name="T72" fmla="*/ 436 w 334"/>
                <a:gd name="T73" fmla="*/ 82 h 478"/>
                <a:gd name="T74" fmla="*/ 369 w 334"/>
                <a:gd name="T75" fmla="*/ 80 h 478"/>
                <a:gd name="T76" fmla="*/ 320 w 334"/>
                <a:gd name="T77" fmla="*/ 78 h 478"/>
                <a:gd name="T78" fmla="*/ 229 w 334"/>
                <a:gd name="T79" fmla="*/ 75 h 478"/>
                <a:gd name="T80" fmla="*/ 185 w 334"/>
                <a:gd name="T81" fmla="*/ 73 h 478"/>
                <a:gd name="T82" fmla="*/ 146 w 334"/>
                <a:gd name="T83" fmla="*/ 70 h 478"/>
                <a:gd name="T84" fmla="*/ 109 w 334"/>
                <a:gd name="T85" fmla="*/ 70 h 478"/>
                <a:gd name="T86" fmla="*/ 76 w 334"/>
                <a:gd name="T87" fmla="*/ 67 h 478"/>
                <a:gd name="T88" fmla="*/ 48 w 334"/>
                <a:gd name="T89" fmla="*/ 65 h 478"/>
                <a:gd name="T90" fmla="*/ 25 w 334"/>
                <a:gd name="T91" fmla="*/ 62 h 478"/>
                <a:gd name="T92" fmla="*/ 6 w 334"/>
                <a:gd name="T93" fmla="*/ 58 h 478"/>
                <a:gd name="T94" fmla="*/ 0 w 334"/>
                <a:gd name="T95" fmla="*/ 54 h 478"/>
                <a:gd name="T96" fmla="*/ 0 w 334"/>
                <a:gd name="T97" fmla="*/ 49 h 478"/>
                <a:gd name="T98" fmla="*/ 0 w 334"/>
                <a:gd name="T99" fmla="*/ 45 h 478"/>
                <a:gd name="T100" fmla="*/ 0 w 334"/>
                <a:gd name="T101" fmla="*/ 41 h 478"/>
                <a:gd name="T102" fmla="*/ 0 w 334"/>
                <a:gd name="T103" fmla="*/ 35 h 478"/>
                <a:gd name="T104" fmla="*/ 6 w 334"/>
                <a:gd name="T105" fmla="*/ 31 h 478"/>
                <a:gd name="T106" fmla="*/ 6 w 334"/>
                <a:gd name="T107" fmla="*/ 27 h 478"/>
                <a:gd name="T108" fmla="*/ 13 w 334"/>
                <a:gd name="T109" fmla="*/ 23 h 478"/>
                <a:gd name="T110" fmla="*/ 13 w 334"/>
                <a:gd name="T111" fmla="*/ 18 h 478"/>
                <a:gd name="T112" fmla="*/ 13 w 334"/>
                <a:gd name="T113" fmla="*/ 14 h 478"/>
                <a:gd name="T114" fmla="*/ 13 w 334"/>
                <a:gd name="T115" fmla="*/ 9 h 478"/>
                <a:gd name="T116" fmla="*/ 18 w 334"/>
                <a:gd name="T117" fmla="*/ 5 h 47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334" h="478">
                  <a:moveTo>
                    <a:pt x="5" y="12"/>
                  </a:moveTo>
                  <a:lnTo>
                    <a:pt x="12" y="12"/>
                  </a:lnTo>
                  <a:lnTo>
                    <a:pt x="19" y="19"/>
                  </a:lnTo>
                  <a:lnTo>
                    <a:pt x="26" y="19"/>
                  </a:lnTo>
                  <a:lnTo>
                    <a:pt x="34" y="19"/>
                  </a:lnTo>
                  <a:lnTo>
                    <a:pt x="43" y="19"/>
                  </a:lnTo>
                  <a:lnTo>
                    <a:pt x="53" y="19"/>
                  </a:lnTo>
                  <a:lnTo>
                    <a:pt x="62" y="19"/>
                  </a:lnTo>
                  <a:lnTo>
                    <a:pt x="79" y="19"/>
                  </a:lnTo>
                  <a:lnTo>
                    <a:pt x="89" y="19"/>
                  </a:lnTo>
                  <a:lnTo>
                    <a:pt x="108" y="19"/>
                  </a:lnTo>
                  <a:lnTo>
                    <a:pt x="117" y="16"/>
                  </a:lnTo>
                  <a:lnTo>
                    <a:pt x="125" y="12"/>
                  </a:lnTo>
                  <a:lnTo>
                    <a:pt x="141" y="12"/>
                  </a:lnTo>
                  <a:lnTo>
                    <a:pt x="158" y="8"/>
                  </a:lnTo>
                  <a:lnTo>
                    <a:pt x="168" y="8"/>
                  </a:lnTo>
                  <a:lnTo>
                    <a:pt x="177" y="4"/>
                  </a:lnTo>
                  <a:lnTo>
                    <a:pt x="187" y="4"/>
                  </a:lnTo>
                  <a:lnTo>
                    <a:pt x="194" y="0"/>
                  </a:lnTo>
                  <a:lnTo>
                    <a:pt x="201" y="0"/>
                  </a:lnTo>
                  <a:lnTo>
                    <a:pt x="208" y="0"/>
                  </a:lnTo>
                  <a:lnTo>
                    <a:pt x="216" y="4"/>
                  </a:lnTo>
                  <a:lnTo>
                    <a:pt x="220" y="16"/>
                  </a:lnTo>
                  <a:lnTo>
                    <a:pt x="228" y="16"/>
                  </a:lnTo>
                  <a:lnTo>
                    <a:pt x="235" y="23"/>
                  </a:lnTo>
                  <a:lnTo>
                    <a:pt x="244" y="31"/>
                  </a:lnTo>
                  <a:lnTo>
                    <a:pt x="254" y="39"/>
                  </a:lnTo>
                  <a:lnTo>
                    <a:pt x="256" y="50"/>
                  </a:lnTo>
                  <a:lnTo>
                    <a:pt x="264" y="62"/>
                  </a:lnTo>
                  <a:lnTo>
                    <a:pt x="273" y="78"/>
                  </a:lnTo>
                  <a:lnTo>
                    <a:pt x="278" y="105"/>
                  </a:lnTo>
                  <a:lnTo>
                    <a:pt x="285" y="112"/>
                  </a:lnTo>
                  <a:lnTo>
                    <a:pt x="292" y="128"/>
                  </a:lnTo>
                  <a:lnTo>
                    <a:pt x="297" y="140"/>
                  </a:lnTo>
                  <a:lnTo>
                    <a:pt x="302" y="151"/>
                  </a:lnTo>
                  <a:lnTo>
                    <a:pt x="307" y="167"/>
                  </a:lnTo>
                  <a:lnTo>
                    <a:pt x="314" y="178"/>
                  </a:lnTo>
                  <a:lnTo>
                    <a:pt x="319" y="190"/>
                  </a:lnTo>
                  <a:lnTo>
                    <a:pt x="321" y="202"/>
                  </a:lnTo>
                  <a:lnTo>
                    <a:pt x="323" y="213"/>
                  </a:lnTo>
                  <a:lnTo>
                    <a:pt x="326" y="225"/>
                  </a:lnTo>
                  <a:lnTo>
                    <a:pt x="331" y="237"/>
                  </a:lnTo>
                  <a:lnTo>
                    <a:pt x="331" y="248"/>
                  </a:lnTo>
                  <a:lnTo>
                    <a:pt x="333" y="260"/>
                  </a:lnTo>
                  <a:lnTo>
                    <a:pt x="333" y="271"/>
                  </a:lnTo>
                  <a:lnTo>
                    <a:pt x="333" y="283"/>
                  </a:lnTo>
                  <a:lnTo>
                    <a:pt x="333" y="295"/>
                  </a:lnTo>
                  <a:lnTo>
                    <a:pt x="333" y="306"/>
                  </a:lnTo>
                  <a:lnTo>
                    <a:pt x="333" y="318"/>
                  </a:lnTo>
                  <a:lnTo>
                    <a:pt x="331" y="330"/>
                  </a:lnTo>
                  <a:lnTo>
                    <a:pt x="331" y="341"/>
                  </a:lnTo>
                  <a:lnTo>
                    <a:pt x="328" y="353"/>
                  </a:lnTo>
                  <a:lnTo>
                    <a:pt x="321" y="361"/>
                  </a:lnTo>
                  <a:lnTo>
                    <a:pt x="316" y="372"/>
                  </a:lnTo>
                  <a:lnTo>
                    <a:pt x="309" y="376"/>
                  </a:lnTo>
                  <a:lnTo>
                    <a:pt x="302" y="384"/>
                  </a:lnTo>
                  <a:lnTo>
                    <a:pt x="295" y="392"/>
                  </a:lnTo>
                  <a:lnTo>
                    <a:pt x="290" y="403"/>
                  </a:lnTo>
                  <a:lnTo>
                    <a:pt x="283" y="411"/>
                  </a:lnTo>
                  <a:lnTo>
                    <a:pt x="278" y="423"/>
                  </a:lnTo>
                  <a:lnTo>
                    <a:pt x="271" y="430"/>
                  </a:lnTo>
                  <a:lnTo>
                    <a:pt x="264" y="438"/>
                  </a:lnTo>
                  <a:lnTo>
                    <a:pt x="259" y="450"/>
                  </a:lnTo>
                  <a:lnTo>
                    <a:pt x="252" y="454"/>
                  </a:lnTo>
                  <a:lnTo>
                    <a:pt x="247" y="465"/>
                  </a:lnTo>
                  <a:lnTo>
                    <a:pt x="240" y="469"/>
                  </a:lnTo>
                  <a:lnTo>
                    <a:pt x="232" y="477"/>
                  </a:lnTo>
                  <a:lnTo>
                    <a:pt x="225" y="477"/>
                  </a:lnTo>
                  <a:lnTo>
                    <a:pt x="218" y="477"/>
                  </a:lnTo>
                  <a:lnTo>
                    <a:pt x="211" y="473"/>
                  </a:lnTo>
                  <a:lnTo>
                    <a:pt x="204" y="469"/>
                  </a:lnTo>
                  <a:lnTo>
                    <a:pt x="187" y="461"/>
                  </a:lnTo>
                  <a:lnTo>
                    <a:pt x="177" y="454"/>
                  </a:lnTo>
                  <a:lnTo>
                    <a:pt x="170" y="446"/>
                  </a:lnTo>
                  <a:lnTo>
                    <a:pt x="151" y="442"/>
                  </a:lnTo>
                  <a:lnTo>
                    <a:pt x="144" y="434"/>
                  </a:lnTo>
                  <a:lnTo>
                    <a:pt x="134" y="427"/>
                  </a:lnTo>
                  <a:lnTo>
                    <a:pt x="125" y="423"/>
                  </a:lnTo>
                  <a:lnTo>
                    <a:pt x="105" y="411"/>
                  </a:lnTo>
                  <a:lnTo>
                    <a:pt x="89" y="407"/>
                  </a:lnTo>
                  <a:lnTo>
                    <a:pt x="81" y="399"/>
                  </a:lnTo>
                  <a:lnTo>
                    <a:pt x="72" y="396"/>
                  </a:lnTo>
                  <a:lnTo>
                    <a:pt x="65" y="392"/>
                  </a:lnTo>
                  <a:lnTo>
                    <a:pt x="57" y="384"/>
                  </a:lnTo>
                  <a:lnTo>
                    <a:pt x="50" y="384"/>
                  </a:lnTo>
                  <a:lnTo>
                    <a:pt x="43" y="380"/>
                  </a:lnTo>
                  <a:lnTo>
                    <a:pt x="36" y="376"/>
                  </a:lnTo>
                  <a:lnTo>
                    <a:pt x="29" y="368"/>
                  </a:lnTo>
                  <a:lnTo>
                    <a:pt x="22" y="365"/>
                  </a:lnTo>
                  <a:lnTo>
                    <a:pt x="19" y="353"/>
                  </a:lnTo>
                  <a:lnTo>
                    <a:pt x="12" y="349"/>
                  </a:lnTo>
                  <a:lnTo>
                    <a:pt x="10" y="337"/>
                  </a:lnTo>
                  <a:lnTo>
                    <a:pt x="5" y="326"/>
                  </a:lnTo>
                  <a:lnTo>
                    <a:pt x="2" y="314"/>
                  </a:lnTo>
                  <a:lnTo>
                    <a:pt x="2" y="302"/>
                  </a:lnTo>
                  <a:lnTo>
                    <a:pt x="0" y="291"/>
                  </a:lnTo>
                  <a:lnTo>
                    <a:pt x="0" y="279"/>
                  </a:lnTo>
                  <a:lnTo>
                    <a:pt x="0" y="268"/>
                  </a:lnTo>
                  <a:lnTo>
                    <a:pt x="0" y="256"/>
                  </a:lnTo>
                  <a:lnTo>
                    <a:pt x="0" y="244"/>
                  </a:lnTo>
                  <a:lnTo>
                    <a:pt x="0" y="233"/>
                  </a:lnTo>
                  <a:lnTo>
                    <a:pt x="0" y="221"/>
                  </a:lnTo>
                  <a:lnTo>
                    <a:pt x="0" y="209"/>
                  </a:lnTo>
                  <a:lnTo>
                    <a:pt x="0" y="194"/>
                  </a:lnTo>
                  <a:lnTo>
                    <a:pt x="0" y="182"/>
                  </a:lnTo>
                  <a:lnTo>
                    <a:pt x="2" y="171"/>
                  </a:lnTo>
                  <a:lnTo>
                    <a:pt x="2" y="159"/>
                  </a:lnTo>
                  <a:lnTo>
                    <a:pt x="2" y="147"/>
                  </a:lnTo>
                  <a:lnTo>
                    <a:pt x="5" y="136"/>
                  </a:lnTo>
                  <a:lnTo>
                    <a:pt x="5" y="124"/>
                  </a:lnTo>
                  <a:lnTo>
                    <a:pt x="5" y="112"/>
                  </a:lnTo>
                  <a:lnTo>
                    <a:pt x="5" y="101"/>
                  </a:lnTo>
                  <a:lnTo>
                    <a:pt x="5" y="89"/>
                  </a:lnTo>
                  <a:lnTo>
                    <a:pt x="5" y="78"/>
                  </a:lnTo>
                  <a:lnTo>
                    <a:pt x="5" y="62"/>
                  </a:lnTo>
                  <a:lnTo>
                    <a:pt x="5" y="50"/>
                  </a:lnTo>
                  <a:lnTo>
                    <a:pt x="5" y="39"/>
                  </a:lnTo>
                  <a:lnTo>
                    <a:pt x="7" y="27"/>
                  </a:lnTo>
                  <a:lnTo>
                    <a:pt x="5" y="12"/>
                  </a:lnTo>
                </a:path>
              </a:pathLst>
            </a:custGeom>
            <a:solidFill>
              <a:srgbClr val="99FF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42769" name="Rectangle 100">
            <a:extLst>
              <a:ext uri="{FF2B5EF4-FFF2-40B4-BE49-F238E27FC236}">
                <a16:creationId xmlns:a16="http://schemas.microsoft.com/office/drawing/2014/main" id="{3BD7EED2-0B15-6D4A-98A7-0587BD847948}"/>
              </a:ext>
            </a:extLst>
          </p:cNvPr>
          <p:cNvSpPr>
            <a:spLocks noChangeArrowheads="1"/>
          </p:cNvSpPr>
          <p:nvPr/>
        </p:nvSpPr>
        <p:spPr bwMode="auto">
          <a:xfrm>
            <a:off x="6205537" y="1727598"/>
            <a:ext cx="582692"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LAN</a:t>
            </a:r>
            <a:r>
              <a:rPr kumimoji="1" lang="en-US" altLang="zh-CN" sz="1500" baseline="-25000">
                <a:latin typeface="Arial" panose="020B0604020202020204" pitchFamily="34" charset="0"/>
                <a:ea typeface="宋体" panose="02010600030101010101" pitchFamily="2" charset="-122"/>
              </a:rPr>
              <a:t>2</a:t>
            </a:r>
          </a:p>
        </p:txBody>
      </p:sp>
      <p:sp>
        <p:nvSpPr>
          <p:cNvPr id="461925" name="Text Box 101">
            <a:extLst>
              <a:ext uri="{FF2B5EF4-FFF2-40B4-BE49-F238E27FC236}">
                <a16:creationId xmlns:a16="http://schemas.microsoft.com/office/drawing/2014/main" id="{5F294B29-7FDB-384E-A2BB-279F7F99F6F5}"/>
              </a:ext>
            </a:extLst>
          </p:cNvPr>
          <p:cNvSpPr txBox="1">
            <a:spLocks noChangeArrowheads="1"/>
          </p:cNvSpPr>
          <p:nvPr/>
        </p:nvSpPr>
        <p:spPr bwMode="auto">
          <a:xfrm>
            <a:off x="2195513" y="177403"/>
            <a:ext cx="4897495" cy="415498"/>
          </a:xfrm>
          <a:prstGeom prst="rect">
            <a:avLst/>
          </a:prstGeom>
          <a:solidFill>
            <a:srgbClr val="FFFF66"/>
          </a:solidFill>
          <a:ln w="9525">
            <a:solidFill>
              <a:srgbClr val="333399"/>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100">
                <a:latin typeface="黑体" panose="02010609060101010101" pitchFamily="49" charset="-122"/>
                <a:ea typeface="宋体" panose="02010600030101010101" pitchFamily="2" charset="-122"/>
              </a:rPr>
              <a:t>两个网桥之间还可使用一段点到点链路 </a:t>
            </a:r>
          </a:p>
        </p:txBody>
      </p:sp>
      <p:sp>
        <p:nvSpPr>
          <p:cNvPr id="461926" name="Text Box 102">
            <a:extLst>
              <a:ext uri="{FF2B5EF4-FFF2-40B4-BE49-F238E27FC236}">
                <a16:creationId xmlns:a16="http://schemas.microsoft.com/office/drawing/2014/main" id="{35EE7E40-D45E-BC4E-868C-CFFB6AEFE286}"/>
              </a:ext>
            </a:extLst>
          </p:cNvPr>
          <p:cNvSpPr txBox="1">
            <a:spLocks noChangeArrowheads="1"/>
          </p:cNvSpPr>
          <p:nvPr/>
        </p:nvSpPr>
        <p:spPr bwMode="auto">
          <a:xfrm>
            <a:off x="2374106" y="4220766"/>
            <a:ext cx="4493538" cy="461665"/>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spAutoFit/>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400">
                <a:solidFill>
                  <a:srgbClr val="333399"/>
                </a:solidFill>
              </a:rPr>
              <a:t>网桥不改变它转发的帧的源地址</a:t>
            </a:r>
          </a:p>
        </p:txBody>
      </p:sp>
      <p:sp>
        <p:nvSpPr>
          <p:cNvPr id="242772" name="AutoShape 103">
            <a:extLst>
              <a:ext uri="{FF2B5EF4-FFF2-40B4-BE49-F238E27FC236}">
                <a16:creationId xmlns:a16="http://schemas.microsoft.com/office/drawing/2014/main" id="{62384694-7B57-5348-AF89-13550A9FE21C}"/>
              </a:ext>
            </a:extLst>
          </p:cNvPr>
          <p:cNvSpPr>
            <a:spLocks noChangeArrowheads="1"/>
          </p:cNvSpPr>
          <p:nvPr/>
        </p:nvSpPr>
        <p:spPr bwMode="auto">
          <a:xfrm>
            <a:off x="5328047" y="2571750"/>
            <a:ext cx="161925" cy="323850"/>
          </a:xfrm>
          <a:prstGeom prst="downArrow">
            <a:avLst>
              <a:gd name="adj1" fmla="val 50000"/>
              <a:gd name="adj2" fmla="val 50000"/>
            </a:avLst>
          </a:prstGeom>
          <a:solidFill>
            <a:srgbClr val="CCECFF"/>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73" name="AutoShape 104">
            <a:extLst>
              <a:ext uri="{FF2B5EF4-FFF2-40B4-BE49-F238E27FC236}">
                <a16:creationId xmlns:a16="http://schemas.microsoft.com/office/drawing/2014/main" id="{7F3AA46A-B8B8-2D47-A495-34476C590B16}"/>
              </a:ext>
            </a:extLst>
          </p:cNvPr>
          <p:cNvSpPr>
            <a:spLocks noChangeArrowheads="1"/>
          </p:cNvSpPr>
          <p:nvPr/>
        </p:nvSpPr>
        <p:spPr bwMode="auto">
          <a:xfrm>
            <a:off x="5166122" y="3003947"/>
            <a:ext cx="161925" cy="323850"/>
          </a:xfrm>
          <a:prstGeom prst="downArrow">
            <a:avLst>
              <a:gd name="adj1" fmla="val 50000"/>
              <a:gd name="adj2" fmla="val 50000"/>
            </a:avLst>
          </a:prstGeom>
          <a:solidFill>
            <a:srgbClr val="FFFF66"/>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74" name="AutoShape 105">
            <a:extLst>
              <a:ext uri="{FF2B5EF4-FFF2-40B4-BE49-F238E27FC236}">
                <a16:creationId xmlns:a16="http://schemas.microsoft.com/office/drawing/2014/main" id="{73F5B842-E933-F345-8F63-8F2E42584CCB}"/>
              </a:ext>
            </a:extLst>
          </p:cNvPr>
          <p:cNvSpPr>
            <a:spLocks noChangeArrowheads="1"/>
          </p:cNvSpPr>
          <p:nvPr/>
        </p:nvSpPr>
        <p:spPr bwMode="auto">
          <a:xfrm>
            <a:off x="4950619" y="3436144"/>
            <a:ext cx="161925" cy="323850"/>
          </a:xfrm>
          <a:prstGeom prst="downArrow">
            <a:avLst>
              <a:gd name="adj1" fmla="val 50000"/>
              <a:gd name="adj2" fmla="val 50000"/>
            </a:avLst>
          </a:prstGeom>
          <a:solidFill>
            <a:srgbClr val="FFCCFF"/>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75" name="Freeform 106">
            <a:extLst>
              <a:ext uri="{FF2B5EF4-FFF2-40B4-BE49-F238E27FC236}">
                <a16:creationId xmlns:a16="http://schemas.microsoft.com/office/drawing/2014/main" id="{D9357516-C652-684D-B14E-D1F41ACD1F0C}"/>
              </a:ext>
            </a:extLst>
          </p:cNvPr>
          <p:cNvSpPr>
            <a:spLocks/>
          </p:cNvSpPr>
          <p:nvPr/>
        </p:nvSpPr>
        <p:spPr bwMode="auto">
          <a:xfrm>
            <a:off x="2076450" y="735806"/>
            <a:ext cx="4978004" cy="1334691"/>
          </a:xfrm>
          <a:custGeom>
            <a:avLst/>
            <a:gdLst>
              <a:gd name="T0" fmla="*/ 2147483646 w 4181"/>
              <a:gd name="T1" fmla="*/ 0 h 1121"/>
              <a:gd name="T2" fmla="*/ 2147483646 w 4181"/>
              <a:gd name="T3" fmla="*/ 2147483646 h 1121"/>
              <a:gd name="T4" fmla="*/ 2147483646 w 4181"/>
              <a:gd name="T5" fmla="*/ 2147483646 h 1121"/>
              <a:gd name="T6" fmla="*/ 2147483646 w 4181"/>
              <a:gd name="T7" fmla="*/ 2147483646 h 1121"/>
              <a:gd name="T8" fmla="*/ 2147483646 w 4181"/>
              <a:gd name="T9" fmla="*/ 2147483646 h 1121"/>
              <a:gd name="T10" fmla="*/ 2147483646 w 4181"/>
              <a:gd name="T11" fmla="*/ 2147483646 h 1121"/>
              <a:gd name="T12" fmla="*/ 2147483646 w 4181"/>
              <a:gd name="T13" fmla="*/ 2147483646 h 1121"/>
              <a:gd name="T14" fmla="*/ 2147483646 w 4181"/>
              <a:gd name="T15" fmla="*/ 2147483646 h 1121"/>
              <a:gd name="T16" fmla="*/ 2147483646 w 4181"/>
              <a:gd name="T17" fmla="*/ 2147483646 h 1121"/>
              <a:gd name="T18" fmla="*/ 2147483646 w 4181"/>
              <a:gd name="T19" fmla="*/ 2147483646 h 1121"/>
              <a:gd name="T20" fmla="*/ 2147483646 w 4181"/>
              <a:gd name="T21" fmla="*/ 2147483646 h 1121"/>
              <a:gd name="T22" fmla="*/ 2147483646 w 4181"/>
              <a:gd name="T23" fmla="*/ 2147483646 h 1121"/>
              <a:gd name="T24" fmla="*/ 2147483646 w 4181"/>
              <a:gd name="T25" fmla="*/ 2147483646 h 1121"/>
              <a:gd name="T26" fmla="*/ 2147483646 w 4181"/>
              <a:gd name="T27" fmla="*/ 2147483646 h 1121"/>
              <a:gd name="T28" fmla="*/ 2147483646 w 4181"/>
              <a:gd name="T29" fmla="*/ 2147483646 h 1121"/>
              <a:gd name="T30" fmla="*/ 2147483646 w 4181"/>
              <a:gd name="T31" fmla="*/ 2147483646 h 1121"/>
              <a:gd name="T32" fmla="*/ 2147483646 w 4181"/>
              <a:gd name="T33" fmla="*/ 2147483646 h 1121"/>
              <a:gd name="T34" fmla="*/ 2147483646 w 4181"/>
              <a:gd name="T35" fmla="*/ 2147483646 h 1121"/>
              <a:gd name="T36" fmla="*/ 2147483646 w 4181"/>
              <a:gd name="T37" fmla="*/ 2147483646 h 1121"/>
              <a:gd name="T38" fmla="*/ 2147483646 w 4181"/>
              <a:gd name="T39" fmla="*/ 2147483646 h 1121"/>
              <a:gd name="T40" fmla="*/ 2147483646 w 4181"/>
              <a:gd name="T41" fmla="*/ 2147483646 h 1121"/>
              <a:gd name="T42" fmla="*/ 2147483646 w 4181"/>
              <a:gd name="T43" fmla="*/ 2147483646 h 1121"/>
              <a:gd name="T44" fmla="*/ 2147483646 w 4181"/>
              <a:gd name="T45" fmla="*/ 2147483646 h 1121"/>
              <a:gd name="T46" fmla="*/ 2147483646 w 4181"/>
              <a:gd name="T47" fmla="*/ 2147483646 h 112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4181" h="1121">
                <a:moveTo>
                  <a:pt x="9" y="0"/>
                </a:moveTo>
                <a:cubicBezTo>
                  <a:pt x="9" y="140"/>
                  <a:pt x="9" y="280"/>
                  <a:pt x="9" y="408"/>
                </a:cubicBezTo>
                <a:cubicBezTo>
                  <a:pt x="9" y="536"/>
                  <a:pt x="6" y="671"/>
                  <a:pt x="9" y="771"/>
                </a:cubicBezTo>
                <a:cubicBezTo>
                  <a:pt x="12" y="871"/>
                  <a:pt x="0" y="952"/>
                  <a:pt x="28" y="1006"/>
                </a:cubicBezTo>
                <a:cubicBezTo>
                  <a:pt x="56" y="1060"/>
                  <a:pt x="47" y="1080"/>
                  <a:pt x="180" y="1094"/>
                </a:cubicBezTo>
                <a:cubicBezTo>
                  <a:pt x="313" y="1108"/>
                  <a:pt x="671" y="1108"/>
                  <a:pt x="824" y="1092"/>
                </a:cubicBezTo>
                <a:cubicBezTo>
                  <a:pt x="977" y="1076"/>
                  <a:pt x="1045" y="1086"/>
                  <a:pt x="1096" y="998"/>
                </a:cubicBezTo>
                <a:cubicBezTo>
                  <a:pt x="1147" y="910"/>
                  <a:pt x="1098" y="652"/>
                  <a:pt x="1132" y="562"/>
                </a:cubicBezTo>
                <a:cubicBezTo>
                  <a:pt x="1166" y="472"/>
                  <a:pt x="1215" y="469"/>
                  <a:pt x="1300" y="458"/>
                </a:cubicBezTo>
                <a:cubicBezTo>
                  <a:pt x="1385" y="447"/>
                  <a:pt x="1575" y="451"/>
                  <a:pt x="1640" y="494"/>
                </a:cubicBezTo>
                <a:cubicBezTo>
                  <a:pt x="1705" y="537"/>
                  <a:pt x="1682" y="645"/>
                  <a:pt x="1692" y="718"/>
                </a:cubicBezTo>
                <a:cubicBezTo>
                  <a:pt x="1702" y="791"/>
                  <a:pt x="1687" y="870"/>
                  <a:pt x="1700" y="930"/>
                </a:cubicBezTo>
                <a:cubicBezTo>
                  <a:pt x="1713" y="990"/>
                  <a:pt x="1700" y="1050"/>
                  <a:pt x="1768" y="1078"/>
                </a:cubicBezTo>
                <a:cubicBezTo>
                  <a:pt x="1836" y="1106"/>
                  <a:pt x="2011" y="1105"/>
                  <a:pt x="2108" y="1098"/>
                </a:cubicBezTo>
                <a:cubicBezTo>
                  <a:pt x="2205" y="1091"/>
                  <a:pt x="2301" y="1121"/>
                  <a:pt x="2352" y="1038"/>
                </a:cubicBezTo>
                <a:cubicBezTo>
                  <a:pt x="2403" y="955"/>
                  <a:pt x="2384" y="694"/>
                  <a:pt x="2412" y="598"/>
                </a:cubicBezTo>
                <a:cubicBezTo>
                  <a:pt x="2440" y="502"/>
                  <a:pt x="2429" y="482"/>
                  <a:pt x="2520" y="462"/>
                </a:cubicBezTo>
                <a:cubicBezTo>
                  <a:pt x="2611" y="442"/>
                  <a:pt x="2872" y="440"/>
                  <a:pt x="2956" y="478"/>
                </a:cubicBezTo>
                <a:cubicBezTo>
                  <a:pt x="3040" y="516"/>
                  <a:pt x="2998" y="594"/>
                  <a:pt x="3024" y="690"/>
                </a:cubicBezTo>
                <a:cubicBezTo>
                  <a:pt x="3050" y="786"/>
                  <a:pt x="3023" y="987"/>
                  <a:pt x="3112" y="1054"/>
                </a:cubicBezTo>
                <a:cubicBezTo>
                  <a:pt x="3201" y="1121"/>
                  <a:pt x="3399" y="1093"/>
                  <a:pt x="3556" y="1094"/>
                </a:cubicBezTo>
                <a:cubicBezTo>
                  <a:pt x="3713" y="1095"/>
                  <a:pt x="3955" y="1121"/>
                  <a:pt x="4056" y="1062"/>
                </a:cubicBezTo>
                <a:cubicBezTo>
                  <a:pt x="4157" y="1003"/>
                  <a:pt x="4147" y="915"/>
                  <a:pt x="4164" y="742"/>
                </a:cubicBezTo>
                <a:cubicBezTo>
                  <a:pt x="4181" y="569"/>
                  <a:pt x="4161" y="175"/>
                  <a:pt x="4160" y="26"/>
                </a:cubicBezTo>
              </a:path>
            </a:pathLst>
          </a:custGeom>
          <a:noFill/>
          <a:ln w="76200" cmpd="sng">
            <a:solidFill>
              <a:srgbClr val="663300">
                <a:alpha val="59999"/>
              </a:srgbClr>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2776" name="幻灯片编号占位符 1">
            <a:extLst>
              <a:ext uri="{FF2B5EF4-FFF2-40B4-BE49-F238E27FC236}">
                <a16:creationId xmlns:a16="http://schemas.microsoft.com/office/drawing/2014/main" id="{B9C7502E-3BEC-494E-A769-F211AA5605C9}"/>
              </a:ext>
            </a:extLst>
          </p:cNvPr>
          <p:cNvSpPr>
            <a:spLocks noGrp="1" noChangeArrowheads="1"/>
          </p:cNvSpPr>
          <p:nvPr>
            <p:ph type="sldNum" sz="quarter" idx="10"/>
          </p:nvPr>
        </p:nvSpPr>
        <p:spPr>
          <a:xfrm>
            <a:off x="8654903" y="4859019"/>
            <a:ext cx="490537" cy="2746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A4A8DF2-7D4F-694B-9563-13C824E2F7B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628488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1925"/>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nodeType="afterEffect">
                                  <p:stCondLst>
                                    <p:cond delay="1000"/>
                                  </p:stCondLst>
                                  <p:childTnLst>
                                    <p:anim calcmode="discrete" valueType="str">
                                      <p:cBhvr>
                                        <p:cTn id="9" dur="500" fill="hold"/>
                                        <p:tgtEl>
                                          <p:spTgt spid="461849"/>
                                        </p:tgtEl>
                                        <p:attrNameLst>
                                          <p:attrName>style.visibility</p:attrName>
                                        </p:attrNameLst>
                                      </p:cBhvr>
                                      <p:tavLst>
                                        <p:tav tm="0">
                                          <p:val>
                                            <p:strVal val="hidden"/>
                                          </p:val>
                                        </p:tav>
                                        <p:tav tm="50000">
                                          <p:val>
                                            <p:strVal val="visible"/>
                                          </p:val>
                                        </p:tav>
                                      </p:tavLst>
                                    </p:anim>
                                  </p:childTnLst>
                                </p:cTn>
                              </p:par>
                            </p:childTnLst>
                          </p:cTn>
                        </p:par>
                        <p:par>
                          <p:cTn id="10" fill="hold" nodeType="afterGroup">
                            <p:stCondLst>
                              <p:cond delay="2500"/>
                            </p:stCondLst>
                            <p:childTnLst>
                              <p:par>
                                <p:cTn id="11" presetID="1" presetClass="entr" presetSubtype="0" fill="hold" grpId="0" nodeType="afterEffect">
                                  <p:stCondLst>
                                    <p:cond delay="1000"/>
                                  </p:stCondLst>
                                  <p:childTnLst>
                                    <p:set>
                                      <p:cBhvr>
                                        <p:cTn id="12" dur="1" fill="hold">
                                          <p:stCondLst>
                                            <p:cond delay="0"/>
                                          </p:stCondLst>
                                        </p:cTn>
                                        <p:tgtEl>
                                          <p:spTgt spid="4619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925" grpId="0" animBg="1"/>
      <p:bldP spid="461926" grpId="0"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0" name="Rectangle 2">
            <a:extLst>
              <a:ext uri="{FF2B5EF4-FFF2-40B4-BE49-F238E27FC236}">
                <a16:creationId xmlns:a16="http://schemas.microsoft.com/office/drawing/2014/main" id="{6CB975E1-1872-CE4D-8C4B-ED93037F3FDF}"/>
              </a:ext>
            </a:extLst>
          </p:cNvPr>
          <p:cNvSpPr>
            <a:spLocks noGrp="1" noChangeArrowheads="1"/>
          </p:cNvSpPr>
          <p:nvPr>
            <p:ph type="body" idx="1"/>
          </p:nvPr>
        </p:nvSpPr>
        <p:spPr>
          <a:xfrm>
            <a:off x="262890" y="1168004"/>
            <a:ext cx="8618219" cy="3563540"/>
          </a:xfrm>
        </p:spPr>
        <p:txBody>
          <a:bodyPr/>
          <a:lstStyle/>
          <a:p>
            <a:pPr eaLnBrk="1" hangingPunct="1"/>
            <a:r>
              <a:rPr lang="zh-CN" altLang="en-US" dirty="0">
                <a:latin typeface="Times New Roman" panose="02020603050405020304" pitchFamily="18" charset="0"/>
                <a:ea typeface="宋体" panose="02010600030101010101" pitchFamily="2" charset="-122"/>
              </a:rPr>
              <a:t>集线器在转发帧时，不对传输媒体进行检测。</a:t>
            </a:r>
          </a:p>
          <a:p>
            <a:pPr eaLnBrk="1" hangingPunct="1"/>
            <a:r>
              <a:rPr lang="zh-CN" altLang="en-US" dirty="0">
                <a:latin typeface="Times New Roman" panose="02020603050405020304" pitchFamily="18" charset="0"/>
                <a:ea typeface="宋体" panose="02010600030101010101" pitchFamily="2" charset="-122"/>
              </a:rPr>
              <a:t>网桥在转发帧之前必须执行 </a:t>
            </a:r>
            <a:r>
              <a:rPr lang="en-US" altLang="zh-CN" dirty="0">
                <a:latin typeface="Times New Roman" panose="02020603050405020304" pitchFamily="18" charset="0"/>
                <a:ea typeface="宋体" panose="02010600030101010101" pitchFamily="2" charset="-122"/>
              </a:rPr>
              <a:t>CSMA/CD </a:t>
            </a:r>
            <a:r>
              <a:rPr lang="zh-CN" altLang="en-US" dirty="0">
                <a:latin typeface="Times New Roman" panose="02020603050405020304" pitchFamily="18" charset="0"/>
                <a:ea typeface="宋体" panose="02010600030101010101" pitchFamily="2" charset="-122"/>
              </a:rPr>
              <a:t>算法。</a:t>
            </a:r>
          </a:p>
          <a:p>
            <a:pPr lvl="1" eaLnBrk="1" hangingPunct="1"/>
            <a:r>
              <a:rPr lang="zh-CN" altLang="en-US" dirty="0">
                <a:solidFill>
                  <a:srgbClr val="333399"/>
                </a:solidFill>
                <a:latin typeface="Times New Roman" panose="02020603050405020304" pitchFamily="18" charset="0"/>
                <a:ea typeface="宋体" panose="02010600030101010101" pitchFamily="2" charset="-122"/>
              </a:rPr>
              <a:t>若在发送过程中出现碰撞，就必须停止发送和进行退避。</a:t>
            </a:r>
            <a:endParaRPr lang="zh-CN" altLang="en-US" dirty="0">
              <a:latin typeface="Times New Roman" panose="02020603050405020304" pitchFamily="18" charset="0"/>
              <a:ea typeface="宋体" panose="02010600030101010101" pitchFamily="2" charset="-122"/>
            </a:endParaRPr>
          </a:p>
        </p:txBody>
      </p:sp>
      <p:sp>
        <p:nvSpPr>
          <p:cNvPr id="244738" name="Rectangle 3">
            <a:extLst>
              <a:ext uri="{FF2B5EF4-FFF2-40B4-BE49-F238E27FC236}">
                <a16:creationId xmlns:a16="http://schemas.microsoft.com/office/drawing/2014/main" id="{5DFBEFE1-C5C5-754A-B509-45C77CF74EDF}"/>
              </a:ext>
            </a:extLst>
          </p:cNvPr>
          <p:cNvSpPr>
            <a:spLocks noGrp="1" noChangeArrowheads="1"/>
          </p:cNvSpPr>
          <p:nvPr>
            <p:ph type="title"/>
          </p:nvPr>
        </p:nvSpPr>
        <p:spPr>
          <a:xfrm>
            <a:off x="160020" y="141685"/>
            <a:ext cx="7258765" cy="819150"/>
          </a:xfrm>
        </p:spPr>
        <p:txBody>
          <a:bodyPr/>
          <a:lstStyle/>
          <a:p>
            <a:pPr eaLnBrk="1" hangingPunct="1"/>
            <a:r>
              <a:rPr lang="zh-CN" altLang="en-US" dirty="0">
                <a:latin typeface="Times New Roman" panose="02020603050405020304" pitchFamily="18" charset="0"/>
                <a:ea typeface="宋体" panose="02010600030101010101" pitchFamily="2" charset="-122"/>
              </a:rPr>
              <a:t>网桥和集线器（或转发器）不同 </a:t>
            </a:r>
          </a:p>
        </p:txBody>
      </p:sp>
      <p:sp>
        <p:nvSpPr>
          <p:cNvPr id="244739" name="幻灯片编号占位符 1">
            <a:extLst>
              <a:ext uri="{FF2B5EF4-FFF2-40B4-BE49-F238E27FC236}">
                <a16:creationId xmlns:a16="http://schemas.microsoft.com/office/drawing/2014/main" id="{30BA1B24-E84C-5A43-B0B7-CE028CF4BC2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5D1D07A-C2D3-3E44-90AB-CE39FC6F6A4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042871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62850">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6285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5" name="Rectangle 2">
            <a:extLst>
              <a:ext uri="{FF2B5EF4-FFF2-40B4-BE49-F238E27FC236}">
                <a16:creationId xmlns:a16="http://schemas.microsoft.com/office/drawing/2014/main" id="{1ABC0458-FB15-2641-91ED-DDD97F3D6E9F}"/>
              </a:ext>
            </a:extLst>
          </p:cNvPr>
          <p:cNvSpPr>
            <a:spLocks noGrp="1" noChangeArrowheads="1"/>
          </p:cNvSpPr>
          <p:nvPr>
            <p:ph type="body" idx="1"/>
          </p:nvPr>
        </p:nvSpPr>
        <p:spPr>
          <a:xfrm>
            <a:off x="251460" y="1113235"/>
            <a:ext cx="8629649" cy="3618309"/>
          </a:xfrm>
        </p:spPr>
        <p:txBody>
          <a:bodyPr/>
          <a:lstStyle/>
          <a:p>
            <a:pPr eaLnBrk="1" hangingPunct="1"/>
            <a:r>
              <a:rPr lang="zh-CN" altLang="en-US" sz="2100" dirty="0">
                <a:ea typeface="宋体" panose="02010600030101010101" pitchFamily="2" charset="-122"/>
              </a:rPr>
              <a:t>目前使用得最多的网桥是</a:t>
            </a:r>
            <a:r>
              <a:rPr lang="zh-CN" altLang="en-US" sz="2100" dirty="0">
                <a:solidFill>
                  <a:schemeClr val="hlink"/>
                </a:solidFill>
                <a:ea typeface="宋体" panose="02010600030101010101" pitchFamily="2" charset="-122"/>
              </a:rPr>
              <a:t>透明网桥</a:t>
            </a:r>
            <a:r>
              <a:rPr lang="en-US" altLang="zh-CN" sz="2100" dirty="0">
                <a:ea typeface="宋体" panose="02010600030101010101" pitchFamily="2" charset="-122"/>
              </a:rPr>
              <a:t>(transparent bridge)</a:t>
            </a:r>
            <a:r>
              <a:rPr lang="zh-CN" altLang="en-US" sz="2100" dirty="0">
                <a:ea typeface="宋体" panose="02010600030101010101" pitchFamily="2" charset="-122"/>
              </a:rPr>
              <a:t>。 </a:t>
            </a:r>
          </a:p>
          <a:p>
            <a:pPr eaLnBrk="1" hangingPunct="1"/>
            <a:r>
              <a:rPr lang="zh-CN" altLang="en-US" sz="2100" dirty="0">
                <a:ea typeface="宋体" panose="02010600030101010101" pitchFamily="2" charset="-122"/>
              </a:rPr>
              <a:t>“透明”是指局域网上的站点并不知道所发送的帧将经过哪几个网桥，因为网桥对各站来说是看不见的。 </a:t>
            </a:r>
          </a:p>
          <a:p>
            <a:pPr eaLnBrk="1" hangingPunct="1"/>
            <a:r>
              <a:rPr lang="zh-CN" altLang="en-US" sz="2100" dirty="0">
                <a:ea typeface="宋体" panose="02010600030101010101" pitchFamily="2" charset="-122"/>
              </a:rPr>
              <a:t>透明网桥是一种</a:t>
            </a:r>
            <a:r>
              <a:rPr lang="zh-CN" altLang="en-US" sz="2100" dirty="0">
                <a:solidFill>
                  <a:schemeClr val="hlink"/>
                </a:solidFill>
                <a:ea typeface="宋体" panose="02010600030101010101" pitchFamily="2" charset="-122"/>
              </a:rPr>
              <a:t>即插即用设备</a:t>
            </a:r>
            <a:r>
              <a:rPr lang="zh-CN" altLang="en-US" sz="2100" dirty="0">
                <a:ea typeface="宋体" panose="02010600030101010101" pitchFamily="2" charset="-122"/>
              </a:rPr>
              <a:t>，其标准是 </a:t>
            </a:r>
            <a:r>
              <a:rPr lang="en-US" altLang="zh-CN" sz="2100" dirty="0">
                <a:ea typeface="宋体" panose="02010600030101010101" pitchFamily="2" charset="-122"/>
              </a:rPr>
              <a:t>IEEE 802.1D</a:t>
            </a:r>
            <a:r>
              <a:rPr lang="zh-CN" altLang="en-US" sz="2100" dirty="0">
                <a:ea typeface="宋体" panose="02010600030101010101" pitchFamily="2" charset="-122"/>
              </a:rPr>
              <a:t>。 </a:t>
            </a:r>
          </a:p>
        </p:txBody>
      </p:sp>
      <p:sp>
        <p:nvSpPr>
          <p:cNvPr id="246786" name="Rectangle 3">
            <a:extLst>
              <a:ext uri="{FF2B5EF4-FFF2-40B4-BE49-F238E27FC236}">
                <a16:creationId xmlns:a16="http://schemas.microsoft.com/office/drawing/2014/main" id="{22B1BB45-AE1F-E84A-B5C0-EB6D9AA4CC7D}"/>
              </a:ext>
            </a:extLst>
          </p:cNvPr>
          <p:cNvSpPr>
            <a:spLocks noGrp="1" noChangeArrowheads="1"/>
          </p:cNvSpPr>
          <p:nvPr>
            <p:ph type="title"/>
          </p:nvPr>
        </p:nvSpPr>
        <p:spPr>
          <a:xfrm>
            <a:off x="171450" y="195263"/>
            <a:ext cx="7247335" cy="790575"/>
          </a:xfrm>
        </p:spPr>
        <p:txBody>
          <a:bodyPr/>
          <a:lstStyle/>
          <a:p>
            <a:pPr eaLnBrk="1" hangingPunct="1"/>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透明网桥</a:t>
            </a:r>
          </a:p>
        </p:txBody>
      </p:sp>
      <p:sp>
        <p:nvSpPr>
          <p:cNvPr id="246787" name="幻灯片编号占位符 1">
            <a:extLst>
              <a:ext uri="{FF2B5EF4-FFF2-40B4-BE49-F238E27FC236}">
                <a16:creationId xmlns:a16="http://schemas.microsoft.com/office/drawing/2014/main" id="{774B00E1-3718-DB4C-917A-6B59CFE0BC6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B8D9C5F-FAC6-5547-A10E-FBFEAAB8FB2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54008965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3" name="Rectangle 2">
            <a:extLst>
              <a:ext uri="{FF2B5EF4-FFF2-40B4-BE49-F238E27FC236}">
                <a16:creationId xmlns:a16="http://schemas.microsoft.com/office/drawing/2014/main" id="{BAA1B27F-C881-8340-BA9F-F5E796AE3BE5}"/>
              </a:ext>
            </a:extLst>
          </p:cNvPr>
          <p:cNvSpPr>
            <a:spLocks noGrp="1" noChangeArrowheads="1"/>
          </p:cNvSpPr>
          <p:nvPr>
            <p:ph type="body" idx="1"/>
          </p:nvPr>
        </p:nvSpPr>
        <p:spPr>
          <a:xfrm>
            <a:off x="217170" y="1097280"/>
            <a:ext cx="8675369" cy="3580687"/>
          </a:xfrm>
        </p:spPr>
        <p:txBody>
          <a:bodyPr/>
          <a:lstStyle/>
          <a:p>
            <a:pPr eaLnBrk="1" hangingPunct="1"/>
            <a:r>
              <a:rPr lang="zh-CN" altLang="en-US" dirty="0">
                <a:ea typeface="宋体" panose="02010600030101010101" pitchFamily="2" charset="-122"/>
              </a:rPr>
              <a:t>若从 </a:t>
            </a:r>
            <a:r>
              <a:rPr lang="en-US" altLang="zh-CN" dirty="0">
                <a:ea typeface="宋体" panose="02010600030101010101" pitchFamily="2" charset="-122"/>
              </a:rPr>
              <a:t>A </a:t>
            </a:r>
            <a:r>
              <a:rPr lang="zh-CN" altLang="en-US" dirty="0">
                <a:ea typeface="宋体" panose="02010600030101010101" pitchFamily="2" charset="-122"/>
              </a:rPr>
              <a:t>发出的帧从接口 </a:t>
            </a:r>
            <a:r>
              <a:rPr lang="en-US" altLang="zh-CN" dirty="0">
                <a:ea typeface="宋体" panose="02010600030101010101" pitchFamily="2" charset="-122"/>
              </a:rPr>
              <a:t>x </a:t>
            </a:r>
            <a:r>
              <a:rPr lang="zh-CN" altLang="en-US" dirty="0">
                <a:ea typeface="宋体" panose="02010600030101010101" pitchFamily="2" charset="-122"/>
              </a:rPr>
              <a:t>进入了某网桥，那么从这个接口出发沿相反方向一定可把一个帧传送到 </a:t>
            </a:r>
            <a:r>
              <a:rPr lang="en-US" altLang="zh-CN" dirty="0">
                <a:ea typeface="宋体" panose="02010600030101010101" pitchFamily="2" charset="-122"/>
              </a:rPr>
              <a:t>A</a:t>
            </a:r>
            <a:r>
              <a:rPr lang="zh-CN" altLang="en-US" dirty="0">
                <a:ea typeface="宋体" panose="02010600030101010101" pitchFamily="2" charset="-122"/>
              </a:rPr>
              <a:t>。</a:t>
            </a:r>
          </a:p>
          <a:p>
            <a:pPr eaLnBrk="1" hangingPunct="1"/>
            <a:r>
              <a:rPr lang="zh-CN" altLang="en-US" dirty="0">
                <a:ea typeface="宋体" panose="02010600030101010101" pitchFamily="2" charset="-122"/>
              </a:rPr>
              <a:t>网桥每收到一个帧，就记下其源地址和进入网桥的接口，作为转发表中的一个项目。</a:t>
            </a:r>
          </a:p>
          <a:p>
            <a:pPr eaLnBrk="1" hangingPunct="1"/>
            <a:r>
              <a:rPr lang="zh-CN" altLang="en-US" dirty="0">
                <a:ea typeface="宋体" panose="02010600030101010101" pitchFamily="2" charset="-122"/>
              </a:rPr>
              <a:t>在建立转发表时是把帧首部中的源地址写在“地址”这一栏的下面。</a:t>
            </a:r>
          </a:p>
          <a:p>
            <a:pPr eaLnBrk="1" hangingPunct="1"/>
            <a:r>
              <a:rPr lang="zh-CN" altLang="en-US" dirty="0">
                <a:ea typeface="宋体" panose="02010600030101010101" pitchFamily="2" charset="-122"/>
              </a:rPr>
              <a:t>在转发帧时，则是根据收到的帧首部中的目的地址来转发的。这时就把在“地址”栏下面已经记下的源地址当作目的地址，而把记下的进入接口当作转发接口。</a:t>
            </a:r>
          </a:p>
        </p:txBody>
      </p:sp>
      <p:sp>
        <p:nvSpPr>
          <p:cNvPr id="248834" name="Rectangle 3">
            <a:extLst>
              <a:ext uri="{FF2B5EF4-FFF2-40B4-BE49-F238E27FC236}">
                <a16:creationId xmlns:a16="http://schemas.microsoft.com/office/drawing/2014/main" id="{997FD7DC-8A9D-4B41-8E9F-7DAAB3EE3C9F}"/>
              </a:ext>
            </a:extLst>
          </p:cNvPr>
          <p:cNvSpPr>
            <a:spLocks noChangeArrowheads="1"/>
          </p:cNvSpPr>
          <p:nvPr/>
        </p:nvSpPr>
        <p:spPr bwMode="auto">
          <a:xfrm>
            <a:off x="1143001" y="-161581"/>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8835" name="Rectangle 4">
            <a:extLst>
              <a:ext uri="{FF2B5EF4-FFF2-40B4-BE49-F238E27FC236}">
                <a16:creationId xmlns:a16="http://schemas.microsoft.com/office/drawing/2014/main" id="{80E562A0-FFCA-B343-A90E-AC234DE39522}"/>
              </a:ext>
            </a:extLst>
          </p:cNvPr>
          <p:cNvSpPr>
            <a:spLocks noChangeArrowheads="1"/>
          </p:cNvSpPr>
          <p:nvPr/>
        </p:nvSpPr>
        <p:spPr bwMode="auto">
          <a:xfrm>
            <a:off x="1143001" y="-161581"/>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8836" name="Rectangle 5">
            <a:extLst>
              <a:ext uri="{FF2B5EF4-FFF2-40B4-BE49-F238E27FC236}">
                <a16:creationId xmlns:a16="http://schemas.microsoft.com/office/drawing/2014/main" id="{F7CE5BD2-BE02-1B48-8CE9-D7B9A02ABAB7}"/>
              </a:ext>
            </a:extLst>
          </p:cNvPr>
          <p:cNvSpPr>
            <a:spLocks noGrp="1" noChangeArrowheads="1"/>
          </p:cNvSpPr>
          <p:nvPr>
            <p:ph type="title"/>
          </p:nvPr>
        </p:nvSpPr>
        <p:spPr>
          <a:xfrm>
            <a:off x="19049" y="161584"/>
            <a:ext cx="9086850" cy="718526"/>
          </a:xfrm>
        </p:spPr>
        <p:txBody>
          <a:bodyPr/>
          <a:lstStyle/>
          <a:p>
            <a:pPr eaLnBrk="1" hangingPunct="1"/>
            <a:r>
              <a:rPr lang="zh-CN" altLang="en-US" sz="2800" dirty="0">
                <a:latin typeface="Times New Roman" panose="02020603050405020304" pitchFamily="18" charset="0"/>
                <a:ea typeface="宋体" panose="02010600030101010101" pitchFamily="2" charset="-122"/>
              </a:rPr>
              <a:t>网桥应当按照以下自学习算法处理收到的帧和建立转发表 </a:t>
            </a:r>
          </a:p>
        </p:txBody>
      </p:sp>
      <p:sp>
        <p:nvSpPr>
          <p:cNvPr id="248837" name="幻灯片编号占位符 1">
            <a:extLst>
              <a:ext uri="{FF2B5EF4-FFF2-40B4-BE49-F238E27FC236}">
                <a16:creationId xmlns:a16="http://schemas.microsoft.com/office/drawing/2014/main" id="{2C6B04DA-1515-A240-9AFA-F0CB09D82E5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1A0858F-8F2A-7941-85AC-6E57AAD26C5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55327756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1" name="Rectangle 6">
            <a:extLst>
              <a:ext uri="{FF2B5EF4-FFF2-40B4-BE49-F238E27FC236}">
                <a16:creationId xmlns:a16="http://schemas.microsoft.com/office/drawing/2014/main" id="{20D80C9F-5D7F-5A44-9F93-BF9EE7E83631}"/>
              </a:ext>
            </a:extLst>
          </p:cNvPr>
          <p:cNvSpPr>
            <a:spLocks noChangeArrowheads="1"/>
          </p:cNvSpPr>
          <p:nvPr/>
        </p:nvSpPr>
        <p:spPr bwMode="auto">
          <a:xfrm>
            <a:off x="2811066" y="2962275"/>
            <a:ext cx="1118095" cy="284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115000"/>
              </a:lnSpc>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地址      接口</a:t>
            </a:r>
            <a:endParaRPr kumimoji="1" lang="zh-CN" altLang="en-US" sz="1350" baseline="-25000">
              <a:solidFill>
                <a:schemeClr val="folHlink"/>
              </a:solidFill>
              <a:latin typeface="Arial" panose="020B0604020202020204" pitchFamily="34" charset="0"/>
              <a:ea typeface="宋体" panose="02010600030101010101" pitchFamily="2" charset="-122"/>
            </a:endParaRPr>
          </a:p>
        </p:txBody>
      </p:sp>
      <p:sp>
        <p:nvSpPr>
          <p:cNvPr id="250883" name="Line 5">
            <a:extLst>
              <a:ext uri="{FF2B5EF4-FFF2-40B4-BE49-F238E27FC236}">
                <a16:creationId xmlns:a16="http://schemas.microsoft.com/office/drawing/2014/main" id="{5D9DAC8E-2D49-AC48-BE2E-F45D7FFAB11E}"/>
              </a:ext>
            </a:extLst>
          </p:cNvPr>
          <p:cNvSpPr>
            <a:spLocks noChangeShapeType="1"/>
          </p:cNvSpPr>
          <p:nvPr/>
        </p:nvSpPr>
        <p:spPr bwMode="auto">
          <a:xfrm>
            <a:off x="4967288" y="1972866"/>
            <a:ext cx="0" cy="444103"/>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0884" name="Line 7">
            <a:extLst>
              <a:ext uri="{FF2B5EF4-FFF2-40B4-BE49-F238E27FC236}">
                <a16:creationId xmlns:a16="http://schemas.microsoft.com/office/drawing/2014/main" id="{D8A201B9-B1EF-7A44-902A-9D18257FC022}"/>
              </a:ext>
            </a:extLst>
          </p:cNvPr>
          <p:cNvSpPr>
            <a:spLocks noChangeShapeType="1"/>
          </p:cNvSpPr>
          <p:nvPr/>
        </p:nvSpPr>
        <p:spPr bwMode="auto">
          <a:xfrm>
            <a:off x="7616429" y="1985962"/>
            <a:ext cx="0" cy="442913"/>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0885" name="Line 8">
            <a:extLst>
              <a:ext uri="{FF2B5EF4-FFF2-40B4-BE49-F238E27FC236}">
                <a16:creationId xmlns:a16="http://schemas.microsoft.com/office/drawing/2014/main" id="{27C95EC6-0198-8646-A51C-237873E40AB4}"/>
              </a:ext>
            </a:extLst>
          </p:cNvPr>
          <p:cNvSpPr>
            <a:spLocks noChangeShapeType="1"/>
          </p:cNvSpPr>
          <p:nvPr/>
        </p:nvSpPr>
        <p:spPr bwMode="auto">
          <a:xfrm flipV="1">
            <a:off x="6297216" y="1991916"/>
            <a:ext cx="1518047" cy="3572"/>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0886" name="Rectangle 9">
            <a:extLst>
              <a:ext uri="{FF2B5EF4-FFF2-40B4-BE49-F238E27FC236}">
                <a16:creationId xmlns:a16="http://schemas.microsoft.com/office/drawing/2014/main" id="{42A518F0-D900-D84B-8499-4A857C0A5F19}"/>
              </a:ext>
            </a:extLst>
          </p:cNvPr>
          <p:cNvSpPr>
            <a:spLocks noChangeArrowheads="1"/>
          </p:cNvSpPr>
          <p:nvPr/>
        </p:nvSpPr>
        <p:spPr bwMode="auto">
          <a:xfrm>
            <a:off x="7779544" y="1932385"/>
            <a:ext cx="86916" cy="92869"/>
          </a:xfrm>
          <a:prstGeom prst="rect">
            <a:avLst/>
          </a:prstGeom>
          <a:solidFill>
            <a:schemeClr val="folHlink"/>
          </a:solidFill>
          <a:ln w="12700">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0887" name="Line 10">
            <a:extLst>
              <a:ext uri="{FF2B5EF4-FFF2-40B4-BE49-F238E27FC236}">
                <a16:creationId xmlns:a16="http://schemas.microsoft.com/office/drawing/2014/main" id="{1CF0C0E5-FE6C-9447-A4C0-F0A50C4D9C54}"/>
              </a:ext>
            </a:extLst>
          </p:cNvPr>
          <p:cNvSpPr>
            <a:spLocks noChangeShapeType="1"/>
          </p:cNvSpPr>
          <p:nvPr/>
        </p:nvSpPr>
        <p:spPr bwMode="auto">
          <a:xfrm>
            <a:off x="6753225" y="1995487"/>
            <a:ext cx="0" cy="423863"/>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50888" name="Picture 11">
            <a:extLst>
              <a:ext uri="{FF2B5EF4-FFF2-40B4-BE49-F238E27FC236}">
                <a16:creationId xmlns:a16="http://schemas.microsoft.com/office/drawing/2014/main" id="{E10EF651-15F2-F844-83EE-64DA455D1A09}"/>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3675" y="2396729"/>
            <a:ext cx="420291" cy="446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0889" name="Picture 12">
            <a:extLst>
              <a:ext uri="{FF2B5EF4-FFF2-40B4-BE49-F238E27FC236}">
                <a16:creationId xmlns:a16="http://schemas.microsoft.com/office/drawing/2014/main" id="{09ADEB5A-719A-EC42-900E-2845C4F4D03A}"/>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9019" y="2394347"/>
            <a:ext cx="420291"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0890" name="Line 13">
            <a:extLst>
              <a:ext uri="{FF2B5EF4-FFF2-40B4-BE49-F238E27FC236}">
                <a16:creationId xmlns:a16="http://schemas.microsoft.com/office/drawing/2014/main" id="{50CC6732-95E6-7C4E-863F-17BEE938C5D0}"/>
              </a:ext>
            </a:extLst>
          </p:cNvPr>
          <p:cNvSpPr>
            <a:spLocks noChangeShapeType="1"/>
          </p:cNvSpPr>
          <p:nvPr/>
        </p:nvSpPr>
        <p:spPr bwMode="auto">
          <a:xfrm>
            <a:off x="3656410" y="1982392"/>
            <a:ext cx="1882378" cy="119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0891" name="Line 14">
            <a:extLst>
              <a:ext uri="{FF2B5EF4-FFF2-40B4-BE49-F238E27FC236}">
                <a16:creationId xmlns:a16="http://schemas.microsoft.com/office/drawing/2014/main" id="{ACDAB4E2-F000-5644-B585-343623A42E8E}"/>
              </a:ext>
            </a:extLst>
          </p:cNvPr>
          <p:cNvSpPr>
            <a:spLocks noChangeShapeType="1"/>
          </p:cNvSpPr>
          <p:nvPr/>
        </p:nvSpPr>
        <p:spPr bwMode="auto">
          <a:xfrm>
            <a:off x="4175522" y="1982391"/>
            <a:ext cx="0" cy="425053"/>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50892" name="Picture 15">
            <a:extLst>
              <a:ext uri="{FF2B5EF4-FFF2-40B4-BE49-F238E27FC236}">
                <a16:creationId xmlns:a16="http://schemas.microsoft.com/office/drawing/2014/main" id="{E5519EEF-EE1F-E740-8548-45095D28E6BF}"/>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7163" y="2383632"/>
            <a:ext cx="420291" cy="446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0893" name="Picture 16">
            <a:extLst>
              <a:ext uri="{FF2B5EF4-FFF2-40B4-BE49-F238E27FC236}">
                <a16:creationId xmlns:a16="http://schemas.microsoft.com/office/drawing/2014/main" id="{04654EAD-D01F-D94F-9198-F1DE84A6B8AB}"/>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48213" y="2382441"/>
            <a:ext cx="420291" cy="446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0894" name="Line 17">
            <a:extLst>
              <a:ext uri="{FF2B5EF4-FFF2-40B4-BE49-F238E27FC236}">
                <a16:creationId xmlns:a16="http://schemas.microsoft.com/office/drawing/2014/main" id="{A22E78B4-2307-5946-9684-0C763D89BE8B}"/>
              </a:ext>
            </a:extLst>
          </p:cNvPr>
          <p:cNvSpPr>
            <a:spLocks noChangeShapeType="1"/>
          </p:cNvSpPr>
          <p:nvPr/>
        </p:nvSpPr>
        <p:spPr bwMode="auto">
          <a:xfrm>
            <a:off x="2632472" y="1988344"/>
            <a:ext cx="0" cy="442913"/>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0895" name="Rectangle 18">
            <a:extLst>
              <a:ext uri="{FF2B5EF4-FFF2-40B4-BE49-F238E27FC236}">
                <a16:creationId xmlns:a16="http://schemas.microsoft.com/office/drawing/2014/main" id="{8DD914FE-A0CE-7A49-B5FB-414BF9FE9B11}"/>
              </a:ext>
            </a:extLst>
          </p:cNvPr>
          <p:cNvSpPr>
            <a:spLocks noChangeArrowheads="1"/>
          </p:cNvSpPr>
          <p:nvPr/>
        </p:nvSpPr>
        <p:spPr bwMode="auto">
          <a:xfrm>
            <a:off x="1273969" y="1949054"/>
            <a:ext cx="86916" cy="91678"/>
          </a:xfrm>
          <a:prstGeom prst="rect">
            <a:avLst/>
          </a:prstGeom>
          <a:solidFill>
            <a:schemeClr val="folHlink"/>
          </a:solidFill>
          <a:ln w="12700">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0896" name="Line 19">
            <a:extLst>
              <a:ext uri="{FF2B5EF4-FFF2-40B4-BE49-F238E27FC236}">
                <a16:creationId xmlns:a16="http://schemas.microsoft.com/office/drawing/2014/main" id="{2A87703F-A81F-9441-B0B8-510916555D8B}"/>
              </a:ext>
            </a:extLst>
          </p:cNvPr>
          <p:cNvSpPr>
            <a:spLocks noChangeShapeType="1"/>
          </p:cNvSpPr>
          <p:nvPr/>
        </p:nvSpPr>
        <p:spPr bwMode="auto">
          <a:xfrm flipV="1">
            <a:off x="1331119" y="1995488"/>
            <a:ext cx="1501379" cy="1191"/>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0897" name="Line 20">
            <a:extLst>
              <a:ext uri="{FF2B5EF4-FFF2-40B4-BE49-F238E27FC236}">
                <a16:creationId xmlns:a16="http://schemas.microsoft.com/office/drawing/2014/main" id="{2F302D91-F6FF-674E-9D22-71A1CBBF4CAA}"/>
              </a:ext>
            </a:extLst>
          </p:cNvPr>
          <p:cNvSpPr>
            <a:spLocks noChangeShapeType="1"/>
          </p:cNvSpPr>
          <p:nvPr/>
        </p:nvSpPr>
        <p:spPr bwMode="auto">
          <a:xfrm>
            <a:off x="1625204" y="1996679"/>
            <a:ext cx="0" cy="426244"/>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50898" name="Picture 21">
            <a:extLst>
              <a:ext uri="{FF2B5EF4-FFF2-40B4-BE49-F238E27FC236}">
                <a16:creationId xmlns:a16="http://schemas.microsoft.com/office/drawing/2014/main" id="{E0CD9541-2690-B747-925C-046B81DEACAC}"/>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6844" y="2397919"/>
            <a:ext cx="419100" cy="448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0899" name="Picture 22">
            <a:extLst>
              <a:ext uri="{FF2B5EF4-FFF2-40B4-BE49-F238E27FC236}">
                <a16:creationId xmlns:a16="http://schemas.microsoft.com/office/drawing/2014/main" id="{7B83981B-CA7E-BF4D-81CE-6656387278F8}"/>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6254" y="2396729"/>
            <a:ext cx="41910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0900" name="Picture 24">
            <a:extLst>
              <a:ext uri="{FF2B5EF4-FFF2-40B4-BE49-F238E27FC236}">
                <a16:creationId xmlns:a16="http://schemas.microsoft.com/office/drawing/2014/main" id="{E7A45BC3-8951-5C45-9B5D-A4B8B8837CB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1066" y="1564481"/>
            <a:ext cx="901303" cy="582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0901" name="Picture 25">
            <a:extLst>
              <a:ext uri="{FF2B5EF4-FFF2-40B4-BE49-F238E27FC236}">
                <a16:creationId xmlns:a16="http://schemas.microsoft.com/office/drawing/2014/main" id="{BA98D92A-A1EF-FB40-8673-82CCA664314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8535" y="1564481"/>
            <a:ext cx="902494" cy="582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0902" name="Rectangle 26">
            <a:extLst>
              <a:ext uri="{FF2B5EF4-FFF2-40B4-BE49-F238E27FC236}">
                <a16:creationId xmlns:a16="http://schemas.microsoft.com/office/drawing/2014/main" id="{C6786B78-333D-BA47-AF16-A2FF1703A783}"/>
              </a:ext>
            </a:extLst>
          </p:cNvPr>
          <p:cNvSpPr>
            <a:spLocks noChangeArrowheads="1"/>
          </p:cNvSpPr>
          <p:nvPr/>
        </p:nvSpPr>
        <p:spPr bwMode="auto">
          <a:xfrm>
            <a:off x="2951560" y="1491854"/>
            <a:ext cx="60032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网桥</a:t>
            </a:r>
            <a:r>
              <a:rPr kumimoji="1" lang="zh-CN" altLang="en-US" sz="600">
                <a:solidFill>
                  <a:schemeClr val="folHlink"/>
                </a:solidFill>
                <a:latin typeface="Arial" panose="020B0604020202020204" pitchFamily="34" charset="0"/>
                <a:ea typeface="宋体" panose="02010600030101010101" pitchFamily="2" charset="-122"/>
              </a:rPr>
              <a:t> </a:t>
            </a:r>
            <a:r>
              <a:rPr kumimoji="1" lang="en-US" altLang="zh-CN" sz="1350">
                <a:solidFill>
                  <a:schemeClr val="folHlink"/>
                </a:solidFill>
                <a:latin typeface="Arial" panose="020B0604020202020204" pitchFamily="34" charset="0"/>
                <a:ea typeface="宋体" panose="02010600030101010101" pitchFamily="2" charset="-122"/>
              </a:rPr>
              <a:t>1</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03" name="Rectangle 27">
            <a:extLst>
              <a:ext uri="{FF2B5EF4-FFF2-40B4-BE49-F238E27FC236}">
                <a16:creationId xmlns:a16="http://schemas.microsoft.com/office/drawing/2014/main" id="{4E6DAC3C-A691-C647-B398-78EC1E5FB96D}"/>
              </a:ext>
            </a:extLst>
          </p:cNvPr>
          <p:cNvSpPr>
            <a:spLocks noChangeArrowheads="1"/>
          </p:cNvSpPr>
          <p:nvPr/>
        </p:nvSpPr>
        <p:spPr bwMode="auto">
          <a:xfrm>
            <a:off x="1229916" y="2344341"/>
            <a:ext cx="252474"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A</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04" name="Rectangle 28">
            <a:extLst>
              <a:ext uri="{FF2B5EF4-FFF2-40B4-BE49-F238E27FC236}">
                <a16:creationId xmlns:a16="http://schemas.microsoft.com/office/drawing/2014/main" id="{59BCEF47-58DD-D14A-BC9C-D813E338D33F}"/>
              </a:ext>
            </a:extLst>
          </p:cNvPr>
          <p:cNvSpPr>
            <a:spLocks noChangeArrowheads="1"/>
          </p:cNvSpPr>
          <p:nvPr/>
        </p:nvSpPr>
        <p:spPr bwMode="auto">
          <a:xfrm>
            <a:off x="2237185" y="2344341"/>
            <a:ext cx="252474"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B</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05" name="Rectangle 29">
            <a:extLst>
              <a:ext uri="{FF2B5EF4-FFF2-40B4-BE49-F238E27FC236}">
                <a16:creationId xmlns:a16="http://schemas.microsoft.com/office/drawing/2014/main" id="{8B151751-4C40-A84C-B865-4A029FC4B6FE}"/>
              </a:ext>
            </a:extLst>
          </p:cNvPr>
          <p:cNvSpPr>
            <a:spLocks noChangeArrowheads="1"/>
          </p:cNvSpPr>
          <p:nvPr/>
        </p:nvSpPr>
        <p:spPr bwMode="auto">
          <a:xfrm>
            <a:off x="3756422" y="2344341"/>
            <a:ext cx="262092"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C</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06" name="Rectangle 30">
            <a:extLst>
              <a:ext uri="{FF2B5EF4-FFF2-40B4-BE49-F238E27FC236}">
                <a16:creationId xmlns:a16="http://schemas.microsoft.com/office/drawing/2014/main" id="{CD99DE1F-4CDA-DA4B-95F1-16CFCB4887F0}"/>
              </a:ext>
            </a:extLst>
          </p:cNvPr>
          <p:cNvSpPr>
            <a:spLocks noChangeArrowheads="1"/>
          </p:cNvSpPr>
          <p:nvPr/>
        </p:nvSpPr>
        <p:spPr bwMode="auto">
          <a:xfrm>
            <a:off x="4580335" y="2344341"/>
            <a:ext cx="262092"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D</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07" name="Rectangle 31">
            <a:extLst>
              <a:ext uri="{FF2B5EF4-FFF2-40B4-BE49-F238E27FC236}">
                <a16:creationId xmlns:a16="http://schemas.microsoft.com/office/drawing/2014/main" id="{926AAF01-7BAF-E142-A591-17DB00F8A5B8}"/>
              </a:ext>
            </a:extLst>
          </p:cNvPr>
          <p:cNvSpPr>
            <a:spLocks noChangeArrowheads="1"/>
          </p:cNvSpPr>
          <p:nvPr/>
        </p:nvSpPr>
        <p:spPr bwMode="auto">
          <a:xfrm>
            <a:off x="6382941" y="2344341"/>
            <a:ext cx="252474"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E</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08" name="Rectangle 32">
            <a:extLst>
              <a:ext uri="{FF2B5EF4-FFF2-40B4-BE49-F238E27FC236}">
                <a16:creationId xmlns:a16="http://schemas.microsoft.com/office/drawing/2014/main" id="{051D38D8-111A-2647-91B2-70ABE2350E28}"/>
              </a:ext>
            </a:extLst>
          </p:cNvPr>
          <p:cNvSpPr>
            <a:spLocks noChangeArrowheads="1"/>
          </p:cNvSpPr>
          <p:nvPr/>
        </p:nvSpPr>
        <p:spPr bwMode="auto">
          <a:xfrm>
            <a:off x="7221141" y="2344341"/>
            <a:ext cx="24285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F</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09" name="Rectangle 33">
            <a:extLst>
              <a:ext uri="{FF2B5EF4-FFF2-40B4-BE49-F238E27FC236}">
                <a16:creationId xmlns:a16="http://schemas.microsoft.com/office/drawing/2014/main" id="{68FCCF6D-A736-FC4E-93D1-AA609ABD590A}"/>
              </a:ext>
            </a:extLst>
          </p:cNvPr>
          <p:cNvSpPr>
            <a:spLocks noChangeArrowheads="1"/>
          </p:cNvSpPr>
          <p:nvPr/>
        </p:nvSpPr>
        <p:spPr bwMode="auto">
          <a:xfrm>
            <a:off x="2583656" y="1660923"/>
            <a:ext cx="233238"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1</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10" name="Rectangle 34">
            <a:extLst>
              <a:ext uri="{FF2B5EF4-FFF2-40B4-BE49-F238E27FC236}">
                <a16:creationId xmlns:a16="http://schemas.microsoft.com/office/drawing/2014/main" id="{D25662E0-1F8E-F84A-A2F6-D7D26C90D6ED}"/>
              </a:ext>
            </a:extLst>
          </p:cNvPr>
          <p:cNvSpPr>
            <a:spLocks noChangeArrowheads="1"/>
          </p:cNvSpPr>
          <p:nvPr/>
        </p:nvSpPr>
        <p:spPr bwMode="auto">
          <a:xfrm>
            <a:off x="3679031" y="1660923"/>
            <a:ext cx="233238"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2</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11" name="Rectangle 35">
            <a:extLst>
              <a:ext uri="{FF2B5EF4-FFF2-40B4-BE49-F238E27FC236}">
                <a16:creationId xmlns:a16="http://schemas.microsoft.com/office/drawing/2014/main" id="{3A63C052-2641-1D4B-96B4-812C241CCDCE}"/>
              </a:ext>
            </a:extLst>
          </p:cNvPr>
          <p:cNvSpPr>
            <a:spLocks noChangeArrowheads="1"/>
          </p:cNvSpPr>
          <p:nvPr/>
        </p:nvSpPr>
        <p:spPr bwMode="auto">
          <a:xfrm>
            <a:off x="5191125" y="1660923"/>
            <a:ext cx="233238"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1</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12" name="Rectangle 36">
            <a:extLst>
              <a:ext uri="{FF2B5EF4-FFF2-40B4-BE49-F238E27FC236}">
                <a16:creationId xmlns:a16="http://schemas.microsoft.com/office/drawing/2014/main" id="{8DDD6584-DF53-5441-A8AA-F88A5ECF0CC4}"/>
              </a:ext>
            </a:extLst>
          </p:cNvPr>
          <p:cNvSpPr>
            <a:spLocks noChangeArrowheads="1"/>
          </p:cNvSpPr>
          <p:nvPr/>
        </p:nvSpPr>
        <p:spPr bwMode="auto">
          <a:xfrm>
            <a:off x="6323410" y="1660923"/>
            <a:ext cx="233238"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2</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13" name="Line 38">
            <a:extLst>
              <a:ext uri="{FF2B5EF4-FFF2-40B4-BE49-F238E27FC236}">
                <a16:creationId xmlns:a16="http://schemas.microsoft.com/office/drawing/2014/main" id="{58256EFB-BB97-C341-9BE2-E74DF557F0BD}"/>
              </a:ext>
            </a:extLst>
          </p:cNvPr>
          <p:cNvSpPr>
            <a:spLocks noChangeShapeType="1"/>
          </p:cNvSpPr>
          <p:nvPr/>
        </p:nvSpPr>
        <p:spPr bwMode="auto">
          <a:xfrm>
            <a:off x="2713435" y="3269456"/>
            <a:ext cx="1288256"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0914" name="Line 39">
            <a:extLst>
              <a:ext uri="{FF2B5EF4-FFF2-40B4-BE49-F238E27FC236}">
                <a16:creationId xmlns:a16="http://schemas.microsoft.com/office/drawing/2014/main" id="{48001792-439F-9D44-A5D8-552560F82796}"/>
              </a:ext>
            </a:extLst>
          </p:cNvPr>
          <p:cNvSpPr>
            <a:spLocks noChangeShapeType="1"/>
          </p:cNvSpPr>
          <p:nvPr/>
        </p:nvSpPr>
        <p:spPr bwMode="auto">
          <a:xfrm>
            <a:off x="2713435" y="3552825"/>
            <a:ext cx="1288256"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0915" name="Line 40">
            <a:extLst>
              <a:ext uri="{FF2B5EF4-FFF2-40B4-BE49-F238E27FC236}">
                <a16:creationId xmlns:a16="http://schemas.microsoft.com/office/drawing/2014/main" id="{3CE3884D-5968-D347-8CC9-397A8EEC2FE8}"/>
              </a:ext>
            </a:extLst>
          </p:cNvPr>
          <p:cNvSpPr>
            <a:spLocks noChangeShapeType="1"/>
          </p:cNvSpPr>
          <p:nvPr/>
        </p:nvSpPr>
        <p:spPr bwMode="auto">
          <a:xfrm>
            <a:off x="2713435" y="3837385"/>
            <a:ext cx="1288256" cy="119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0916" name="Line 41">
            <a:extLst>
              <a:ext uri="{FF2B5EF4-FFF2-40B4-BE49-F238E27FC236}">
                <a16:creationId xmlns:a16="http://schemas.microsoft.com/office/drawing/2014/main" id="{439EED70-EC0C-8D4D-86AE-A92440CC7397}"/>
              </a:ext>
            </a:extLst>
          </p:cNvPr>
          <p:cNvSpPr>
            <a:spLocks noChangeShapeType="1"/>
          </p:cNvSpPr>
          <p:nvPr/>
        </p:nvSpPr>
        <p:spPr bwMode="auto">
          <a:xfrm>
            <a:off x="3356372" y="2986088"/>
            <a:ext cx="0" cy="1421606"/>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0917" name="Rectangle 43">
            <a:extLst>
              <a:ext uri="{FF2B5EF4-FFF2-40B4-BE49-F238E27FC236}">
                <a16:creationId xmlns:a16="http://schemas.microsoft.com/office/drawing/2014/main" id="{A3C0D86B-6C87-6748-89C2-5CCFFEAE32A2}"/>
              </a:ext>
            </a:extLst>
          </p:cNvPr>
          <p:cNvSpPr>
            <a:spLocks noChangeArrowheads="1"/>
          </p:cNvSpPr>
          <p:nvPr/>
        </p:nvSpPr>
        <p:spPr bwMode="auto">
          <a:xfrm>
            <a:off x="5364957" y="2974181"/>
            <a:ext cx="1118095" cy="284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115000"/>
              </a:lnSpc>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地址      接口</a:t>
            </a:r>
            <a:endParaRPr kumimoji="1" lang="zh-CN" altLang="en-US" sz="1350" baseline="-25000">
              <a:solidFill>
                <a:schemeClr val="folHlink"/>
              </a:solidFill>
              <a:latin typeface="Arial" panose="020B0604020202020204" pitchFamily="34" charset="0"/>
              <a:ea typeface="宋体" panose="02010600030101010101" pitchFamily="2" charset="-122"/>
            </a:endParaRPr>
          </a:p>
        </p:txBody>
      </p:sp>
      <p:sp>
        <p:nvSpPr>
          <p:cNvPr id="250918" name="Line 45">
            <a:extLst>
              <a:ext uri="{FF2B5EF4-FFF2-40B4-BE49-F238E27FC236}">
                <a16:creationId xmlns:a16="http://schemas.microsoft.com/office/drawing/2014/main" id="{B657E63F-8F05-8F4B-8ACB-EC7845186060}"/>
              </a:ext>
            </a:extLst>
          </p:cNvPr>
          <p:cNvSpPr>
            <a:spLocks noChangeShapeType="1"/>
          </p:cNvSpPr>
          <p:nvPr/>
        </p:nvSpPr>
        <p:spPr bwMode="auto">
          <a:xfrm>
            <a:off x="5289948" y="3269456"/>
            <a:ext cx="1288256"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0919" name="Line 46">
            <a:extLst>
              <a:ext uri="{FF2B5EF4-FFF2-40B4-BE49-F238E27FC236}">
                <a16:creationId xmlns:a16="http://schemas.microsoft.com/office/drawing/2014/main" id="{3C5A0C98-6E7E-D947-9803-813217E47405}"/>
              </a:ext>
            </a:extLst>
          </p:cNvPr>
          <p:cNvSpPr>
            <a:spLocks noChangeShapeType="1"/>
          </p:cNvSpPr>
          <p:nvPr/>
        </p:nvSpPr>
        <p:spPr bwMode="auto">
          <a:xfrm>
            <a:off x="5289948" y="3552825"/>
            <a:ext cx="1288256"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0920" name="Line 47">
            <a:extLst>
              <a:ext uri="{FF2B5EF4-FFF2-40B4-BE49-F238E27FC236}">
                <a16:creationId xmlns:a16="http://schemas.microsoft.com/office/drawing/2014/main" id="{638C71E8-3EDA-DF41-853A-5A8AAD8625F4}"/>
              </a:ext>
            </a:extLst>
          </p:cNvPr>
          <p:cNvSpPr>
            <a:spLocks noChangeShapeType="1"/>
          </p:cNvSpPr>
          <p:nvPr/>
        </p:nvSpPr>
        <p:spPr bwMode="auto">
          <a:xfrm>
            <a:off x="5289948" y="3837385"/>
            <a:ext cx="1288256" cy="119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0921" name="Line 48">
            <a:extLst>
              <a:ext uri="{FF2B5EF4-FFF2-40B4-BE49-F238E27FC236}">
                <a16:creationId xmlns:a16="http://schemas.microsoft.com/office/drawing/2014/main" id="{4C985CCA-3041-4743-ABC8-4E918277D67D}"/>
              </a:ext>
            </a:extLst>
          </p:cNvPr>
          <p:cNvSpPr>
            <a:spLocks noChangeShapeType="1"/>
          </p:cNvSpPr>
          <p:nvPr/>
        </p:nvSpPr>
        <p:spPr bwMode="auto">
          <a:xfrm>
            <a:off x="5932885" y="2986088"/>
            <a:ext cx="1190" cy="1135856"/>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0922" name="Freeform 50">
            <a:extLst>
              <a:ext uri="{FF2B5EF4-FFF2-40B4-BE49-F238E27FC236}">
                <a16:creationId xmlns:a16="http://schemas.microsoft.com/office/drawing/2014/main" id="{921AD9FE-7C06-294D-9563-2072344EC865}"/>
              </a:ext>
            </a:extLst>
          </p:cNvPr>
          <p:cNvSpPr>
            <a:spLocks/>
          </p:cNvSpPr>
          <p:nvPr/>
        </p:nvSpPr>
        <p:spPr bwMode="auto">
          <a:xfrm>
            <a:off x="2713435" y="1990725"/>
            <a:ext cx="1288256" cy="995363"/>
          </a:xfrm>
          <a:custGeom>
            <a:avLst/>
            <a:gdLst>
              <a:gd name="T0" fmla="*/ 0 w 907"/>
              <a:gd name="T1" fmla="*/ 2147483646 h 635"/>
              <a:gd name="T2" fmla="*/ 2147483646 w 907"/>
              <a:gd name="T3" fmla="*/ 0 h 635"/>
              <a:gd name="T4" fmla="*/ 2147483646 w 907"/>
              <a:gd name="T5" fmla="*/ 0 h 635"/>
              <a:gd name="T6" fmla="*/ 2147483646 w 907"/>
              <a:gd name="T7" fmla="*/ 2147483646 h 635"/>
              <a:gd name="T8" fmla="*/ 0 w 907"/>
              <a:gd name="T9" fmla="*/ 2147483646 h 6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07" h="635">
                <a:moveTo>
                  <a:pt x="0" y="635"/>
                </a:moveTo>
                <a:lnTo>
                  <a:pt x="317" y="0"/>
                </a:lnTo>
                <a:lnTo>
                  <a:pt x="453" y="0"/>
                </a:lnTo>
                <a:lnTo>
                  <a:pt x="907" y="635"/>
                </a:lnTo>
                <a:lnTo>
                  <a:pt x="0" y="635"/>
                </a:lnTo>
                <a:close/>
              </a:path>
            </a:pathLst>
          </a:custGeom>
          <a:gradFill rotWithShape="1">
            <a:gsLst>
              <a:gs pos="0">
                <a:srgbClr val="767647"/>
              </a:gs>
              <a:gs pos="100000">
                <a:srgbClr val="FFFF99"/>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0923" name="Freeform 51">
            <a:extLst>
              <a:ext uri="{FF2B5EF4-FFF2-40B4-BE49-F238E27FC236}">
                <a16:creationId xmlns:a16="http://schemas.microsoft.com/office/drawing/2014/main" id="{8B36F8F1-AFD4-D94B-A348-DB8860EADCDF}"/>
              </a:ext>
            </a:extLst>
          </p:cNvPr>
          <p:cNvSpPr>
            <a:spLocks/>
          </p:cNvSpPr>
          <p:nvPr/>
        </p:nvSpPr>
        <p:spPr bwMode="auto">
          <a:xfrm>
            <a:off x="5289948" y="1990725"/>
            <a:ext cx="1288256" cy="995363"/>
          </a:xfrm>
          <a:custGeom>
            <a:avLst/>
            <a:gdLst>
              <a:gd name="T0" fmla="*/ 0 w 907"/>
              <a:gd name="T1" fmla="*/ 2147483646 h 635"/>
              <a:gd name="T2" fmla="*/ 2147483646 w 907"/>
              <a:gd name="T3" fmla="*/ 0 h 635"/>
              <a:gd name="T4" fmla="*/ 2147483646 w 907"/>
              <a:gd name="T5" fmla="*/ 0 h 635"/>
              <a:gd name="T6" fmla="*/ 2147483646 w 907"/>
              <a:gd name="T7" fmla="*/ 2147483646 h 635"/>
              <a:gd name="T8" fmla="*/ 0 w 907"/>
              <a:gd name="T9" fmla="*/ 2147483646 h 6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07" h="635">
                <a:moveTo>
                  <a:pt x="0" y="635"/>
                </a:moveTo>
                <a:lnTo>
                  <a:pt x="317" y="0"/>
                </a:lnTo>
                <a:lnTo>
                  <a:pt x="453" y="0"/>
                </a:lnTo>
                <a:lnTo>
                  <a:pt x="907" y="635"/>
                </a:lnTo>
                <a:lnTo>
                  <a:pt x="0" y="635"/>
                </a:lnTo>
                <a:close/>
              </a:path>
            </a:pathLst>
          </a:custGeom>
          <a:gradFill rotWithShape="1">
            <a:gsLst>
              <a:gs pos="0">
                <a:srgbClr val="767647"/>
              </a:gs>
              <a:gs pos="100000">
                <a:srgbClr val="FFFF99"/>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648264" name="Group 72">
            <a:extLst>
              <a:ext uri="{FF2B5EF4-FFF2-40B4-BE49-F238E27FC236}">
                <a16:creationId xmlns:a16="http://schemas.microsoft.com/office/drawing/2014/main" id="{A811F605-8EAE-E64B-913C-1F36AE78B07D}"/>
              </a:ext>
            </a:extLst>
          </p:cNvPr>
          <p:cNvGrpSpPr>
            <a:grpSpLocks/>
          </p:cNvGrpSpPr>
          <p:nvPr/>
        </p:nvGrpSpPr>
        <p:grpSpPr bwMode="auto">
          <a:xfrm>
            <a:off x="2827735" y="3690936"/>
            <a:ext cx="3580210" cy="640557"/>
            <a:chOff x="1415" y="3100"/>
            <a:chExt cx="3007" cy="538"/>
          </a:xfrm>
        </p:grpSpPr>
        <p:sp>
          <p:nvSpPr>
            <p:cNvPr id="250945" name="Rectangle 52">
              <a:extLst>
                <a:ext uri="{FF2B5EF4-FFF2-40B4-BE49-F238E27FC236}">
                  <a16:creationId xmlns:a16="http://schemas.microsoft.com/office/drawing/2014/main" id="{84BE7DD4-F9B3-C948-8C29-F4E5F4D13451}"/>
                </a:ext>
              </a:extLst>
            </p:cNvPr>
            <p:cNvSpPr>
              <a:spLocks noChangeArrowheads="1"/>
            </p:cNvSpPr>
            <p:nvPr/>
          </p:nvSpPr>
          <p:spPr bwMode="auto">
            <a:xfrm>
              <a:off x="1415" y="3337"/>
              <a:ext cx="309"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115000"/>
                </a:lnSpc>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a:t>
              </a:r>
              <a:endParaRPr kumimoji="1" lang="en-US" altLang="zh-CN" sz="1800" baseline="-25000">
                <a:solidFill>
                  <a:schemeClr val="folHlink"/>
                </a:solidFill>
                <a:latin typeface="Arial" panose="020B0604020202020204" pitchFamily="34" charset="0"/>
                <a:ea typeface="宋体" panose="02010600030101010101" pitchFamily="2" charset="-122"/>
              </a:endParaRPr>
            </a:p>
          </p:txBody>
        </p:sp>
        <p:sp>
          <p:nvSpPr>
            <p:cNvPr id="250946" name="Rectangle 53">
              <a:extLst>
                <a:ext uri="{FF2B5EF4-FFF2-40B4-BE49-F238E27FC236}">
                  <a16:creationId xmlns:a16="http://schemas.microsoft.com/office/drawing/2014/main" id="{C84BB417-08FE-724D-9CF7-57F841EF758B}"/>
                </a:ext>
              </a:extLst>
            </p:cNvPr>
            <p:cNvSpPr>
              <a:spLocks noChangeArrowheads="1"/>
            </p:cNvSpPr>
            <p:nvPr/>
          </p:nvSpPr>
          <p:spPr bwMode="auto">
            <a:xfrm>
              <a:off x="1927" y="3337"/>
              <a:ext cx="309"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115000"/>
                </a:lnSpc>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a:t>
              </a:r>
              <a:endParaRPr kumimoji="1" lang="en-US" altLang="zh-CN" sz="1800" baseline="-25000">
                <a:solidFill>
                  <a:schemeClr val="folHlink"/>
                </a:solidFill>
                <a:latin typeface="Arial" panose="020B0604020202020204" pitchFamily="34" charset="0"/>
                <a:ea typeface="宋体" panose="02010600030101010101" pitchFamily="2" charset="-122"/>
              </a:endParaRPr>
            </a:p>
          </p:txBody>
        </p:sp>
        <p:sp>
          <p:nvSpPr>
            <p:cNvPr id="250947" name="Rectangle 54">
              <a:extLst>
                <a:ext uri="{FF2B5EF4-FFF2-40B4-BE49-F238E27FC236}">
                  <a16:creationId xmlns:a16="http://schemas.microsoft.com/office/drawing/2014/main" id="{0A6EFB47-A83F-244E-B489-7808FFD7A02F}"/>
                </a:ext>
              </a:extLst>
            </p:cNvPr>
            <p:cNvSpPr>
              <a:spLocks noChangeArrowheads="1"/>
            </p:cNvSpPr>
            <p:nvPr/>
          </p:nvSpPr>
          <p:spPr bwMode="auto">
            <a:xfrm>
              <a:off x="4113" y="3100"/>
              <a:ext cx="309"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115000"/>
                </a:lnSpc>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a:t>
              </a:r>
              <a:endParaRPr kumimoji="1" lang="en-US" altLang="zh-CN" sz="1800" baseline="-25000">
                <a:solidFill>
                  <a:schemeClr val="folHlink"/>
                </a:solidFill>
                <a:latin typeface="Arial" panose="020B0604020202020204" pitchFamily="34" charset="0"/>
                <a:ea typeface="宋体" panose="02010600030101010101" pitchFamily="2" charset="-122"/>
              </a:endParaRPr>
            </a:p>
          </p:txBody>
        </p:sp>
        <p:sp>
          <p:nvSpPr>
            <p:cNvPr id="250948" name="Rectangle 55">
              <a:extLst>
                <a:ext uri="{FF2B5EF4-FFF2-40B4-BE49-F238E27FC236}">
                  <a16:creationId xmlns:a16="http://schemas.microsoft.com/office/drawing/2014/main" id="{A3ED7150-53B8-4F48-92CE-CCD9623EDBFD}"/>
                </a:ext>
              </a:extLst>
            </p:cNvPr>
            <p:cNvSpPr>
              <a:spLocks noChangeArrowheads="1"/>
            </p:cNvSpPr>
            <p:nvPr/>
          </p:nvSpPr>
          <p:spPr bwMode="auto">
            <a:xfrm>
              <a:off x="3588" y="3100"/>
              <a:ext cx="309"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115000"/>
                </a:lnSpc>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a:t>
              </a:r>
              <a:endParaRPr kumimoji="1" lang="en-US" altLang="zh-CN" sz="1800" baseline="-25000">
                <a:solidFill>
                  <a:schemeClr val="folHlink"/>
                </a:solidFill>
                <a:latin typeface="Arial" panose="020B0604020202020204" pitchFamily="34" charset="0"/>
                <a:ea typeface="宋体" panose="02010600030101010101" pitchFamily="2" charset="-122"/>
              </a:endParaRPr>
            </a:p>
          </p:txBody>
        </p:sp>
      </p:grpSp>
      <p:sp>
        <p:nvSpPr>
          <p:cNvPr id="250925" name="Line 56">
            <a:extLst>
              <a:ext uri="{FF2B5EF4-FFF2-40B4-BE49-F238E27FC236}">
                <a16:creationId xmlns:a16="http://schemas.microsoft.com/office/drawing/2014/main" id="{5A52B4EE-C9B6-A54D-96FE-55F7F602B5EB}"/>
              </a:ext>
            </a:extLst>
          </p:cNvPr>
          <p:cNvSpPr>
            <a:spLocks noChangeShapeType="1"/>
          </p:cNvSpPr>
          <p:nvPr/>
        </p:nvSpPr>
        <p:spPr bwMode="auto">
          <a:xfrm>
            <a:off x="2713435" y="4120754"/>
            <a:ext cx="1288256" cy="119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48261" name="Group 69">
            <a:extLst>
              <a:ext uri="{FF2B5EF4-FFF2-40B4-BE49-F238E27FC236}">
                <a16:creationId xmlns:a16="http://schemas.microsoft.com/office/drawing/2014/main" id="{6148D079-552D-2B43-9C61-8627DF5CCF04}"/>
              </a:ext>
            </a:extLst>
          </p:cNvPr>
          <p:cNvGrpSpPr>
            <a:grpSpLocks/>
          </p:cNvGrpSpPr>
          <p:nvPr/>
        </p:nvGrpSpPr>
        <p:grpSpPr bwMode="auto">
          <a:xfrm>
            <a:off x="2033588" y="3833815"/>
            <a:ext cx="1754982" cy="290513"/>
            <a:chOff x="748" y="3220"/>
            <a:chExt cx="1474" cy="244"/>
          </a:xfrm>
        </p:grpSpPr>
        <p:sp>
          <p:nvSpPr>
            <p:cNvPr id="250943" name="Rectangle 57">
              <a:extLst>
                <a:ext uri="{FF2B5EF4-FFF2-40B4-BE49-F238E27FC236}">
                  <a16:creationId xmlns:a16="http://schemas.microsoft.com/office/drawing/2014/main" id="{3E5E8F4E-F62B-5642-AFEC-8F4A6EEDFA51}"/>
                </a:ext>
              </a:extLst>
            </p:cNvPr>
            <p:cNvSpPr>
              <a:spLocks noChangeArrowheads="1"/>
            </p:cNvSpPr>
            <p:nvPr/>
          </p:nvSpPr>
          <p:spPr bwMode="auto">
            <a:xfrm>
              <a:off x="1485" y="3233"/>
              <a:ext cx="73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B           1</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44" name="Rectangle 61">
              <a:extLst>
                <a:ext uri="{FF2B5EF4-FFF2-40B4-BE49-F238E27FC236}">
                  <a16:creationId xmlns:a16="http://schemas.microsoft.com/office/drawing/2014/main" id="{2ACE194C-39C9-7D45-97C2-63B75B525741}"/>
                </a:ext>
              </a:extLst>
            </p:cNvPr>
            <p:cNvSpPr>
              <a:spLocks noChangeArrowheads="1"/>
            </p:cNvSpPr>
            <p:nvPr/>
          </p:nvSpPr>
          <p:spPr bwMode="auto">
            <a:xfrm>
              <a:off x="748" y="3220"/>
              <a:ext cx="52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115000"/>
                </a:lnSpc>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B → A</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grpSp>
      <p:grpSp>
        <p:nvGrpSpPr>
          <p:cNvPr id="648259" name="Group 67">
            <a:extLst>
              <a:ext uri="{FF2B5EF4-FFF2-40B4-BE49-F238E27FC236}">
                <a16:creationId xmlns:a16="http://schemas.microsoft.com/office/drawing/2014/main" id="{71E1FD45-BD6C-BD43-9CDC-CA35E1FB29F1}"/>
              </a:ext>
            </a:extLst>
          </p:cNvPr>
          <p:cNvGrpSpPr>
            <a:grpSpLocks/>
          </p:cNvGrpSpPr>
          <p:nvPr/>
        </p:nvGrpSpPr>
        <p:grpSpPr bwMode="auto">
          <a:xfrm>
            <a:off x="2026444" y="3256370"/>
            <a:ext cx="1752601" cy="290513"/>
            <a:chOff x="742" y="2735"/>
            <a:chExt cx="1472" cy="244"/>
          </a:xfrm>
        </p:grpSpPr>
        <p:sp>
          <p:nvSpPr>
            <p:cNvPr id="250941" name="Rectangle 42">
              <a:extLst>
                <a:ext uri="{FF2B5EF4-FFF2-40B4-BE49-F238E27FC236}">
                  <a16:creationId xmlns:a16="http://schemas.microsoft.com/office/drawing/2014/main" id="{A8023895-C134-A843-A6AB-84F97984C870}"/>
                </a:ext>
              </a:extLst>
            </p:cNvPr>
            <p:cNvSpPr>
              <a:spLocks noChangeArrowheads="1"/>
            </p:cNvSpPr>
            <p:nvPr/>
          </p:nvSpPr>
          <p:spPr bwMode="auto">
            <a:xfrm>
              <a:off x="742" y="2735"/>
              <a:ext cx="52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115000"/>
                </a:lnSpc>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A → B</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42" name="Rectangle 63">
              <a:extLst>
                <a:ext uri="{FF2B5EF4-FFF2-40B4-BE49-F238E27FC236}">
                  <a16:creationId xmlns:a16="http://schemas.microsoft.com/office/drawing/2014/main" id="{D8C8DAFD-A4AD-0A45-B4D9-4746705E034E}"/>
                </a:ext>
              </a:extLst>
            </p:cNvPr>
            <p:cNvSpPr>
              <a:spLocks noChangeArrowheads="1"/>
            </p:cNvSpPr>
            <p:nvPr/>
          </p:nvSpPr>
          <p:spPr bwMode="auto">
            <a:xfrm>
              <a:off x="1485" y="2748"/>
              <a:ext cx="7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A           1</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grpSp>
      <p:grpSp>
        <p:nvGrpSpPr>
          <p:cNvPr id="648260" name="Group 68">
            <a:extLst>
              <a:ext uri="{FF2B5EF4-FFF2-40B4-BE49-F238E27FC236}">
                <a16:creationId xmlns:a16="http://schemas.microsoft.com/office/drawing/2014/main" id="{B6A41C04-C190-6A4B-9612-96A9B56C9D2C}"/>
              </a:ext>
            </a:extLst>
          </p:cNvPr>
          <p:cNvGrpSpPr>
            <a:grpSpLocks/>
          </p:cNvGrpSpPr>
          <p:nvPr/>
        </p:nvGrpSpPr>
        <p:grpSpPr bwMode="auto">
          <a:xfrm>
            <a:off x="2033587" y="3543302"/>
            <a:ext cx="1750220" cy="290513"/>
            <a:chOff x="748" y="2976"/>
            <a:chExt cx="1470" cy="244"/>
          </a:xfrm>
        </p:grpSpPr>
        <p:sp>
          <p:nvSpPr>
            <p:cNvPr id="250939" name="Rectangle 60">
              <a:extLst>
                <a:ext uri="{FF2B5EF4-FFF2-40B4-BE49-F238E27FC236}">
                  <a16:creationId xmlns:a16="http://schemas.microsoft.com/office/drawing/2014/main" id="{8E4F7004-F3FF-8047-8B8A-EE612818811E}"/>
                </a:ext>
              </a:extLst>
            </p:cNvPr>
            <p:cNvSpPr>
              <a:spLocks noChangeArrowheads="1"/>
            </p:cNvSpPr>
            <p:nvPr/>
          </p:nvSpPr>
          <p:spPr bwMode="auto">
            <a:xfrm>
              <a:off x="748" y="2976"/>
              <a:ext cx="535"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115000"/>
                </a:lnSpc>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F → C</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40" name="Rectangle 64">
              <a:extLst>
                <a:ext uri="{FF2B5EF4-FFF2-40B4-BE49-F238E27FC236}">
                  <a16:creationId xmlns:a16="http://schemas.microsoft.com/office/drawing/2014/main" id="{125F2A95-2D62-504A-8C24-C78056DDC8D1}"/>
                </a:ext>
              </a:extLst>
            </p:cNvPr>
            <p:cNvSpPr>
              <a:spLocks noChangeArrowheads="1"/>
            </p:cNvSpPr>
            <p:nvPr/>
          </p:nvSpPr>
          <p:spPr bwMode="auto">
            <a:xfrm>
              <a:off x="1489" y="2989"/>
              <a:ext cx="7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F           2</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grpSp>
      <p:grpSp>
        <p:nvGrpSpPr>
          <p:cNvPr id="648262" name="Group 70">
            <a:extLst>
              <a:ext uri="{FF2B5EF4-FFF2-40B4-BE49-F238E27FC236}">
                <a16:creationId xmlns:a16="http://schemas.microsoft.com/office/drawing/2014/main" id="{760C4125-D157-BA4C-8045-0263C8EC3579}"/>
              </a:ext>
            </a:extLst>
          </p:cNvPr>
          <p:cNvGrpSpPr>
            <a:grpSpLocks/>
          </p:cNvGrpSpPr>
          <p:nvPr/>
        </p:nvGrpSpPr>
        <p:grpSpPr bwMode="auto">
          <a:xfrm>
            <a:off x="4604148" y="3239697"/>
            <a:ext cx="1749029" cy="305991"/>
            <a:chOff x="2907" y="2721"/>
            <a:chExt cx="1469" cy="257"/>
          </a:xfrm>
        </p:grpSpPr>
        <p:sp>
          <p:nvSpPr>
            <p:cNvPr id="250937" name="Rectangle 49">
              <a:extLst>
                <a:ext uri="{FF2B5EF4-FFF2-40B4-BE49-F238E27FC236}">
                  <a16:creationId xmlns:a16="http://schemas.microsoft.com/office/drawing/2014/main" id="{DE57E389-A0B9-5D46-9747-AFAC8428BA04}"/>
                </a:ext>
              </a:extLst>
            </p:cNvPr>
            <p:cNvSpPr>
              <a:spLocks noChangeArrowheads="1"/>
            </p:cNvSpPr>
            <p:nvPr/>
          </p:nvSpPr>
          <p:spPr bwMode="auto">
            <a:xfrm>
              <a:off x="2907" y="2721"/>
              <a:ext cx="52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115000"/>
                </a:lnSpc>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A → B</a:t>
              </a:r>
            </a:p>
          </p:txBody>
        </p:sp>
        <p:sp>
          <p:nvSpPr>
            <p:cNvPr id="250938" name="Rectangle 65">
              <a:extLst>
                <a:ext uri="{FF2B5EF4-FFF2-40B4-BE49-F238E27FC236}">
                  <a16:creationId xmlns:a16="http://schemas.microsoft.com/office/drawing/2014/main" id="{40D2326D-B67D-6940-A157-8ABB7BD50559}"/>
                </a:ext>
              </a:extLst>
            </p:cNvPr>
            <p:cNvSpPr>
              <a:spLocks noChangeArrowheads="1"/>
            </p:cNvSpPr>
            <p:nvPr/>
          </p:nvSpPr>
          <p:spPr bwMode="auto">
            <a:xfrm>
              <a:off x="3647" y="2747"/>
              <a:ext cx="7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A           1</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grpSp>
      <p:grpSp>
        <p:nvGrpSpPr>
          <p:cNvPr id="648263" name="Group 71">
            <a:extLst>
              <a:ext uri="{FF2B5EF4-FFF2-40B4-BE49-F238E27FC236}">
                <a16:creationId xmlns:a16="http://schemas.microsoft.com/office/drawing/2014/main" id="{3FA1498D-142B-2546-AD96-3CAB7B12341D}"/>
              </a:ext>
            </a:extLst>
          </p:cNvPr>
          <p:cNvGrpSpPr>
            <a:grpSpLocks/>
          </p:cNvGrpSpPr>
          <p:nvPr/>
        </p:nvGrpSpPr>
        <p:grpSpPr bwMode="auto">
          <a:xfrm>
            <a:off x="4625580" y="3554027"/>
            <a:ext cx="1737122" cy="290513"/>
            <a:chOff x="2925" y="2985"/>
            <a:chExt cx="1459" cy="244"/>
          </a:xfrm>
        </p:grpSpPr>
        <p:sp>
          <p:nvSpPr>
            <p:cNvPr id="250935" name="Rectangle 62">
              <a:extLst>
                <a:ext uri="{FF2B5EF4-FFF2-40B4-BE49-F238E27FC236}">
                  <a16:creationId xmlns:a16="http://schemas.microsoft.com/office/drawing/2014/main" id="{AB2E1E80-43B4-0048-A843-DF83892669CF}"/>
                </a:ext>
              </a:extLst>
            </p:cNvPr>
            <p:cNvSpPr>
              <a:spLocks noChangeArrowheads="1"/>
            </p:cNvSpPr>
            <p:nvPr/>
          </p:nvSpPr>
          <p:spPr bwMode="auto">
            <a:xfrm>
              <a:off x="2925" y="2985"/>
              <a:ext cx="535"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115000"/>
                </a:lnSpc>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F → C</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36" name="Rectangle 66">
              <a:extLst>
                <a:ext uri="{FF2B5EF4-FFF2-40B4-BE49-F238E27FC236}">
                  <a16:creationId xmlns:a16="http://schemas.microsoft.com/office/drawing/2014/main" id="{C78AC771-93CF-544F-B46B-3C55D306E87F}"/>
                </a:ext>
              </a:extLst>
            </p:cNvPr>
            <p:cNvSpPr>
              <a:spLocks noChangeArrowheads="1"/>
            </p:cNvSpPr>
            <p:nvPr/>
          </p:nvSpPr>
          <p:spPr bwMode="auto">
            <a:xfrm>
              <a:off x="3655" y="2998"/>
              <a:ext cx="7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F           2</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grpSp>
      <p:sp>
        <p:nvSpPr>
          <p:cNvPr id="250931" name="Rectangle 37">
            <a:extLst>
              <a:ext uri="{FF2B5EF4-FFF2-40B4-BE49-F238E27FC236}">
                <a16:creationId xmlns:a16="http://schemas.microsoft.com/office/drawing/2014/main" id="{4F945BFA-B3AA-DD42-AC66-C927630211B4}"/>
              </a:ext>
            </a:extLst>
          </p:cNvPr>
          <p:cNvSpPr>
            <a:spLocks noChangeArrowheads="1"/>
          </p:cNvSpPr>
          <p:nvPr/>
        </p:nvSpPr>
        <p:spPr bwMode="auto">
          <a:xfrm>
            <a:off x="2713435" y="2986088"/>
            <a:ext cx="1288256" cy="1421606"/>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0932" name="Rectangle 44">
            <a:extLst>
              <a:ext uri="{FF2B5EF4-FFF2-40B4-BE49-F238E27FC236}">
                <a16:creationId xmlns:a16="http://schemas.microsoft.com/office/drawing/2014/main" id="{DBB4C401-70FA-A04C-8865-F4F384BE2F0E}"/>
              </a:ext>
            </a:extLst>
          </p:cNvPr>
          <p:cNvSpPr>
            <a:spLocks noChangeArrowheads="1"/>
          </p:cNvSpPr>
          <p:nvPr/>
        </p:nvSpPr>
        <p:spPr bwMode="auto">
          <a:xfrm>
            <a:off x="5289948" y="2986088"/>
            <a:ext cx="1288256" cy="1135856"/>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0933" name="Rectangle 73">
            <a:extLst>
              <a:ext uri="{FF2B5EF4-FFF2-40B4-BE49-F238E27FC236}">
                <a16:creationId xmlns:a16="http://schemas.microsoft.com/office/drawing/2014/main" id="{46610DFD-0D73-9A46-AD64-BB00B73BB4BF}"/>
              </a:ext>
            </a:extLst>
          </p:cNvPr>
          <p:cNvSpPr>
            <a:spLocks noChangeArrowheads="1"/>
          </p:cNvSpPr>
          <p:nvPr/>
        </p:nvSpPr>
        <p:spPr bwMode="auto">
          <a:xfrm>
            <a:off x="5597129" y="1489473"/>
            <a:ext cx="60032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网桥</a:t>
            </a:r>
            <a:r>
              <a:rPr kumimoji="1" lang="zh-CN" altLang="en-US" sz="600">
                <a:solidFill>
                  <a:schemeClr val="folHlink"/>
                </a:solidFill>
                <a:latin typeface="Arial" panose="020B0604020202020204" pitchFamily="34" charset="0"/>
                <a:ea typeface="宋体" panose="02010600030101010101" pitchFamily="2" charset="-122"/>
              </a:rPr>
              <a:t> </a:t>
            </a:r>
            <a:r>
              <a:rPr kumimoji="1" lang="en-US" altLang="zh-CN" sz="1350">
                <a:solidFill>
                  <a:schemeClr val="folHlink"/>
                </a:solidFill>
                <a:latin typeface="Arial" panose="020B0604020202020204" pitchFamily="34" charset="0"/>
                <a:ea typeface="宋体" panose="02010600030101010101" pitchFamily="2" charset="-122"/>
              </a:rPr>
              <a:t>2</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3" name="内容占位符 2">
            <a:extLst>
              <a:ext uri="{FF2B5EF4-FFF2-40B4-BE49-F238E27FC236}">
                <a16:creationId xmlns:a16="http://schemas.microsoft.com/office/drawing/2014/main" id="{3ECC1F03-23C0-8E41-995D-6102FF28D27A}"/>
              </a:ext>
            </a:extLst>
          </p:cNvPr>
          <p:cNvSpPr>
            <a:spLocks noGrp="1"/>
          </p:cNvSpPr>
          <p:nvPr>
            <p:ph idx="1"/>
          </p:nvPr>
        </p:nvSpPr>
        <p:spPr/>
        <p:txBody>
          <a:bodyPr/>
          <a:lstStyle/>
          <a:p>
            <a:endParaRPr kumimoji="1" lang="zh-CN" altLang="en-US"/>
          </a:p>
        </p:txBody>
      </p:sp>
      <p:sp>
        <p:nvSpPr>
          <p:cNvPr id="250934" name="幻灯片编号占位符 1">
            <a:extLst>
              <a:ext uri="{FF2B5EF4-FFF2-40B4-BE49-F238E27FC236}">
                <a16:creationId xmlns:a16="http://schemas.microsoft.com/office/drawing/2014/main" id="{96DE1604-7407-F542-9E3E-62CF2D3B5EB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36FE249-383F-9D48-BE3E-C7FD4EF6234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115</a:t>
            </a:fld>
            <a:endParaRPr lang="en-US" altLang="zh-CN" sz="1050" dirty="0">
              <a:solidFill>
                <a:schemeClr val="tx1"/>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85B0421E-F7F8-2F48-8983-5C8AA4370BAB}"/>
              </a:ext>
            </a:extLst>
          </p:cNvPr>
          <p:cNvSpPr>
            <a:spLocks noGrp="1"/>
          </p:cNvSpPr>
          <p:nvPr>
            <p:ph type="title"/>
          </p:nvPr>
        </p:nvSpPr>
        <p:spPr/>
        <p:txBody>
          <a:bodyPr/>
          <a:lstStyle/>
          <a:p>
            <a:r>
              <a:rPr lang="zh-CN" altLang="en-US" dirty="0">
                <a:ea typeface="宋体" panose="02010600030101010101" pitchFamily="2" charset="-122"/>
              </a:rPr>
              <a:t>转发表的建立过程举例</a:t>
            </a:r>
            <a:endParaRPr kumimoji="1" lang="zh-CN" altLang="en-US" dirty="0"/>
          </a:p>
        </p:txBody>
      </p:sp>
    </p:spTree>
    <p:extLst>
      <p:ext uri="{BB962C8B-B14F-4D97-AF65-F5344CB8AC3E}">
        <p14:creationId xmlns:p14="http://schemas.microsoft.com/office/powerpoint/2010/main" val="20560212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48259"/>
                                        </p:tgtEl>
                                        <p:attrNameLst>
                                          <p:attrName>style.visibility</p:attrName>
                                        </p:attrNameLst>
                                      </p:cBhvr>
                                      <p:to>
                                        <p:strVal val="visible"/>
                                      </p:to>
                                    </p:set>
                                    <p:animEffect transition="in" filter="wipe(left)">
                                      <p:cBhvr>
                                        <p:cTn id="7" dur="2000"/>
                                        <p:tgtEl>
                                          <p:spTgt spid="648259"/>
                                        </p:tgtEl>
                                      </p:cBhvr>
                                    </p:animEffect>
                                  </p:childTnLst>
                                </p:cTn>
                              </p:par>
                            </p:childTnLst>
                          </p:cTn>
                        </p:par>
                        <p:par>
                          <p:cTn id="8" fill="hold" nodeType="afterGroup">
                            <p:stCondLst>
                              <p:cond delay="2000"/>
                            </p:stCondLst>
                            <p:childTnLst>
                              <p:par>
                                <p:cTn id="9" presetID="22" presetClass="entr" presetSubtype="8" fill="hold" nodeType="afterEffect">
                                  <p:stCondLst>
                                    <p:cond delay="500"/>
                                  </p:stCondLst>
                                  <p:childTnLst>
                                    <p:set>
                                      <p:cBhvr>
                                        <p:cTn id="10" dur="1" fill="hold">
                                          <p:stCondLst>
                                            <p:cond delay="0"/>
                                          </p:stCondLst>
                                        </p:cTn>
                                        <p:tgtEl>
                                          <p:spTgt spid="648262"/>
                                        </p:tgtEl>
                                        <p:attrNameLst>
                                          <p:attrName>style.visibility</p:attrName>
                                        </p:attrNameLst>
                                      </p:cBhvr>
                                      <p:to>
                                        <p:strVal val="visible"/>
                                      </p:to>
                                    </p:set>
                                    <p:animEffect transition="in" filter="wipe(left)">
                                      <p:cBhvr>
                                        <p:cTn id="11" dur="2000"/>
                                        <p:tgtEl>
                                          <p:spTgt spid="648262"/>
                                        </p:tgtEl>
                                      </p:cBhvr>
                                    </p:animEffect>
                                  </p:childTnLst>
                                </p:cTn>
                              </p:par>
                            </p:childTnLst>
                          </p:cTn>
                        </p:par>
                        <p:par>
                          <p:cTn id="12" fill="hold" nodeType="afterGroup">
                            <p:stCondLst>
                              <p:cond delay="4500"/>
                            </p:stCondLst>
                            <p:childTnLst>
                              <p:par>
                                <p:cTn id="13" presetID="22" presetClass="entr" presetSubtype="8" fill="hold" nodeType="afterEffect">
                                  <p:stCondLst>
                                    <p:cond delay="500"/>
                                  </p:stCondLst>
                                  <p:childTnLst>
                                    <p:set>
                                      <p:cBhvr>
                                        <p:cTn id="14" dur="1" fill="hold">
                                          <p:stCondLst>
                                            <p:cond delay="0"/>
                                          </p:stCondLst>
                                        </p:cTn>
                                        <p:tgtEl>
                                          <p:spTgt spid="648260"/>
                                        </p:tgtEl>
                                        <p:attrNameLst>
                                          <p:attrName>style.visibility</p:attrName>
                                        </p:attrNameLst>
                                      </p:cBhvr>
                                      <p:to>
                                        <p:strVal val="visible"/>
                                      </p:to>
                                    </p:set>
                                    <p:animEffect transition="in" filter="wipe(left)">
                                      <p:cBhvr>
                                        <p:cTn id="15" dur="2000"/>
                                        <p:tgtEl>
                                          <p:spTgt spid="648260"/>
                                        </p:tgtEl>
                                      </p:cBhvr>
                                    </p:animEffect>
                                  </p:childTnLst>
                                </p:cTn>
                              </p:par>
                            </p:childTnLst>
                          </p:cTn>
                        </p:par>
                        <p:par>
                          <p:cTn id="16" fill="hold" nodeType="afterGroup">
                            <p:stCondLst>
                              <p:cond delay="7000"/>
                            </p:stCondLst>
                            <p:childTnLst>
                              <p:par>
                                <p:cTn id="17" presetID="22" presetClass="entr" presetSubtype="8" fill="hold" nodeType="afterEffect">
                                  <p:stCondLst>
                                    <p:cond delay="500"/>
                                  </p:stCondLst>
                                  <p:childTnLst>
                                    <p:set>
                                      <p:cBhvr>
                                        <p:cTn id="18" dur="1" fill="hold">
                                          <p:stCondLst>
                                            <p:cond delay="0"/>
                                          </p:stCondLst>
                                        </p:cTn>
                                        <p:tgtEl>
                                          <p:spTgt spid="648263"/>
                                        </p:tgtEl>
                                        <p:attrNameLst>
                                          <p:attrName>style.visibility</p:attrName>
                                        </p:attrNameLst>
                                      </p:cBhvr>
                                      <p:to>
                                        <p:strVal val="visible"/>
                                      </p:to>
                                    </p:set>
                                    <p:animEffect transition="in" filter="wipe(left)">
                                      <p:cBhvr>
                                        <p:cTn id="19" dur="2000"/>
                                        <p:tgtEl>
                                          <p:spTgt spid="648263"/>
                                        </p:tgtEl>
                                      </p:cBhvr>
                                    </p:animEffect>
                                  </p:childTnLst>
                                </p:cTn>
                              </p:par>
                            </p:childTnLst>
                          </p:cTn>
                        </p:par>
                        <p:par>
                          <p:cTn id="20" fill="hold" nodeType="afterGroup">
                            <p:stCondLst>
                              <p:cond delay="9500"/>
                            </p:stCondLst>
                            <p:childTnLst>
                              <p:par>
                                <p:cTn id="21" presetID="22" presetClass="entr" presetSubtype="8" fill="hold" nodeType="afterEffect">
                                  <p:stCondLst>
                                    <p:cond delay="500"/>
                                  </p:stCondLst>
                                  <p:childTnLst>
                                    <p:set>
                                      <p:cBhvr>
                                        <p:cTn id="22" dur="1" fill="hold">
                                          <p:stCondLst>
                                            <p:cond delay="0"/>
                                          </p:stCondLst>
                                        </p:cTn>
                                        <p:tgtEl>
                                          <p:spTgt spid="648261"/>
                                        </p:tgtEl>
                                        <p:attrNameLst>
                                          <p:attrName>style.visibility</p:attrName>
                                        </p:attrNameLst>
                                      </p:cBhvr>
                                      <p:to>
                                        <p:strVal val="visible"/>
                                      </p:to>
                                    </p:set>
                                    <p:animEffect transition="in" filter="wipe(left)">
                                      <p:cBhvr>
                                        <p:cTn id="23" dur="2000"/>
                                        <p:tgtEl>
                                          <p:spTgt spid="648261"/>
                                        </p:tgtEl>
                                      </p:cBhvr>
                                    </p:animEffect>
                                  </p:childTnLst>
                                </p:cTn>
                              </p:par>
                            </p:childTnLst>
                          </p:cTn>
                        </p:par>
                        <p:par>
                          <p:cTn id="24" fill="hold" nodeType="afterGroup">
                            <p:stCondLst>
                              <p:cond delay="12000"/>
                            </p:stCondLst>
                            <p:childTnLst>
                              <p:par>
                                <p:cTn id="25" presetID="22" presetClass="entr" presetSubtype="8" fill="hold" nodeType="afterEffect">
                                  <p:stCondLst>
                                    <p:cond delay="500"/>
                                  </p:stCondLst>
                                  <p:childTnLst>
                                    <p:set>
                                      <p:cBhvr>
                                        <p:cTn id="26" dur="1" fill="hold">
                                          <p:stCondLst>
                                            <p:cond delay="0"/>
                                          </p:stCondLst>
                                        </p:cTn>
                                        <p:tgtEl>
                                          <p:spTgt spid="648264"/>
                                        </p:tgtEl>
                                        <p:attrNameLst>
                                          <p:attrName>style.visibility</p:attrName>
                                        </p:attrNameLst>
                                      </p:cBhvr>
                                      <p:to>
                                        <p:strVal val="visible"/>
                                      </p:to>
                                    </p:set>
                                    <p:animEffect transition="in" filter="wipe(left)">
                                      <p:cBhvr>
                                        <p:cTn id="27" dur="2000"/>
                                        <p:tgtEl>
                                          <p:spTgt spid="6482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5" name="Rectangle 2">
            <a:extLst>
              <a:ext uri="{FF2B5EF4-FFF2-40B4-BE49-F238E27FC236}">
                <a16:creationId xmlns:a16="http://schemas.microsoft.com/office/drawing/2014/main" id="{31E96D6B-5587-A942-88F6-76ED6B986909}"/>
              </a:ext>
            </a:extLst>
          </p:cNvPr>
          <p:cNvSpPr>
            <a:spLocks noGrp="1" noChangeArrowheads="1"/>
          </p:cNvSpPr>
          <p:nvPr>
            <p:ph type="body" idx="1"/>
          </p:nvPr>
        </p:nvSpPr>
        <p:spPr>
          <a:xfrm>
            <a:off x="251460" y="1166812"/>
            <a:ext cx="8675369" cy="3835004"/>
          </a:xfrm>
        </p:spPr>
        <p:txBody>
          <a:bodyPr/>
          <a:lstStyle/>
          <a:p>
            <a:pPr marL="400050" indent="-400050" eaLnBrk="1" hangingPunct="1"/>
            <a:r>
              <a:rPr lang="zh-CN" altLang="en-US" dirty="0">
                <a:ea typeface="宋体" panose="02010600030101010101" pitchFamily="2" charset="-122"/>
              </a:rPr>
              <a:t>在网桥的转发表中写入的信息除了</a:t>
            </a:r>
            <a:r>
              <a:rPr lang="zh-CN" altLang="en-US" dirty="0">
                <a:solidFill>
                  <a:schemeClr val="hlink"/>
                </a:solidFill>
                <a:ea typeface="宋体" panose="02010600030101010101" pitchFamily="2" charset="-122"/>
              </a:rPr>
              <a:t>地址</a:t>
            </a:r>
            <a:r>
              <a:rPr lang="zh-CN" altLang="en-US" dirty="0">
                <a:ea typeface="宋体" panose="02010600030101010101" pitchFamily="2" charset="-122"/>
              </a:rPr>
              <a:t>和</a:t>
            </a:r>
            <a:r>
              <a:rPr lang="zh-CN" altLang="en-US" dirty="0">
                <a:solidFill>
                  <a:schemeClr val="hlink"/>
                </a:solidFill>
                <a:ea typeface="宋体" panose="02010600030101010101" pitchFamily="2" charset="-122"/>
              </a:rPr>
              <a:t>接口</a:t>
            </a:r>
            <a:r>
              <a:rPr lang="zh-CN" altLang="en-US" dirty="0">
                <a:ea typeface="宋体" panose="02010600030101010101" pitchFamily="2" charset="-122"/>
              </a:rPr>
              <a:t>外，还有帧进入该网桥的</a:t>
            </a:r>
            <a:r>
              <a:rPr lang="zh-CN" altLang="en-US" dirty="0">
                <a:solidFill>
                  <a:schemeClr val="hlink"/>
                </a:solidFill>
                <a:ea typeface="宋体" panose="02010600030101010101" pitchFamily="2" charset="-122"/>
              </a:rPr>
              <a:t>时间</a:t>
            </a:r>
            <a:r>
              <a:rPr lang="zh-CN" altLang="en-US" dirty="0">
                <a:ea typeface="宋体" panose="02010600030101010101" pitchFamily="2" charset="-122"/>
              </a:rPr>
              <a:t>。</a:t>
            </a:r>
          </a:p>
          <a:p>
            <a:pPr marL="400050" indent="-400050" eaLnBrk="1" hangingPunct="1"/>
            <a:r>
              <a:rPr lang="zh-CN" altLang="en-US" dirty="0">
                <a:ea typeface="宋体" panose="02010600030101010101" pitchFamily="2" charset="-122"/>
              </a:rPr>
              <a:t>这是因为以太网的拓扑可能经常会发生变化，站点也可能会更换适配器（这就改变了站点的地址）。另外，以太网上的工作站并非总是接通电源的。</a:t>
            </a:r>
          </a:p>
          <a:p>
            <a:pPr marL="400050" indent="-400050" eaLnBrk="1" hangingPunct="1"/>
            <a:r>
              <a:rPr lang="zh-CN" altLang="en-US" dirty="0">
                <a:ea typeface="宋体" panose="02010600030101010101" pitchFamily="2" charset="-122"/>
              </a:rPr>
              <a:t>把每个帧到达网桥的时间登记下来，就可以在转发表中只保留网络拓扑的</a:t>
            </a:r>
            <a:r>
              <a:rPr lang="zh-CN" altLang="en-US" dirty="0">
                <a:solidFill>
                  <a:schemeClr val="hlink"/>
                </a:solidFill>
                <a:ea typeface="宋体" panose="02010600030101010101" pitchFamily="2" charset="-122"/>
              </a:rPr>
              <a:t>最新状态信息</a:t>
            </a:r>
            <a:r>
              <a:rPr lang="zh-CN" altLang="en-US" dirty="0">
                <a:ea typeface="宋体" panose="02010600030101010101" pitchFamily="2" charset="-122"/>
              </a:rPr>
              <a:t>。这样就使得网桥中的转发表能反映当前网络的最新拓扑状态。 </a:t>
            </a:r>
          </a:p>
        </p:txBody>
      </p:sp>
      <p:sp>
        <p:nvSpPr>
          <p:cNvPr id="251906" name="Rectangle 3">
            <a:extLst>
              <a:ext uri="{FF2B5EF4-FFF2-40B4-BE49-F238E27FC236}">
                <a16:creationId xmlns:a16="http://schemas.microsoft.com/office/drawing/2014/main" id="{5493BA03-B38C-3C4E-8AAC-8630061B7B01}"/>
              </a:ext>
            </a:extLst>
          </p:cNvPr>
          <p:cNvSpPr>
            <a:spLocks noChangeArrowheads="1"/>
          </p:cNvSpPr>
          <p:nvPr/>
        </p:nvSpPr>
        <p:spPr bwMode="auto">
          <a:xfrm>
            <a:off x="1143001" y="-161581"/>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1907" name="Rectangle 4">
            <a:extLst>
              <a:ext uri="{FF2B5EF4-FFF2-40B4-BE49-F238E27FC236}">
                <a16:creationId xmlns:a16="http://schemas.microsoft.com/office/drawing/2014/main" id="{1B7D8193-A10F-1242-B147-6A5F4C16F890}"/>
              </a:ext>
            </a:extLst>
          </p:cNvPr>
          <p:cNvSpPr>
            <a:spLocks noChangeArrowheads="1"/>
          </p:cNvSpPr>
          <p:nvPr/>
        </p:nvSpPr>
        <p:spPr bwMode="auto">
          <a:xfrm>
            <a:off x="1143001" y="-161581"/>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1908" name="Rectangle 5">
            <a:extLst>
              <a:ext uri="{FF2B5EF4-FFF2-40B4-BE49-F238E27FC236}">
                <a16:creationId xmlns:a16="http://schemas.microsoft.com/office/drawing/2014/main" id="{80101879-62BF-DB47-A9F4-FC9463795E9C}"/>
              </a:ext>
            </a:extLst>
          </p:cNvPr>
          <p:cNvSpPr>
            <a:spLocks noGrp="1" noChangeArrowheads="1"/>
          </p:cNvSpPr>
          <p:nvPr>
            <p:ph type="title"/>
          </p:nvPr>
        </p:nvSpPr>
        <p:spPr>
          <a:xfrm>
            <a:off x="171450" y="160735"/>
            <a:ext cx="7803357" cy="845344"/>
          </a:xfrm>
        </p:spPr>
        <p:txBody>
          <a:bodyPr/>
          <a:lstStyle/>
          <a:p>
            <a:pPr eaLnBrk="1" hangingPunct="1"/>
            <a:r>
              <a:rPr lang="zh-CN" altLang="en-US" dirty="0">
                <a:latin typeface="Times New Roman" panose="02020603050405020304" pitchFamily="18" charset="0"/>
                <a:ea typeface="宋体" panose="02010600030101010101" pitchFamily="2" charset="-122"/>
              </a:rPr>
              <a:t>网桥在转发表中登记以下三个信息 </a:t>
            </a:r>
          </a:p>
        </p:txBody>
      </p:sp>
      <p:sp>
        <p:nvSpPr>
          <p:cNvPr id="251909" name="幻灯片编号占位符 1">
            <a:extLst>
              <a:ext uri="{FF2B5EF4-FFF2-40B4-BE49-F238E27FC236}">
                <a16:creationId xmlns:a16="http://schemas.microsoft.com/office/drawing/2014/main" id="{A654119E-9170-0642-9F00-71A26BC7027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C72E50D-2D0B-8A4E-9D6C-FA82B104974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84047542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3" name="Rectangle 2">
            <a:extLst>
              <a:ext uri="{FF2B5EF4-FFF2-40B4-BE49-F238E27FC236}">
                <a16:creationId xmlns:a16="http://schemas.microsoft.com/office/drawing/2014/main" id="{21CC6A0E-191B-AF4B-8409-8D198589515B}"/>
              </a:ext>
            </a:extLst>
          </p:cNvPr>
          <p:cNvSpPr>
            <a:spLocks noGrp="1" noChangeArrowheads="1"/>
          </p:cNvSpPr>
          <p:nvPr>
            <p:ph type="title"/>
          </p:nvPr>
        </p:nvSpPr>
        <p:spPr/>
        <p:txBody>
          <a:bodyPr/>
          <a:lstStyle/>
          <a:p>
            <a:pPr eaLnBrk="1" hangingPunct="1"/>
            <a:r>
              <a:rPr lang="zh-CN" altLang="en-US" sz="3000" dirty="0">
                <a:ea typeface="宋体" panose="02010600030101010101" pitchFamily="2" charset="-122"/>
              </a:rPr>
              <a:t>网桥的自学习和转发帧的步骤归纳 </a:t>
            </a:r>
          </a:p>
        </p:txBody>
      </p:sp>
      <p:sp>
        <p:nvSpPr>
          <p:cNvPr id="253954" name="Rectangle 3">
            <a:extLst>
              <a:ext uri="{FF2B5EF4-FFF2-40B4-BE49-F238E27FC236}">
                <a16:creationId xmlns:a16="http://schemas.microsoft.com/office/drawing/2014/main" id="{A96DE31B-3412-1D4D-9024-B27CB11276E4}"/>
              </a:ext>
            </a:extLst>
          </p:cNvPr>
          <p:cNvSpPr>
            <a:spLocks noGrp="1" noChangeArrowheads="1"/>
          </p:cNvSpPr>
          <p:nvPr>
            <p:ph type="body" idx="1"/>
          </p:nvPr>
        </p:nvSpPr>
        <p:spPr>
          <a:xfrm>
            <a:off x="133563" y="1113235"/>
            <a:ext cx="8804952" cy="3888581"/>
          </a:xfrm>
        </p:spPr>
        <p:txBody>
          <a:bodyPr/>
          <a:lstStyle/>
          <a:p>
            <a:pPr eaLnBrk="1" hangingPunct="1"/>
            <a:r>
              <a:rPr lang="zh-CN" altLang="en-US" dirty="0">
                <a:ea typeface="宋体" panose="02010600030101010101" pitchFamily="2" charset="-122"/>
              </a:rPr>
              <a:t>网桥收到一帧后先进行</a:t>
            </a:r>
            <a:r>
              <a:rPr lang="zh-CN" altLang="en-US" dirty="0">
                <a:solidFill>
                  <a:schemeClr val="hlink"/>
                </a:solidFill>
                <a:ea typeface="宋体" panose="02010600030101010101" pitchFamily="2" charset="-122"/>
              </a:rPr>
              <a:t>自学习</a:t>
            </a:r>
            <a:r>
              <a:rPr lang="zh-CN" altLang="en-US" dirty="0">
                <a:ea typeface="宋体" panose="02010600030101010101" pitchFamily="2" charset="-122"/>
              </a:rPr>
              <a:t>。查找转发表中与收到帧的源地址有无相匹配的项目。如没有，就在转发表中增加一个项目（源地址、进入的接口和时间）。如有，则把原有的项目进行更新。</a:t>
            </a:r>
          </a:p>
          <a:p>
            <a:pPr eaLnBrk="1" hangingPunct="1"/>
            <a:r>
              <a:rPr lang="zh-CN" altLang="en-US" dirty="0">
                <a:solidFill>
                  <a:schemeClr val="hlink"/>
                </a:solidFill>
                <a:ea typeface="宋体" panose="02010600030101010101" pitchFamily="2" charset="-122"/>
              </a:rPr>
              <a:t>转发帧</a:t>
            </a:r>
            <a:r>
              <a:rPr lang="zh-CN" altLang="en-US" dirty="0">
                <a:ea typeface="宋体" panose="02010600030101010101" pitchFamily="2" charset="-122"/>
              </a:rPr>
              <a:t>。查找转发表中与收到帧的目的地址有无相匹配的项目。</a:t>
            </a:r>
          </a:p>
          <a:p>
            <a:pPr lvl="1" eaLnBrk="1" hangingPunct="1"/>
            <a:r>
              <a:rPr lang="zh-CN" altLang="en-US" sz="1800" dirty="0">
                <a:solidFill>
                  <a:schemeClr val="folHlink"/>
                </a:solidFill>
                <a:ea typeface="宋体" panose="02010600030101010101" pitchFamily="2" charset="-122"/>
              </a:rPr>
              <a:t>如没有，则通过所有其他接口（但进入网桥的接口除外）按进行转发。</a:t>
            </a:r>
          </a:p>
          <a:p>
            <a:pPr lvl="1" eaLnBrk="1" hangingPunct="1"/>
            <a:r>
              <a:rPr lang="zh-CN" altLang="en-US" sz="1800" dirty="0">
                <a:solidFill>
                  <a:schemeClr val="folHlink"/>
                </a:solidFill>
                <a:ea typeface="宋体" panose="02010600030101010101" pitchFamily="2" charset="-122"/>
              </a:rPr>
              <a:t>如有，则按转发表中给出的接口进行转发。</a:t>
            </a:r>
          </a:p>
          <a:p>
            <a:pPr lvl="1" eaLnBrk="1" hangingPunct="1"/>
            <a:r>
              <a:rPr lang="zh-CN" altLang="en-US" sz="1800" dirty="0">
                <a:solidFill>
                  <a:schemeClr val="folHlink"/>
                </a:solidFill>
                <a:ea typeface="宋体" panose="02010600030101010101" pitchFamily="2" charset="-122"/>
              </a:rPr>
              <a:t>若转发表中给出的接口就是该帧进入网桥的接口，则应丢弃这个帧（因为这时不需要经过网桥进行转发）。</a:t>
            </a:r>
          </a:p>
        </p:txBody>
      </p:sp>
      <p:sp>
        <p:nvSpPr>
          <p:cNvPr id="253955" name="幻灯片编号占位符 1">
            <a:extLst>
              <a:ext uri="{FF2B5EF4-FFF2-40B4-BE49-F238E27FC236}">
                <a16:creationId xmlns:a16="http://schemas.microsoft.com/office/drawing/2014/main" id="{044A9692-5C3E-4745-894D-BC9F82C062C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86F3231-3CC3-4E4F-88F9-C9E2C5C5C37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241596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7" name="Rectangle 2">
            <a:extLst>
              <a:ext uri="{FF2B5EF4-FFF2-40B4-BE49-F238E27FC236}">
                <a16:creationId xmlns:a16="http://schemas.microsoft.com/office/drawing/2014/main" id="{69D44E12-807A-D74A-9CB5-4F3FEE54A9A8}"/>
              </a:ext>
            </a:extLst>
          </p:cNvPr>
          <p:cNvSpPr>
            <a:spLocks noGrp="1" noChangeArrowheads="1"/>
          </p:cNvSpPr>
          <p:nvPr>
            <p:ph type="body" idx="1"/>
          </p:nvPr>
        </p:nvSpPr>
        <p:spPr>
          <a:xfrm>
            <a:off x="160020" y="1126331"/>
            <a:ext cx="8698230" cy="825104"/>
          </a:xfrm>
        </p:spPr>
        <p:txBody>
          <a:bodyPr/>
          <a:lstStyle/>
          <a:p>
            <a:pPr marL="400050" indent="-400050" eaLnBrk="1" hangingPunct="1"/>
            <a:r>
              <a:rPr lang="zh-CN" altLang="en-US" sz="2800" dirty="0">
                <a:ea typeface="宋体" panose="02010600030101010101" pitchFamily="2" charset="-122"/>
              </a:rPr>
              <a:t>这是为了避免产生转发的帧在网络中不断地兜圈子。 </a:t>
            </a:r>
          </a:p>
        </p:txBody>
      </p:sp>
      <p:sp>
        <p:nvSpPr>
          <p:cNvPr id="254978" name="Rectangle 3">
            <a:extLst>
              <a:ext uri="{FF2B5EF4-FFF2-40B4-BE49-F238E27FC236}">
                <a16:creationId xmlns:a16="http://schemas.microsoft.com/office/drawing/2014/main" id="{4C7FF764-9875-3A4B-978B-AECE8E8E55B5}"/>
              </a:ext>
            </a:extLst>
          </p:cNvPr>
          <p:cNvSpPr>
            <a:spLocks noGrp="1" noChangeArrowheads="1"/>
          </p:cNvSpPr>
          <p:nvPr>
            <p:ph type="title"/>
          </p:nvPr>
        </p:nvSpPr>
        <p:spPr>
          <a:xfrm>
            <a:off x="160020" y="235745"/>
            <a:ext cx="7496890" cy="675084"/>
          </a:xfrm>
        </p:spPr>
        <p:txBody>
          <a:bodyPr/>
          <a:lstStyle/>
          <a:p>
            <a:pPr eaLnBrk="1" hangingPunct="1"/>
            <a:r>
              <a:rPr lang="zh-CN" altLang="en-US" dirty="0">
                <a:latin typeface="Times New Roman" panose="02020603050405020304" pitchFamily="18" charset="0"/>
                <a:ea typeface="宋体" panose="02010600030101010101" pitchFamily="2" charset="-122"/>
              </a:rPr>
              <a:t>透明网桥使用了生成树算法 </a:t>
            </a:r>
          </a:p>
        </p:txBody>
      </p:sp>
      <p:sp>
        <p:nvSpPr>
          <p:cNvPr id="254979" name="Line 4">
            <a:extLst>
              <a:ext uri="{FF2B5EF4-FFF2-40B4-BE49-F238E27FC236}">
                <a16:creationId xmlns:a16="http://schemas.microsoft.com/office/drawing/2014/main" id="{01409F5C-5BCC-2A4B-A1F9-F348BF49A049}"/>
              </a:ext>
            </a:extLst>
          </p:cNvPr>
          <p:cNvSpPr>
            <a:spLocks noChangeShapeType="1"/>
          </p:cNvSpPr>
          <p:nvPr/>
        </p:nvSpPr>
        <p:spPr bwMode="auto">
          <a:xfrm>
            <a:off x="2927747" y="2814638"/>
            <a:ext cx="3708797"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4980" name="Line 5">
            <a:extLst>
              <a:ext uri="{FF2B5EF4-FFF2-40B4-BE49-F238E27FC236}">
                <a16:creationId xmlns:a16="http://schemas.microsoft.com/office/drawing/2014/main" id="{FAA629A8-ABF3-624C-B88A-08B1C11EAD21}"/>
              </a:ext>
            </a:extLst>
          </p:cNvPr>
          <p:cNvSpPr>
            <a:spLocks noChangeShapeType="1"/>
          </p:cNvSpPr>
          <p:nvPr/>
        </p:nvSpPr>
        <p:spPr bwMode="auto">
          <a:xfrm flipV="1">
            <a:off x="2657475" y="4118372"/>
            <a:ext cx="3960019" cy="95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4981" name="Rectangle 6">
            <a:extLst>
              <a:ext uri="{FF2B5EF4-FFF2-40B4-BE49-F238E27FC236}">
                <a16:creationId xmlns:a16="http://schemas.microsoft.com/office/drawing/2014/main" id="{7C9EF42A-AC43-4343-81F8-0D1D1D9470FB}"/>
              </a:ext>
            </a:extLst>
          </p:cNvPr>
          <p:cNvSpPr>
            <a:spLocks noChangeArrowheads="1"/>
          </p:cNvSpPr>
          <p:nvPr/>
        </p:nvSpPr>
        <p:spPr bwMode="auto">
          <a:xfrm>
            <a:off x="6600825" y="2646760"/>
            <a:ext cx="8744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局域网 </a:t>
            </a:r>
            <a:r>
              <a:rPr kumimoji="1" lang="en-US" altLang="zh-CN" sz="1500">
                <a:latin typeface="Arial" panose="020B0604020202020204" pitchFamily="34" charset="0"/>
                <a:ea typeface="宋体" panose="02010600030101010101" pitchFamily="2" charset="-122"/>
              </a:rPr>
              <a:t>2</a:t>
            </a:r>
          </a:p>
        </p:txBody>
      </p:sp>
      <p:sp>
        <p:nvSpPr>
          <p:cNvPr id="254982" name="Rectangle 7">
            <a:extLst>
              <a:ext uri="{FF2B5EF4-FFF2-40B4-BE49-F238E27FC236}">
                <a16:creationId xmlns:a16="http://schemas.microsoft.com/office/drawing/2014/main" id="{F102060C-1898-D843-A4A2-E894ED42BABB}"/>
              </a:ext>
            </a:extLst>
          </p:cNvPr>
          <p:cNvSpPr>
            <a:spLocks noChangeArrowheads="1"/>
          </p:cNvSpPr>
          <p:nvPr/>
        </p:nvSpPr>
        <p:spPr bwMode="auto">
          <a:xfrm>
            <a:off x="6575823" y="3915966"/>
            <a:ext cx="8744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局域网 </a:t>
            </a:r>
            <a:r>
              <a:rPr kumimoji="1" lang="en-US" altLang="zh-CN" sz="1500">
                <a:latin typeface="Arial" panose="020B0604020202020204" pitchFamily="34" charset="0"/>
                <a:ea typeface="宋体" panose="02010600030101010101" pitchFamily="2" charset="-122"/>
              </a:rPr>
              <a:t>1</a:t>
            </a:r>
          </a:p>
        </p:txBody>
      </p:sp>
      <p:sp>
        <p:nvSpPr>
          <p:cNvPr id="254983" name="Line 8">
            <a:extLst>
              <a:ext uri="{FF2B5EF4-FFF2-40B4-BE49-F238E27FC236}">
                <a16:creationId xmlns:a16="http://schemas.microsoft.com/office/drawing/2014/main" id="{A1DF165B-FF8F-D94D-AF13-AC9B3EA20AC1}"/>
              </a:ext>
            </a:extLst>
          </p:cNvPr>
          <p:cNvSpPr>
            <a:spLocks noChangeShapeType="1"/>
          </p:cNvSpPr>
          <p:nvPr/>
        </p:nvSpPr>
        <p:spPr bwMode="auto">
          <a:xfrm flipH="1">
            <a:off x="3234929" y="2801541"/>
            <a:ext cx="0" cy="56792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4984" name="Line 9">
            <a:extLst>
              <a:ext uri="{FF2B5EF4-FFF2-40B4-BE49-F238E27FC236}">
                <a16:creationId xmlns:a16="http://schemas.microsoft.com/office/drawing/2014/main" id="{1E5424CE-4CBB-5F4F-A39F-A14E706E8F24}"/>
              </a:ext>
            </a:extLst>
          </p:cNvPr>
          <p:cNvSpPr>
            <a:spLocks noChangeShapeType="1"/>
          </p:cNvSpPr>
          <p:nvPr/>
        </p:nvSpPr>
        <p:spPr bwMode="auto">
          <a:xfrm>
            <a:off x="3226594" y="3620691"/>
            <a:ext cx="0" cy="49172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4985" name="Line 10">
            <a:extLst>
              <a:ext uri="{FF2B5EF4-FFF2-40B4-BE49-F238E27FC236}">
                <a16:creationId xmlns:a16="http://schemas.microsoft.com/office/drawing/2014/main" id="{27500B39-D907-3D41-8CA8-7389F9865C89}"/>
              </a:ext>
            </a:extLst>
          </p:cNvPr>
          <p:cNvSpPr>
            <a:spLocks noChangeShapeType="1"/>
          </p:cNvSpPr>
          <p:nvPr/>
        </p:nvSpPr>
        <p:spPr bwMode="auto">
          <a:xfrm flipH="1">
            <a:off x="5950744" y="2819400"/>
            <a:ext cx="1191" cy="54411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4986" name="Line 11">
            <a:extLst>
              <a:ext uri="{FF2B5EF4-FFF2-40B4-BE49-F238E27FC236}">
                <a16:creationId xmlns:a16="http://schemas.microsoft.com/office/drawing/2014/main" id="{DE6783F8-20E8-624B-8049-D4667520A119}"/>
              </a:ext>
            </a:extLst>
          </p:cNvPr>
          <p:cNvSpPr>
            <a:spLocks noChangeShapeType="1"/>
          </p:cNvSpPr>
          <p:nvPr/>
        </p:nvSpPr>
        <p:spPr bwMode="auto">
          <a:xfrm>
            <a:off x="5950744" y="3629025"/>
            <a:ext cx="0" cy="491729"/>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6956" name="弧 12">
            <a:extLst>
              <a:ext uri="{FF2B5EF4-FFF2-40B4-BE49-F238E27FC236}">
                <a16:creationId xmlns:a16="http://schemas.microsoft.com/office/drawing/2014/main" id="{C3B7449A-CD9A-9344-BCC3-9D869A25EA94}"/>
              </a:ext>
            </a:extLst>
          </p:cNvPr>
          <p:cNvSpPr>
            <a:spLocks/>
          </p:cNvSpPr>
          <p:nvPr/>
        </p:nvSpPr>
        <p:spPr bwMode="auto">
          <a:xfrm rot="5255629" flipH="1">
            <a:off x="4332089" y="2091333"/>
            <a:ext cx="514350" cy="1653779"/>
          </a:xfrm>
          <a:custGeom>
            <a:avLst/>
            <a:gdLst>
              <a:gd name="T0" fmla="*/ 0 w 21653"/>
              <a:gd name="T1" fmla="*/ 0 h 42096"/>
              <a:gd name="T2" fmla="*/ 2147483646 w 21653"/>
              <a:gd name="T3" fmla="*/ 2147483646 h 42096"/>
              <a:gd name="T4" fmla="*/ 53344649 w 21653"/>
              <a:gd name="T5" fmla="*/ 2147483646 h 42096"/>
              <a:gd name="T6" fmla="*/ 0 60000 65536"/>
              <a:gd name="T7" fmla="*/ 0 60000 65536"/>
              <a:gd name="T8" fmla="*/ 0 60000 65536"/>
            </a:gdLst>
            <a:ahLst/>
            <a:cxnLst>
              <a:cxn ang="T6">
                <a:pos x="T0" y="T1"/>
              </a:cxn>
              <a:cxn ang="T7">
                <a:pos x="T2" y="T3"/>
              </a:cxn>
              <a:cxn ang="T8">
                <a:pos x="T4" y="T5"/>
              </a:cxn>
            </a:cxnLst>
            <a:rect l="0" t="0" r="r" b="b"/>
            <a:pathLst>
              <a:path w="21653" h="42096" fill="none" extrusionOk="0">
                <a:moveTo>
                  <a:pt x="0" y="0"/>
                </a:moveTo>
                <a:cubicBezTo>
                  <a:pt x="17" y="0"/>
                  <a:pt x="35" y="-1"/>
                  <a:pt x="53" y="-1"/>
                </a:cubicBezTo>
                <a:cubicBezTo>
                  <a:pt x="11982" y="0"/>
                  <a:pt x="21653" y="9670"/>
                  <a:pt x="21653" y="21600"/>
                </a:cubicBezTo>
                <a:cubicBezTo>
                  <a:pt x="21653" y="30902"/>
                  <a:pt x="15697" y="39160"/>
                  <a:pt x="6870" y="42096"/>
                </a:cubicBezTo>
              </a:path>
              <a:path w="21653" h="42096" stroke="0" extrusionOk="0">
                <a:moveTo>
                  <a:pt x="0" y="0"/>
                </a:moveTo>
                <a:cubicBezTo>
                  <a:pt x="17" y="0"/>
                  <a:pt x="35" y="-1"/>
                  <a:pt x="53" y="-1"/>
                </a:cubicBezTo>
                <a:cubicBezTo>
                  <a:pt x="11982" y="0"/>
                  <a:pt x="21653" y="9670"/>
                  <a:pt x="21653" y="21600"/>
                </a:cubicBezTo>
                <a:cubicBezTo>
                  <a:pt x="21653" y="30902"/>
                  <a:pt x="15697" y="39160"/>
                  <a:pt x="6870" y="42096"/>
                </a:cubicBezTo>
                <a:lnTo>
                  <a:pt x="53" y="21600"/>
                </a:lnTo>
                <a:lnTo>
                  <a:pt x="0" y="0"/>
                </a:lnTo>
                <a:close/>
              </a:path>
            </a:pathLst>
          </a:custGeom>
          <a:noFill/>
          <a:ln w="76200" cap="rnd">
            <a:solidFill>
              <a:schemeClr val="tx2"/>
            </a:solidFill>
            <a:round/>
            <a:headEnd type="triangle" w="med" len="lg"/>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4988" name="Rectangle 13">
            <a:extLst>
              <a:ext uri="{FF2B5EF4-FFF2-40B4-BE49-F238E27FC236}">
                <a16:creationId xmlns:a16="http://schemas.microsoft.com/office/drawing/2014/main" id="{AB65F4E4-B5BB-5347-B11E-740092831D10}"/>
              </a:ext>
            </a:extLst>
          </p:cNvPr>
          <p:cNvSpPr>
            <a:spLocks noChangeArrowheads="1"/>
          </p:cNvSpPr>
          <p:nvPr/>
        </p:nvSpPr>
        <p:spPr bwMode="auto">
          <a:xfrm>
            <a:off x="6303169" y="3253979"/>
            <a:ext cx="68207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网桥 </a:t>
            </a:r>
            <a:r>
              <a:rPr kumimoji="1" lang="en-US" altLang="zh-CN" sz="1500">
                <a:latin typeface="Arial" panose="020B0604020202020204" pitchFamily="34" charset="0"/>
                <a:ea typeface="宋体" panose="02010600030101010101" pitchFamily="2" charset="-122"/>
              </a:rPr>
              <a:t>2</a:t>
            </a:r>
          </a:p>
        </p:txBody>
      </p:sp>
      <p:sp>
        <p:nvSpPr>
          <p:cNvPr id="254989" name="Rectangle 14">
            <a:extLst>
              <a:ext uri="{FF2B5EF4-FFF2-40B4-BE49-F238E27FC236}">
                <a16:creationId xmlns:a16="http://schemas.microsoft.com/office/drawing/2014/main" id="{31EF89ED-C386-9843-BEC9-5B7EF79A2AA0}"/>
              </a:ext>
            </a:extLst>
          </p:cNvPr>
          <p:cNvSpPr>
            <a:spLocks noChangeArrowheads="1"/>
          </p:cNvSpPr>
          <p:nvPr/>
        </p:nvSpPr>
        <p:spPr bwMode="auto">
          <a:xfrm>
            <a:off x="2231231" y="3282554"/>
            <a:ext cx="68207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网桥 </a:t>
            </a:r>
            <a:r>
              <a:rPr kumimoji="1" lang="en-US" altLang="zh-CN" sz="1500">
                <a:latin typeface="Arial" panose="020B0604020202020204" pitchFamily="34" charset="0"/>
                <a:ea typeface="宋体" panose="02010600030101010101" pitchFamily="2" charset="-122"/>
              </a:rPr>
              <a:t>1</a:t>
            </a:r>
          </a:p>
        </p:txBody>
      </p:sp>
      <p:pic>
        <p:nvPicPr>
          <p:cNvPr id="254990" name="Picture 15">
            <a:extLst>
              <a:ext uri="{FF2B5EF4-FFF2-40B4-BE49-F238E27FC236}">
                <a16:creationId xmlns:a16="http://schemas.microsoft.com/office/drawing/2014/main" id="{8DC554B8-8BE0-3544-80E3-384AF07F9E1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0763" y="3783806"/>
            <a:ext cx="572691" cy="567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4991" name="Rectangle 16">
            <a:extLst>
              <a:ext uri="{FF2B5EF4-FFF2-40B4-BE49-F238E27FC236}">
                <a16:creationId xmlns:a16="http://schemas.microsoft.com/office/drawing/2014/main" id="{6F355A59-655D-5045-99D7-D66A3FACD221}"/>
              </a:ext>
            </a:extLst>
          </p:cNvPr>
          <p:cNvSpPr>
            <a:spLocks noChangeArrowheads="1"/>
          </p:cNvSpPr>
          <p:nvPr/>
        </p:nvSpPr>
        <p:spPr bwMode="auto">
          <a:xfrm>
            <a:off x="2049067" y="3805238"/>
            <a:ext cx="307553"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zh-CN" sz="150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A</a:t>
            </a:r>
          </a:p>
        </p:txBody>
      </p:sp>
      <p:sp>
        <p:nvSpPr>
          <p:cNvPr id="254992" name="Rectangle 17">
            <a:extLst>
              <a:ext uri="{FF2B5EF4-FFF2-40B4-BE49-F238E27FC236}">
                <a16:creationId xmlns:a16="http://schemas.microsoft.com/office/drawing/2014/main" id="{CBBC64EC-749F-FA48-921D-2CFA677066BF}"/>
              </a:ext>
            </a:extLst>
          </p:cNvPr>
          <p:cNvSpPr>
            <a:spLocks noChangeArrowheads="1"/>
          </p:cNvSpPr>
          <p:nvPr/>
        </p:nvSpPr>
        <p:spPr bwMode="auto">
          <a:xfrm>
            <a:off x="2869407" y="4262438"/>
            <a:ext cx="551260" cy="267891"/>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en-US" altLang="zh-CN" sz="1500">
                <a:latin typeface="Arial" panose="020B0604020202020204" pitchFamily="34" charset="0"/>
                <a:ea typeface="宋体" panose="02010600030101010101" pitchFamily="2" charset="-122"/>
              </a:rPr>
              <a:t>F</a:t>
            </a:r>
          </a:p>
        </p:txBody>
      </p:sp>
      <p:sp>
        <p:nvSpPr>
          <p:cNvPr id="466972" name="Text Box 28">
            <a:extLst>
              <a:ext uri="{FF2B5EF4-FFF2-40B4-BE49-F238E27FC236}">
                <a16:creationId xmlns:a16="http://schemas.microsoft.com/office/drawing/2014/main" id="{C47F0D52-3FE0-6F46-A62C-1FB68E255F32}"/>
              </a:ext>
            </a:extLst>
          </p:cNvPr>
          <p:cNvSpPr txBox="1">
            <a:spLocks noChangeArrowheads="1"/>
          </p:cNvSpPr>
          <p:nvPr/>
        </p:nvSpPr>
        <p:spPr bwMode="auto">
          <a:xfrm>
            <a:off x="4233863" y="3112294"/>
            <a:ext cx="87716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不停地</a:t>
            </a:r>
          </a:p>
          <a:p>
            <a:pPr>
              <a:spcBef>
                <a:spcPct val="0"/>
              </a:spcBef>
              <a:buClrTx/>
              <a:buSzTx/>
              <a:buFontTx/>
              <a:buNone/>
            </a:pPr>
            <a:r>
              <a:rPr kumimoji="1" lang="zh-CN" altLang="en-US" sz="1800">
                <a:latin typeface="Arial" panose="020B0604020202020204" pitchFamily="34" charset="0"/>
                <a:ea typeface="宋体" panose="02010600030101010101" pitchFamily="2" charset="-122"/>
              </a:rPr>
              <a:t>兜圈子</a:t>
            </a:r>
          </a:p>
        </p:txBody>
      </p:sp>
      <p:pic>
        <p:nvPicPr>
          <p:cNvPr id="254994" name="Picture 29">
            <a:extLst>
              <a:ext uri="{FF2B5EF4-FFF2-40B4-BE49-F238E27FC236}">
                <a16:creationId xmlns:a16="http://schemas.microsoft.com/office/drawing/2014/main" id="{4A78D13C-BB40-1F43-B2EC-C0B384E8F0F6}"/>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4403" y="3055144"/>
            <a:ext cx="785813" cy="584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4995" name="Picture 30">
            <a:extLst>
              <a:ext uri="{FF2B5EF4-FFF2-40B4-BE49-F238E27FC236}">
                <a16:creationId xmlns:a16="http://schemas.microsoft.com/office/drawing/2014/main" id="{B2F2FC4E-FBBE-914C-9C50-C688EB9EA3B6}"/>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48313" y="3055144"/>
            <a:ext cx="784622" cy="584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66992" name="Group 48">
            <a:extLst>
              <a:ext uri="{FF2B5EF4-FFF2-40B4-BE49-F238E27FC236}">
                <a16:creationId xmlns:a16="http://schemas.microsoft.com/office/drawing/2014/main" id="{F0BD07A6-F278-1D48-BB1D-C2F5BDE64930}"/>
              </a:ext>
            </a:extLst>
          </p:cNvPr>
          <p:cNvGrpSpPr>
            <a:grpSpLocks/>
          </p:cNvGrpSpPr>
          <p:nvPr/>
        </p:nvGrpSpPr>
        <p:grpSpPr bwMode="auto">
          <a:xfrm>
            <a:off x="2784872" y="3543300"/>
            <a:ext cx="389334" cy="753666"/>
            <a:chOff x="1379" y="2993"/>
            <a:chExt cx="327" cy="633"/>
          </a:xfrm>
        </p:grpSpPr>
        <p:sp>
          <p:nvSpPr>
            <p:cNvPr id="255024" name="Line 32">
              <a:extLst>
                <a:ext uri="{FF2B5EF4-FFF2-40B4-BE49-F238E27FC236}">
                  <a16:creationId xmlns:a16="http://schemas.microsoft.com/office/drawing/2014/main" id="{1B79E52D-17D5-FB44-A626-67899F860FF2}"/>
                </a:ext>
              </a:extLst>
            </p:cNvPr>
            <p:cNvSpPr>
              <a:spLocks noChangeShapeType="1"/>
            </p:cNvSpPr>
            <p:nvPr/>
          </p:nvSpPr>
          <p:spPr bwMode="auto">
            <a:xfrm flipH="1" flipV="1">
              <a:off x="1655" y="2993"/>
              <a:ext cx="11" cy="633"/>
            </a:xfrm>
            <a:prstGeom prst="line">
              <a:avLst/>
            </a:prstGeom>
            <a:noFill/>
            <a:ln w="76200">
              <a:solidFill>
                <a:schemeClr val="hlink"/>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5025" name="Text Box 33">
              <a:extLst>
                <a:ext uri="{FF2B5EF4-FFF2-40B4-BE49-F238E27FC236}">
                  <a16:creationId xmlns:a16="http://schemas.microsoft.com/office/drawing/2014/main" id="{81614B7B-C4B0-CA43-981B-97E4CC9965E8}"/>
                </a:ext>
              </a:extLst>
            </p:cNvPr>
            <p:cNvSpPr txBox="1">
              <a:spLocks noChangeArrowheads="1"/>
            </p:cNvSpPr>
            <p:nvPr/>
          </p:nvSpPr>
          <p:spPr bwMode="auto">
            <a:xfrm>
              <a:off x="1379" y="3110"/>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grpSp>
      <p:grpSp>
        <p:nvGrpSpPr>
          <p:cNvPr id="466978" name="Group 34">
            <a:extLst>
              <a:ext uri="{FF2B5EF4-FFF2-40B4-BE49-F238E27FC236}">
                <a16:creationId xmlns:a16="http://schemas.microsoft.com/office/drawing/2014/main" id="{2BFFEEC4-A847-F64C-A756-D81E3CBB36ED}"/>
              </a:ext>
            </a:extLst>
          </p:cNvPr>
          <p:cNvGrpSpPr>
            <a:grpSpLocks/>
          </p:cNvGrpSpPr>
          <p:nvPr/>
        </p:nvGrpSpPr>
        <p:grpSpPr bwMode="auto">
          <a:xfrm>
            <a:off x="3463529" y="3651646"/>
            <a:ext cx="2380059" cy="773906"/>
            <a:chOff x="1949" y="3067"/>
            <a:chExt cx="1999" cy="650"/>
          </a:xfrm>
        </p:grpSpPr>
        <p:sp>
          <p:nvSpPr>
            <p:cNvPr id="255022" name="Freeform 35">
              <a:extLst>
                <a:ext uri="{FF2B5EF4-FFF2-40B4-BE49-F238E27FC236}">
                  <a16:creationId xmlns:a16="http://schemas.microsoft.com/office/drawing/2014/main" id="{8619AFF3-F9EC-8247-86E5-1C1D5D090C69}"/>
                </a:ext>
              </a:extLst>
            </p:cNvPr>
            <p:cNvSpPr>
              <a:spLocks/>
            </p:cNvSpPr>
            <p:nvPr/>
          </p:nvSpPr>
          <p:spPr bwMode="auto">
            <a:xfrm>
              <a:off x="1949" y="3067"/>
              <a:ext cx="1999" cy="624"/>
            </a:xfrm>
            <a:custGeom>
              <a:avLst/>
              <a:gdLst>
                <a:gd name="T0" fmla="*/ 0 w 1866"/>
                <a:gd name="T1" fmla="*/ 1057 h 523"/>
                <a:gd name="T2" fmla="*/ 1395 w 1866"/>
                <a:gd name="T3" fmla="*/ 1032 h 523"/>
                <a:gd name="T4" fmla="*/ 1723 w 1866"/>
                <a:gd name="T5" fmla="*/ 1020 h 523"/>
                <a:gd name="T6" fmla="*/ 1967 w 1866"/>
                <a:gd name="T7" fmla="*/ 990 h 523"/>
                <a:gd name="T8" fmla="*/ 2177 w 1866"/>
                <a:gd name="T9" fmla="*/ 923 h 523"/>
                <a:gd name="T10" fmla="*/ 2270 w 1866"/>
                <a:gd name="T11" fmla="*/ 875 h 523"/>
                <a:gd name="T12" fmla="*/ 2354 w 1866"/>
                <a:gd name="T13" fmla="*/ 723 h 523"/>
                <a:gd name="T14" fmla="*/ 2426 w 1866"/>
                <a:gd name="T15" fmla="*/ 413 h 523"/>
                <a:gd name="T16" fmla="*/ 2446 w 1866"/>
                <a:gd name="T17" fmla="*/ 0 h 52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66" h="523">
                  <a:moveTo>
                    <a:pt x="0" y="522"/>
                  </a:moveTo>
                  <a:cubicBezTo>
                    <a:pt x="174" y="523"/>
                    <a:pt x="817" y="514"/>
                    <a:pt x="1059" y="510"/>
                  </a:cubicBezTo>
                  <a:cubicBezTo>
                    <a:pt x="1277" y="507"/>
                    <a:pt x="1236" y="507"/>
                    <a:pt x="1308" y="504"/>
                  </a:cubicBezTo>
                  <a:cubicBezTo>
                    <a:pt x="1349" y="489"/>
                    <a:pt x="1443" y="504"/>
                    <a:pt x="1494" y="489"/>
                  </a:cubicBezTo>
                  <a:cubicBezTo>
                    <a:pt x="1549" y="479"/>
                    <a:pt x="1615" y="465"/>
                    <a:pt x="1653" y="456"/>
                  </a:cubicBezTo>
                  <a:cubicBezTo>
                    <a:pt x="1691" y="447"/>
                    <a:pt x="1700" y="448"/>
                    <a:pt x="1723" y="432"/>
                  </a:cubicBezTo>
                  <a:cubicBezTo>
                    <a:pt x="1734" y="420"/>
                    <a:pt x="1777" y="369"/>
                    <a:pt x="1788" y="357"/>
                  </a:cubicBezTo>
                  <a:cubicBezTo>
                    <a:pt x="1793" y="351"/>
                    <a:pt x="1839" y="216"/>
                    <a:pt x="1842" y="204"/>
                  </a:cubicBezTo>
                  <a:cubicBezTo>
                    <a:pt x="1866" y="115"/>
                    <a:pt x="1857" y="110"/>
                    <a:pt x="1857" y="0"/>
                  </a:cubicBezTo>
                </a:path>
              </a:pathLst>
            </a:custGeom>
            <a:noFill/>
            <a:ln w="76200" cap="flat" cmpd="sng">
              <a:solidFill>
                <a:schemeClr val="hlink"/>
              </a:solidFill>
              <a:prstDash val="solid"/>
              <a:round/>
              <a:headEnd type="none" w="med" len="me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5023" name="Text Box 36">
              <a:extLst>
                <a:ext uri="{FF2B5EF4-FFF2-40B4-BE49-F238E27FC236}">
                  <a16:creationId xmlns:a16="http://schemas.microsoft.com/office/drawing/2014/main" id="{844EEFEA-B30B-2843-BC81-369C46EEB0C3}"/>
                </a:ext>
              </a:extLst>
            </p:cNvPr>
            <p:cNvSpPr txBox="1">
              <a:spLocks noChangeArrowheads="1"/>
            </p:cNvSpPr>
            <p:nvPr/>
          </p:nvSpPr>
          <p:spPr bwMode="auto">
            <a:xfrm>
              <a:off x="2014" y="3407"/>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grpSp>
      <p:sp>
        <p:nvSpPr>
          <p:cNvPr id="254998" name="Rectangle 37">
            <a:extLst>
              <a:ext uri="{FF2B5EF4-FFF2-40B4-BE49-F238E27FC236}">
                <a16:creationId xmlns:a16="http://schemas.microsoft.com/office/drawing/2014/main" id="{B32A709B-7F1A-024D-AC7A-05D1C919BA62}"/>
              </a:ext>
            </a:extLst>
          </p:cNvPr>
          <p:cNvSpPr>
            <a:spLocks noChangeArrowheads="1"/>
          </p:cNvSpPr>
          <p:nvPr/>
        </p:nvSpPr>
        <p:spPr bwMode="auto">
          <a:xfrm>
            <a:off x="2640807" y="4516041"/>
            <a:ext cx="1076995"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 </a:t>
            </a:r>
            <a:r>
              <a:rPr kumimoji="1" lang="zh-CN" altLang="en-US" sz="1500">
                <a:latin typeface="Arial" panose="020B0604020202020204" pitchFamily="34" charset="0"/>
                <a:ea typeface="宋体" panose="02010600030101010101" pitchFamily="2" charset="-122"/>
              </a:rPr>
              <a:t>发出的帧</a:t>
            </a:r>
          </a:p>
        </p:txBody>
      </p:sp>
      <p:grpSp>
        <p:nvGrpSpPr>
          <p:cNvPr id="466996" name="Group 52">
            <a:extLst>
              <a:ext uri="{FF2B5EF4-FFF2-40B4-BE49-F238E27FC236}">
                <a16:creationId xmlns:a16="http://schemas.microsoft.com/office/drawing/2014/main" id="{BC0E03F0-749F-294A-BF09-37299811E451}"/>
              </a:ext>
            </a:extLst>
          </p:cNvPr>
          <p:cNvGrpSpPr>
            <a:grpSpLocks/>
          </p:cNvGrpSpPr>
          <p:nvPr/>
        </p:nvGrpSpPr>
        <p:grpSpPr bwMode="auto">
          <a:xfrm>
            <a:off x="3518298" y="2075260"/>
            <a:ext cx="2325290" cy="1090613"/>
            <a:chOff x="1995" y="1743"/>
            <a:chExt cx="1953" cy="916"/>
          </a:xfrm>
        </p:grpSpPr>
        <p:sp>
          <p:nvSpPr>
            <p:cNvPr id="255020" name="弧 39">
              <a:extLst>
                <a:ext uri="{FF2B5EF4-FFF2-40B4-BE49-F238E27FC236}">
                  <a16:creationId xmlns:a16="http://schemas.microsoft.com/office/drawing/2014/main" id="{EF66A53A-7EFF-5846-BB95-6331A71A1617}"/>
                </a:ext>
              </a:extLst>
            </p:cNvPr>
            <p:cNvSpPr>
              <a:spLocks/>
            </p:cNvSpPr>
            <p:nvPr/>
          </p:nvSpPr>
          <p:spPr bwMode="auto">
            <a:xfrm>
              <a:off x="1995" y="2052"/>
              <a:ext cx="1953" cy="607"/>
            </a:xfrm>
            <a:custGeom>
              <a:avLst/>
              <a:gdLst>
                <a:gd name="T0" fmla="*/ 0 w 21600"/>
                <a:gd name="T1" fmla="*/ 0 h 26015"/>
                <a:gd name="T2" fmla="*/ 1 w 21600"/>
                <a:gd name="T3" fmla="*/ 0 h 26015"/>
                <a:gd name="T4" fmla="*/ 0 w 21600"/>
                <a:gd name="T5" fmla="*/ 0 h 26015"/>
                <a:gd name="T6" fmla="*/ 0 60000 65536"/>
                <a:gd name="T7" fmla="*/ 0 60000 65536"/>
                <a:gd name="T8" fmla="*/ 0 60000 65536"/>
              </a:gdLst>
              <a:ahLst/>
              <a:cxnLst>
                <a:cxn ang="T6">
                  <a:pos x="T0" y="T1"/>
                </a:cxn>
                <a:cxn ang="T7">
                  <a:pos x="T2" y="T3"/>
                </a:cxn>
                <a:cxn ang="T8">
                  <a:pos x="T4" y="T5"/>
                </a:cxn>
              </a:cxnLst>
              <a:rect l="0" t="0" r="r" b="b"/>
              <a:pathLst>
                <a:path w="21600" h="26015" fill="none" extrusionOk="0">
                  <a:moveTo>
                    <a:pt x="0" y="-1"/>
                  </a:moveTo>
                  <a:cubicBezTo>
                    <a:pt x="11929" y="0"/>
                    <a:pt x="21600" y="9670"/>
                    <a:pt x="21600" y="21600"/>
                  </a:cubicBezTo>
                  <a:cubicBezTo>
                    <a:pt x="21600" y="23083"/>
                    <a:pt x="21447" y="24562"/>
                    <a:pt x="21143" y="26014"/>
                  </a:cubicBezTo>
                </a:path>
                <a:path w="21600" h="26015" stroke="0" extrusionOk="0">
                  <a:moveTo>
                    <a:pt x="0" y="-1"/>
                  </a:moveTo>
                  <a:cubicBezTo>
                    <a:pt x="11929" y="0"/>
                    <a:pt x="21600" y="9670"/>
                    <a:pt x="21600" y="21600"/>
                  </a:cubicBezTo>
                  <a:cubicBezTo>
                    <a:pt x="21600" y="23083"/>
                    <a:pt x="21447" y="24562"/>
                    <a:pt x="21143" y="26014"/>
                  </a:cubicBezTo>
                  <a:lnTo>
                    <a:pt x="0" y="21600"/>
                  </a:lnTo>
                  <a:lnTo>
                    <a:pt x="0" y="-1"/>
                  </a:lnTo>
                  <a:close/>
                </a:path>
              </a:pathLst>
            </a:custGeom>
            <a:noFill/>
            <a:ln w="76200">
              <a:solidFill>
                <a:schemeClr val="hlink"/>
              </a:solidFill>
              <a:round/>
              <a:headEn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5021" name="Text Box 40">
              <a:extLst>
                <a:ext uri="{FF2B5EF4-FFF2-40B4-BE49-F238E27FC236}">
                  <a16:creationId xmlns:a16="http://schemas.microsoft.com/office/drawing/2014/main" id="{D0F0B98B-47DE-B44E-87FE-07659049A729}"/>
                </a:ext>
              </a:extLst>
            </p:cNvPr>
            <p:cNvSpPr txBox="1">
              <a:spLocks noChangeArrowheads="1"/>
            </p:cNvSpPr>
            <p:nvPr/>
          </p:nvSpPr>
          <p:spPr bwMode="auto">
            <a:xfrm>
              <a:off x="2041" y="1743"/>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grpSp>
      <p:grpSp>
        <p:nvGrpSpPr>
          <p:cNvPr id="466998" name="Group 54">
            <a:extLst>
              <a:ext uri="{FF2B5EF4-FFF2-40B4-BE49-F238E27FC236}">
                <a16:creationId xmlns:a16="http://schemas.microsoft.com/office/drawing/2014/main" id="{CC82E2B5-66EC-134C-9934-BE0E3B2577FC}"/>
              </a:ext>
            </a:extLst>
          </p:cNvPr>
          <p:cNvGrpSpPr>
            <a:grpSpLocks/>
          </p:cNvGrpSpPr>
          <p:nvPr/>
        </p:nvGrpSpPr>
        <p:grpSpPr bwMode="auto">
          <a:xfrm>
            <a:off x="1508522" y="2297907"/>
            <a:ext cx="2009775" cy="926306"/>
            <a:chOff x="307" y="1930"/>
            <a:chExt cx="1688" cy="778"/>
          </a:xfrm>
        </p:grpSpPr>
        <p:grpSp>
          <p:nvGrpSpPr>
            <p:cNvPr id="255014" name="Group 23">
              <a:extLst>
                <a:ext uri="{FF2B5EF4-FFF2-40B4-BE49-F238E27FC236}">
                  <a16:creationId xmlns:a16="http://schemas.microsoft.com/office/drawing/2014/main" id="{0927220D-9AE2-B44A-92A5-A81A4E316C3F}"/>
                </a:ext>
              </a:extLst>
            </p:cNvPr>
            <p:cNvGrpSpPr>
              <a:grpSpLocks/>
            </p:cNvGrpSpPr>
            <p:nvPr/>
          </p:nvGrpSpPr>
          <p:grpSpPr bwMode="auto">
            <a:xfrm>
              <a:off x="1378" y="1930"/>
              <a:ext cx="617" cy="778"/>
              <a:chOff x="1378" y="1930"/>
              <a:chExt cx="617" cy="778"/>
            </a:xfrm>
          </p:grpSpPr>
          <p:sp>
            <p:nvSpPr>
              <p:cNvPr id="255016" name="Rectangle 24">
                <a:extLst>
                  <a:ext uri="{FF2B5EF4-FFF2-40B4-BE49-F238E27FC236}">
                    <a16:creationId xmlns:a16="http://schemas.microsoft.com/office/drawing/2014/main" id="{DAC7D588-BD39-2B41-93EF-D184077725DB}"/>
                  </a:ext>
                </a:extLst>
              </p:cNvPr>
              <p:cNvSpPr>
                <a:spLocks noChangeArrowheads="1"/>
              </p:cNvSpPr>
              <p:nvPr/>
            </p:nvSpPr>
            <p:spPr bwMode="auto">
              <a:xfrm>
                <a:off x="1532" y="1930"/>
                <a:ext cx="463" cy="280"/>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en-US" altLang="zh-CN" sz="1500">
                    <a:latin typeface="Arial" panose="020B0604020202020204" pitchFamily="34" charset="0"/>
                    <a:ea typeface="宋体" panose="02010600030101010101" pitchFamily="2" charset="-122"/>
                  </a:rPr>
                  <a:t>F</a:t>
                </a:r>
                <a:r>
                  <a:rPr kumimoji="1" lang="en-US" altLang="zh-CN" sz="1500" baseline="-25000">
                    <a:latin typeface="Arial" panose="020B0604020202020204" pitchFamily="34" charset="0"/>
                    <a:ea typeface="宋体" panose="02010600030101010101" pitchFamily="2" charset="-122"/>
                  </a:rPr>
                  <a:t>1</a:t>
                </a:r>
              </a:p>
            </p:txBody>
          </p:sp>
          <p:grpSp>
            <p:nvGrpSpPr>
              <p:cNvPr id="255017" name="Group 25">
                <a:extLst>
                  <a:ext uri="{FF2B5EF4-FFF2-40B4-BE49-F238E27FC236}">
                    <a16:creationId xmlns:a16="http://schemas.microsoft.com/office/drawing/2014/main" id="{8E731E58-3FFD-E44D-8B43-46AAAF39D588}"/>
                  </a:ext>
                </a:extLst>
              </p:cNvPr>
              <p:cNvGrpSpPr>
                <a:grpSpLocks/>
              </p:cNvGrpSpPr>
              <p:nvPr/>
            </p:nvGrpSpPr>
            <p:grpSpPr bwMode="auto">
              <a:xfrm>
                <a:off x="1378" y="2153"/>
                <a:ext cx="327" cy="555"/>
                <a:chOff x="1378" y="2153"/>
                <a:chExt cx="327" cy="555"/>
              </a:xfrm>
            </p:grpSpPr>
            <p:sp>
              <p:nvSpPr>
                <p:cNvPr id="255018" name="Line 26">
                  <a:extLst>
                    <a:ext uri="{FF2B5EF4-FFF2-40B4-BE49-F238E27FC236}">
                      <a16:creationId xmlns:a16="http://schemas.microsoft.com/office/drawing/2014/main" id="{405F8716-AAD1-9C4D-925A-C16FAD67295B}"/>
                    </a:ext>
                  </a:extLst>
                </p:cNvPr>
                <p:cNvSpPr>
                  <a:spLocks noChangeShapeType="1"/>
                </p:cNvSpPr>
                <p:nvPr/>
              </p:nvSpPr>
              <p:spPr bwMode="auto">
                <a:xfrm flipV="1">
                  <a:off x="1666" y="2153"/>
                  <a:ext cx="0" cy="555"/>
                </a:xfrm>
                <a:prstGeom prst="line">
                  <a:avLst/>
                </a:prstGeom>
                <a:noFill/>
                <a:ln w="76200">
                  <a:solidFill>
                    <a:schemeClr val="hlink"/>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5019" name="Text Box 27">
                  <a:extLst>
                    <a:ext uri="{FF2B5EF4-FFF2-40B4-BE49-F238E27FC236}">
                      <a16:creationId xmlns:a16="http://schemas.microsoft.com/office/drawing/2014/main" id="{EFA5B89D-00B2-C249-AF60-7F12258A0419}"/>
                    </a:ext>
                  </a:extLst>
                </p:cNvPr>
                <p:cNvSpPr txBox="1">
                  <a:spLocks noChangeArrowheads="1"/>
                </p:cNvSpPr>
                <p:nvPr/>
              </p:nvSpPr>
              <p:spPr bwMode="auto">
                <a:xfrm>
                  <a:off x="1378" y="2329"/>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grpSp>
        </p:grpSp>
        <p:sp>
          <p:nvSpPr>
            <p:cNvPr id="255015" name="Rectangle 41">
              <a:extLst>
                <a:ext uri="{FF2B5EF4-FFF2-40B4-BE49-F238E27FC236}">
                  <a16:creationId xmlns:a16="http://schemas.microsoft.com/office/drawing/2014/main" id="{C987FB4A-E617-C241-9D03-0164E7A75068}"/>
                </a:ext>
              </a:extLst>
            </p:cNvPr>
            <p:cNvSpPr>
              <a:spLocks noChangeArrowheads="1"/>
            </p:cNvSpPr>
            <p:nvPr/>
          </p:nvSpPr>
          <p:spPr bwMode="auto">
            <a:xfrm>
              <a:off x="307" y="1938"/>
              <a:ext cx="12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网桥 </a:t>
              </a:r>
              <a:r>
                <a:rPr kumimoji="1" lang="en-US" altLang="zh-CN" sz="1500">
                  <a:latin typeface="Arial" panose="020B0604020202020204" pitchFamily="34" charset="0"/>
                  <a:ea typeface="宋体" panose="02010600030101010101" pitchFamily="2" charset="-122"/>
                </a:rPr>
                <a:t>1 </a:t>
              </a:r>
              <a:r>
                <a:rPr kumimoji="1" lang="zh-CN" altLang="en-US" sz="1500">
                  <a:latin typeface="Arial" panose="020B0604020202020204" pitchFamily="34" charset="0"/>
                  <a:ea typeface="宋体" panose="02010600030101010101" pitchFamily="2" charset="-122"/>
                </a:rPr>
                <a:t>转发的帧</a:t>
              </a:r>
            </a:p>
          </p:txBody>
        </p:sp>
      </p:grpSp>
      <p:grpSp>
        <p:nvGrpSpPr>
          <p:cNvPr id="466997" name="Group 53">
            <a:extLst>
              <a:ext uri="{FF2B5EF4-FFF2-40B4-BE49-F238E27FC236}">
                <a16:creationId xmlns:a16="http://schemas.microsoft.com/office/drawing/2014/main" id="{A5D875AF-9CE4-8449-8AE4-1E437E3B5C3D}"/>
              </a:ext>
            </a:extLst>
          </p:cNvPr>
          <p:cNvGrpSpPr>
            <a:grpSpLocks/>
          </p:cNvGrpSpPr>
          <p:nvPr/>
        </p:nvGrpSpPr>
        <p:grpSpPr bwMode="auto">
          <a:xfrm>
            <a:off x="3333750" y="2060973"/>
            <a:ext cx="2325291" cy="1045369"/>
            <a:chOff x="1840" y="1731"/>
            <a:chExt cx="1953" cy="878"/>
          </a:xfrm>
        </p:grpSpPr>
        <p:sp>
          <p:nvSpPr>
            <p:cNvPr id="255012" name="弧 43">
              <a:extLst>
                <a:ext uri="{FF2B5EF4-FFF2-40B4-BE49-F238E27FC236}">
                  <a16:creationId xmlns:a16="http://schemas.microsoft.com/office/drawing/2014/main" id="{F4E6C5C3-8B97-F34E-9167-611F97BC2474}"/>
                </a:ext>
              </a:extLst>
            </p:cNvPr>
            <p:cNvSpPr>
              <a:spLocks/>
            </p:cNvSpPr>
            <p:nvPr/>
          </p:nvSpPr>
          <p:spPr bwMode="auto">
            <a:xfrm flipH="1">
              <a:off x="1840" y="2024"/>
              <a:ext cx="1953" cy="585"/>
            </a:xfrm>
            <a:custGeom>
              <a:avLst/>
              <a:gdLst>
                <a:gd name="T0" fmla="*/ 0 w 21600"/>
                <a:gd name="T1" fmla="*/ 0 h 25085"/>
                <a:gd name="T2" fmla="*/ 1 w 21600"/>
                <a:gd name="T3" fmla="*/ 0 h 25085"/>
                <a:gd name="T4" fmla="*/ 0 w 21600"/>
                <a:gd name="T5" fmla="*/ 0 h 25085"/>
                <a:gd name="T6" fmla="*/ 0 60000 65536"/>
                <a:gd name="T7" fmla="*/ 0 60000 65536"/>
                <a:gd name="T8" fmla="*/ 0 60000 65536"/>
              </a:gdLst>
              <a:ahLst/>
              <a:cxnLst>
                <a:cxn ang="T6">
                  <a:pos x="T0" y="T1"/>
                </a:cxn>
                <a:cxn ang="T7">
                  <a:pos x="T2" y="T3"/>
                </a:cxn>
                <a:cxn ang="T8">
                  <a:pos x="T4" y="T5"/>
                </a:cxn>
              </a:cxnLst>
              <a:rect l="0" t="0" r="r" b="b"/>
              <a:pathLst>
                <a:path w="21600" h="25085" fill="none" extrusionOk="0">
                  <a:moveTo>
                    <a:pt x="0" y="-1"/>
                  </a:moveTo>
                  <a:cubicBezTo>
                    <a:pt x="11929" y="0"/>
                    <a:pt x="21600" y="9670"/>
                    <a:pt x="21600" y="21600"/>
                  </a:cubicBezTo>
                  <a:cubicBezTo>
                    <a:pt x="21600" y="22767"/>
                    <a:pt x="21505" y="23932"/>
                    <a:pt x="21317" y="25085"/>
                  </a:cubicBezTo>
                </a:path>
                <a:path w="21600" h="25085" stroke="0" extrusionOk="0">
                  <a:moveTo>
                    <a:pt x="0" y="-1"/>
                  </a:moveTo>
                  <a:cubicBezTo>
                    <a:pt x="11929" y="0"/>
                    <a:pt x="21600" y="9670"/>
                    <a:pt x="21600" y="21600"/>
                  </a:cubicBezTo>
                  <a:cubicBezTo>
                    <a:pt x="21600" y="22767"/>
                    <a:pt x="21505" y="23932"/>
                    <a:pt x="21317" y="25085"/>
                  </a:cubicBezTo>
                  <a:lnTo>
                    <a:pt x="0" y="21600"/>
                  </a:lnTo>
                  <a:lnTo>
                    <a:pt x="0" y="-1"/>
                  </a:lnTo>
                  <a:close/>
                </a:path>
              </a:pathLst>
            </a:custGeom>
            <a:noFill/>
            <a:ln w="76200">
              <a:solidFill>
                <a:schemeClr val="hlink"/>
              </a:solidFill>
              <a:round/>
              <a:headEn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5013" name="Text Box 44">
              <a:extLst>
                <a:ext uri="{FF2B5EF4-FFF2-40B4-BE49-F238E27FC236}">
                  <a16:creationId xmlns:a16="http://schemas.microsoft.com/office/drawing/2014/main" id="{014EFB9F-9047-A145-9107-1843AF16DC2C}"/>
                </a:ext>
              </a:extLst>
            </p:cNvPr>
            <p:cNvSpPr txBox="1">
              <a:spLocks noChangeArrowheads="1"/>
            </p:cNvSpPr>
            <p:nvPr/>
          </p:nvSpPr>
          <p:spPr bwMode="auto">
            <a:xfrm>
              <a:off x="3269" y="1731"/>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grpSp>
      <p:grpSp>
        <p:nvGrpSpPr>
          <p:cNvPr id="466999" name="Group 55">
            <a:extLst>
              <a:ext uri="{FF2B5EF4-FFF2-40B4-BE49-F238E27FC236}">
                <a16:creationId xmlns:a16="http://schemas.microsoft.com/office/drawing/2014/main" id="{5A69CE80-EF31-4243-9C8C-A18DDAB8AD05}"/>
              </a:ext>
            </a:extLst>
          </p:cNvPr>
          <p:cNvGrpSpPr>
            <a:grpSpLocks/>
          </p:cNvGrpSpPr>
          <p:nvPr/>
        </p:nvGrpSpPr>
        <p:grpSpPr bwMode="auto">
          <a:xfrm>
            <a:off x="5659041" y="2270523"/>
            <a:ext cx="2037159" cy="964406"/>
            <a:chOff x="3793" y="1907"/>
            <a:chExt cx="1711" cy="810"/>
          </a:xfrm>
        </p:grpSpPr>
        <p:grpSp>
          <p:nvGrpSpPr>
            <p:cNvPr id="255006" name="Group 51">
              <a:extLst>
                <a:ext uri="{FF2B5EF4-FFF2-40B4-BE49-F238E27FC236}">
                  <a16:creationId xmlns:a16="http://schemas.microsoft.com/office/drawing/2014/main" id="{FB9AAD7F-24F4-2143-AFF8-0FEED0E84F7D}"/>
                </a:ext>
              </a:extLst>
            </p:cNvPr>
            <p:cNvGrpSpPr>
              <a:grpSpLocks/>
            </p:cNvGrpSpPr>
            <p:nvPr/>
          </p:nvGrpSpPr>
          <p:grpSpPr bwMode="auto">
            <a:xfrm>
              <a:off x="3793" y="1938"/>
              <a:ext cx="666" cy="779"/>
              <a:chOff x="3793" y="1938"/>
              <a:chExt cx="666" cy="779"/>
            </a:xfrm>
          </p:grpSpPr>
          <p:grpSp>
            <p:nvGrpSpPr>
              <p:cNvPr id="255008" name="Group 49">
                <a:extLst>
                  <a:ext uri="{FF2B5EF4-FFF2-40B4-BE49-F238E27FC236}">
                    <a16:creationId xmlns:a16="http://schemas.microsoft.com/office/drawing/2014/main" id="{A38564A8-B53B-DD43-B8DE-D8420517B1E0}"/>
                  </a:ext>
                </a:extLst>
              </p:cNvPr>
              <p:cNvGrpSpPr>
                <a:grpSpLocks/>
              </p:cNvGrpSpPr>
              <p:nvPr/>
            </p:nvGrpSpPr>
            <p:grpSpPr bwMode="auto">
              <a:xfrm>
                <a:off x="4131" y="2162"/>
                <a:ext cx="328" cy="555"/>
                <a:chOff x="4131" y="2162"/>
                <a:chExt cx="328" cy="555"/>
              </a:xfrm>
            </p:grpSpPr>
            <p:sp>
              <p:nvSpPr>
                <p:cNvPr id="255010" name="Line 21">
                  <a:extLst>
                    <a:ext uri="{FF2B5EF4-FFF2-40B4-BE49-F238E27FC236}">
                      <a16:creationId xmlns:a16="http://schemas.microsoft.com/office/drawing/2014/main" id="{5C7EAC9B-2B52-3E47-83A5-DC503B53D9E9}"/>
                    </a:ext>
                  </a:extLst>
                </p:cNvPr>
                <p:cNvSpPr>
                  <a:spLocks noChangeShapeType="1"/>
                </p:cNvSpPr>
                <p:nvPr/>
              </p:nvSpPr>
              <p:spPr bwMode="auto">
                <a:xfrm flipV="1">
                  <a:off x="4131" y="2162"/>
                  <a:ext cx="0" cy="555"/>
                </a:xfrm>
                <a:prstGeom prst="line">
                  <a:avLst/>
                </a:prstGeom>
                <a:noFill/>
                <a:ln w="76200">
                  <a:solidFill>
                    <a:schemeClr val="hlink"/>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5011" name="Text Box 22">
                  <a:extLst>
                    <a:ext uri="{FF2B5EF4-FFF2-40B4-BE49-F238E27FC236}">
                      <a16:creationId xmlns:a16="http://schemas.microsoft.com/office/drawing/2014/main" id="{E652BC13-4991-7B42-AB27-36FA6CC9EA2F}"/>
                    </a:ext>
                  </a:extLst>
                </p:cNvPr>
                <p:cNvSpPr txBox="1">
                  <a:spLocks noChangeArrowheads="1"/>
                </p:cNvSpPr>
                <p:nvPr/>
              </p:nvSpPr>
              <p:spPr bwMode="auto">
                <a:xfrm>
                  <a:off x="4132" y="2338"/>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grpSp>
          <p:sp>
            <p:nvSpPr>
              <p:cNvPr id="255009" name="Rectangle 19">
                <a:extLst>
                  <a:ext uri="{FF2B5EF4-FFF2-40B4-BE49-F238E27FC236}">
                    <a16:creationId xmlns:a16="http://schemas.microsoft.com/office/drawing/2014/main" id="{0079B6DE-9597-104E-A25D-66009D9EDB12}"/>
                  </a:ext>
                </a:extLst>
              </p:cNvPr>
              <p:cNvSpPr>
                <a:spLocks noChangeArrowheads="1"/>
              </p:cNvSpPr>
              <p:nvPr/>
            </p:nvSpPr>
            <p:spPr bwMode="auto">
              <a:xfrm>
                <a:off x="3793" y="1938"/>
                <a:ext cx="464" cy="256"/>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en-US" altLang="zh-CN" sz="1500">
                    <a:latin typeface="Arial" panose="020B0604020202020204" pitchFamily="34" charset="0"/>
                    <a:ea typeface="宋体" panose="02010600030101010101" pitchFamily="2" charset="-122"/>
                  </a:rPr>
                  <a:t>F</a:t>
                </a:r>
                <a:r>
                  <a:rPr kumimoji="1" lang="en-US" altLang="zh-CN" sz="1500" baseline="-25000">
                    <a:latin typeface="Arial" panose="020B0604020202020204" pitchFamily="34" charset="0"/>
                    <a:ea typeface="宋体" panose="02010600030101010101" pitchFamily="2" charset="-122"/>
                  </a:rPr>
                  <a:t>2</a:t>
                </a:r>
              </a:p>
            </p:txBody>
          </p:sp>
        </p:grpSp>
        <p:sp>
          <p:nvSpPr>
            <p:cNvPr id="255007" name="Rectangle 45">
              <a:extLst>
                <a:ext uri="{FF2B5EF4-FFF2-40B4-BE49-F238E27FC236}">
                  <a16:creationId xmlns:a16="http://schemas.microsoft.com/office/drawing/2014/main" id="{0D159A0E-4463-5B4C-8313-FC41DDA514A4}"/>
                </a:ext>
              </a:extLst>
            </p:cNvPr>
            <p:cNvSpPr>
              <a:spLocks noChangeArrowheads="1"/>
            </p:cNvSpPr>
            <p:nvPr/>
          </p:nvSpPr>
          <p:spPr bwMode="auto">
            <a:xfrm>
              <a:off x="4240" y="1907"/>
              <a:ext cx="12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网桥 </a:t>
              </a:r>
              <a:r>
                <a:rPr kumimoji="1" lang="en-US" altLang="zh-CN" sz="1500">
                  <a:latin typeface="Arial" panose="020B0604020202020204" pitchFamily="34" charset="0"/>
                  <a:ea typeface="宋体" panose="02010600030101010101" pitchFamily="2" charset="-122"/>
                </a:rPr>
                <a:t>2 </a:t>
              </a:r>
              <a:r>
                <a:rPr kumimoji="1" lang="zh-CN" altLang="en-US" sz="1500">
                  <a:latin typeface="Arial" panose="020B0604020202020204" pitchFamily="34" charset="0"/>
                  <a:ea typeface="宋体" panose="02010600030101010101" pitchFamily="2" charset="-122"/>
                </a:rPr>
                <a:t>转发的帧</a:t>
              </a:r>
            </a:p>
          </p:txBody>
        </p:sp>
      </p:grpSp>
      <p:sp>
        <p:nvSpPr>
          <p:cNvPr id="466990" name="弧 46">
            <a:extLst>
              <a:ext uri="{FF2B5EF4-FFF2-40B4-BE49-F238E27FC236}">
                <a16:creationId xmlns:a16="http://schemas.microsoft.com/office/drawing/2014/main" id="{23084133-253E-7841-923D-255657A3AD3E}"/>
              </a:ext>
            </a:extLst>
          </p:cNvPr>
          <p:cNvSpPr>
            <a:spLocks/>
          </p:cNvSpPr>
          <p:nvPr/>
        </p:nvSpPr>
        <p:spPr bwMode="auto">
          <a:xfrm rot="16400856">
            <a:off x="4332089" y="2110383"/>
            <a:ext cx="514350" cy="1653779"/>
          </a:xfrm>
          <a:custGeom>
            <a:avLst/>
            <a:gdLst>
              <a:gd name="T0" fmla="*/ 0 w 21653"/>
              <a:gd name="T1" fmla="*/ 0 h 42096"/>
              <a:gd name="T2" fmla="*/ 2147483646 w 21653"/>
              <a:gd name="T3" fmla="*/ 2147483646 h 42096"/>
              <a:gd name="T4" fmla="*/ 53344649 w 21653"/>
              <a:gd name="T5" fmla="*/ 2147483646 h 42096"/>
              <a:gd name="T6" fmla="*/ 0 60000 65536"/>
              <a:gd name="T7" fmla="*/ 0 60000 65536"/>
              <a:gd name="T8" fmla="*/ 0 60000 65536"/>
            </a:gdLst>
            <a:ahLst/>
            <a:cxnLst>
              <a:cxn ang="T6">
                <a:pos x="T0" y="T1"/>
              </a:cxn>
              <a:cxn ang="T7">
                <a:pos x="T2" y="T3"/>
              </a:cxn>
              <a:cxn ang="T8">
                <a:pos x="T4" y="T5"/>
              </a:cxn>
            </a:cxnLst>
            <a:rect l="0" t="0" r="r" b="b"/>
            <a:pathLst>
              <a:path w="21653" h="42096" fill="none" extrusionOk="0">
                <a:moveTo>
                  <a:pt x="0" y="0"/>
                </a:moveTo>
                <a:cubicBezTo>
                  <a:pt x="17" y="0"/>
                  <a:pt x="35" y="-1"/>
                  <a:pt x="53" y="-1"/>
                </a:cubicBezTo>
                <a:cubicBezTo>
                  <a:pt x="11982" y="0"/>
                  <a:pt x="21653" y="9670"/>
                  <a:pt x="21653" y="21600"/>
                </a:cubicBezTo>
                <a:cubicBezTo>
                  <a:pt x="21653" y="30902"/>
                  <a:pt x="15697" y="39160"/>
                  <a:pt x="6870" y="42096"/>
                </a:cubicBezTo>
              </a:path>
              <a:path w="21653" h="42096" stroke="0" extrusionOk="0">
                <a:moveTo>
                  <a:pt x="0" y="0"/>
                </a:moveTo>
                <a:cubicBezTo>
                  <a:pt x="17" y="0"/>
                  <a:pt x="35" y="-1"/>
                  <a:pt x="53" y="-1"/>
                </a:cubicBezTo>
                <a:cubicBezTo>
                  <a:pt x="11982" y="0"/>
                  <a:pt x="21653" y="9670"/>
                  <a:pt x="21653" y="21600"/>
                </a:cubicBezTo>
                <a:cubicBezTo>
                  <a:pt x="21653" y="30902"/>
                  <a:pt x="15697" y="39160"/>
                  <a:pt x="6870" y="42096"/>
                </a:cubicBezTo>
                <a:lnTo>
                  <a:pt x="53" y="21600"/>
                </a:lnTo>
                <a:lnTo>
                  <a:pt x="0" y="0"/>
                </a:lnTo>
                <a:close/>
              </a:path>
            </a:pathLst>
          </a:custGeom>
          <a:noFill/>
          <a:ln w="76200" cap="rnd">
            <a:solidFill>
              <a:schemeClr val="tx2"/>
            </a:solidFill>
            <a:round/>
            <a:headEnd type="triangle" w="med" len="lg"/>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66991" name="Text Box 47">
            <a:extLst>
              <a:ext uri="{FF2B5EF4-FFF2-40B4-BE49-F238E27FC236}">
                <a16:creationId xmlns:a16="http://schemas.microsoft.com/office/drawing/2014/main" id="{88868F57-1E7B-4C42-9BBF-A9194E7AAFDC}"/>
              </a:ext>
            </a:extLst>
          </p:cNvPr>
          <p:cNvSpPr txBox="1">
            <a:spLocks noChangeArrowheads="1"/>
          </p:cNvSpPr>
          <p:nvPr/>
        </p:nvSpPr>
        <p:spPr bwMode="auto">
          <a:xfrm>
            <a:off x="3545681" y="3706416"/>
            <a:ext cx="2262158" cy="369332"/>
          </a:xfrm>
          <a:prstGeom prst="rect">
            <a:avLst/>
          </a:prstGeom>
          <a:solidFill>
            <a:srgbClr val="FFFF99"/>
          </a:solidFill>
          <a:ln w="9525">
            <a:solidFill>
              <a:schemeClr val="tx2"/>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黑体" panose="02010609060101010101" pitchFamily="49" charset="-122"/>
                <a:ea typeface="宋体" panose="02010600030101010101" pitchFamily="2" charset="-122"/>
              </a:rPr>
              <a:t>网络资源白白消耗了</a:t>
            </a:r>
          </a:p>
        </p:txBody>
      </p:sp>
      <p:sp>
        <p:nvSpPr>
          <p:cNvPr id="255005" name="幻灯片编号占位符 1">
            <a:extLst>
              <a:ext uri="{FF2B5EF4-FFF2-40B4-BE49-F238E27FC236}">
                <a16:creationId xmlns:a16="http://schemas.microsoft.com/office/drawing/2014/main" id="{39260A7E-5E65-7342-9886-877C56B00F4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CAC0384-FF01-0147-95C3-B2692B73DD3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3905420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466992"/>
                                        </p:tgtEl>
                                        <p:attrNameLst>
                                          <p:attrName>style.visibility</p:attrName>
                                        </p:attrNameLst>
                                      </p:cBhvr>
                                      <p:to>
                                        <p:strVal val="visible"/>
                                      </p:to>
                                    </p:set>
                                    <p:animEffect transition="in" filter="wipe(down)">
                                      <p:cBhvr>
                                        <p:cTn id="7" dur="1000"/>
                                        <p:tgtEl>
                                          <p:spTgt spid="466992"/>
                                        </p:tgtEl>
                                      </p:cBhvr>
                                    </p:animEffect>
                                  </p:childTnLst>
                                </p:cTn>
                              </p:par>
                              <p:par>
                                <p:cTn id="8" presetID="22" presetClass="entr" presetSubtype="8" fill="hold" nodeType="withEffect">
                                  <p:stCondLst>
                                    <p:cond delay="0"/>
                                  </p:stCondLst>
                                  <p:childTnLst>
                                    <p:set>
                                      <p:cBhvr>
                                        <p:cTn id="9" dur="1" fill="hold">
                                          <p:stCondLst>
                                            <p:cond delay="0"/>
                                          </p:stCondLst>
                                        </p:cTn>
                                        <p:tgtEl>
                                          <p:spTgt spid="466978"/>
                                        </p:tgtEl>
                                        <p:attrNameLst>
                                          <p:attrName>style.visibility</p:attrName>
                                        </p:attrNameLst>
                                      </p:cBhvr>
                                      <p:to>
                                        <p:strVal val="visible"/>
                                      </p:to>
                                    </p:set>
                                    <p:animEffect transition="in" filter="wipe(left)">
                                      <p:cBhvr>
                                        <p:cTn id="10" dur="1000"/>
                                        <p:tgtEl>
                                          <p:spTgt spid="466978"/>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4" fill="hold" nodeType="clickEffect">
                                  <p:stCondLst>
                                    <p:cond delay="0"/>
                                  </p:stCondLst>
                                  <p:childTnLst>
                                    <p:set>
                                      <p:cBhvr>
                                        <p:cTn id="14" dur="1" fill="hold">
                                          <p:stCondLst>
                                            <p:cond delay="0"/>
                                          </p:stCondLst>
                                        </p:cTn>
                                        <p:tgtEl>
                                          <p:spTgt spid="466998"/>
                                        </p:tgtEl>
                                        <p:attrNameLst>
                                          <p:attrName>style.visibility</p:attrName>
                                        </p:attrNameLst>
                                      </p:cBhvr>
                                      <p:to>
                                        <p:strVal val="visible"/>
                                      </p:to>
                                    </p:set>
                                    <p:animEffect transition="in" filter="wipe(down)">
                                      <p:cBhvr>
                                        <p:cTn id="15" dur="1000"/>
                                        <p:tgtEl>
                                          <p:spTgt spid="466998"/>
                                        </p:tgtEl>
                                      </p:cBhvr>
                                    </p:animEffect>
                                  </p:childTnLst>
                                </p:cTn>
                              </p:par>
                              <p:par>
                                <p:cTn id="16" presetID="22" presetClass="entr" presetSubtype="4" fill="hold" nodeType="withEffect">
                                  <p:stCondLst>
                                    <p:cond delay="0"/>
                                  </p:stCondLst>
                                  <p:childTnLst>
                                    <p:set>
                                      <p:cBhvr>
                                        <p:cTn id="17" dur="1" fill="hold">
                                          <p:stCondLst>
                                            <p:cond delay="0"/>
                                          </p:stCondLst>
                                        </p:cTn>
                                        <p:tgtEl>
                                          <p:spTgt spid="466999"/>
                                        </p:tgtEl>
                                        <p:attrNameLst>
                                          <p:attrName>style.visibility</p:attrName>
                                        </p:attrNameLst>
                                      </p:cBhvr>
                                      <p:to>
                                        <p:strVal val="visible"/>
                                      </p:to>
                                    </p:set>
                                    <p:animEffect transition="in" filter="wipe(down)">
                                      <p:cBhvr>
                                        <p:cTn id="18" dur="1000"/>
                                        <p:tgtEl>
                                          <p:spTgt spid="466999"/>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466996"/>
                                        </p:tgtEl>
                                        <p:attrNameLst>
                                          <p:attrName>style.visibility</p:attrName>
                                        </p:attrNameLst>
                                      </p:cBhvr>
                                      <p:to>
                                        <p:strVal val="visible"/>
                                      </p:to>
                                    </p:set>
                                    <p:animEffect transition="in" filter="wipe(left)">
                                      <p:cBhvr>
                                        <p:cTn id="23" dur="1000"/>
                                        <p:tgtEl>
                                          <p:spTgt spid="466996"/>
                                        </p:tgtEl>
                                      </p:cBhvr>
                                    </p:animEffect>
                                  </p:childTnLst>
                                </p:cTn>
                              </p:par>
                              <p:par>
                                <p:cTn id="24" presetID="22" presetClass="entr" presetSubtype="2" fill="hold" nodeType="withEffect">
                                  <p:stCondLst>
                                    <p:cond delay="0"/>
                                  </p:stCondLst>
                                  <p:childTnLst>
                                    <p:set>
                                      <p:cBhvr>
                                        <p:cTn id="25" dur="1" fill="hold">
                                          <p:stCondLst>
                                            <p:cond delay="0"/>
                                          </p:stCondLst>
                                        </p:cTn>
                                        <p:tgtEl>
                                          <p:spTgt spid="466997"/>
                                        </p:tgtEl>
                                        <p:attrNameLst>
                                          <p:attrName>style.visibility</p:attrName>
                                        </p:attrNameLst>
                                      </p:cBhvr>
                                      <p:to>
                                        <p:strVal val="visible"/>
                                      </p:to>
                                    </p:set>
                                    <p:animEffect transition="in" filter="wipe(right)">
                                      <p:cBhvr>
                                        <p:cTn id="26" dur="1000"/>
                                        <p:tgtEl>
                                          <p:spTgt spid="466997"/>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66972"/>
                                        </p:tgtEl>
                                        <p:attrNameLst>
                                          <p:attrName>style.visibility</p:attrName>
                                        </p:attrNameLst>
                                      </p:cBhvr>
                                      <p:to>
                                        <p:strVal val="visible"/>
                                      </p:to>
                                    </p:set>
                                  </p:childTnLst>
                                </p:cTn>
                              </p:par>
                            </p:childTnLst>
                          </p:cTn>
                        </p:par>
                        <p:par>
                          <p:cTn id="31" fill="hold" nodeType="afterGroup">
                            <p:stCondLst>
                              <p:cond delay="0"/>
                            </p:stCondLst>
                            <p:childTnLst>
                              <p:par>
                                <p:cTn id="32" presetID="22" presetClass="entr" presetSubtype="8" fill="hold" nodeType="afterEffect">
                                  <p:stCondLst>
                                    <p:cond delay="0"/>
                                  </p:stCondLst>
                                  <p:childTnLst>
                                    <p:set>
                                      <p:cBhvr>
                                        <p:cTn id="33" dur="1" fill="hold">
                                          <p:stCondLst>
                                            <p:cond delay="0"/>
                                          </p:stCondLst>
                                        </p:cTn>
                                        <p:tgtEl>
                                          <p:spTgt spid="466956"/>
                                        </p:tgtEl>
                                        <p:attrNameLst>
                                          <p:attrName>style.visibility</p:attrName>
                                        </p:attrNameLst>
                                      </p:cBhvr>
                                      <p:to>
                                        <p:strVal val="visible"/>
                                      </p:to>
                                    </p:set>
                                    <p:animEffect transition="in" filter="wipe(left)">
                                      <p:cBhvr>
                                        <p:cTn id="34" dur="500"/>
                                        <p:tgtEl>
                                          <p:spTgt spid="466956"/>
                                        </p:tgtEl>
                                      </p:cBhvr>
                                    </p:animEffect>
                                  </p:childTnLst>
                                </p:cTn>
                              </p:par>
                            </p:childTnLst>
                          </p:cTn>
                        </p:par>
                        <p:par>
                          <p:cTn id="35" fill="hold" nodeType="afterGroup">
                            <p:stCondLst>
                              <p:cond delay="500"/>
                            </p:stCondLst>
                            <p:childTnLst>
                              <p:par>
                                <p:cTn id="36" presetID="1" presetClass="exit" presetSubtype="0" fill="hold" nodeType="afterEffect">
                                  <p:stCondLst>
                                    <p:cond delay="500"/>
                                  </p:stCondLst>
                                  <p:childTnLst>
                                    <p:set>
                                      <p:cBhvr>
                                        <p:cTn id="37" dur="1" fill="hold">
                                          <p:stCondLst>
                                            <p:cond delay="0"/>
                                          </p:stCondLst>
                                        </p:cTn>
                                        <p:tgtEl>
                                          <p:spTgt spid="466956"/>
                                        </p:tgtEl>
                                        <p:attrNameLst>
                                          <p:attrName>style.visibility</p:attrName>
                                        </p:attrNameLst>
                                      </p:cBhvr>
                                      <p:to>
                                        <p:strVal val="hidden"/>
                                      </p:to>
                                    </p:set>
                                  </p:childTnLst>
                                </p:cTn>
                              </p:par>
                            </p:childTnLst>
                          </p:cTn>
                        </p:par>
                        <p:par>
                          <p:cTn id="38" fill="hold" nodeType="afterGroup">
                            <p:stCondLst>
                              <p:cond delay="1000"/>
                            </p:stCondLst>
                            <p:childTnLst>
                              <p:par>
                                <p:cTn id="39" presetID="22" presetClass="entr" presetSubtype="2" fill="hold" nodeType="afterEffect">
                                  <p:stCondLst>
                                    <p:cond delay="0"/>
                                  </p:stCondLst>
                                  <p:childTnLst>
                                    <p:set>
                                      <p:cBhvr>
                                        <p:cTn id="40" dur="1" fill="hold">
                                          <p:stCondLst>
                                            <p:cond delay="0"/>
                                          </p:stCondLst>
                                        </p:cTn>
                                        <p:tgtEl>
                                          <p:spTgt spid="466990"/>
                                        </p:tgtEl>
                                        <p:attrNameLst>
                                          <p:attrName>style.visibility</p:attrName>
                                        </p:attrNameLst>
                                      </p:cBhvr>
                                      <p:to>
                                        <p:strVal val="visible"/>
                                      </p:to>
                                    </p:set>
                                    <p:animEffect transition="in" filter="wipe(right)">
                                      <p:cBhvr>
                                        <p:cTn id="41" dur="500"/>
                                        <p:tgtEl>
                                          <p:spTgt spid="466990"/>
                                        </p:tgtEl>
                                      </p:cBhvr>
                                    </p:animEffect>
                                  </p:childTnLst>
                                </p:cTn>
                              </p:par>
                            </p:childTnLst>
                          </p:cTn>
                        </p:par>
                        <p:par>
                          <p:cTn id="42" fill="hold" nodeType="afterGroup">
                            <p:stCondLst>
                              <p:cond delay="1500"/>
                            </p:stCondLst>
                            <p:childTnLst>
                              <p:par>
                                <p:cTn id="43" presetID="1" presetClass="exit" presetSubtype="0" fill="hold" nodeType="afterEffect">
                                  <p:stCondLst>
                                    <p:cond delay="500"/>
                                  </p:stCondLst>
                                  <p:childTnLst>
                                    <p:set>
                                      <p:cBhvr>
                                        <p:cTn id="44" dur="1" fill="hold">
                                          <p:stCondLst>
                                            <p:cond delay="0"/>
                                          </p:stCondLst>
                                        </p:cTn>
                                        <p:tgtEl>
                                          <p:spTgt spid="466990"/>
                                        </p:tgtEl>
                                        <p:attrNameLst>
                                          <p:attrName>style.visibility</p:attrName>
                                        </p:attrNameLst>
                                      </p:cBhvr>
                                      <p:to>
                                        <p:strVal val="hidden"/>
                                      </p:to>
                                    </p:set>
                                  </p:childTnLst>
                                </p:cTn>
                              </p:par>
                            </p:childTnLst>
                          </p:cTn>
                        </p:par>
                        <p:par>
                          <p:cTn id="45" fill="hold" nodeType="afterGroup">
                            <p:stCondLst>
                              <p:cond delay="2000"/>
                            </p:stCondLst>
                            <p:childTnLst>
                              <p:par>
                                <p:cTn id="46" presetID="22" presetClass="entr" presetSubtype="8" fill="hold" nodeType="afterEffect">
                                  <p:stCondLst>
                                    <p:cond delay="0"/>
                                  </p:stCondLst>
                                  <p:childTnLst>
                                    <p:set>
                                      <p:cBhvr>
                                        <p:cTn id="47" dur="1" fill="hold">
                                          <p:stCondLst>
                                            <p:cond delay="0"/>
                                          </p:stCondLst>
                                        </p:cTn>
                                        <p:tgtEl>
                                          <p:spTgt spid="466956"/>
                                        </p:tgtEl>
                                        <p:attrNameLst>
                                          <p:attrName>style.visibility</p:attrName>
                                        </p:attrNameLst>
                                      </p:cBhvr>
                                      <p:to>
                                        <p:strVal val="visible"/>
                                      </p:to>
                                    </p:set>
                                    <p:animEffect transition="in" filter="wipe(left)">
                                      <p:cBhvr>
                                        <p:cTn id="48" dur="500"/>
                                        <p:tgtEl>
                                          <p:spTgt spid="466956"/>
                                        </p:tgtEl>
                                      </p:cBhvr>
                                    </p:animEffect>
                                  </p:childTnLst>
                                </p:cTn>
                              </p:par>
                            </p:childTnLst>
                          </p:cTn>
                        </p:par>
                        <p:par>
                          <p:cTn id="49" fill="hold" nodeType="afterGroup">
                            <p:stCondLst>
                              <p:cond delay="2500"/>
                            </p:stCondLst>
                            <p:childTnLst>
                              <p:par>
                                <p:cTn id="50" presetID="1" presetClass="exit" presetSubtype="0" fill="hold" nodeType="afterEffect">
                                  <p:stCondLst>
                                    <p:cond delay="500"/>
                                  </p:stCondLst>
                                  <p:childTnLst>
                                    <p:set>
                                      <p:cBhvr>
                                        <p:cTn id="51" dur="1" fill="hold">
                                          <p:stCondLst>
                                            <p:cond delay="0"/>
                                          </p:stCondLst>
                                        </p:cTn>
                                        <p:tgtEl>
                                          <p:spTgt spid="466956"/>
                                        </p:tgtEl>
                                        <p:attrNameLst>
                                          <p:attrName>style.visibility</p:attrName>
                                        </p:attrNameLst>
                                      </p:cBhvr>
                                      <p:to>
                                        <p:strVal val="hidden"/>
                                      </p:to>
                                    </p:set>
                                  </p:childTnLst>
                                </p:cTn>
                              </p:par>
                            </p:childTnLst>
                          </p:cTn>
                        </p:par>
                        <p:par>
                          <p:cTn id="52" fill="hold" nodeType="afterGroup">
                            <p:stCondLst>
                              <p:cond delay="3000"/>
                            </p:stCondLst>
                            <p:childTnLst>
                              <p:par>
                                <p:cTn id="53" presetID="22" presetClass="entr" presetSubtype="2" fill="hold" nodeType="afterEffect">
                                  <p:stCondLst>
                                    <p:cond delay="0"/>
                                  </p:stCondLst>
                                  <p:childTnLst>
                                    <p:set>
                                      <p:cBhvr>
                                        <p:cTn id="54" dur="1" fill="hold">
                                          <p:stCondLst>
                                            <p:cond delay="0"/>
                                          </p:stCondLst>
                                        </p:cTn>
                                        <p:tgtEl>
                                          <p:spTgt spid="466990"/>
                                        </p:tgtEl>
                                        <p:attrNameLst>
                                          <p:attrName>style.visibility</p:attrName>
                                        </p:attrNameLst>
                                      </p:cBhvr>
                                      <p:to>
                                        <p:strVal val="visible"/>
                                      </p:to>
                                    </p:set>
                                    <p:animEffect transition="in" filter="wipe(right)">
                                      <p:cBhvr>
                                        <p:cTn id="55" dur="500"/>
                                        <p:tgtEl>
                                          <p:spTgt spid="466990"/>
                                        </p:tgtEl>
                                      </p:cBhvr>
                                    </p:animEffect>
                                  </p:childTnLst>
                                </p:cTn>
                              </p:par>
                            </p:childTnLst>
                          </p:cTn>
                        </p:par>
                        <p:par>
                          <p:cTn id="56" fill="hold" nodeType="afterGroup">
                            <p:stCondLst>
                              <p:cond delay="3500"/>
                            </p:stCondLst>
                            <p:childTnLst>
                              <p:par>
                                <p:cTn id="57" presetID="1" presetClass="exit" presetSubtype="0" fill="hold" nodeType="afterEffect">
                                  <p:stCondLst>
                                    <p:cond delay="500"/>
                                  </p:stCondLst>
                                  <p:childTnLst>
                                    <p:set>
                                      <p:cBhvr>
                                        <p:cTn id="58" dur="1" fill="hold">
                                          <p:stCondLst>
                                            <p:cond delay="0"/>
                                          </p:stCondLst>
                                        </p:cTn>
                                        <p:tgtEl>
                                          <p:spTgt spid="466990"/>
                                        </p:tgtEl>
                                        <p:attrNameLst>
                                          <p:attrName>style.visibility</p:attrName>
                                        </p:attrNameLst>
                                      </p:cBhvr>
                                      <p:to>
                                        <p:strVal val="hidden"/>
                                      </p:to>
                                    </p:set>
                                  </p:childTnLst>
                                </p:cTn>
                              </p:par>
                            </p:childTnLst>
                          </p:cTn>
                        </p:par>
                        <p:par>
                          <p:cTn id="59" fill="hold" nodeType="afterGroup">
                            <p:stCondLst>
                              <p:cond delay="4000"/>
                            </p:stCondLst>
                            <p:childTnLst>
                              <p:par>
                                <p:cTn id="60" presetID="22" presetClass="entr" presetSubtype="8" fill="hold" nodeType="afterEffect">
                                  <p:stCondLst>
                                    <p:cond delay="0"/>
                                  </p:stCondLst>
                                  <p:childTnLst>
                                    <p:set>
                                      <p:cBhvr>
                                        <p:cTn id="61" dur="1" fill="hold">
                                          <p:stCondLst>
                                            <p:cond delay="0"/>
                                          </p:stCondLst>
                                        </p:cTn>
                                        <p:tgtEl>
                                          <p:spTgt spid="466956"/>
                                        </p:tgtEl>
                                        <p:attrNameLst>
                                          <p:attrName>style.visibility</p:attrName>
                                        </p:attrNameLst>
                                      </p:cBhvr>
                                      <p:to>
                                        <p:strVal val="visible"/>
                                      </p:to>
                                    </p:set>
                                    <p:animEffect transition="in" filter="wipe(left)">
                                      <p:cBhvr>
                                        <p:cTn id="62" dur="500"/>
                                        <p:tgtEl>
                                          <p:spTgt spid="466956"/>
                                        </p:tgtEl>
                                      </p:cBhvr>
                                    </p:animEffect>
                                  </p:childTnLst>
                                </p:cTn>
                              </p:par>
                            </p:childTnLst>
                          </p:cTn>
                        </p:par>
                        <p:par>
                          <p:cTn id="63" fill="hold" nodeType="afterGroup">
                            <p:stCondLst>
                              <p:cond delay="4500"/>
                            </p:stCondLst>
                            <p:childTnLst>
                              <p:par>
                                <p:cTn id="64" presetID="1" presetClass="exit" presetSubtype="0" fill="hold" nodeType="afterEffect">
                                  <p:stCondLst>
                                    <p:cond delay="500"/>
                                  </p:stCondLst>
                                  <p:childTnLst>
                                    <p:set>
                                      <p:cBhvr>
                                        <p:cTn id="65" dur="1" fill="hold">
                                          <p:stCondLst>
                                            <p:cond delay="0"/>
                                          </p:stCondLst>
                                        </p:cTn>
                                        <p:tgtEl>
                                          <p:spTgt spid="466956"/>
                                        </p:tgtEl>
                                        <p:attrNameLst>
                                          <p:attrName>style.visibility</p:attrName>
                                        </p:attrNameLst>
                                      </p:cBhvr>
                                      <p:to>
                                        <p:strVal val="hidden"/>
                                      </p:to>
                                    </p:set>
                                  </p:childTnLst>
                                </p:cTn>
                              </p:par>
                            </p:childTnLst>
                          </p:cTn>
                        </p:par>
                        <p:par>
                          <p:cTn id="66" fill="hold" nodeType="afterGroup">
                            <p:stCondLst>
                              <p:cond delay="5000"/>
                            </p:stCondLst>
                            <p:childTnLst>
                              <p:par>
                                <p:cTn id="67" presetID="22" presetClass="entr" presetSubtype="2" fill="hold" nodeType="afterEffect">
                                  <p:stCondLst>
                                    <p:cond delay="0"/>
                                  </p:stCondLst>
                                  <p:childTnLst>
                                    <p:set>
                                      <p:cBhvr>
                                        <p:cTn id="68" dur="1" fill="hold">
                                          <p:stCondLst>
                                            <p:cond delay="0"/>
                                          </p:stCondLst>
                                        </p:cTn>
                                        <p:tgtEl>
                                          <p:spTgt spid="466990"/>
                                        </p:tgtEl>
                                        <p:attrNameLst>
                                          <p:attrName>style.visibility</p:attrName>
                                        </p:attrNameLst>
                                      </p:cBhvr>
                                      <p:to>
                                        <p:strVal val="visible"/>
                                      </p:to>
                                    </p:set>
                                    <p:animEffect transition="in" filter="wipe(right)">
                                      <p:cBhvr>
                                        <p:cTn id="69" dur="500"/>
                                        <p:tgtEl>
                                          <p:spTgt spid="466990"/>
                                        </p:tgtEl>
                                      </p:cBhvr>
                                    </p:animEffect>
                                  </p:childTnLst>
                                </p:cTn>
                              </p:par>
                            </p:childTnLst>
                          </p:cTn>
                        </p:par>
                        <p:par>
                          <p:cTn id="70" fill="hold" nodeType="afterGroup">
                            <p:stCondLst>
                              <p:cond delay="5500"/>
                            </p:stCondLst>
                            <p:childTnLst>
                              <p:par>
                                <p:cTn id="71" presetID="1" presetClass="entr" presetSubtype="0" fill="hold" grpId="0" nodeType="afterEffect">
                                  <p:stCondLst>
                                    <p:cond delay="0"/>
                                  </p:stCondLst>
                                  <p:childTnLst>
                                    <p:set>
                                      <p:cBhvr>
                                        <p:cTn id="72" dur="1" fill="hold">
                                          <p:stCondLst>
                                            <p:cond delay="0"/>
                                          </p:stCondLst>
                                        </p:cTn>
                                        <p:tgtEl>
                                          <p:spTgt spid="4669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6972" grpId="0"/>
      <p:bldP spid="466991"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5" name="Rectangle 2">
            <a:extLst>
              <a:ext uri="{FF2B5EF4-FFF2-40B4-BE49-F238E27FC236}">
                <a16:creationId xmlns:a16="http://schemas.microsoft.com/office/drawing/2014/main" id="{0B70245E-B489-A04A-B7BB-6F93B6304004}"/>
              </a:ext>
            </a:extLst>
          </p:cNvPr>
          <p:cNvSpPr>
            <a:spLocks noGrp="1" noChangeArrowheads="1"/>
          </p:cNvSpPr>
          <p:nvPr>
            <p:ph type="body" idx="1"/>
          </p:nvPr>
        </p:nvSpPr>
        <p:spPr>
          <a:xfrm>
            <a:off x="171450" y="1131570"/>
            <a:ext cx="8743949" cy="3404712"/>
          </a:xfrm>
        </p:spPr>
        <p:txBody>
          <a:bodyPr/>
          <a:lstStyle/>
          <a:p>
            <a:pPr marL="400050" indent="-400050" eaLnBrk="1" hangingPunct="1"/>
            <a:r>
              <a:rPr lang="zh-CN" altLang="en-US" dirty="0">
                <a:ea typeface="宋体" panose="02010600030101010101" pitchFamily="2" charset="-122"/>
              </a:rPr>
              <a:t>互连在一起的网桥在进行彼此通信后，就能找出原来的网络拓扑的一个子集。在这个子集里，整个连通的网络中不存在回路，即</a:t>
            </a:r>
            <a:r>
              <a:rPr lang="zh-CN" altLang="en-US" dirty="0">
                <a:solidFill>
                  <a:schemeClr val="hlink"/>
                </a:solidFill>
                <a:ea typeface="宋体" panose="02010600030101010101" pitchFamily="2" charset="-122"/>
              </a:rPr>
              <a:t>在任何两个站之间只有一条路径</a:t>
            </a:r>
            <a:r>
              <a:rPr lang="zh-CN" altLang="en-US" dirty="0">
                <a:ea typeface="宋体" panose="02010600030101010101" pitchFamily="2" charset="-122"/>
              </a:rPr>
              <a:t>。 </a:t>
            </a:r>
          </a:p>
          <a:p>
            <a:pPr marL="400050" indent="-400050" eaLnBrk="1" hangingPunct="1"/>
            <a:r>
              <a:rPr lang="zh-CN" altLang="en-US" dirty="0">
                <a:ea typeface="宋体" panose="02010600030101010101" pitchFamily="2" charset="-122"/>
              </a:rPr>
              <a:t>为了避免产生转发的帧在网络中不断地兜圈子。</a:t>
            </a:r>
          </a:p>
          <a:p>
            <a:pPr marL="400050" indent="-400050" eaLnBrk="1" hangingPunct="1"/>
            <a:r>
              <a:rPr lang="zh-CN" altLang="en-US" dirty="0">
                <a:ea typeface="宋体" panose="02010600030101010101" pitchFamily="2" charset="-122"/>
              </a:rPr>
              <a:t>为了得出能够反映网络拓扑发生变化时的生成树，在生成树上的根网桥每隔一段时间还要对生成树的拓扑进行更新。  </a:t>
            </a:r>
          </a:p>
        </p:txBody>
      </p:sp>
      <p:sp>
        <p:nvSpPr>
          <p:cNvPr id="257026" name="Rectangle 3">
            <a:extLst>
              <a:ext uri="{FF2B5EF4-FFF2-40B4-BE49-F238E27FC236}">
                <a16:creationId xmlns:a16="http://schemas.microsoft.com/office/drawing/2014/main" id="{5A770CB4-4126-E349-9452-D9ADD641DFE6}"/>
              </a:ext>
            </a:extLst>
          </p:cNvPr>
          <p:cNvSpPr>
            <a:spLocks noGrp="1" noChangeArrowheads="1"/>
          </p:cNvSpPr>
          <p:nvPr>
            <p:ph type="title"/>
          </p:nvPr>
        </p:nvSpPr>
        <p:spPr>
          <a:xfrm>
            <a:off x="171450" y="195263"/>
            <a:ext cx="7385447" cy="639127"/>
          </a:xfrm>
        </p:spPr>
        <p:txBody>
          <a:bodyPr/>
          <a:lstStyle/>
          <a:p>
            <a:pPr eaLnBrk="1" hangingPunct="1"/>
            <a:r>
              <a:rPr lang="zh-CN" altLang="en-US" dirty="0">
                <a:latin typeface="Times New Roman" panose="02020603050405020304" pitchFamily="18" charset="0"/>
                <a:ea typeface="宋体" panose="02010600030101010101" pitchFamily="2" charset="-122"/>
              </a:rPr>
              <a:t>生成树的得出</a:t>
            </a:r>
          </a:p>
        </p:txBody>
      </p:sp>
      <p:sp>
        <p:nvSpPr>
          <p:cNvPr id="257027" name="幻灯片编号占位符 1">
            <a:extLst>
              <a:ext uri="{FF2B5EF4-FFF2-40B4-BE49-F238E27FC236}">
                <a16:creationId xmlns:a16="http://schemas.microsoft.com/office/drawing/2014/main" id="{339F1148-507B-8B4E-9E12-01CD0A69E4E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6FAF5B5-F374-2542-BDAC-E9A31689BCA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27891106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3" name="灯片编号占位符 3">
            <a:extLst>
              <a:ext uri="{FF2B5EF4-FFF2-40B4-BE49-F238E27FC236}">
                <a16:creationId xmlns:a16="http://schemas.microsoft.com/office/drawing/2014/main" id="{F51C65A7-1464-F74A-B8A1-5AEDE734608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548CAB4-EA19-8940-BEF2-AE4867C3F178}"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120</a:t>
            </a:fld>
            <a:endParaRPr lang="en-US" altLang="zh-CN" sz="1050">
              <a:solidFill>
                <a:schemeClr val="bg2"/>
              </a:solidFill>
              <a:latin typeface="Tahoma" panose="020B0604030504040204" pitchFamily="34" charset="0"/>
              <a:ea typeface="宋体" panose="02010600030101010101" pitchFamily="2" charset="-122"/>
            </a:endParaRPr>
          </a:p>
        </p:txBody>
      </p:sp>
      <p:sp>
        <p:nvSpPr>
          <p:cNvPr id="259074" name="Rectangle 2">
            <a:extLst>
              <a:ext uri="{FF2B5EF4-FFF2-40B4-BE49-F238E27FC236}">
                <a16:creationId xmlns:a16="http://schemas.microsoft.com/office/drawing/2014/main" id="{094F634C-36A4-5D47-94C5-7F23B9B0D713}"/>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生成树算法思想</a:t>
            </a:r>
          </a:p>
        </p:txBody>
      </p:sp>
      <p:sp>
        <p:nvSpPr>
          <p:cNvPr id="259075" name="Rectangle 3">
            <a:extLst>
              <a:ext uri="{FF2B5EF4-FFF2-40B4-BE49-F238E27FC236}">
                <a16:creationId xmlns:a16="http://schemas.microsoft.com/office/drawing/2014/main" id="{5F6C54BB-2410-C846-99A3-D3CD7396060A}"/>
              </a:ext>
            </a:extLst>
          </p:cNvPr>
          <p:cNvSpPr>
            <a:spLocks noGrp="1" noChangeArrowheads="1"/>
          </p:cNvSpPr>
          <p:nvPr>
            <p:ph type="body" idx="1"/>
          </p:nvPr>
        </p:nvSpPr>
        <p:spPr/>
        <p:txBody>
          <a:bodyPr/>
          <a:lstStyle/>
          <a:p>
            <a:pPr eaLnBrk="1" hangingPunct="1">
              <a:lnSpc>
                <a:spcPct val="110000"/>
              </a:lnSpc>
              <a:spcBef>
                <a:spcPct val="10000"/>
              </a:spcBef>
            </a:pPr>
            <a:r>
              <a:rPr lang="zh-CN" altLang="en-US" sz="2100">
                <a:latin typeface="微软雅黑" panose="020B0503020204020204" pitchFamily="34" charset="-122"/>
                <a:ea typeface="宋体" panose="02010600030101010101" pitchFamily="2" charset="-122"/>
              </a:rPr>
              <a:t>思想</a:t>
            </a:r>
          </a:p>
          <a:p>
            <a:pPr lvl="1" eaLnBrk="1" hangingPunct="1">
              <a:lnSpc>
                <a:spcPct val="110000"/>
              </a:lnSpc>
              <a:spcBef>
                <a:spcPct val="0"/>
              </a:spcBef>
            </a:pPr>
            <a:r>
              <a:rPr lang="zh-CN" altLang="en-US" sz="1800">
                <a:latin typeface="微软雅黑" panose="020B0503020204020204" pitchFamily="34" charset="-122"/>
                <a:ea typeface="宋体" panose="02010600030101010101" pitchFamily="2" charset="-122"/>
              </a:rPr>
              <a:t>让网桥之间互相通信，用一棵连接每个</a:t>
            </a:r>
            <a:r>
              <a:rPr lang="en-US" altLang="zh-CN" sz="1800">
                <a:latin typeface="微软雅黑" panose="020B0503020204020204" pitchFamily="34" charset="-122"/>
                <a:ea typeface="宋体" panose="02010600030101010101" pitchFamily="2" charset="-122"/>
              </a:rPr>
              <a:t>LAN</a:t>
            </a:r>
            <a:r>
              <a:rPr lang="zh-CN" altLang="en-US" sz="1800">
                <a:latin typeface="微软雅黑" panose="020B0503020204020204" pitchFamily="34" charset="-122"/>
                <a:ea typeface="宋体" panose="02010600030101010101" pitchFamily="2" charset="-122"/>
              </a:rPr>
              <a:t>的生成树（</a:t>
            </a:r>
            <a:r>
              <a:rPr lang="en-US" altLang="zh-CN" sz="1800">
                <a:latin typeface="微软雅黑" panose="020B0503020204020204" pitchFamily="34" charset="-122"/>
                <a:ea typeface="宋体" panose="02010600030101010101" pitchFamily="2" charset="-122"/>
              </a:rPr>
              <a:t>Spanning Tree</a:t>
            </a:r>
            <a:r>
              <a:rPr lang="zh-CN" altLang="en-US" sz="1800">
                <a:latin typeface="微软雅黑" panose="020B0503020204020204" pitchFamily="34" charset="-122"/>
                <a:ea typeface="宋体" panose="02010600030101010101" pitchFamily="2" charset="-122"/>
              </a:rPr>
              <a:t>）覆盖实际的拓扑结构</a:t>
            </a:r>
          </a:p>
          <a:p>
            <a:pPr eaLnBrk="1" hangingPunct="1">
              <a:lnSpc>
                <a:spcPct val="110000"/>
              </a:lnSpc>
              <a:spcBef>
                <a:spcPct val="0"/>
              </a:spcBef>
            </a:pPr>
            <a:r>
              <a:rPr lang="zh-CN" altLang="en-US" sz="2100">
                <a:latin typeface="微软雅黑" panose="020B0503020204020204" pitchFamily="34" charset="-122"/>
                <a:ea typeface="宋体" panose="02010600030101010101" pitchFamily="2" charset="-122"/>
              </a:rPr>
              <a:t>构造生成树</a:t>
            </a:r>
          </a:p>
          <a:p>
            <a:pPr lvl="1" eaLnBrk="1" hangingPunct="1">
              <a:lnSpc>
                <a:spcPct val="110000"/>
              </a:lnSpc>
              <a:spcBef>
                <a:spcPct val="0"/>
              </a:spcBef>
            </a:pPr>
            <a:r>
              <a:rPr lang="zh-CN" altLang="en-US" sz="1800">
                <a:latin typeface="微软雅黑" panose="020B0503020204020204" pitchFamily="34" charset="-122"/>
                <a:ea typeface="宋体" panose="02010600030101010101" pitchFamily="2" charset="-122"/>
              </a:rPr>
              <a:t>每个桥广播自己的桥编号，号最小的桥称为生成树的根；</a:t>
            </a:r>
          </a:p>
          <a:p>
            <a:pPr lvl="1" eaLnBrk="1" hangingPunct="1">
              <a:lnSpc>
                <a:spcPct val="110000"/>
              </a:lnSpc>
              <a:spcBef>
                <a:spcPct val="0"/>
              </a:spcBef>
            </a:pPr>
            <a:r>
              <a:rPr lang="zh-CN" altLang="en-US" sz="1800">
                <a:latin typeface="微软雅黑" panose="020B0503020204020204" pitchFamily="34" charset="-122"/>
                <a:ea typeface="宋体" panose="02010600030101010101" pitchFamily="2" charset="-122"/>
              </a:rPr>
              <a:t>每个网桥计算自己到根的最短路径，构造出生成树，使得每个</a:t>
            </a:r>
            <a:r>
              <a:rPr lang="en-US" altLang="zh-CN" sz="1800">
                <a:latin typeface="微软雅黑" panose="020B0503020204020204" pitchFamily="34" charset="-122"/>
                <a:ea typeface="宋体" panose="02010600030101010101" pitchFamily="2" charset="-122"/>
              </a:rPr>
              <a:t>LAN</a:t>
            </a:r>
            <a:r>
              <a:rPr lang="zh-CN" altLang="en-US" sz="1800">
                <a:latin typeface="微软雅黑" panose="020B0503020204020204" pitchFamily="34" charset="-122"/>
                <a:ea typeface="宋体" panose="02010600030101010101" pitchFamily="2" charset="-122"/>
              </a:rPr>
              <a:t>和桥到根的路径最短；</a:t>
            </a:r>
          </a:p>
          <a:p>
            <a:pPr lvl="1" eaLnBrk="1" hangingPunct="1">
              <a:lnSpc>
                <a:spcPct val="110000"/>
              </a:lnSpc>
              <a:spcBef>
                <a:spcPct val="0"/>
              </a:spcBef>
            </a:pPr>
            <a:r>
              <a:rPr lang="zh-CN" altLang="en-US" sz="1800">
                <a:latin typeface="微软雅黑" panose="020B0503020204020204" pitchFamily="34" charset="-122"/>
                <a:ea typeface="宋体" panose="02010600030101010101" pitchFamily="2" charset="-122"/>
              </a:rPr>
              <a:t>当某个</a:t>
            </a:r>
            <a:r>
              <a:rPr lang="en-US" altLang="zh-CN" sz="1800">
                <a:latin typeface="微软雅黑" panose="020B0503020204020204" pitchFamily="34" charset="-122"/>
                <a:ea typeface="宋体" panose="02010600030101010101" pitchFamily="2" charset="-122"/>
              </a:rPr>
              <a:t>LAN</a:t>
            </a:r>
            <a:r>
              <a:rPr lang="zh-CN" altLang="en-US" sz="1800">
                <a:latin typeface="微软雅黑" panose="020B0503020204020204" pitchFamily="34" charset="-122"/>
                <a:ea typeface="宋体" panose="02010600030101010101" pitchFamily="2" charset="-122"/>
              </a:rPr>
              <a:t>或网桥发生故障时，要重新计算生成树；</a:t>
            </a:r>
          </a:p>
          <a:p>
            <a:pPr lvl="1" eaLnBrk="1" hangingPunct="1">
              <a:lnSpc>
                <a:spcPct val="110000"/>
              </a:lnSpc>
              <a:spcBef>
                <a:spcPct val="0"/>
              </a:spcBef>
            </a:pPr>
            <a:r>
              <a:rPr lang="zh-CN" altLang="en-US" sz="1800">
                <a:latin typeface="微软雅黑" panose="020B0503020204020204" pitchFamily="34" charset="-122"/>
                <a:ea typeface="宋体" panose="02010600030101010101" pitchFamily="2" charset="-122"/>
              </a:rPr>
              <a:t>生成树构造完后，算法继续执行以便自动发现拓扑结构变化，更新生成树。</a:t>
            </a:r>
          </a:p>
        </p:txBody>
      </p:sp>
    </p:spTree>
    <p:extLst>
      <p:ext uri="{BB962C8B-B14F-4D97-AF65-F5344CB8AC3E}">
        <p14:creationId xmlns:p14="http://schemas.microsoft.com/office/powerpoint/2010/main" val="147926115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1" name="灯片编号占位符 1">
            <a:extLst>
              <a:ext uri="{FF2B5EF4-FFF2-40B4-BE49-F238E27FC236}">
                <a16:creationId xmlns:a16="http://schemas.microsoft.com/office/drawing/2014/main" id="{042D75AB-87BA-6E4A-BE3B-EF41C4504C5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DE30AFA-263A-DF4A-A40C-C7E269F74B2C}"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121</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05E9FEC1-5F21-4F41-AAAA-D6FF7F86C9D4}"/>
              </a:ext>
            </a:extLst>
          </p:cNvPr>
          <p:cNvSpPr>
            <a:spLocks noGrp="1"/>
          </p:cNvSpPr>
          <p:nvPr>
            <p:ph type="title"/>
          </p:nvPr>
        </p:nvSpPr>
        <p:spPr/>
        <p:txBody>
          <a:bodyPr/>
          <a:lstStyle/>
          <a:p>
            <a:r>
              <a:rPr lang="zh-CN" altLang="en-US" dirty="0">
                <a:latin typeface="微软雅黑" panose="020B0503020204020204" pitchFamily="34" charset="-122"/>
                <a:ea typeface="宋体" panose="02010600030101010101" pitchFamily="2" charset="-122"/>
              </a:rPr>
              <a:t>举例</a:t>
            </a:r>
            <a:endParaRPr kumimoji="1" lang="zh-CN" altLang="en-US" dirty="0"/>
          </a:p>
        </p:txBody>
      </p:sp>
      <p:pic>
        <p:nvPicPr>
          <p:cNvPr id="261122" name="Picture 2">
            <a:hlinkClick r:id="" action="ppaction://hlinkshowjump?jump=lastslideviewed"/>
            <a:extLst>
              <a:ext uri="{FF2B5EF4-FFF2-40B4-BE49-F238E27FC236}">
                <a16:creationId xmlns:a16="http://schemas.microsoft.com/office/drawing/2014/main" id="{50F5CFD6-55E3-E94B-9CE4-2E341DD49E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7280" y="1044971"/>
            <a:ext cx="7200899" cy="3961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4134814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994" name="Rectangle 2">
            <a:extLst>
              <a:ext uri="{FF2B5EF4-FFF2-40B4-BE49-F238E27FC236}">
                <a16:creationId xmlns:a16="http://schemas.microsoft.com/office/drawing/2014/main" id="{A6BB8B1A-FAD9-8147-80D5-B05A45F25F2C}"/>
              </a:ext>
            </a:extLst>
          </p:cNvPr>
          <p:cNvSpPr>
            <a:spLocks noGrp="1" noChangeArrowheads="1"/>
          </p:cNvSpPr>
          <p:nvPr>
            <p:ph type="body" idx="1"/>
          </p:nvPr>
        </p:nvSpPr>
        <p:spPr>
          <a:xfrm>
            <a:off x="251460" y="1074421"/>
            <a:ext cx="8686800" cy="3603546"/>
          </a:xfrm>
        </p:spPr>
        <p:txBody>
          <a:bodyPr/>
          <a:lstStyle/>
          <a:p>
            <a:pPr marL="400050" indent="-400050" eaLnBrk="1" hangingPunct="1"/>
            <a:r>
              <a:rPr lang="zh-CN" altLang="en-US" dirty="0">
                <a:ea typeface="宋体" panose="02010600030101010101" pitchFamily="2" charset="-122"/>
              </a:rPr>
              <a:t>透明网桥容易安装，但网络资源的利用不充分。</a:t>
            </a:r>
          </a:p>
          <a:p>
            <a:pPr marL="400050" indent="-400050" eaLnBrk="1" hangingPunct="1"/>
            <a:r>
              <a:rPr lang="zh-CN" altLang="en-US" dirty="0">
                <a:solidFill>
                  <a:schemeClr val="hlink"/>
                </a:solidFill>
                <a:ea typeface="宋体" panose="02010600030101010101" pitchFamily="2" charset="-122"/>
              </a:rPr>
              <a:t>源路由</a:t>
            </a:r>
            <a:r>
              <a:rPr lang="en-US" altLang="zh-CN" dirty="0">
                <a:ea typeface="宋体" panose="02010600030101010101" pitchFamily="2" charset="-122"/>
              </a:rPr>
              <a:t>(source route)</a:t>
            </a:r>
            <a:r>
              <a:rPr lang="zh-CN" altLang="en-US" dirty="0">
                <a:ea typeface="宋体" panose="02010600030101010101" pitchFamily="2" charset="-122"/>
              </a:rPr>
              <a:t>网桥在发送帧时将详细的路由信息放在帧的首部中。</a:t>
            </a:r>
          </a:p>
          <a:p>
            <a:pPr marL="400050" indent="-400050" eaLnBrk="1" hangingPunct="1"/>
            <a:r>
              <a:rPr lang="zh-CN" altLang="en-US" dirty="0">
                <a:ea typeface="宋体" panose="02010600030101010101" pitchFamily="2" charset="-122"/>
              </a:rPr>
              <a:t>源站以广播方式向欲通信的目的站发送一个发现帧，每个发现帧都记录所经过的路由。</a:t>
            </a:r>
          </a:p>
          <a:p>
            <a:pPr marL="400050" indent="-400050" eaLnBrk="1" hangingPunct="1"/>
            <a:r>
              <a:rPr lang="zh-CN" altLang="en-US" dirty="0">
                <a:ea typeface="宋体" panose="02010600030101010101" pitchFamily="2" charset="-122"/>
              </a:rPr>
              <a:t>发现帧到达目的站时就沿各自的路由返回源站。源站在得知这些路由后，从所有可能的路由中选择出一个最佳路由。凡从该源站向该目的站发送的帧的首部，都必须携带源站所确定的这一路由信息。    </a:t>
            </a:r>
          </a:p>
        </p:txBody>
      </p:sp>
      <p:sp>
        <p:nvSpPr>
          <p:cNvPr id="263170" name="Rectangle 3">
            <a:extLst>
              <a:ext uri="{FF2B5EF4-FFF2-40B4-BE49-F238E27FC236}">
                <a16:creationId xmlns:a16="http://schemas.microsoft.com/office/drawing/2014/main" id="{4B701A40-ABFC-604F-AE27-BA2C7366023D}"/>
              </a:ext>
            </a:extLst>
          </p:cNvPr>
          <p:cNvSpPr>
            <a:spLocks noGrp="1" noChangeArrowheads="1"/>
          </p:cNvSpPr>
          <p:nvPr>
            <p:ph type="title"/>
          </p:nvPr>
        </p:nvSpPr>
        <p:spPr>
          <a:xfrm>
            <a:off x="171450" y="195263"/>
            <a:ext cx="7193757" cy="790575"/>
          </a:xfrm>
        </p:spPr>
        <p:txBody>
          <a:bodyPr/>
          <a:lstStyle/>
          <a:p>
            <a:pPr eaLnBrk="1" hangingPunct="1"/>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源路由网桥</a:t>
            </a:r>
          </a:p>
        </p:txBody>
      </p:sp>
      <p:sp>
        <p:nvSpPr>
          <p:cNvPr id="263171" name="幻灯片编号占位符 1">
            <a:extLst>
              <a:ext uri="{FF2B5EF4-FFF2-40B4-BE49-F238E27FC236}">
                <a16:creationId xmlns:a16="http://schemas.microsoft.com/office/drawing/2014/main" id="{2BD79ECC-CE81-644A-8C97-867CF173054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360DA7C-6AC2-0347-8B6A-8B4B4E2D068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1766183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68994">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68994">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6899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Rectangle 2">
            <a:extLst>
              <a:ext uri="{FF2B5EF4-FFF2-40B4-BE49-F238E27FC236}">
                <a16:creationId xmlns:a16="http://schemas.microsoft.com/office/drawing/2014/main" id="{180A493E-2B3D-6D49-AD52-44F055A307D9}"/>
              </a:ext>
            </a:extLst>
          </p:cNvPr>
          <p:cNvSpPr>
            <a:spLocks noGrp="1" noChangeArrowheads="1"/>
          </p:cNvSpPr>
          <p:nvPr>
            <p:ph type="body" idx="1"/>
          </p:nvPr>
        </p:nvSpPr>
        <p:spPr>
          <a:xfrm>
            <a:off x="148590" y="1085851"/>
            <a:ext cx="8778240" cy="3592116"/>
          </a:xfrm>
        </p:spPr>
        <p:txBody>
          <a:bodyPr/>
          <a:lstStyle/>
          <a:p>
            <a:pPr marL="400050" indent="-400050" eaLnBrk="1" hangingPunct="1"/>
            <a:r>
              <a:rPr lang="en-US" altLang="zh-CN" dirty="0">
                <a:ea typeface="宋体" panose="02010600030101010101" pitchFamily="2" charset="-122"/>
              </a:rPr>
              <a:t>1990 </a:t>
            </a:r>
            <a:r>
              <a:rPr lang="zh-CN" altLang="en-US" dirty="0">
                <a:ea typeface="宋体" panose="02010600030101010101" pitchFamily="2" charset="-122"/>
              </a:rPr>
              <a:t>年问世的</a:t>
            </a:r>
            <a:r>
              <a:rPr lang="zh-CN" altLang="en-US" dirty="0">
                <a:solidFill>
                  <a:schemeClr val="hlink"/>
                </a:solidFill>
                <a:ea typeface="宋体" panose="02010600030101010101" pitchFamily="2" charset="-122"/>
              </a:rPr>
              <a:t>交换式集线器</a:t>
            </a:r>
            <a:r>
              <a:rPr lang="en-US" altLang="zh-CN" dirty="0">
                <a:ea typeface="宋体" panose="02010600030101010101" pitchFamily="2" charset="-122"/>
              </a:rPr>
              <a:t>(switching hub)</a:t>
            </a:r>
            <a:r>
              <a:rPr lang="zh-CN" altLang="en-US" dirty="0">
                <a:ea typeface="宋体" panose="02010600030101010101" pitchFamily="2" charset="-122"/>
              </a:rPr>
              <a:t>，可明显地提高局域网的性能。</a:t>
            </a:r>
          </a:p>
          <a:p>
            <a:pPr marL="400050" indent="-400050" eaLnBrk="1" hangingPunct="1"/>
            <a:r>
              <a:rPr lang="zh-CN" altLang="en-US" dirty="0">
                <a:ea typeface="宋体" panose="02010600030101010101" pitchFamily="2" charset="-122"/>
              </a:rPr>
              <a:t>交换式集线器常称为</a:t>
            </a:r>
            <a:r>
              <a:rPr lang="zh-CN" altLang="en-US" dirty="0">
                <a:solidFill>
                  <a:schemeClr val="hlink"/>
                </a:solidFill>
                <a:ea typeface="宋体" panose="02010600030101010101" pitchFamily="2" charset="-122"/>
              </a:rPr>
              <a:t>以太网交换机</a:t>
            </a:r>
            <a:r>
              <a:rPr lang="en-US" altLang="zh-CN" dirty="0">
                <a:ea typeface="宋体" panose="02010600030101010101" pitchFamily="2" charset="-122"/>
              </a:rPr>
              <a:t>(switch)</a:t>
            </a:r>
            <a:r>
              <a:rPr lang="zh-CN" altLang="en-US" dirty="0">
                <a:ea typeface="宋体" panose="02010600030101010101" pitchFamily="2" charset="-122"/>
              </a:rPr>
              <a:t>或第二层交换机（表明此交换机工作在数据链路层）。</a:t>
            </a:r>
          </a:p>
          <a:p>
            <a:pPr marL="400050" indent="-400050" eaLnBrk="1" hangingPunct="1"/>
            <a:r>
              <a:rPr lang="zh-CN" altLang="en-US" dirty="0">
                <a:ea typeface="宋体" panose="02010600030101010101" pitchFamily="2" charset="-122"/>
              </a:rPr>
              <a:t>以太网交换机通常都有十几个接口。因此，以太网交换机实质上就是一个</a:t>
            </a:r>
            <a:r>
              <a:rPr lang="zh-CN" altLang="en-US" dirty="0">
                <a:solidFill>
                  <a:schemeClr val="hlink"/>
                </a:solidFill>
                <a:ea typeface="宋体" panose="02010600030101010101" pitchFamily="2" charset="-122"/>
              </a:rPr>
              <a:t>多接口的网桥</a:t>
            </a:r>
            <a:r>
              <a:rPr lang="zh-CN" altLang="en-US" dirty="0">
                <a:ea typeface="宋体" panose="02010600030101010101" pitchFamily="2" charset="-122"/>
              </a:rPr>
              <a:t>，可见交换机工作在数据链路层。</a:t>
            </a:r>
          </a:p>
        </p:txBody>
      </p:sp>
      <p:sp>
        <p:nvSpPr>
          <p:cNvPr id="265218" name="Rectangle 3">
            <a:extLst>
              <a:ext uri="{FF2B5EF4-FFF2-40B4-BE49-F238E27FC236}">
                <a16:creationId xmlns:a16="http://schemas.microsoft.com/office/drawing/2014/main" id="{E534FFE4-4359-754C-AB9D-740BB69D1460}"/>
              </a:ext>
            </a:extLst>
          </p:cNvPr>
          <p:cNvSpPr>
            <a:spLocks noGrp="1" noChangeArrowheads="1"/>
          </p:cNvSpPr>
          <p:nvPr>
            <p:ph type="title"/>
          </p:nvPr>
        </p:nvSpPr>
        <p:spPr>
          <a:xfrm>
            <a:off x="148590" y="250032"/>
            <a:ext cx="7388067" cy="735806"/>
          </a:xfrm>
        </p:spPr>
        <p:txBody>
          <a:bodyPr/>
          <a:lstStyle/>
          <a:p>
            <a:pPr eaLnBrk="1" hangingPunct="1"/>
            <a:r>
              <a:rPr lang="en-US" altLang="zh-CN" dirty="0">
                <a:latin typeface="Times New Roman" panose="02020603050405020304" pitchFamily="18" charset="0"/>
                <a:ea typeface="宋体" panose="02010600030101010101" pitchFamily="2" charset="-122"/>
              </a:rPr>
              <a:t>4. </a:t>
            </a:r>
            <a:r>
              <a:rPr lang="zh-CN" altLang="en-US" dirty="0">
                <a:latin typeface="Times New Roman" panose="02020603050405020304" pitchFamily="18" charset="0"/>
                <a:ea typeface="宋体" panose="02010600030101010101" pitchFamily="2" charset="-122"/>
              </a:rPr>
              <a:t>多接口网桥</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以太网交换机 </a:t>
            </a:r>
          </a:p>
        </p:txBody>
      </p:sp>
      <p:sp>
        <p:nvSpPr>
          <p:cNvPr id="265219" name="幻灯片编号占位符 1">
            <a:extLst>
              <a:ext uri="{FF2B5EF4-FFF2-40B4-BE49-F238E27FC236}">
                <a16:creationId xmlns:a16="http://schemas.microsoft.com/office/drawing/2014/main" id="{97EDCC53-A9B2-6740-A597-D6064453F80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1AAEA7C-1243-374B-822A-DEC8354C0E2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6571947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0018">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001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0018" grpId="0" build="p"/>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2" name="Rectangle 2">
            <a:extLst>
              <a:ext uri="{FF2B5EF4-FFF2-40B4-BE49-F238E27FC236}">
                <a16:creationId xmlns:a16="http://schemas.microsoft.com/office/drawing/2014/main" id="{642E1AF0-12D7-D14E-9B8C-6CEC8A399C96}"/>
              </a:ext>
            </a:extLst>
          </p:cNvPr>
          <p:cNvSpPr>
            <a:spLocks noGrp="1" noChangeArrowheads="1"/>
          </p:cNvSpPr>
          <p:nvPr>
            <p:ph type="body" idx="1"/>
          </p:nvPr>
        </p:nvSpPr>
        <p:spPr>
          <a:xfrm>
            <a:off x="240030" y="985839"/>
            <a:ext cx="8595360" cy="3692128"/>
          </a:xfrm>
        </p:spPr>
        <p:txBody>
          <a:bodyPr/>
          <a:lstStyle/>
          <a:p>
            <a:pPr marL="400050" indent="-400050" eaLnBrk="1" hangingPunct="1"/>
            <a:r>
              <a:rPr lang="zh-CN" altLang="en-US" dirty="0">
                <a:ea typeface="宋体" panose="02010600030101010101" pitchFamily="2" charset="-122"/>
              </a:rPr>
              <a:t>以太网交换机的每个接口都直接与主机相连，并且一般都工作在</a:t>
            </a:r>
            <a:r>
              <a:rPr lang="zh-CN" altLang="en-US" dirty="0">
                <a:solidFill>
                  <a:schemeClr val="hlink"/>
                </a:solidFill>
                <a:ea typeface="宋体" panose="02010600030101010101" pitchFamily="2" charset="-122"/>
              </a:rPr>
              <a:t>全双工方式</a:t>
            </a:r>
            <a:r>
              <a:rPr lang="zh-CN" altLang="en-US" dirty="0">
                <a:ea typeface="宋体" panose="02010600030101010101" pitchFamily="2" charset="-122"/>
              </a:rPr>
              <a:t>。</a:t>
            </a:r>
          </a:p>
          <a:p>
            <a:pPr marL="400050" indent="-400050" eaLnBrk="1" hangingPunct="1"/>
            <a:r>
              <a:rPr lang="zh-CN" altLang="en-US" dirty="0">
                <a:ea typeface="宋体" panose="02010600030101010101" pitchFamily="2" charset="-122"/>
              </a:rPr>
              <a:t>交换机能同时连通许多对的接口，使每一对相互通信的主机都能像独占通信媒体那样，进行无碰撞地传输数据。 </a:t>
            </a:r>
          </a:p>
          <a:p>
            <a:pPr marL="400050" indent="-400050" eaLnBrk="1" hangingPunct="1"/>
            <a:r>
              <a:rPr lang="zh-CN" altLang="en-US" dirty="0">
                <a:ea typeface="宋体" panose="02010600030101010101" pitchFamily="2" charset="-122"/>
              </a:rPr>
              <a:t>以太网交换机由于使用了专用的交换结构芯片，其交换速率就较高。    </a:t>
            </a:r>
          </a:p>
        </p:txBody>
      </p:sp>
      <p:sp>
        <p:nvSpPr>
          <p:cNvPr id="267266" name="Rectangle 3">
            <a:extLst>
              <a:ext uri="{FF2B5EF4-FFF2-40B4-BE49-F238E27FC236}">
                <a16:creationId xmlns:a16="http://schemas.microsoft.com/office/drawing/2014/main" id="{C268B067-DA2E-7049-AEDD-7BB062DCB57E}"/>
              </a:ext>
            </a:extLst>
          </p:cNvPr>
          <p:cNvSpPr>
            <a:spLocks noGrp="1" noChangeArrowheads="1"/>
          </p:cNvSpPr>
          <p:nvPr>
            <p:ph type="title"/>
          </p:nvPr>
        </p:nvSpPr>
        <p:spPr>
          <a:xfrm>
            <a:off x="148591" y="195263"/>
            <a:ext cx="7378542" cy="790575"/>
          </a:xfrm>
        </p:spPr>
        <p:txBody>
          <a:bodyPr/>
          <a:lstStyle/>
          <a:p>
            <a:pPr eaLnBrk="1" hangingPunct="1"/>
            <a:r>
              <a:rPr lang="zh-CN" altLang="en-US" dirty="0">
                <a:latin typeface="Times New Roman" panose="02020603050405020304" pitchFamily="18" charset="0"/>
                <a:ea typeface="宋体" panose="02010600030101010101" pitchFamily="2" charset="-122"/>
              </a:rPr>
              <a:t>以太网交换机的特点</a:t>
            </a:r>
          </a:p>
        </p:txBody>
      </p:sp>
      <p:sp>
        <p:nvSpPr>
          <p:cNvPr id="267267" name="幻灯片编号占位符 1">
            <a:extLst>
              <a:ext uri="{FF2B5EF4-FFF2-40B4-BE49-F238E27FC236}">
                <a16:creationId xmlns:a16="http://schemas.microsoft.com/office/drawing/2014/main" id="{825575A0-7528-0B42-9700-8E66A784DD1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C61E593-5018-1B4F-AA52-F199A5C9877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9170420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1042">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104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42" grpId="0" build="p"/>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6" name="Rectangle 2">
            <a:extLst>
              <a:ext uri="{FF2B5EF4-FFF2-40B4-BE49-F238E27FC236}">
                <a16:creationId xmlns:a16="http://schemas.microsoft.com/office/drawing/2014/main" id="{C3EA828B-201F-7A42-AEDC-8A09BA744A07}"/>
              </a:ext>
            </a:extLst>
          </p:cNvPr>
          <p:cNvSpPr>
            <a:spLocks noGrp="1" noChangeArrowheads="1"/>
          </p:cNvSpPr>
          <p:nvPr>
            <p:ph type="body" idx="1"/>
          </p:nvPr>
        </p:nvSpPr>
        <p:spPr>
          <a:xfrm>
            <a:off x="182880" y="1074421"/>
            <a:ext cx="8658700" cy="3603546"/>
          </a:xfrm>
        </p:spPr>
        <p:txBody>
          <a:bodyPr/>
          <a:lstStyle/>
          <a:p>
            <a:pPr marL="400050" indent="-400050" eaLnBrk="1" hangingPunct="1"/>
            <a:r>
              <a:rPr lang="zh-CN" altLang="en-US" dirty="0">
                <a:ea typeface="宋体" panose="02010600030101010101" pitchFamily="2" charset="-122"/>
              </a:rPr>
              <a:t>对于普通 </a:t>
            </a:r>
            <a:r>
              <a:rPr lang="en-US" altLang="zh-CN" dirty="0">
                <a:ea typeface="宋体" panose="02010600030101010101" pitchFamily="2" charset="-122"/>
              </a:rPr>
              <a:t>10 Mb/s </a:t>
            </a:r>
            <a:r>
              <a:rPr lang="zh-CN" altLang="en-US" dirty="0">
                <a:ea typeface="宋体" panose="02010600030101010101" pitchFamily="2" charset="-122"/>
              </a:rPr>
              <a:t>的共享式以太网，若共有 </a:t>
            </a:r>
            <a:r>
              <a:rPr lang="en-US" altLang="zh-CN" i="1" dirty="0">
                <a:ea typeface="宋体" panose="02010600030101010101" pitchFamily="2" charset="-122"/>
              </a:rPr>
              <a:t>N </a:t>
            </a:r>
            <a:r>
              <a:rPr lang="zh-CN" altLang="en-US" dirty="0">
                <a:ea typeface="宋体" panose="02010600030101010101" pitchFamily="2" charset="-122"/>
              </a:rPr>
              <a:t>个用户，则每个用户占有的平均带宽只有总带宽</a:t>
            </a:r>
            <a:r>
              <a:rPr lang="en-US" altLang="zh-CN" dirty="0">
                <a:ea typeface="宋体" panose="02010600030101010101" pitchFamily="2" charset="-122"/>
              </a:rPr>
              <a:t>(10 Mb/s)</a:t>
            </a:r>
            <a:r>
              <a:rPr lang="zh-CN" altLang="en-US" dirty="0">
                <a:ea typeface="宋体" panose="02010600030101010101" pitchFamily="2" charset="-122"/>
              </a:rPr>
              <a:t>的 </a:t>
            </a:r>
            <a:r>
              <a:rPr lang="en-US" altLang="zh-CN" i="1" dirty="0">
                <a:ea typeface="宋体" panose="02010600030101010101" pitchFamily="2" charset="-122"/>
              </a:rPr>
              <a:t>N </a:t>
            </a:r>
            <a:r>
              <a:rPr lang="zh-CN" altLang="en-US" dirty="0">
                <a:ea typeface="宋体" panose="02010600030101010101" pitchFamily="2" charset="-122"/>
              </a:rPr>
              <a:t>分之一。</a:t>
            </a:r>
          </a:p>
          <a:p>
            <a:pPr marL="400050" indent="-400050" eaLnBrk="1" hangingPunct="1"/>
            <a:r>
              <a:rPr lang="zh-CN" altLang="en-US" dirty="0">
                <a:ea typeface="宋体" panose="02010600030101010101" pitchFamily="2" charset="-122"/>
              </a:rPr>
              <a:t>使用以太网交换机时，虽然在每个接口到主机的带宽还是 </a:t>
            </a:r>
            <a:r>
              <a:rPr lang="en-US" altLang="zh-CN" dirty="0">
                <a:ea typeface="宋体" panose="02010600030101010101" pitchFamily="2" charset="-122"/>
              </a:rPr>
              <a:t>10 Mb/s</a:t>
            </a:r>
            <a:r>
              <a:rPr lang="zh-CN" altLang="en-US" dirty="0">
                <a:ea typeface="宋体" panose="02010600030101010101" pitchFamily="2" charset="-122"/>
              </a:rPr>
              <a:t>，但由于一个用户在通信时是独占而不是和其他网络用户共享传输媒体的带宽，因此对于拥有 </a:t>
            </a:r>
            <a:r>
              <a:rPr lang="en-US" altLang="zh-CN" i="1" dirty="0">
                <a:ea typeface="宋体" panose="02010600030101010101" pitchFamily="2" charset="-122"/>
              </a:rPr>
              <a:t>N </a:t>
            </a:r>
            <a:r>
              <a:rPr lang="zh-CN" altLang="en-US" dirty="0">
                <a:ea typeface="宋体" panose="02010600030101010101" pitchFamily="2" charset="-122"/>
              </a:rPr>
              <a:t>对接口的交换机的总容量为 </a:t>
            </a:r>
            <a:r>
              <a:rPr lang="en-US" altLang="zh-CN" i="1" dirty="0">
                <a:ea typeface="宋体" panose="02010600030101010101" pitchFamily="2" charset="-122"/>
              </a:rPr>
              <a:t>N</a:t>
            </a:r>
            <a:r>
              <a:rPr lang="en-US" altLang="zh-CN" dirty="0">
                <a:ea typeface="宋体" panose="02010600030101010101" pitchFamily="2" charset="-122"/>
                <a:sym typeface="Symbol" pitchFamily="2" charset="2"/>
              </a:rPr>
              <a:t></a:t>
            </a:r>
            <a:r>
              <a:rPr lang="en-US" altLang="zh-CN" dirty="0">
                <a:ea typeface="宋体" panose="02010600030101010101" pitchFamily="2" charset="-122"/>
              </a:rPr>
              <a:t>10 Mb/s</a:t>
            </a:r>
            <a:r>
              <a:rPr lang="zh-CN" altLang="en-US" dirty="0">
                <a:ea typeface="宋体" panose="02010600030101010101" pitchFamily="2" charset="-122"/>
              </a:rPr>
              <a:t>。这正是交换机的最大优点。  </a:t>
            </a:r>
          </a:p>
        </p:txBody>
      </p:sp>
      <p:sp>
        <p:nvSpPr>
          <p:cNvPr id="269314" name="Rectangle 3">
            <a:extLst>
              <a:ext uri="{FF2B5EF4-FFF2-40B4-BE49-F238E27FC236}">
                <a16:creationId xmlns:a16="http://schemas.microsoft.com/office/drawing/2014/main" id="{65B292A9-9501-1147-B39E-8FB00C7E1339}"/>
              </a:ext>
            </a:extLst>
          </p:cNvPr>
          <p:cNvSpPr>
            <a:spLocks noGrp="1" noChangeArrowheads="1"/>
          </p:cNvSpPr>
          <p:nvPr>
            <p:ph type="title"/>
          </p:nvPr>
        </p:nvSpPr>
        <p:spPr>
          <a:xfrm>
            <a:off x="182880" y="250032"/>
            <a:ext cx="7366874" cy="735806"/>
          </a:xfrm>
        </p:spPr>
        <p:txBody>
          <a:bodyPr/>
          <a:lstStyle/>
          <a:p>
            <a:pPr eaLnBrk="1" hangingPunct="1"/>
            <a:r>
              <a:rPr lang="zh-CN" altLang="en-US" dirty="0">
                <a:latin typeface="Times New Roman" panose="02020603050405020304" pitchFamily="18" charset="0"/>
                <a:ea typeface="宋体" panose="02010600030101010101" pitchFamily="2" charset="-122"/>
              </a:rPr>
              <a:t>独占传输媒体的带宽 </a:t>
            </a:r>
          </a:p>
        </p:txBody>
      </p:sp>
      <p:sp>
        <p:nvSpPr>
          <p:cNvPr id="269315" name="幻灯片编号占位符 1">
            <a:extLst>
              <a:ext uri="{FF2B5EF4-FFF2-40B4-BE49-F238E27FC236}">
                <a16:creationId xmlns:a16="http://schemas.microsoft.com/office/drawing/2014/main" id="{3FD4BF22-3FB0-3E43-A313-04E6AD72672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E66D740-6FC6-8D4C-87E3-3B1EE807AA2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0365466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206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2066" grpId="0" build="p"/>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1" name="Rectangle 2">
            <a:extLst>
              <a:ext uri="{FF2B5EF4-FFF2-40B4-BE49-F238E27FC236}">
                <a16:creationId xmlns:a16="http://schemas.microsoft.com/office/drawing/2014/main" id="{816389AF-93BE-9E42-B547-BAF09FBB3788}"/>
              </a:ext>
            </a:extLst>
          </p:cNvPr>
          <p:cNvSpPr>
            <a:spLocks noGrp="1" noChangeArrowheads="1"/>
          </p:cNvSpPr>
          <p:nvPr>
            <p:ph type="title"/>
          </p:nvPr>
        </p:nvSpPr>
        <p:spPr>
          <a:xfrm>
            <a:off x="160020" y="180975"/>
            <a:ext cx="7399259" cy="778669"/>
          </a:xfrm>
        </p:spPr>
        <p:txBody>
          <a:bodyPr/>
          <a:lstStyle/>
          <a:p>
            <a:pPr eaLnBrk="1" hangingPunct="1"/>
            <a:r>
              <a:rPr lang="zh-CN" altLang="en-US" dirty="0">
                <a:latin typeface="Times New Roman" panose="02020603050405020304" pitchFamily="18" charset="0"/>
                <a:ea typeface="宋体" panose="02010600030101010101" pitchFamily="2" charset="-122"/>
              </a:rPr>
              <a:t>用以太网交换机扩展局域网 </a:t>
            </a:r>
          </a:p>
        </p:txBody>
      </p:sp>
      <p:sp>
        <p:nvSpPr>
          <p:cNvPr id="271362" name="Freeform 3">
            <a:extLst>
              <a:ext uri="{FF2B5EF4-FFF2-40B4-BE49-F238E27FC236}">
                <a16:creationId xmlns:a16="http://schemas.microsoft.com/office/drawing/2014/main" id="{FD4B9AC5-E9D6-FD4C-8AAF-ED0606472CAD}"/>
              </a:ext>
            </a:extLst>
          </p:cNvPr>
          <p:cNvSpPr>
            <a:spLocks noChangeArrowheads="1"/>
          </p:cNvSpPr>
          <p:nvPr/>
        </p:nvSpPr>
        <p:spPr bwMode="auto">
          <a:xfrm flipV="1">
            <a:off x="5014913" y="2472929"/>
            <a:ext cx="1502569" cy="66675"/>
          </a:xfrm>
          <a:custGeom>
            <a:avLst/>
            <a:gdLst>
              <a:gd name="T0" fmla="*/ 2147483646 w 689"/>
              <a:gd name="T1" fmla="*/ 2147483646 h 178"/>
              <a:gd name="T2" fmla="*/ 0 w 689"/>
              <a:gd name="T3" fmla="*/ 0 h 178"/>
              <a:gd name="T4" fmla="*/ 0 60000 65536"/>
              <a:gd name="T5" fmla="*/ 0 60000 65536"/>
            </a:gdLst>
            <a:ahLst/>
            <a:cxnLst>
              <a:cxn ang="T4">
                <a:pos x="T0" y="T1"/>
              </a:cxn>
              <a:cxn ang="T5">
                <a:pos x="T2" y="T3"/>
              </a:cxn>
            </a:cxnLst>
            <a:rect l="0" t="0" r="r" b="b"/>
            <a:pathLst>
              <a:path w="689" h="178">
                <a:moveTo>
                  <a:pt x="689" y="178"/>
                </a:moveTo>
                <a:lnTo>
                  <a:pt x="0" y="0"/>
                </a:lnTo>
              </a:path>
            </a:pathLst>
          </a:custGeom>
          <a:noFill/>
          <a:ln w="38100" cmpd="sng">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71363" name="Freeform 4">
            <a:extLst>
              <a:ext uri="{FF2B5EF4-FFF2-40B4-BE49-F238E27FC236}">
                <a16:creationId xmlns:a16="http://schemas.microsoft.com/office/drawing/2014/main" id="{252FEBFA-6D15-2743-BF87-147CC3608246}"/>
              </a:ext>
            </a:extLst>
          </p:cNvPr>
          <p:cNvSpPr>
            <a:spLocks noChangeArrowheads="1"/>
          </p:cNvSpPr>
          <p:nvPr/>
        </p:nvSpPr>
        <p:spPr bwMode="auto">
          <a:xfrm rot="9955067">
            <a:off x="6662738" y="2280047"/>
            <a:ext cx="1037035" cy="108347"/>
          </a:xfrm>
          <a:custGeom>
            <a:avLst/>
            <a:gdLst>
              <a:gd name="T0" fmla="*/ 2147483646 w 956"/>
              <a:gd name="T1" fmla="*/ 2147483646 h 122"/>
              <a:gd name="T2" fmla="*/ 2147483646 w 956"/>
              <a:gd name="T3" fmla="*/ 2147483646 h 122"/>
              <a:gd name="T4" fmla="*/ 2147483646 w 956"/>
              <a:gd name="T5" fmla="*/ 2147483646 h 122"/>
              <a:gd name="T6" fmla="*/ 0 w 956"/>
              <a:gd name="T7" fmla="*/ 0 h 1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56" h="122">
                <a:moveTo>
                  <a:pt x="956" y="122"/>
                </a:moveTo>
                <a:lnTo>
                  <a:pt x="467" y="11"/>
                </a:lnTo>
                <a:lnTo>
                  <a:pt x="511" y="111"/>
                </a:lnTo>
                <a:lnTo>
                  <a:pt x="0" y="0"/>
                </a:lnTo>
              </a:path>
            </a:pathLst>
          </a:custGeom>
          <a:noFill/>
          <a:ln w="38100" cmpd="sng">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71364" name="Line 5">
            <a:extLst>
              <a:ext uri="{FF2B5EF4-FFF2-40B4-BE49-F238E27FC236}">
                <a16:creationId xmlns:a16="http://schemas.microsoft.com/office/drawing/2014/main" id="{BA3FB7D8-D76F-A942-8448-AA2FEF3CE883}"/>
              </a:ext>
            </a:extLst>
          </p:cNvPr>
          <p:cNvSpPr>
            <a:spLocks noChangeShapeType="1"/>
          </p:cNvSpPr>
          <p:nvPr/>
        </p:nvSpPr>
        <p:spPr bwMode="auto">
          <a:xfrm flipH="1" flipV="1">
            <a:off x="2681287" y="2085975"/>
            <a:ext cx="1643063" cy="28575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1365" name="Line 6">
            <a:extLst>
              <a:ext uri="{FF2B5EF4-FFF2-40B4-BE49-F238E27FC236}">
                <a16:creationId xmlns:a16="http://schemas.microsoft.com/office/drawing/2014/main" id="{6AA8EB52-1F51-2B4D-860D-4B7E9D61E218}"/>
              </a:ext>
            </a:extLst>
          </p:cNvPr>
          <p:cNvSpPr>
            <a:spLocks noChangeShapeType="1"/>
          </p:cNvSpPr>
          <p:nvPr/>
        </p:nvSpPr>
        <p:spPr bwMode="auto">
          <a:xfrm flipH="1">
            <a:off x="2736056" y="2509838"/>
            <a:ext cx="1604963" cy="332185"/>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1366" name="Line 7">
            <a:extLst>
              <a:ext uri="{FF2B5EF4-FFF2-40B4-BE49-F238E27FC236}">
                <a16:creationId xmlns:a16="http://schemas.microsoft.com/office/drawing/2014/main" id="{996D8D2A-1861-5140-948A-65E531CF6E9A}"/>
              </a:ext>
            </a:extLst>
          </p:cNvPr>
          <p:cNvSpPr>
            <a:spLocks noChangeShapeType="1"/>
          </p:cNvSpPr>
          <p:nvPr/>
        </p:nvSpPr>
        <p:spPr bwMode="auto">
          <a:xfrm flipH="1">
            <a:off x="3545681" y="2609851"/>
            <a:ext cx="887016" cy="717947"/>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1367" name="Line 8">
            <a:extLst>
              <a:ext uri="{FF2B5EF4-FFF2-40B4-BE49-F238E27FC236}">
                <a16:creationId xmlns:a16="http://schemas.microsoft.com/office/drawing/2014/main" id="{7A93885A-D260-1845-9FD5-2AFDD95AC011}"/>
              </a:ext>
            </a:extLst>
          </p:cNvPr>
          <p:cNvSpPr>
            <a:spLocks noChangeShapeType="1"/>
          </p:cNvSpPr>
          <p:nvPr/>
        </p:nvSpPr>
        <p:spPr bwMode="auto">
          <a:xfrm>
            <a:off x="4958953" y="2541985"/>
            <a:ext cx="909638" cy="732234"/>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1368" name="Line 9">
            <a:extLst>
              <a:ext uri="{FF2B5EF4-FFF2-40B4-BE49-F238E27FC236}">
                <a16:creationId xmlns:a16="http://schemas.microsoft.com/office/drawing/2014/main" id="{AC641947-B6BA-8F41-A663-F1DF1FF64EC7}"/>
              </a:ext>
            </a:extLst>
          </p:cNvPr>
          <p:cNvSpPr>
            <a:spLocks noChangeShapeType="1"/>
          </p:cNvSpPr>
          <p:nvPr/>
        </p:nvSpPr>
        <p:spPr bwMode="auto">
          <a:xfrm flipH="1">
            <a:off x="4625579" y="2609850"/>
            <a:ext cx="9525" cy="664369"/>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1369" name="Text Box 37">
            <a:extLst>
              <a:ext uri="{FF2B5EF4-FFF2-40B4-BE49-F238E27FC236}">
                <a16:creationId xmlns:a16="http://schemas.microsoft.com/office/drawing/2014/main" id="{F2226315-BF75-2A4C-B010-B489BF655BBC}"/>
              </a:ext>
            </a:extLst>
          </p:cNvPr>
          <p:cNvSpPr txBox="1">
            <a:spLocks noChangeArrowheads="1"/>
          </p:cNvSpPr>
          <p:nvPr/>
        </p:nvSpPr>
        <p:spPr bwMode="auto">
          <a:xfrm>
            <a:off x="2897982" y="3165873"/>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一系</a:t>
            </a:r>
          </a:p>
        </p:txBody>
      </p:sp>
      <p:sp>
        <p:nvSpPr>
          <p:cNvPr id="271370" name="Text Box 38">
            <a:extLst>
              <a:ext uri="{FF2B5EF4-FFF2-40B4-BE49-F238E27FC236}">
                <a16:creationId xmlns:a16="http://schemas.microsoft.com/office/drawing/2014/main" id="{C03E56BA-0CA3-C64B-A9CB-87060B644BDD}"/>
              </a:ext>
            </a:extLst>
          </p:cNvPr>
          <p:cNvSpPr txBox="1">
            <a:spLocks noChangeArrowheads="1"/>
          </p:cNvSpPr>
          <p:nvPr/>
        </p:nvSpPr>
        <p:spPr bwMode="auto">
          <a:xfrm>
            <a:off x="5166123" y="3219450"/>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三系</a:t>
            </a:r>
          </a:p>
        </p:txBody>
      </p:sp>
      <p:sp>
        <p:nvSpPr>
          <p:cNvPr id="271371" name="Text Box 39">
            <a:extLst>
              <a:ext uri="{FF2B5EF4-FFF2-40B4-BE49-F238E27FC236}">
                <a16:creationId xmlns:a16="http://schemas.microsoft.com/office/drawing/2014/main" id="{2A518742-27E4-634B-9645-1CBAC6FA1314}"/>
              </a:ext>
            </a:extLst>
          </p:cNvPr>
          <p:cNvSpPr txBox="1">
            <a:spLocks noChangeArrowheads="1"/>
          </p:cNvSpPr>
          <p:nvPr/>
        </p:nvSpPr>
        <p:spPr bwMode="auto">
          <a:xfrm>
            <a:off x="3977879" y="3219450"/>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二系</a:t>
            </a:r>
          </a:p>
        </p:txBody>
      </p:sp>
      <p:sp>
        <p:nvSpPr>
          <p:cNvPr id="271372" name="Text Box 40">
            <a:extLst>
              <a:ext uri="{FF2B5EF4-FFF2-40B4-BE49-F238E27FC236}">
                <a16:creationId xmlns:a16="http://schemas.microsoft.com/office/drawing/2014/main" id="{02D64080-AED6-244A-B251-6FA5B189CCC3}"/>
              </a:ext>
            </a:extLst>
          </p:cNvPr>
          <p:cNvSpPr txBox="1">
            <a:spLocks noChangeArrowheads="1"/>
          </p:cNvSpPr>
          <p:nvPr/>
        </p:nvSpPr>
        <p:spPr bwMode="auto">
          <a:xfrm>
            <a:off x="6084094" y="3219450"/>
            <a:ext cx="109356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10BASE-T</a:t>
            </a:r>
          </a:p>
        </p:txBody>
      </p:sp>
      <p:pic>
        <p:nvPicPr>
          <p:cNvPr id="271373" name="Picture 41">
            <a:extLst>
              <a:ext uri="{FF2B5EF4-FFF2-40B4-BE49-F238E27FC236}">
                <a16:creationId xmlns:a16="http://schemas.microsoft.com/office/drawing/2014/main" id="{2235D95B-5C95-B94D-8ABA-7D033AB36BA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60294" y="2215754"/>
            <a:ext cx="704850" cy="429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1374" name="Picture 42">
            <a:extLst>
              <a:ext uri="{FF2B5EF4-FFF2-40B4-BE49-F238E27FC236}">
                <a16:creationId xmlns:a16="http://schemas.microsoft.com/office/drawing/2014/main" id="{BF7A84C4-ADE5-6044-8313-5B5635FF07F4}"/>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7210" y="1645444"/>
            <a:ext cx="517922" cy="656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1375" name="Picture 43">
            <a:extLst>
              <a:ext uri="{FF2B5EF4-FFF2-40B4-BE49-F238E27FC236}">
                <a16:creationId xmlns:a16="http://schemas.microsoft.com/office/drawing/2014/main" id="{9C8ACEE2-FC04-734C-B993-0079E2CB725D}"/>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8869" y="2571750"/>
            <a:ext cx="519113"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1376" name="Text Box 44">
            <a:extLst>
              <a:ext uri="{FF2B5EF4-FFF2-40B4-BE49-F238E27FC236}">
                <a16:creationId xmlns:a16="http://schemas.microsoft.com/office/drawing/2014/main" id="{326A0661-9E86-3C44-9DE3-98F0ABE3AA3B}"/>
              </a:ext>
            </a:extLst>
          </p:cNvPr>
          <p:cNvSpPr txBox="1">
            <a:spLocks noChangeArrowheads="1"/>
          </p:cNvSpPr>
          <p:nvPr/>
        </p:nvSpPr>
        <p:spPr bwMode="auto">
          <a:xfrm>
            <a:off x="6893719" y="1907382"/>
            <a:ext cx="9541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至因特网</a:t>
            </a:r>
          </a:p>
        </p:txBody>
      </p:sp>
      <p:sp>
        <p:nvSpPr>
          <p:cNvPr id="271377" name="Text Box 45">
            <a:extLst>
              <a:ext uri="{FF2B5EF4-FFF2-40B4-BE49-F238E27FC236}">
                <a16:creationId xmlns:a16="http://schemas.microsoft.com/office/drawing/2014/main" id="{9FD9A907-3C32-4841-891F-79D725F455BB}"/>
              </a:ext>
            </a:extLst>
          </p:cNvPr>
          <p:cNvSpPr txBox="1">
            <a:spLocks noChangeArrowheads="1"/>
          </p:cNvSpPr>
          <p:nvPr/>
        </p:nvSpPr>
        <p:spPr bwMode="auto">
          <a:xfrm>
            <a:off x="5219700" y="2193132"/>
            <a:ext cx="97654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100 Mb/s</a:t>
            </a:r>
          </a:p>
        </p:txBody>
      </p:sp>
      <p:sp>
        <p:nvSpPr>
          <p:cNvPr id="271378" name="Text Box 46">
            <a:extLst>
              <a:ext uri="{FF2B5EF4-FFF2-40B4-BE49-F238E27FC236}">
                <a16:creationId xmlns:a16="http://schemas.microsoft.com/office/drawing/2014/main" id="{151C8036-79AE-0745-8E42-F82DC7540BB4}"/>
              </a:ext>
            </a:extLst>
          </p:cNvPr>
          <p:cNvSpPr txBox="1">
            <a:spLocks noChangeArrowheads="1"/>
          </p:cNvSpPr>
          <p:nvPr/>
        </p:nvSpPr>
        <p:spPr bwMode="auto">
          <a:xfrm>
            <a:off x="2949179" y="2382441"/>
            <a:ext cx="97654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100 Mb/s</a:t>
            </a:r>
          </a:p>
        </p:txBody>
      </p:sp>
      <p:sp>
        <p:nvSpPr>
          <p:cNvPr id="271379" name="Text Box 47">
            <a:extLst>
              <a:ext uri="{FF2B5EF4-FFF2-40B4-BE49-F238E27FC236}">
                <a16:creationId xmlns:a16="http://schemas.microsoft.com/office/drawing/2014/main" id="{CF9B2D52-9214-E64F-AFF4-7D5637279157}"/>
              </a:ext>
            </a:extLst>
          </p:cNvPr>
          <p:cNvSpPr txBox="1">
            <a:spLocks noChangeArrowheads="1"/>
          </p:cNvSpPr>
          <p:nvPr/>
        </p:nvSpPr>
        <p:spPr bwMode="auto">
          <a:xfrm>
            <a:off x="3111104" y="1895475"/>
            <a:ext cx="97654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100 Mb/s</a:t>
            </a:r>
          </a:p>
        </p:txBody>
      </p:sp>
      <p:sp>
        <p:nvSpPr>
          <p:cNvPr id="271380" name="Text Box 48">
            <a:extLst>
              <a:ext uri="{FF2B5EF4-FFF2-40B4-BE49-F238E27FC236}">
                <a16:creationId xmlns:a16="http://schemas.microsoft.com/office/drawing/2014/main" id="{94927AA0-363E-A84C-8AD6-88971502B52B}"/>
              </a:ext>
            </a:extLst>
          </p:cNvPr>
          <p:cNvSpPr txBox="1">
            <a:spLocks noChangeArrowheads="1"/>
          </p:cNvSpPr>
          <p:nvPr/>
        </p:nvSpPr>
        <p:spPr bwMode="auto">
          <a:xfrm>
            <a:off x="1756173" y="1668066"/>
            <a:ext cx="76174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万维网</a:t>
            </a:r>
          </a:p>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服务器</a:t>
            </a:r>
          </a:p>
        </p:txBody>
      </p:sp>
      <p:sp>
        <p:nvSpPr>
          <p:cNvPr id="271381" name="Text Box 49">
            <a:extLst>
              <a:ext uri="{FF2B5EF4-FFF2-40B4-BE49-F238E27FC236}">
                <a16:creationId xmlns:a16="http://schemas.microsoft.com/office/drawing/2014/main" id="{79C7EEE0-1895-A34F-9A72-418C0E5E9F7B}"/>
              </a:ext>
            </a:extLst>
          </p:cNvPr>
          <p:cNvSpPr txBox="1">
            <a:spLocks noChangeArrowheads="1"/>
          </p:cNvSpPr>
          <p:nvPr/>
        </p:nvSpPr>
        <p:spPr bwMode="auto">
          <a:xfrm>
            <a:off x="1547813" y="2625328"/>
            <a:ext cx="95410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电子邮件</a:t>
            </a:r>
          </a:p>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  服务器</a:t>
            </a:r>
          </a:p>
        </p:txBody>
      </p:sp>
      <p:sp>
        <p:nvSpPr>
          <p:cNvPr id="271382" name="AutoShape 50">
            <a:extLst>
              <a:ext uri="{FF2B5EF4-FFF2-40B4-BE49-F238E27FC236}">
                <a16:creationId xmlns:a16="http://schemas.microsoft.com/office/drawing/2014/main" id="{62FADD9A-DBE2-2647-8D38-63EDCA0B0098}"/>
              </a:ext>
            </a:extLst>
          </p:cNvPr>
          <p:cNvSpPr>
            <a:spLocks noChangeArrowheads="1"/>
          </p:cNvSpPr>
          <p:nvPr/>
        </p:nvSpPr>
        <p:spPr bwMode="auto">
          <a:xfrm>
            <a:off x="4246960" y="1994298"/>
            <a:ext cx="977503" cy="767953"/>
          </a:xfrm>
          <a:prstGeom prst="cube">
            <a:avLst>
              <a:gd name="adj" fmla="val 25000"/>
            </a:avLst>
          </a:prstGeom>
          <a:solidFill>
            <a:srgbClr val="CCECFF"/>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1383" name="Text Box 51">
            <a:extLst>
              <a:ext uri="{FF2B5EF4-FFF2-40B4-BE49-F238E27FC236}">
                <a16:creationId xmlns:a16="http://schemas.microsoft.com/office/drawing/2014/main" id="{E8D8942C-2E58-5847-AEA9-21C3D4CB6DF4}"/>
              </a:ext>
            </a:extLst>
          </p:cNvPr>
          <p:cNvSpPr txBox="1">
            <a:spLocks noChangeArrowheads="1"/>
          </p:cNvSpPr>
          <p:nvPr/>
        </p:nvSpPr>
        <p:spPr bwMode="auto">
          <a:xfrm>
            <a:off x="4282679" y="2193131"/>
            <a:ext cx="76174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71384" name="Text Box 52">
            <a:extLst>
              <a:ext uri="{FF2B5EF4-FFF2-40B4-BE49-F238E27FC236}">
                <a16:creationId xmlns:a16="http://schemas.microsoft.com/office/drawing/2014/main" id="{FF767DC2-DD91-EA47-ABE4-E327BE9EA10B}"/>
              </a:ext>
            </a:extLst>
          </p:cNvPr>
          <p:cNvSpPr txBox="1">
            <a:spLocks noChangeArrowheads="1"/>
          </p:cNvSpPr>
          <p:nvPr/>
        </p:nvSpPr>
        <p:spPr bwMode="auto">
          <a:xfrm>
            <a:off x="6118623" y="1884760"/>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路由器</a:t>
            </a:r>
          </a:p>
        </p:txBody>
      </p:sp>
      <p:grpSp>
        <p:nvGrpSpPr>
          <p:cNvPr id="271385" name="Group 53">
            <a:extLst>
              <a:ext uri="{FF2B5EF4-FFF2-40B4-BE49-F238E27FC236}">
                <a16:creationId xmlns:a16="http://schemas.microsoft.com/office/drawing/2014/main" id="{1D7C3898-C9E6-744E-82C8-DCE19D24B29B}"/>
              </a:ext>
            </a:extLst>
          </p:cNvPr>
          <p:cNvGrpSpPr>
            <a:grpSpLocks/>
          </p:cNvGrpSpPr>
          <p:nvPr/>
        </p:nvGrpSpPr>
        <p:grpSpPr bwMode="auto">
          <a:xfrm>
            <a:off x="3113485" y="3246835"/>
            <a:ext cx="867965" cy="621506"/>
            <a:chOff x="1755" y="2723"/>
            <a:chExt cx="729" cy="522"/>
          </a:xfrm>
        </p:grpSpPr>
        <p:sp>
          <p:nvSpPr>
            <p:cNvPr id="271407" name="Line 54">
              <a:extLst>
                <a:ext uri="{FF2B5EF4-FFF2-40B4-BE49-F238E27FC236}">
                  <a16:creationId xmlns:a16="http://schemas.microsoft.com/office/drawing/2014/main" id="{DDDBD9E6-847B-F848-B696-CB461C5B7E0F}"/>
                </a:ext>
              </a:extLst>
            </p:cNvPr>
            <p:cNvSpPr>
              <a:spLocks noChangeShapeType="1"/>
            </p:cNvSpPr>
            <p:nvPr/>
          </p:nvSpPr>
          <p:spPr bwMode="auto">
            <a:xfrm flipH="1">
              <a:off x="1835" y="2871"/>
              <a:ext cx="217" cy="26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71408" name="Picture 55">
              <a:extLst>
                <a:ext uri="{FF2B5EF4-FFF2-40B4-BE49-F238E27FC236}">
                  <a16:creationId xmlns:a16="http://schemas.microsoft.com/office/drawing/2014/main" id="{0DF4379F-9A6D-BB4F-9429-A42F151A4A51}"/>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5" y="3072"/>
              <a:ext cx="15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1409" name="Line 56">
              <a:extLst>
                <a:ext uri="{FF2B5EF4-FFF2-40B4-BE49-F238E27FC236}">
                  <a16:creationId xmlns:a16="http://schemas.microsoft.com/office/drawing/2014/main" id="{6896F7C1-5C0A-9C45-8003-0A6576BC2464}"/>
                </a:ext>
              </a:extLst>
            </p:cNvPr>
            <p:cNvSpPr>
              <a:spLocks noChangeShapeType="1"/>
            </p:cNvSpPr>
            <p:nvPr/>
          </p:nvSpPr>
          <p:spPr bwMode="auto">
            <a:xfrm>
              <a:off x="2171" y="2886"/>
              <a:ext cx="40" cy="2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1410" name="Line 57">
              <a:extLst>
                <a:ext uri="{FF2B5EF4-FFF2-40B4-BE49-F238E27FC236}">
                  <a16:creationId xmlns:a16="http://schemas.microsoft.com/office/drawing/2014/main" id="{D45983A8-82E0-854B-AB2D-4CCDB5060813}"/>
                </a:ext>
              </a:extLst>
            </p:cNvPr>
            <p:cNvSpPr>
              <a:spLocks noChangeShapeType="1"/>
            </p:cNvSpPr>
            <p:nvPr/>
          </p:nvSpPr>
          <p:spPr bwMode="auto">
            <a:xfrm>
              <a:off x="2235" y="2892"/>
              <a:ext cx="177" cy="22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1411" name="Line 58">
              <a:extLst>
                <a:ext uri="{FF2B5EF4-FFF2-40B4-BE49-F238E27FC236}">
                  <a16:creationId xmlns:a16="http://schemas.microsoft.com/office/drawing/2014/main" id="{5C908CC8-25FC-7946-B5DE-A4E7245D54E8}"/>
                </a:ext>
              </a:extLst>
            </p:cNvPr>
            <p:cNvSpPr>
              <a:spLocks noChangeShapeType="1"/>
            </p:cNvSpPr>
            <p:nvPr/>
          </p:nvSpPr>
          <p:spPr bwMode="auto">
            <a:xfrm flipH="1">
              <a:off x="2025" y="2881"/>
              <a:ext cx="76" cy="26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71412" name="Picture 59">
              <a:extLst>
                <a:ext uri="{FF2B5EF4-FFF2-40B4-BE49-F238E27FC236}">
                  <a16:creationId xmlns:a16="http://schemas.microsoft.com/office/drawing/2014/main" id="{0CCDB12C-D1EC-2549-BB57-C52607DE70C8}"/>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47" y="3072"/>
              <a:ext cx="15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1413" name="Picture 60">
              <a:extLst>
                <a:ext uri="{FF2B5EF4-FFF2-40B4-BE49-F238E27FC236}">
                  <a16:creationId xmlns:a16="http://schemas.microsoft.com/office/drawing/2014/main" id="{F358DFD8-2D05-7B40-A7F2-34EB172DC586}"/>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9" y="3072"/>
              <a:ext cx="15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1414" name="Picture 61">
              <a:extLst>
                <a:ext uri="{FF2B5EF4-FFF2-40B4-BE49-F238E27FC236}">
                  <a16:creationId xmlns:a16="http://schemas.microsoft.com/office/drawing/2014/main" id="{B3DEC66A-0FC7-F143-A16C-59E2C516A9EC}"/>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1" y="3072"/>
              <a:ext cx="15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1415" name="Picture 62">
              <a:extLst>
                <a:ext uri="{FF2B5EF4-FFF2-40B4-BE49-F238E27FC236}">
                  <a16:creationId xmlns:a16="http://schemas.microsoft.com/office/drawing/2014/main" id="{B5B222C2-C767-634D-9B93-B39159BC3AB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102812">
              <a:off x="1973" y="2723"/>
              <a:ext cx="353"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1386" name="Group 63">
            <a:extLst>
              <a:ext uri="{FF2B5EF4-FFF2-40B4-BE49-F238E27FC236}">
                <a16:creationId xmlns:a16="http://schemas.microsoft.com/office/drawing/2014/main" id="{7385463B-C2BB-F447-B197-B12B25164B89}"/>
              </a:ext>
            </a:extLst>
          </p:cNvPr>
          <p:cNvGrpSpPr>
            <a:grpSpLocks/>
          </p:cNvGrpSpPr>
          <p:nvPr/>
        </p:nvGrpSpPr>
        <p:grpSpPr bwMode="auto">
          <a:xfrm>
            <a:off x="4194573" y="3246835"/>
            <a:ext cx="867965" cy="621506"/>
            <a:chOff x="1755" y="2723"/>
            <a:chExt cx="729" cy="522"/>
          </a:xfrm>
        </p:grpSpPr>
        <p:sp>
          <p:nvSpPr>
            <p:cNvPr id="271398" name="Line 64">
              <a:extLst>
                <a:ext uri="{FF2B5EF4-FFF2-40B4-BE49-F238E27FC236}">
                  <a16:creationId xmlns:a16="http://schemas.microsoft.com/office/drawing/2014/main" id="{CD94A3A5-4D53-0041-BE22-0F6FE8AB29E4}"/>
                </a:ext>
              </a:extLst>
            </p:cNvPr>
            <p:cNvSpPr>
              <a:spLocks noChangeShapeType="1"/>
            </p:cNvSpPr>
            <p:nvPr/>
          </p:nvSpPr>
          <p:spPr bwMode="auto">
            <a:xfrm flipH="1">
              <a:off x="1835" y="2871"/>
              <a:ext cx="217" cy="26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71399" name="Picture 65">
              <a:extLst>
                <a:ext uri="{FF2B5EF4-FFF2-40B4-BE49-F238E27FC236}">
                  <a16:creationId xmlns:a16="http://schemas.microsoft.com/office/drawing/2014/main" id="{3F9C542A-62C6-694D-B4B7-4A51F67DDC80}"/>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5" y="3072"/>
              <a:ext cx="15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1400" name="Line 66">
              <a:extLst>
                <a:ext uri="{FF2B5EF4-FFF2-40B4-BE49-F238E27FC236}">
                  <a16:creationId xmlns:a16="http://schemas.microsoft.com/office/drawing/2014/main" id="{BDD6B56B-42E0-7346-8505-9E2433F9CB31}"/>
                </a:ext>
              </a:extLst>
            </p:cNvPr>
            <p:cNvSpPr>
              <a:spLocks noChangeShapeType="1"/>
            </p:cNvSpPr>
            <p:nvPr/>
          </p:nvSpPr>
          <p:spPr bwMode="auto">
            <a:xfrm>
              <a:off x="2171" y="2886"/>
              <a:ext cx="40" cy="2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1401" name="Line 67">
              <a:extLst>
                <a:ext uri="{FF2B5EF4-FFF2-40B4-BE49-F238E27FC236}">
                  <a16:creationId xmlns:a16="http://schemas.microsoft.com/office/drawing/2014/main" id="{1BB94E71-38C8-464C-88DB-0AED09A67987}"/>
                </a:ext>
              </a:extLst>
            </p:cNvPr>
            <p:cNvSpPr>
              <a:spLocks noChangeShapeType="1"/>
            </p:cNvSpPr>
            <p:nvPr/>
          </p:nvSpPr>
          <p:spPr bwMode="auto">
            <a:xfrm>
              <a:off x="2235" y="2892"/>
              <a:ext cx="177" cy="22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1402" name="Line 68">
              <a:extLst>
                <a:ext uri="{FF2B5EF4-FFF2-40B4-BE49-F238E27FC236}">
                  <a16:creationId xmlns:a16="http://schemas.microsoft.com/office/drawing/2014/main" id="{3E90537B-34C3-5442-A901-EF38E6BDB66D}"/>
                </a:ext>
              </a:extLst>
            </p:cNvPr>
            <p:cNvSpPr>
              <a:spLocks noChangeShapeType="1"/>
            </p:cNvSpPr>
            <p:nvPr/>
          </p:nvSpPr>
          <p:spPr bwMode="auto">
            <a:xfrm flipH="1">
              <a:off x="2025" y="2881"/>
              <a:ext cx="76" cy="26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71403" name="Picture 69">
              <a:extLst>
                <a:ext uri="{FF2B5EF4-FFF2-40B4-BE49-F238E27FC236}">
                  <a16:creationId xmlns:a16="http://schemas.microsoft.com/office/drawing/2014/main" id="{131C6D76-D71E-1D4F-B5DD-22F8CB4B5AED}"/>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47" y="3072"/>
              <a:ext cx="15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1404" name="Picture 70">
              <a:extLst>
                <a:ext uri="{FF2B5EF4-FFF2-40B4-BE49-F238E27FC236}">
                  <a16:creationId xmlns:a16="http://schemas.microsoft.com/office/drawing/2014/main" id="{8F57246E-7A6D-A344-B71A-52CABF3C12EF}"/>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9" y="3072"/>
              <a:ext cx="15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1405" name="Picture 71">
              <a:extLst>
                <a:ext uri="{FF2B5EF4-FFF2-40B4-BE49-F238E27FC236}">
                  <a16:creationId xmlns:a16="http://schemas.microsoft.com/office/drawing/2014/main" id="{EC49F7ED-1D97-DA42-9724-5078E169A567}"/>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1" y="3072"/>
              <a:ext cx="15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1406" name="Picture 72">
              <a:extLst>
                <a:ext uri="{FF2B5EF4-FFF2-40B4-BE49-F238E27FC236}">
                  <a16:creationId xmlns:a16="http://schemas.microsoft.com/office/drawing/2014/main" id="{36B440DC-CD40-BD47-97C6-4BE9A56F962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102812">
              <a:off x="1973" y="2723"/>
              <a:ext cx="353"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1387" name="Group 73">
            <a:extLst>
              <a:ext uri="{FF2B5EF4-FFF2-40B4-BE49-F238E27FC236}">
                <a16:creationId xmlns:a16="http://schemas.microsoft.com/office/drawing/2014/main" id="{A1F24DAF-A61C-9146-B9EA-CB0416C3B5DD}"/>
              </a:ext>
            </a:extLst>
          </p:cNvPr>
          <p:cNvGrpSpPr>
            <a:grpSpLocks/>
          </p:cNvGrpSpPr>
          <p:nvPr/>
        </p:nvGrpSpPr>
        <p:grpSpPr bwMode="auto">
          <a:xfrm>
            <a:off x="5386388" y="3246835"/>
            <a:ext cx="867966" cy="621506"/>
            <a:chOff x="1755" y="2723"/>
            <a:chExt cx="729" cy="522"/>
          </a:xfrm>
        </p:grpSpPr>
        <p:sp>
          <p:nvSpPr>
            <p:cNvPr id="271389" name="Line 74">
              <a:extLst>
                <a:ext uri="{FF2B5EF4-FFF2-40B4-BE49-F238E27FC236}">
                  <a16:creationId xmlns:a16="http://schemas.microsoft.com/office/drawing/2014/main" id="{8CD9055F-F474-3A4F-A417-7D8554AE8081}"/>
                </a:ext>
              </a:extLst>
            </p:cNvPr>
            <p:cNvSpPr>
              <a:spLocks noChangeShapeType="1"/>
            </p:cNvSpPr>
            <p:nvPr/>
          </p:nvSpPr>
          <p:spPr bwMode="auto">
            <a:xfrm flipH="1">
              <a:off x="1835" y="2871"/>
              <a:ext cx="217" cy="26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71390" name="Picture 75">
              <a:extLst>
                <a:ext uri="{FF2B5EF4-FFF2-40B4-BE49-F238E27FC236}">
                  <a16:creationId xmlns:a16="http://schemas.microsoft.com/office/drawing/2014/main" id="{40C45E4B-2076-AE4E-82EB-3218773F32FA}"/>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5" y="3072"/>
              <a:ext cx="15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1391" name="Line 76">
              <a:extLst>
                <a:ext uri="{FF2B5EF4-FFF2-40B4-BE49-F238E27FC236}">
                  <a16:creationId xmlns:a16="http://schemas.microsoft.com/office/drawing/2014/main" id="{BD30EF03-7F4A-934C-BB6E-4EA6E28FB6C5}"/>
                </a:ext>
              </a:extLst>
            </p:cNvPr>
            <p:cNvSpPr>
              <a:spLocks noChangeShapeType="1"/>
            </p:cNvSpPr>
            <p:nvPr/>
          </p:nvSpPr>
          <p:spPr bwMode="auto">
            <a:xfrm>
              <a:off x="2171" y="2886"/>
              <a:ext cx="40" cy="2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1392" name="Line 77">
              <a:extLst>
                <a:ext uri="{FF2B5EF4-FFF2-40B4-BE49-F238E27FC236}">
                  <a16:creationId xmlns:a16="http://schemas.microsoft.com/office/drawing/2014/main" id="{653C9A77-1B46-544F-AE66-29FB66B85AF0}"/>
                </a:ext>
              </a:extLst>
            </p:cNvPr>
            <p:cNvSpPr>
              <a:spLocks noChangeShapeType="1"/>
            </p:cNvSpPr>
            <p:nvPr/>
          </p:nvSpPr>
          <p:spPr bwMode="auto">
            <a:xfrm>
              <a:off x="2235" y="2892"/>
              <a:ext cx="177" cy="22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1393" name="Line 78">
              <a:extLst>
                <a:ext uri="{FF2B5EF4-FFF2-40B4-BE49-F238E27FC236}">
                  <a16:creationId xmlns:a16="http://schemas.microsoft.com/office/drawing/2014/main" id="{6021E6D9-CF1C-A145-84CF-35F0859107A5}"/>
                </a:ext>
              </a:extLst>
            </p:cNvPr>
            <p:cNvSpPr>
              <a:spLocks noChangeShapeType="1"/>
            </p:cNvSpPr>
            <p:nvPr/>
          </p:nvSpPr>
          <p:spPr bwMode="auto">
            <a:xfrm flipH="1">
              <a:off x="2025" y="2881"/>
              <a:ext cx="76" cy="26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71394" name="Picture 79">
              <a:extLst>
                <a:ext uri="{FF2B5EF4-FFF2-40B4-BE49-F238E27FC236}">
                  <a16:creationId xmlns:a16="http://schemas.microsoft.com/office/drawing/2014/main" id="{C3457965-6598-A04C-B288-285D419F3AF4}"/>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47" y="3072"/>
              <a:ext cx="15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1395" name="Picture 80">
              <a:extLst>
                <a:ext uri="{FF2B5EF4-FFF2-40B4-BE49-F238E27FC236}">
                  <a16:creationId xmlns:a16="http://schemas.microsoft.com/office/drawing/2014/main" id="{53DA9B94-D103-3847-886F-3CFF4A97C172}"/>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9" y="3072"/>
              <a:ext cx="15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1396" name="Picture 81">
              <a:extLst>
                <a:ext uri="{FF2B5EF4-FFF2-40B4-BE49-F238E27FC236}">
                  <a16:creationId xmlns:a16="http://schemas.microsoft.com/office/drawing/2014/main" id="{11756F06-C4E5-7343-9DE4-B3BF387A0232}"/>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1" y="3072"/>
              <a:ext cx="15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1397" name="Picture 82">
              <a:extLst>
                <a:ext uri="{FF2B5EF4-FFF2-40B4-BE49-F238E27FC236}">
                  <a16:creationId xmlns:a16="http://schemas.microsoft.com/office/drawing/2014/main" id="{1247ACF3-E7BD-744D-8F75-2C4CC370328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102812">
              <a:off x="1973" y="2723"/>
              <a:ext cx="353"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71388" name="幻灯片编号占位符 1">
            <a:extLst>
              <a:ext uri="{FF2B5EF4-FFF2-40B4-BE49-F238E27FC236}">
                <a16:creationId xmlns:a16="http://schemas.microsoft.com/office/drawing/2014/main" id="{57BA2209-7FC0-4049-BE72-3DC5D32AD3E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6583641-1FB8-6A49-B6EB-AAAB18562AE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27909910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Rectangle 2">
            <a:extLst>
              <a:ext uri="{FF2B5EF4-FFF2-40B4-BE49-F238E27FC236}">
                <a16:creationId xmlns:a16="http://schemas.microsoft.com/office/drawing/2014/main" id="{6D92708E-1BBD-A549-A689-0965B9A3E185}"/>
              </a:ext>
            </a:extLst>
          </p:cNvPr>
          <p:cNvSpPr>
            <a:spLocks noGrp="1" noChangeArrowheads="1"/>
          </p:cNvSpPr>
          <p:nvPr>
            <p:ph type="body" idx="1"/>
          </p:nvPr>
        </p:nvSpPr>
        <p:spPr>
          <a:xfrm>
            <a:off x="160020" y="1011238"/>
            <a:ext cx="8743950" cy="3666729"/>
          </a:xfrm>
        </p:spPr>
        <p:txBody>
          <a:bodyPr/>
          <a:lstStyle/>
          <a:p>
            <a:pPr marL="400050" indent="-400050" algn="just" eaLnBrk="1" hangingPunct="1"/>
            <a:r>
              <a:rPr lang="zh-CN" altLang="en-US" dirty="0">
                <a:solidFill>
                  <a:schemeClr val="hlink"/>
                </a:solidFill>
                <a:ea typeface="宋体" panose="02010600030101010101" pitchFamily="2" charset="-122"/>
              </a:rPr>
              <a:t>虚拟局域网</a:t>
            </a:r>
            <a:r>
              <a:rPr lang="zh-CN" altLang="en-US" dirty="0">
                <a:ea typeface="宋体" panose="02010600030101010101" pitchFamily="2" charset="-122"/>
              </a:rPr>
              <a:t> </a:t>
            </a:r>
            <a:r>
              <a:rPr lang="en-US" altLang="zh-CN" dirty="0">
                <a:ea typeface="宋体" panose="02010600030101010101" pitchFamily="2" charset="-122"/>
              </a:rPr>
              <a:t>VLAN </a:t>
            </a:r>
            <a:r>
              <a:rPr lang="zh-CN" altLang="en-US" dirty="0">
                <a:ea typeface="宋体" panose="02010600030101010101" pitchFamily="2" charset="-122"/>
              </a:rPr>
              <a:t>是由一些局域网网段构成的与物理位置无关的逻辑组。</a:t>
            </a:r>
          </a:p>
          <a:p>
            <a:pPr marL="685800" lvl="1" indent="-342900" algn="just" eaLnBrk="1" hangingPunct="1"/>
            <a:r>
              <a:rPr lang="zh-CN" altLang="en-US" dirty="0">
                <a:solidFill>
                  <a:srgbClr val="333399"/>
                </a:solidFill>
                <a:latin typeface="Arial" panose="020B0604020202020204" pitchFamily="34" charset="0"/>
                <a:ea typeface="宋体" panose="02010600030101010101" pitchFamily="2" charset="-122"/>
              </a:rPr>
              <a:t>这些网段具有某些共同的需求。</a:t>
            </a:r>
          </a:p>
          <a:p>
            <a:pPr marL="685800" lvl="1" indent="-342900" algn="just" eaLnBrk="1" hangingPunct="1"/>
            <a:r>
              <a:rPr lang="zh-CN" altLang="en-US" dirty="0">
                <a:solidFill>
                  <a:srgbClr val="333399"/>
                </a:solidFill>
                <a:latin typeface="Arial" panose="020B0604020202020204" pitchFamily="34" charset="0"/>
                <a:ea typeface="宋体" panose="02010600030101010101" pitchFamily="2" charset="-122"/>
              </a:rPr>
              <a:t>每一个 </a:t>
            </a:r>
            <a:r>
              <a:rPr lang="en-US" altLang="zh-CN" dirty="0">
                <a:solidFill>
                  <a:srgbClr val="333399"/>
                </a:solidFill>
                <a:latin typeface="Arial" panose="020B0604020202020204" pitchFamily="34" charset="0"/>
                <a:ea typeface="宋体" panose="02010600030101010101" pitchFamily="2" charset="-122"/>
              </a:rPr>
              <a:t>VLAN </a:t>
            </a:r>
            <a:r>
              <a:rPr lang="zh-CN" altLang="en-US" dirty="0">
                <a:solidFill>
                  <a:srgbClr val="333399"/>
                </a:solidFill>
                <a:latin typeface="Arial" panose="020B0604020202020204" pitchFamily="34" charset="0"/>
                <a:ea typeface="宋体" panose="02010600030101010101" pitchFamily="2" charset="-122"/>
              </a:rPr>
              <a:t>的帧都有一个明确的标识符，指明发送这个帧的工作站是属于哪一个 </a:t>
            </a:r>
            <a:r>
              <a:rPr lang="en-US" altLang="zh-CN" dirty="0">
                <a:solidFill>
                  <a:srgbClr val="333399"/>
                </a:solidFill>
                <a:latin typeface="Arial" panose="020B0604020202020204" pitchFamily="34" charset="0"/>
                <a:ea typeface="宋体" panose="02010600030101010101" pitchFamily="2" charset="-122"/>
              </a:rPr>
              <a:t>VLAN</a:t>
            </a:r>
            <a:r>
              <a:rPr lang="zh-CN" altLang="en-US" dirty="0">
                <a:solidFill>
                  <a:srgbClr val="333399"/>
                </a:solidFill>
                <a:latin typeface="Arial" panose="020B0604020202020204" pitchFamily="34" charset="0"/>
                <a:ea typeface="宋体" panose="02010600030101010101" pitchFamily="2" charset="-122"/>
              </a:rPr>
              <a:t>。</a:t>
            </a:r>
          </a:p>
          <a:p>
            <a:pPr marL="400050" indent="-400050" algn="just" eaLnBrk="1" hangingPunct="1"/>
            <a:r>
              <a:rPr lang="zh-CN" altLang="en-US" dirty="0">
                <a:ea typeface="宋体" panose="02010600030101010101" pitchFamily="2" charset="-122"/>
              </a:rPr>
              <a:t>虚拟局域网其实只是局域网给用户提供的一种服务，而并不是一种新型局域网。 </a:t>
            </a:r>
          </a:p>
        </p:txBody>
      </p:sp>
      <p:sp>
        <p:nvSpPr>
          <p:cNvPr id="273410" name="Rectangle 3">
            <a:extLst>
              <a:ext uri="{FF2B5EF4-FFF2-40B4-BE49-F238E27FC236}">
                <a16:creationId xmlns:a16="http://schemas.microsoft.com/office/drawing/2014/main" id="{E016CDB0-8ABF-A142-93F3-58E68DA1BE67}"/>
              </a:ext>
            </a:extLst>
          </p:cNvPr>
          <p:cNvSpPr>
            <a:spLocks noGrp="1" noChangeArrowheads="1"/>
          </p:cNvSpPr>
          <p:nvPr>
            <p:ph type="title"/>
          </p:nvPr>
        </p:nvSpPr>
        <p:spPr>
          <a:xfrm>
            <a:off x="160020" y="153988"/>
            <a:ext cx="8945879" cy="857250"/>
          </a:xfrm>
        </p:spPr>
        <p:txBody>
          <a:bodyPr/>
          <a:lstStyle/>
          <a:p>
            <a:pPr eaLnBrk="1" hangingPunct="1"/>
            <a:r>
              <a:rPr lang="zh-CN" altLang="en-US" sz="3000" dirty="0">
                <a:ea typeface="宋体" panose="02010600030101010101" pitchFamily="2" charset="-122"/>
              </a:rPr>
              <a:t>利用以太网交换机可以很方便地实现虚拟局域网 </a:t>
            </a:r>
          </a:p>
        </p:txBody>
      </p:sp>
      <p:sp>
        <p:nvSpPr>
          <p:cNvPr id="273411" name="幻灯片编号占位符 1">
            <a:extLst>
              <a:ext uri="{FF2B5EF4-FFF2-40B4-BE49-F238E27FC236}">
                <a16:creationId xmlns:a16="http://schemas.microsoft.com/office/drawing/2014/main" id="{D134171D-7568-7545-A202-1A6886E9393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0B9371D-BABF-A646-B481-B61765C1286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9544986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41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4114" grpId="0" build="p"/>
    </p:bldLst>
  </p:timing>
</p:sld>
</file>

<file path=ppt/slides/slide1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5457" name="AutoShape 2">
            <a:extLst>
              <a:ext uri="{FF2B5EF4-FFF2-40B4-BE49-F238E27FC236}">
                <a16:creationId xmlns:a16="http://schemas.microsoft.com/office/drawing/2014/main" id="{8FF94CCF-050F-0543-B9CD-F3C7FE1D242D}"/>
              </a:ext>
            </a:extLst>
          </p:cNvPr>
          <p:cNvSpPr>
            <a:spLocks noChangeArrowheads="1"/>
          </p:cNvSpPr>
          <p:nvPr/>
        </p:nvSpPr>
        <p:spPr bwMode="auto">
          <a:xfrm flipH="1">
            <a:off x="1763316" y="3083719"/>
            <a:ext cx="5670947" cy="1048941"/>
          </a:xfrm>
          <a:prstGeom prst="cube">
            <a:avLst>
              <a:gd name="adj" fmla="val 93745"/>
            </a:avLst>
          </a:prstGeom>
          <a:solidFill>
            <a:schemeClr val="bg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5458" name="Line 3">
            <a:extLst>
              <a:ext uri="{FF2B5EF4-FFF2-40B4-BE49-F238E27FC236}">
                <a16:creationId xmlns:a16="http://schemas.microsoft.com/office/drawing/2014/main" id="{1640D353-48D2-A449-8FC4-41AE823735CE}"/>
              </a:ext>
            </a:extLst>
          </p:cNvPr>
          <p:cNvSpPr>
            <a:spLocks noChangeShapeType="1"/>
          </p:cNvSpPr>
          <p:nvPr/>
        </p:nvSpPr>
        <p:spPr bwMode="auto">
          <a:xfrm>
            <a:off x="2828925" y="4656535"/>
            <a:ext cx="1176338" cy="0"/>
          </a:xfrm>
          <a:prstGeom prst="line">
            <a:avLst/>
          </a:prstGeom>
          <a:noFill/>
          <a:ln w="762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59" name="AutoShape 4">
            <a:extLst>
              <a:ext uri="{FF2B5EF4-FFF2-40B4-BE49-F238E27FC236}">
                <a16:creationId xmlns:a16="http://schemas.microsoft.com/office/drawing/2014/main" id="{FB850383-5DA6-4349-99DB-BBF87A42C253}"/>
              </a:ext>
            </a:extLst>
          </p:cNvPr>
          <p:cNvSpPr>
            <a:spLocks noChangeArrowheads="1"/>
          </p:cNvSpPr>
          <p:nvPr/>
        </p:nvSpPr>
        <p:spPr bwMode="auto">
          <a:xfrm flipH="1">
            <a:off x="1763316" y="1627585"/>
            <a:ext cx="5670947" cy="1047750"/>
          </a:xfrm>
          <a:prstGeom prst="cube">
            <a:avLst>
              <a:gd name="adj" fmla="val 93745"/>
            </a:avLst>
          </a:prstGeom>
          <a:solidFill>
            <a:schemeClr val="bg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5460" name="AutoShape 5">
            <a:extLst>
              <a:ext uri="{FF2B5EF4-FFF2-40B4-BE49-F238E27FC236}">
                <a16:creationId xmlns:a16="http://schemas.microsoft.com/office/drawing/2014/main" id="{4D36B68C-E03C-9245-9818-086EF9C477F5}"/>
              </a:ext>
            </a:extLst>
          </p:cNvPr>
          <p:cNvSpPr>
            <a:spLocks noChangeArrowheads="1"/>
          </p:cNvSpPr>
          <p:nvPr/>
        </p:nvSpPr>
        <p:spPr bwMode="auto">
          <a:xfrm flipH="1">
            <a:off x="1819275" y="228600"/>
            <a:ext cx="5559029" cy="1048941"/>
          </a:xfrm>
          <a:prstGeom prst="cube">
            <a:avLst>
              <a:gd name="adj" fmla="val 93745"/>
            </a:avLst>
          </a:prstGeom>
          <a:solidFill>
            <a:schemeClr val="bg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5461" name="Line 6">
            <a:extLst>
              <a:ext uri="{FF2B5EF4-FFF2-40B4-BE49-F238E27FC236}">
                <a16:creationId xmlns:a16="http://schemas.microsoft.com/office/drawing/2014/main" id="{30AE4A22-74C2-D544-8B46-186AA5CCB74F}"/>
              </a:ext>
            </a:extLst>
          </p:cNvPr>
          <p:cNvSpPr>
            <a:spLocks noChangeShapeType="1"/>
          </p:cNvSpPr>
          <p:nvPr/>
        </p:nvSpPr>
        <p:spPr bwMode="auto">
          <a:xfrm>
            <a:off x="3152775" y="520304"/>
            <a:ext cx="293846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62" name="Line 7">
            <a:extLst>
              <a:ext uri="{FF2B5EF4-FFF2-40B4-BE49-F238E27FC236}">
                <a16:creationId xmlns:a16="http://schemas.microsoft.com/office/drawing/2014/main" id="{54B6C039-420B-F241-BA4D-D2408453084C}"/>
              </a:ext>
            </a:extLst>
          </p:cNvPr>
          <p:cNvSpPr>
            <a:spLocks noChangeShapeType="1"/>
          </p:cNvSpPr>
          <p:nvPr/>
        </p:nvSpPr>
        <p:spPr bwMode="auto">
          <a:xfrm>
            <a:off x="3264694" y="636985"/>
            <a:ext cx="17716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63" name="Line 8">
            <a:extLst>
              <a:ext uri="{FF2B5EF4-FFF2-40B4-BE49-F238E27FC236}">
                <a16:creationId xmlns:a16="http://schemas.microsoft.com/office/drawing/2014/main" id="{D177DF74-7EBB-354A-88E2-6B8DCAB7B71B}"/>
              </a:ext>
            </a:extLst>
          </p:cNvPr>
          <p:cNvSpPr>
            <a:spLocks noChangeShapeType="1"/>
          </p:cNvSpPr>
          <p:nvPr/>
        </p:nvSpPr>
        <p:spPr bwMode="auto">
          <a:xfrm>
            <a:off x="3375422" y="752475"/>
            <a:ext cx="38933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64" name="Line 9">
            <a:extLst>
              <a:ext uri="{FF2B5EF4-FFF2-40B4-BE49-F238E27FC236}">
                <a16:creationId xmlns:a16="http://schemas.microsoft.com/office/drawing/2014/main" id="{2625F5A6-0DE7-514B-93A0-32396566EBA1}"/>
              </a:ext>
            </a:extLst>
          </p:cNvPr>
          <p:cNvSpPr>
            <a:spLocks noChangeShapeType="1"/>
          </p:cNvSpPr>
          <p:nvPr/>
        </p:nvSpPr>
        <p:spPr bwMode="auto">
          <a:xfrm>
            <a:off x="3375422" y="2209800"/>
            <a:ext cx="38933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65" name="Line 10">
            <a:extLst>
              <a:ext uri="{FF2B5EF4-FFF2-40B4-BE49-F238E27FC236}">
                <a16:creationId xmlns:a16="http://schemas.microsoft.com/office/drawing/2014/main" id="{9CCA443A-573F-8140-97A4-E3BF437DE9FC}"/>
              </a:ext>
            </a:extLst>
          </p:cNvPr>
          <p:cNvSpPr>
            <a:spLocks noChangeShapeType="1"/>
          </p:cNvSpPr>
          <p:nvPr/>
        </p:nvSpPr>
        <p:spPr bwMode="auto">
          <a:xfrm>
            <a:off x="3264694" y="2034779"/>
            <a:ext cx="19621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66" name="Line 11">
            <a:extLst>
              <a:ext uri="{FF2B5EF4-FFF2-40B4-BE49-F238E27FC236}">
                <a16:creationId xmlns:a16="http://schemas.microsoft.com/office/drawing/2014/main" id="{E65BAF44-83FC-6D40-B6D3-9B3733B4E998}"/>
              </a:ext>
            </a:extLst>
          </p:cNvPr>
          <p:cNvSpPr>
            <a:spLocks noChangeShapeType="1"/>
          </p:cNvSpPr>
          <p:nvPr/>
        </p:nvSpPr>
        <p:spPr bwMode="auto">
          <a:xfrm>
            <a:off x="3098007" y="1859756"/>
            <a:ext cx="2983706"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67" name="Line 12">
            <a:extLst>
              <a:ext uri="{FF2B5EF4-FFF2-40B4-BE49-F238E27FC236}">
                <a16:creationId xmlns:a16="http://schemas.microsoft.com/office/drawing/2014/main" id="{4735974C-03BD-2045-B4BD-82A6DD836EF2}"/>
              </a:ext>
            </a:extLst>
          </p:cNvPr>
          <p:cNvSpPr>
            <a:spLocks noChangeShapeType="1"/>
          </p:cNvSpPr>
          <p:nvPr/>
        </p:nvSpPr>
        <p:spPr bwMode="auto">
          <a:xfrm>
            <a:off x="3208735" y="3549254"/>
            <a:ext cx="105608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68" name="Line 13">
            <a:extLst>
              <a:ext uri="{FF2B5EF4-FFF2-40B4-BE49-F238E27FC236}">
                <a16:creationId xmlns:a16="http://schemas.microsoft.com/office/drawing/2014/main" id="{7D88A16B-3874-E545-9FF3-9AA61A852D11}"/>
              </a:ext>
            </a:extLst>
          </p:cNvPr>
          <p:cNvSpPr>
            <a:spLocks noChangeShapeType="1"/>
          </p:cNvSpPr>
          <p:nvPr/>
        </p:nvSpPr>
        <p:spPr bwMode="auto">
          <a:xfrm>
            <a:off x="3208735" y="3665935"/>
            <a:ext cx="55959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69" name="Line 14">
            <a:extLst>
              <a:ext uri="{FF2B5EF4-FFF2-40B4-BE49-F238E27FC236}">
                <a16:creationId xmlns:a16="http://schemas.microsoft.com/office/drawing/2014/main" id="{1D927052-F3C2-A241-8687-29755DE6853C}"/>
              </a:ext>
            </a:extLst>
          </p:cNvPr>
          <p:cNvSpPr>
            <a:spLocks noChangeShapeType="1"/>
          </p:cNvSpPr>
          <p:nvPr/>
        </p:nvSpPr>
        <p:spPr bwMode="auto">
          <a:xfrm>
            <a:off x="2946797" y="3317081"/>
            <a:ext cx="31813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70" name="Line 15">
            <a:extLst>
              <a:ext uri="{FF2B5EF4-FFF2-40B4-BE49-F238E27FC236}">
                <a16:creationId xmlns:a16="http://schemas.microsoft.com/office/drawing/2014/main" id="{5D3B2C55-C377-C34C-957A-1670E332993C}"/>
              </a:ext>
            </a:extLst>
          </p:cNvPr>
          <p:cNvSpPr>
            <a:spLocks noChangeShapeType="1"/>
          </p:cNvSpPr>
          <p:nvPr/>
        </p:nvSpPr>
        <p:spPr bwMode="auto">
          <a:xfrm>
            <a:off x="3098006" y="3433763"/>
            <a:ext cx="1982391"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71" name="AutoShape 16">
            <a:extLst>
              <a:ext uri="{FF2B5EF4-FFF2-40B4-BE49-F238E27FC236}">
                <a16:creationId xmlns:a16="http://schemas.microsoft.com/office/drawing/2014/main" id="{7EC6BF82-9973-364A-B57E-99D32E828227}"/>
              </a:ext>
            </a:extLst>
          </p:cNvPr>
          <p:cNvSpPr>
            <a:spLocks noChangeArrowheads="1"/>
          </p:cNvSpPr>
          <p:nvPr/>
        </p:nvSpPr>
        <p:spPr bwMode="auto">
          <a:xfrm flipH="1">
            <a:off x="2486026" y="3142060"/>
            <a:ext cx="889397" cy="698897"/>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75472" name="AutoShape 17">
            <a:extLst>
              <a:ext uri="{FF2B5EF4-FFF2-40B4-BE49-F238E27FC236}">
                <a16:creationId xmlns:a16="http://schemas.microsoft.com/office/drawing/2014/main" id="{26304BAF-445D-DC49-AF6D-624A9F2DFF93}"/>
              </a:ext>
            </a:extLst>
          </p:cNvPr>
          <p:cNvSpPr>
            <a:spLocks noChangeArrowheads="1"/>
          </p:cNvSpPr>
          <p:nvPr/>
        </p:nvSpPr>
        <p:spPr bwMode="auto">
          <a:xfrm>
            <a:off x="4876800" y="403622"/>
            <a:ext cx="833438" cy="3437334"/>
          </a:xfrm>
          <a:prstGeom prst="roundRect">
            <a:avLst>
              <a:gd name="adj" fmla="val 50000"/>
            </a:avLst>
          </a:prstGeom>
          <a:solidFill>
            <a:srgbClr val="FFFF66">
              <a:alpha val="50195"/>
            </a:srgbClr>
          </a:solidFill>
          <a:ln w="19050">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5473" name="AutoShape 18">
            <a:extLst>
              <a:ext uri="{FF2B5EF4-FFF2-40B4-BE49-F238E27FC236}">
                <a16:creationId xmlns:a16="http://schemas.microsoft.com/office/drawing/2014/main" id="{BE961A8E-98D2-2340-9FE6-0785DF12B5CD}"/>
              </a:ext>
            </a:extLst>
          </p:cNvPr>
          <p:cNvSpPr>
            <a:spLocks noChangeArrowheads="1"/>
          </p:cNvSpPr>
          <p:nvPr/>
        </p:nvSpPr>
        <p:spPr bwMode="auto">
          <a:xfrm>
            <a:off x="3598069" y="403623"/>
            <a:ext cx="1168004" cy="3845719"/>
          </a:xfrm>
          <a:prstGeom prst="roundRect">
            <a:avLst>
              <a:gd name="adj" fmla="val 50000"/>
            </a:avLst>
          </a:prstGeom>
          <a:solidFill>
            <a:srgbClr val="CCECFF">
              <a:alpha val="50195"/>
            </a:srgbClr>
          </a:solidFill>
          <a:ln w="19050">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5474" name="Text Box 19">
            <a:extLst>
              <a:ext uri="{FF2B5EF4-FFF2-40B4-BE49-F238E27FC236}">
                <a16:creationId xmlns:a16="http://schemas.microsoft.com/office/drawing/2014/main" id="{1775E0F2-73D8-C748-BA65-75080DF8D6E6}"/>
              </a:ext>
            </a:extLst>
          </p:cNvPr>
          <p:cNvSpPr txBox="1">
            <a:spLocks noChangeArrowheads="1"/>
          </p:cNvSpPr>
          <p:nvPr/>
        </p:nvSpPr>
        <p:spPr bwMode="auto">
          <a:xfrm>
            <a:off x="4021931" y="644129"/>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4</a:t>
            </a:r>
            <a:endParaRPr kumimoji="1" lang="en-US" altLang="zh-CN" sz="1500">
              <a:latin typeface="Arial" panose="020B0604020202020204" pitchFamily="34" charset="0"/>
              <a:ea typeface="宋体" panose="02010600030101010101" pitchFamily="2" charset="-122"/>
            </a:endParaRPr>
          </a:p>
        </p:txBody>
      </p:sp>
      <p:sp>
        <p:nvSpPr>
          <p:cNvPr id="275475" name="Text Box 20">
            <a:extLst>
              <a:ext uri="{FF2B5EF4-FFF2-40B4-BE49-F238E27FC236}">
                <a16:creationId xmlns:a16="http://schemas.microsoft.com/office/drawing/2014/main" id="{FBBD8FA8-EB8C-0D4B-A848-BF6F5FE38EEE}"/>
              </a:ext>
            </a:extLst>
          </p:cNvPr>
          <p:cNvSpPr txBox="1">
            <a:spLocks noChangeArrowheads="1"/>
          </p:cNvSpPr>
          <p:nvPr/>
        </p:nvSpPr>
        <p:spPr bwMode="auto">
          <a:xfrm>
            <a:off x="5378053" y="3343275"/>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B</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75476" name="AutoShape 21">
            <a:extLst>
              <a:ext uri="{FF2B5EF4-FFF2-40B4-BE49-F238E27FC236}">
                <a16:creationId xmlns:a16="http://schemas.microsoft.com/office/drawing/2014/main" id="{7C2F07A2-D721-1E45-A7BA-CB9ACE5E4351}"/>
              </a:ext>
            </a:extLst>
          </p:cNvPr>
          <p:cNvSpPr>
            <a:spLocks noChangeArrowheads="1"/>
          </p:cNvSpPr>
          <p:nvPr/>
        </p:nvSpPr>
        <p:spPr bwMode="auto">
          <a:xfrm>
            <a:off x="5878116" y="286941"/>
            <a:ext cx="777478" cy="3437334"/>
          </a:xfrm>
          <a:prstGeom prst="roundRect">
            <a:avLst>
              <a:gd name="adj" fmla="val 50000"/>
            </a:avLst>
          </a:prstGeom>
          <a:solidFill>
            <a:srgbClr val="FF99CC">
              <a:alpha val="50195"/>
            </a:srgbClr>
          </a:solidFill>
          <a:ln w="19050">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5477" name="AutoShape 22">
            <a:extLst>
              <a:ext uri="{FF2B5EF4-FFF2-40B4-BE49-F238E27FC236}">
                <a16:creationId xmlns:a16="http://schemas.microsoft.com/office/drawing/2014/main" id="{7B8F737F-A4C6-6E46-B0C7-7B89EF5FB88F}"/>
              </a:ext>
            </a:extLst>
          </p:cNvPr>
          <p:cNvSpPr>
            <a:spLocks noChangeArrowheads="1"/>
          </p:cNvSpPr>
          <p:nvPr/>
        </p:nvSpPr>
        <p:spPr bwMode="auto">
          <a:xfrm flipH="1">
            <a:off x="2486026" y="286941"/>
            <a:ext cx="889397" cy="698897"/>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75478" name="Line 23">
            <a:extLst>
              <a:ext uri="{FF2B5EF4-FFF2-40B4-BE49-F238E27FC236}">
                <a16:creationId xmlns:a16="http://schemas.microsoft.com/office/drawing/2014/main" id="{3AE9924A-8CE6-7345-A65A-B107FFEE5987}"/>
              </a:ext>
            </a:extLst>
          </p:cNvPr>
          <p:cNvSpPr>
            <a:spLocks noChangeShapeType="1"/>
          </p:cNvSpPr>
          <p:nvPr/>
        </p:nvSpPr>
        <p:spPr bwMode="auto">
          <a:xfrm>
            <a:off x="2319338" y="703660"/>
            <a:ext cx="0" cy="3777853"/>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79" name="Line 24">
            <a:extLst>
              <a:ext uri="{FF2B5EF4-FFF2-40B4-BE49-F238E27FC236}">
                <a16:creationId xmlns:a16="http://schemas.microsoft.com/office/drawing/2014/main" id="{3A0DBFE6-6B3B-F644-9B24-9D9E4B9D37EB}"/>
              </a:ext>
            </a:extLst>
          </p:cNvPr>
          <p:cNvSpPr>
            <a:spLocks noChangeShapeType="1"/>
          </p:cNvSpPr>
          <p:nvPr/>
        </p:nvSpPr>
        <p:spPr bwMode="auto">
          <a:xfrm>
            <a:off x="2308623" y="695325"/>
            <a:ext cx="34409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80" name="Text Box 25">
            <a:extLst>
              <a:ext uri="{FF2B5EF4-FFF2-40B4-BE49-F238E27FC236}">
                <a16:creationId xmlns:a16="http://schemas.microsoft.com/office/drawing/2014/main" id="{CE3A7A46-E37C-6B49-B475-B7BFC22894CE}"/>
              </a:ext>
            </a:extLst>
          </p:cNvPr>
          <p:cNvSpPr txBox="1">
            <a:spLocks noChangeArrowheads="1"/>
          </p:cNvSpPr>
          <p:nvPr/>
        </p:nvSpPr>
        <p:spPr bwMode="auto">
          <a:xfrm>
            <a:off x="5903119" y="1301354"/>
            <a:ext cx="7585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VLAN</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75481" name="Text Box 26">
            <a:extLst>
              <a:ext uri="{FF2B5EF4-FFF2-40B4-BE49-F238E27FC236}">
                <a16:creationId xmlns:a16="http://schemas.microsoft.com/office/drawing/2014/main" id="{9D4753CC-007E-2B49-A5AA-E018246A7CE7}"/>
              </a:ext>
            </a:extLst>
          </p:cNvPr>
          <p:cNvSpPr txBox="1">
            <a:spLocks noChangeArrowheads="1"/>
          </p:cNvSpPr>
          <p:nvPr/>
        </p:nvSpPr>
        <p:spPr bwMode="auto">
          <a:xfrm>
            <a:off x="6292454" y="341710"/>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C</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75482" name="Text Box 27">
            <a:extLst>
              <a:ext uri="{FF2B5EF4-FFF2-40B4-BE49-F238E27FC236}">
                <a16:creationId xmlns:a16="http://schemas.microsoft.com/office/drawing/2014/main" id="{94710F43-E0D5-9D4F-AF00-2E0611A45660}"/>
              </a:ext>
            </a:extLst>
          </p:cNvPr>
          <p:cNvSpPr txBox="1">
            <a:spLocks noChangeArrowheads="1"/>
          </p:cNvSpPr>
          <p:nvPr/>
        </p:nvSpPr>
        <p:spPr bwMode="auto">
          <a:xfrm>
            <a:off x="5237560" y="551260"/>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B</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75483" name="Text Box 28">
            <a:extLst>
              <a:ext uri="{FF2B5EF4-FFF2-40B4-BE49-F238E27FC236}">
                <a16:creationId xmlns:a16="http://schemas.microsoft.com/office/drawing/2014/main" id="{ED053A41-59CB-2346-9F4D-8BA80FEF5342}"/>
              </a:ext>
            </a:extLst>
          </p:cNvPr>
          <p:cNvSpPr txBox="1">
            <a:spLocks noChangeArrowheads="1"/>
          </p:cNvSpPr>
          <p:nvPr/>
        </p:nvSpPr>
        <p:spPr bwMode="auto">
          <a:xfrm>
            <a:off x="3764757" y="1303735"/>
            <a:ext cx="7585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VLAN</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75484" name="Text Box 29">
            <a:extLst>
              <a:ext uri="{FF2B5EF4-FFF2-40B4-BE49-F238E27FC236}">
                <a16:creationId xmlns:a16="http://schemas.microsoft.com/office/drawing/2014/main" id="{9A1F1345-C78D-8047-A7CC-159FFE709253}"/>
              </a:ext>
            </a:extLst>
          </p:cNvPr>
          <p:cNvSpPr txBox="1">
            <a:spLocks noChangeArrowheads="1"/>
          </p:cNvSpPr>
          <p:nvPr/>
        </p:nvSpPr>
        <p:spPr bwMode="auto">
          <a:xfrm>
            <a:off x="4908948" y="1303735"/>
            <a:ext cx="7585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VLAN</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sp>
        <p:nvSpPr>
          <p:cNvPr id="275485" name="Text Box 30">
            <a:extLst>
              <a:ext uri="{FF2B5EF4-FFF2-40B4-BE49-F238E27FC236}">
                <a16:creationId xmlns:a16="http://schemas.microsoft.com/office/drawing/2014/main" id="{A2ABF0D2-60E2-7F41-AC10-321F874A6EDD}"/>
              </a:ext>
            </a:extLst>
          </p:cNvPr>
          <p:cNvSpPr txBox="1">
            <a:spLocks noChangeArrowheads="1"/>
          </p:cNvSpPr>
          <p:nvPr/>
        </p:nvSpPr>
        <p:spPr bwMode="auto">
          <a:xfrm>
            <a:off x="6323410" y="3120629"/>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C</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75486" name="Text Box 31">
            <a:extLst>
              <a:ext uri="{FF2B5EF4-FFF2-40B4-BE49-F238E27FC236}">
                <a16:creationId xmlns:a16="http://schemas.microsoft.com/office/drawing/2014/main" id="{CCD0769A-6AC1-0445-BE60-92A35C02D948}"/>
              </a:ext>
            </a:extLst>
          </p:cNvPr>
          <p:cNvSpPr txBox="1">
            <a:spLocks noChangeArrowheads="1"/>
          </p:cNvSpPr>
          <p:nvPr/>
        </p:nvSpPr>
        <p:spPr bwMode="auto">
          <a:xfrm>
            <a:off x="4468416" y="3430191"/>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sp>
        <p:nvSpPr>
          <p:cNvPr id="275487" name="Text Box 32">
            <a:extLst>
              <a:ext uri="{FF2B5EF4-FFF2-40B4-BE49-F238E27FC236}">
                <a16:creationId xmlns:a16="http://schemas.microsoft.com/office/drawing/2014/main" id="{AA955758-9DA6-5E41-A187-0624FF20AE4B}"/>
              </a:ext>
            </a:extLst>
          </p:cNvPr>
          <p:cNvSpPr txBox="1">
            <a:spLocks noChangeArrowheads="1"/>
          </p:cNvSpPr>
          <p:nvPr/>
        </p:nvSpPr>
        <p:spPr bwMode="auto">
          <a:xfrm>
            <a:off x="3987403" y="3763566"/>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75488" name="Text Box 33">
            <a:extLst>
              <a:ext uri="{FF2B5EF4-FFF2-40B4-BE49-F238E27FC236}">
                <a16:creationId xmlns:a16="http://schemas.microsoft.com/office/drawing/2014/main" id="{335B282B-9E47-7847-B727-0B8817CE0794}"/>
              </a:ext>
            </a:extLst>
          </p:cNvPr>
          <p:cNvSpPr txBox="1">
            <a:spLocks noChangeArrowheads="1"/>
          </p:cNvSpPr>
          <p:nvPr/>
        </p:nvSpPr>
        <p:spPr bwMode="auto">
          <a:xfrm>
            <a:off x="4010025" y="2112169"/>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75489" name="Text Box 34">
            <a:extLst>
              <a:ext uri="{FF2B5EF4-FFF2-40B4-BE49-F238E27FC236}">
                <a16:creationId xmlns:a16="http://schemas.microsoft.com/office/drawing/2014/main" id="{9BB5EABF-98B0-A247-AF92-B7B192D41098}"/>
              </a:ext>
            </a:extLst>
          </p:cNvPr>
          <p:cNvSpPr txBox="1">
            <a:spLocks noChangeArrowheads="1"/>
          </p:cNvSpPr>
          <p:nvPr/>
        </p:nvSpPr>
        <p:spPr bwMode="auto">
          <a:xfrm>
            <a:off x="6342460" y="1726407"/>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C</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sp>
        <p:nvSpPr>
          <p:cNvPr id="275490" name="Text Box 35">
            <a:extLst>
              <a:ext uri="{FF2B5EF4-FFF2-40B4-BE49-F238E27FC236}">
                <a16:creationId xmlns:a16="http://schemas.microsoft.com/office/drawing/2014/main" id="{441527A6-11EB-0B48-BB6B-D398AC8025DF}"/>
              </a:ext>
            </a:extLst>
          </p:cNvPr>
          <p:cNvSpPr txBox="1">
            <a:spLocks noChangeArrowheads="1"/>
          </p:cNvSpPr>
          <p:nvPr/>
        </p:nvSpPr>
        <p:spPr bwMode="auto">
          <a:xfrm>
            <a:off x="5409010" y="1840707"/>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B</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pic>
        <p:nvPicPr>
          <p:cNvPr id="275491" name="Picture 36">
            <a:extLst>
              <a:ext uri="{FF2B5EF4-FFF2-40B4-BE49-F238E27FC236}">
                <a16:creationId xmlns:a16="http://schemas.microsoft.com/office/drawing/2014/main" id="{51D62A86-BCA3-DA4A-BC33-27393FBB441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4029" y="695326"/>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492" name="Picture 37">
            <a:extLst>
              <a:ext uri="{FF2B5EF4-FFF2-40B4-BE49-F238E27FC236}">
                <a16:creationId xmlns:a16="http://schemas.microsoft.com/office/drawing/2014/main" id="{8A9B4F18-A4BC-9B47-BC0D-C249FD974F0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8844" y="403623"/>
            <a:ext cx="382191"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493" name="Picture 38">
            <a:extLst>
              <a:ext uri="{FF2B5EF4-FFF2-40B4-BE49-F238E27FC236}">
                <a16:creationId xmlns:a16="http://schemas.microsoft.com/office/drawing/2014/main" id="{C0A6E3D4-88E9-DC47-BE1B-3F50CC039A2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760" y="578644"/>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494" name="Picture 39">
            <a:extLst>
              <a:ext uri="{FF2B5EF4-FFF2-40B4-BE49-F238E27FC236}">
                <a16:creationId xmlns:a16="http://schemas.microsoft.com/office/drawing/2014/main" id="{1A1FC799-7D1C-9C45-A83E-2B162139CFE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5988" y="1743076"/>
            <a:ext cx="382191"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495" name="Picture 40">
            <a:extLst>
              <a:ext uri="{FF2B5EF4-FFF2-40B4-BE49-F238E27FC236}">
                <a16:creationId xmlns:a16="http://schemas.microsoft.com/office/drawing/2014/main" id="{1B7ED5F3-9EB6-0C40-A53C-8B4CD851D49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6592" y="1918097"/>
            <a:ext cx="382190"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496" name="Picture 41">
            <a:extLst>
              <a:ext uri="{FF2B5EF4-FFF2-40B4-BE49-F238E27FC236}">
                <a16:creationId xmlns:a16="http://schemas.microsoft.com/office/drawing/2014/main" id="{C4120C30-B7AF-A241-8807-EA3585BFAE5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4029" y="2093119"/>
            <a:ext cx="382190"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497" name="Picture 42">
            <a:extLst>
              <a:ext uri="{FF2B5EF4-FFF2-40B4-BE49-F238E27FC236}">
                <a16:creationId xmlns:a16="http://schemas.microsoft.com/office/drawing/2014/main" id="{C23C9405-8ADF-1C44-9094-8B561BC4FF5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4029" y="3555207"/>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498" name="Picture 43">
            <a:extLst>
              <a:ext uri="{FF2B5EF4-FFF2-40B4-BE49-F238E27FC236}">
                <a16:creationId xmlns:a16="http://schemas.microsoft.com/office/drawing/2014/main" id="{BF759D8D-598F-A841-BE52-8BD1A99C8CC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4092" y="3433763"/>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499" name="Picture 44">
            <a:extLst>
              <a:ext uri="{FF2B5EF4-FFF2-40B4-BE49-F238E27FC236}">
                <a16:creationId xmlns:a16="http://schemas.microsoft.com/office/drawing/2014/main" id="{4FAD5E4C-5D44-0247-943B-886F034A142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7529" y="3317082"/>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500" name="Picture 45">
            <a:extLst>
              <a:ext uri="{FF2B5EF4-FFF2-40B4-BE49-F238E27FC236}">
                <a16:creationId xmlns:a16="http://schemas.microsoft.com/office/drawing/2014/main" id="{90FA9DD0-9036-B84A-A5D0-B57D8F250A7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8844" y="3200401"/>
            <a:ext cx="382191"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5501" name="AutoShape 46">
            <a:extLst>
              <a:ext uri="{FF2B5EF4-FFF2-40B4-BE49-F238E27FC236}">
                <a16:creationId xmlns:a16="http://schemas.microsoft.com/office/drawing/2014/main" id="{BF83447B-0A0C-B541-85E9-4203E8002BDC}"/>
              </a:ext>
            </a:extLst>
          </p:cNvPr>
          <p:cNvSpPr>
            <a:spLocks noChangeArrowheads="1"/>
          </p:cNvSpPr>
          <p:nvPr/>
        </p:nvSpPr>
        <p:spPr bwMode="auto">
          <a:xfrm flipH="1">
            <a:off x="2486026" y="1684735"/>
            <a:ext cx="889397" cy="700088"/>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75502" name="Line 47">
            <a:extLst>
              <a:ext uri="{FF2B5EF4-FFF2-40B4-BE49-F238E27FC236}">
                <a16:creationId xmlns:a16="http://schemas.microsoft.com/office/drawing/2014/main" id="{C1FE6FE1-6DFD-9842-BC6B-6E679E17D2C3}"/>
              </a:ext>
            </a:extLst>
          </p:cNvPr>
          <p:cNvSpPr>
            <a:spLocks noChangeShapeType="1"/>
          </p:cNvSpPr>
          <p:nvPr/>
        </p:nvSpPr>
        <p:spPr bwMode="auto">
          <a:xfrm>
            <a:off x="2430066" y="2088356"/>
            <a:ext cx="0" cy="2509838"/>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503" name="Line 48">
            <a:extLst>
              <a:ext uri="{FF2B5EF4-FFF2-40B4-BE49-F238E27FC236}">
                <a16:creationId xmlns:a16="http://schemas.microsoft.com/office/drawing/2014/main" id="{80664673-213A-5349-B7B3-8BCD56F80B94}"/>
              </a:ext>
            </a:extLst>
          </p:cNvPr>
          <p:cNvSpPr>
            <a:spLocks noChangeShapeType="1"/>
          </p:cNvSpPr>
          <p:nvPr/>
        </p:nvSpPr>
        <p:spPr bwMode="auto">
          <a:xfrm>
            <a:off x="2420541" y="2093119"/>
            <a:ext cx="207169"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504" name="Line 49">
            <a:extLst>
              <a:ext uri="{FF2B5EF4-FFF2-40B4-BE49-F238E27FC236}">
                <a16:creationId xmlns:a16="http://schemas.microsoft.com/office/drawing/2014/main" id="{3780557D-96BA-484E-BD1E-E8BACE95E98C}"/>
              </a:ext>
            </a:extLst>
          </p:cNvPr>
          <p:cNvSpPr>
            <a:spLocks noChangeShapeType="1"/>
          </p:cNvSpPr>
          <p:nvPr/>
        </p:nvSpPr>
        <p:spPr bwMode="auto">
          <a:xfrm>
            <a:off x="2541985" y="3579019"/>
            <a:ext cx="0" cy="1135856"/>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505" name="Line 50">
            <a:extLst>
              <a:ext uri="{FF2B5EF4-FFF2-40B4-BE49-F238E27FC236}">
                <a16:creationId xmlns:a16="http://schemas.microsoft.com/office/drawing/2014/main" id="{6D6B2896-A72F-B04F-B01E-2946F8F93991}"/>
              </a:ext>
            </a:extLst>
          </p:cNvPr>
          <p:cNvSpPr>
            <a:spLocks noChangeShapeType="1"/>
          </p:cNvSpPr>
          <p:nvPr/>
        </p:nvSpPr>
        <p:spPr bwMode="auto">
          <a:xfrm>
            <a:off x="2531269" y="3579019"/>
            <a:ext cx="11430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506" name="AutoShape 51">
            <a:extLst>
              <a:ext uri="{FF2B5EF4-FFF2-40B4-BE49-F238E27FC236}">
                <a16:creationId xmlns:a16="http://schemas.microsoft.com/office/drawing/2014/main" id="{9FFDF6B5-1473-D64A-8D47-757B942B4379}"/>
              </a:ext>
            </a:extLst>
          </p:cNvPr>
          <p:cNvSpPr>
            <a:spLocks noChangeArrowheads="1"/>
          </p:cNvSpPr>
          <p:nvPr/>
        </p:nvSpPr>
        <p:spPr bwMode="auto">
          <a:xfrm flipH="1">
            <a:off x="2040731" y="4249341"/>
            <a:ext cx="890588" cy="698897"/>
          </a:xfrm>
          <a:prstGeom prst="cube">
            <a:avLst>
              <a:gd name="adj" fmla="val 28329"/>
            </a:avLst>
          </a:prstGeom>
          <a:solidFill>
            <a:srgbClr val="99FFCC"/>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75507" name="Text Box 52">
            <a:extLst>
              <a:ext uri="{FF2B5EF4-FFF2-40B4-BE49-F238E27FC236}">
                <a16:creationId xmlns:a16="http://schemas.microsoft.com/office/drawing/2014/main" id="{64295379-828F-E046-B5A2-904189A8217B}"/>
              </a:ext>
            </a:extLst>
          </p:cNvPr>
          <p:cNvSpPr txBox="1">
            <a:spLocks noChangeArrowheads="1"/>
          </p:cNvSpPr>
          <p:nvPr/>
        </p:nvSpPr>
        <p:spPr bwMode="auto">
          <a:xfrm>
            <a:off x="4614565" y="4354117"/>
            <a:ext cx="27783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三个虚拟局域网</a:t>
            </a:r>
            <a:r>
              <a:rPr lang="en-US" altLang="zh-CN" sz="1800">
                <a:latin typeface="Arial" panose="020B0604020202020204" pitchFamily="34" charset="0"/>
                <a:ea typeface="宋体" panose="02010600030101010101" pitchFamily="2" charset="-122"/>
              </a:rPr>
              <a:t>:</a:t>
            </a:r>
          </a:p>
          <a:p>
            <a:pPr algn="ctr" eaLnBrk="1" hangingPunct="1">
              <a:spcBef>
                <a:spcPct val="0"/>
              </a:spcBef>
              <a:buClrTx/>
              <a:buSzTx/>
              <a:buFontTx/>
              <a:buNone/>
            </a:pPr>
            <a:r>
              <a:rPr lang="en-US" altLang="zh-CN" sz="1800">
                <a:latin typeface="Arial" panose="020B0604020202020204" pitchFamily="34" charset="0"/>
                <a:ea typeface="宋体" panose="02010600030101010101" pitchFamily="2" charset="-122"/>
              </a:rPr>
              <a:t> VLAN</a:t>
            </a:r>
            <a:r>
              <a:rPr lang="en-US" altLang="zh-CN" sz="1800" baseline="-25000">
                <a:latin typeface="Arial" panose="020B0604020202020204" pitchFamily="34" charset="0"/>
                <a:ea typeface="宋体" panose="02010600030101010101" pitchFamily="2" charset="-122"/>
              </a:rPr>
              <a:t>1</a:t>
            </a:r>
            <a:r>
              <a:rPr lang="en-US" altLang="zh-CN" sz="1800">
                <a:latin typeface="Arial" panose="020B0604020202020204" pitchFamily="34" charset="0"/>
                <a:ea typeface="宋体" panose="02010600030101010101" pitchFamily="2" charset="-122"/>
              </a:rPr>
              <a:t>, VLAN</a:t>
            </a:r>
            <a:r>
              <a:rPr lang="en-US" altLang="zh-CN" sz="1800" baseline="-25000">
                <a:latin typeface="Arial" panose="020B0604020202020204" pitchFamily="34" charset="0"/>
                <a:ea typeface="宋体" panose="02010600030101010101" pitchFamily="2" charset="-122"/>
              </a:rPr>
              <a:t>2 </a:t>
            </a:r>
            <a:r>
              <a:rPr lang="zh-CN" altLang="en-US" sz="1800">
                <a:latin typeface="Arial" panose="020B0604020202020204" pitchFamily="34" charset="0"/>
                <a:ea typeface="宋体" panose="02010600030101010101" pitchFamily="2" charset="-122"/>
              </a:rPr>
              <a:t>和 </a:t>
            </a:r>
            <a:r>
              <a:rPr lang="en-US" altLang="zh-CN" sz="1800">
                <a:latin typeface="Arial" panose="020B0604020202020204" pitchFamily="34" charset="0"/>
                <a:ea typeface="宋体" panose="02010600030101010101" pitchFamily="2" charset="-122"/>
              </a:rPr>
              <a:t>VLAN</a:t>
            </a:r>
            <a:r>
              <a:rPr lang="en-US" altLang="zh-CN" sz="1800" baseline="-25000">
                <a:latin typeface="Arial" panose="020B0604020202020204" pitchFamily="34" charset="0"/>
                <a:ea typeface="宋体" panose="02010600030101010101" pitchFamily="2" charset="-122"/>
              </a:rPr>
              <a:t>3</a:t>
            </a:r>
            <a:endParaRPr lang="en-US" altLang="zh-CN" sz="1800">
              <a:latin typeface="Arial" panose="020B0604020202020204" pitchFamily="34" charset="0"/>
              <a:ea typeface="宋体" panose="02010600030101010101" pitchFamily="2" charset="-122"/>
            </a:endParaRPr>
          </a:p>
        </p:txBody>
      </p:sp>
      <p:sp>
        <p:nvSpPr>
          <p:cNvPr id="275508" name="幻灯片编号占位符 1">
            <a:extLst>
              <a:ext uri="{FF2B5EF4-FFF2-40B4-BE49-F238E27FC236}">
                <a16:creationId xmlns:a16="http://schemas.microsoft.com/office/drawing/2014/main" id="{3A6B2012-B8A6-6E4C-8E8B-0E33DAB1DAE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653B4B6-D8DF-A942-80C4-063EDFAD845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73255362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7505" name="AutoShape 2">
            <a:extLst>
              <a:ext uri="{FF2B5EF4-FFF2-40B4-BE49-F238E27FC236}">
                <a16:creationId xmlns:a16="http://schemas.microsoft.com/office/drawing/2014/main" id="{8B1DCAC7-7753-C54C-8029-412083CE3375}"/>
              </a:ext>
            </a:extLst>
          </p:cNvPr>
          <p:cNvSpPr>
            <a:spLocks noChangeArrowheads="1"/>
          </p:cNvSpPr>
          <p:nvPr/>
        </p:nvSpPr>
        <p:spPr bwMode="auto">
          <a:xfrm flipH="1">
            <a:off x="1763316" y="3083719"/>
            <a:ext cx="5670947" cy="1048941"/>
          </a:xfrm>
          <a:prstGeom prst="cube">
            <a:avLst>
              <a:gd name="adj" fmla="val 93745"/>
            </a:avLst>
          </a:prstGeom>
          <a:solidFill>
            <a:schemeClr val="bg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7506" name="Line 3">
            <a:extLst>
              <a:ext uri="{FF2B5EF4-FFF2-40B4-BE49-F238E27FC236}">
                <a16:creationId xmlns:a16="http://schemas.microsoft.com/office/drawing/2014/main" id="{CCD7D9E0-2F87-0A44-A8DA-0B6BBF8DA39E}"/>
              </a:ext>
            </a:extLst>
          </p:cNvPr>
          <p:cNvSpPr>
            <a:spLocks noChangeShapeType="1"/>
          </p:cNvSpPr>
          <p:nvPr/>
        </p:nvSpPr>
        <p:spPr bwMode="auto">
          <a:xfrm>
            <a:off x="2828925" y="4656535"/>
            <a:ext cx="1176338" cy="0"/>
          </a:xfrm>
          <a:prstGeom prst="line">
            <a:avLst/>
          </a:prstGeom>
          <a:noFill/>
          <a:ln w="762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07" name="AutoShape 4">
            <a:extLst>
              <a:ext uri="{FF2B5EF4-FFF2-40B4-BE49-F238E27FC236}">
                <a16:creationId xmlns:a16="http://schemas.microsoft.com/office/drawing/2014/main" id="{94786A06-3455-A942-8D94-B45508E335CC}"/>
              </a:ext>
            </a:extLst>
          </p:cNvPr>
          <p:cNvSpPr>
            <a:spLocks noChangeArrowheads="1"/>
          </p:cNvSpPr>
          <p:nvPr/>
        </p:nvSpPr>
        <p:spPr bwMode="auto">
          <a:xfrm flipH="1">
            <a:off x="1763316" y="1627585"/>
            <a:ext cx="5670947" cy="1047750"/>
          </a:xfrm>
          <a:prstGeom prst="cube">
            <a:avLst>
              <a:gd name="adj" fmla="val 93745"/>
            </a:avLst>
          </a:prstGeom>
          <a:solidFill>
            <a:schemeClr val="bg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7508" name="AutoShape 5">
            <a:extLst>
              <a:ext uri="{FF2B5EF4-FFF2-40B4-BE49-F238E27FC236}">
                <a16:creationId xmlns:a16="http://schemas.microsoft.com/office/drawing/2014/main" id="{AEE3E10E-4E50-374C-91C1-680F553946D8}"/>
              </a:ext>
            </a:extLst>
          </p:cNvPr>
          <p:cNvSpPr>
            <a:spLocks noChangeArrowheads="1"/>
          </p:cNvSpPr>
          <p:nvPr/>
        </p:nvSpPr>
        <p:spPr bwMode="auto">
          <a:xfrm flipH="1">
            <a:off x="1819275" y="228600"/>
            <a:ext cx="5559029" cy="1048941"/>
          </a:xfrm>
          <a:prstGeom prst="cube">
            <a:avLst>
              <a:gd name="adj" fmla="val 93745"/>
            </a:avLst>
          </a:prstGeom>
          <a:solidFill>
            <a:schemeClr val="bg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7509" name="Line 6">
            <a:extLst>
              <a:ext uri="{FF2B5EF4-FFF2-40B4-BE49-F238E27FC236}">
                <a16:creationId xmlns:a16="http://schemas.microsoft.com/office/drawing/2014/main" id="{B6359E31-46B3-5543-A2B2-760DA7415950}"/>
              </a:ext>
            </a:extLst>
          </p:cNvPr>
          <p:cNvSpPr>
            <a:spLocks noChangeShapeType="1"/>
          </p:cNvSpPr>
          <p:nvPr/>
        </p:nvSpPr>
        <p:spPr bwMode="auto">
          <a:xfrm>
            <a:off x="3152775" y="520304"/>
            <a:ext cx="293846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10" name="Line 7">
            <a:extLst>
              <a:ext uri="{FF2B5EF4-FFF2-40B4-BE49-F238E27FC236}">
                <a16:creationId xmlns:a16="http://schemas.microsoft.com/office/drawing/2014/main" id="{0D8B89C7-4578-3E41-8483-3D5CCA9333E9}"/>
              </a:ext>
            </a:extLst>
          </p:cNvPr>
          <p:cNvSpPr>
            <a:spLocks noChangeShapeType="1"/>
          </p:cNvSpPr>
          <p:nvPr/>
        </p:nvSpPr>
        <p:spPr bwMode="auto">
          <a:xfrm>
            <a:off x="3264694" y="636985"/>
            <a:ext cx="17716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11" name="Line 8">
            <a:extLst>
              <a:ext uri="{FF2B5EF4-FFF2-40B4-BE49-F238E27FC236}">
                <a16:creationId xmlns:a16="http://schemas.microsoft.com/office/drawing/2014/main" id="{832FE1CE-B757-4E4E-BCFD-91F538F526C8}"/>
              </a:ext>
            </a:extLst>
          </p:cNvPr>
          <p:cNvSpPr>
            <a:spLocks noChangeShapeType="1"/>
          </p:cNvSpPr>
          <p:nvPr/>
        </p:nvSpPr>
        <p:spPr bwMode="auto">
          <a:xfrm>
            <a:off x="3375422" y="752475"/>
            <a:ext cx="38933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12" name="Line 9">
            <a:extLst>
              <a:ext uri="{FF2B5EF4-FFF2-40B4-BE49-F238E27FC236}">
                <a16:creationId xmlns:a16="http://schemas.microsoft.com/office/drawing/2014/main" id="{E13AFBCF-CA83-1D47-8DC5-8E1A26AF90C0}"/>
              </a:ext>
            </a:extLst>
          </p:cNvPr>
          <p:cNvSpPr>
            <a:spLocks noChangeShapeType="1"/>
          </p:cNvSpPr>
          <p:nvPr/>
        </p:nvSpPr>
        <p:spPr bwMode="auto">
          <a:xfrm>
            <a:off x="3375422" y="2209800"/>
            <a:ext cx="38933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13" name="Line 10">
            <a:extLst>
              <a:ext uri="{FF2B5EF4-FFF2-40B4-BE49-F238E27FC236}">
                <a16:creationId xmlns:a16="http://schemas.microsoft.com/office/drawing/2014/main" id="{D2B59B73-69B7-8A4A-AFA8-CC47CE7018F2}"/>
              </a:ext>
            </a:extLst>
          </p:cNvPr>
          <p:cNvSpPr>
            <a:spLocks noChangeShapeType="1"/>
          </p:cNvSpPr>
          <p:nvPr/>
        </p:nvSpPr>
        <p:spPr bwMode="auto">
          <a:xfrm>
            <a:off x="3264694" y="2034779"/>
            <a:ext cx="19621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14" name="Line 11">
            <a:extLst>
              <a:ext uri="{FF2B5EF4-FFF2-40B4-BE49-F238E27FC236}">
                <a16:creationId xmlns:a16="http://schemas.microsoft.com/office/drawing/2014/main" id="{15B19BAC-01A3-4A41-9D94-A6C87C9E3351}"/>
              </a:ext>
            </a:extLst>
          </p:cNvPr>
          <p:cNvSpPr>
            <a:spLocks noChangeShapeType="1"/>
          </p:cNvSpPr>
          <p:nvPr/>
        </p:nvSpPr>
        <p:spPr bwMode="auto">
          <a:xfrm>
            <a:off x="3098007" y="1859756"/>
            <a:ext cx="2983706"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15" name="Line 12">
            <a:extLst>
              <a:ext uri="{FF2B5EF4-FFF2-40B4-BE49-F238E27FC236}">
                <a16:creationId xmlns:a16="http://schemas.microsoft.com/office/drawing/2014/main" id="{451C10E6-F01C-3147-8DC7-E7C277C03F58}"/>
              </a:ext>
            </a:extLst>
          </p:cNvPr>
          <p:cNvSpPr>
            <a:spLocks noChangeShapeType="1"/>
          </p:cNvSpPr>
          <p:nvPr/>
        </p:nvSpPr>
        <p:spPr bwMode="auto">
          <a:xfrm>
            <a:off x="3208735" y="3549254"/>
            <a:ext cx="105608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16" name="Line 13">
            <a:extLst>
              <a:ext uri="{FF2B5EF4-FFF2-40B4-BE49-F238E27FC236}">
                <a16:creationId xmlns:a16="http://schemas.microsoft.com/office/drawing/2014/main" id="{17A6208E-B0B0-9741-9D7B-BABA2A28CFFA}"/>
              </a:ext>
            </a:extLst>
          </p:cNvPr>
          <p:cNvSpPr>
            <a:spLocks noChangeShapeType="1"/>
          </p:cNvSpPr>
          <p:nvPr/>
        </p:nvSpPr>
        <p:spPr bwMode="auto">
          <a:xfrm>
            <a:off x="3208735" y="3665935"/>
            <a:ext cx="55959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17" name="Line 14">
            <a:extLst>
              <a:ext uri="{FF2B5EF4-FFF2-40B4-BE49-F238E27FC236}">
                <a16:creationId xmlns:a16="http://schemas.microsoft.com/office/drawing/2014/main" id="{BE28B6CD-0897-A340-974F-3A7A965AEB9E}"/>
              </a:ext>
            </a:extLst>
          </p:cNvPr>
          <p:cNvSpPr>
            <a:spLocks noChangeShapeType="1"/>
          </p:cNvSpPr>
          <p:nvPr/>
        </p:nvSpPr>
        <p:spPr bwMode="auto">
          <a:xfrm>
            <a:off x="2946797" y="3317081"/>
            <a:ext cx="31813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18" name="Line 15">
            <a:extLst>
              <a:ext uri="{FF2B5EF4-FFF2-40B4-BE49-F238E27FC236}">
                <a16:creationId xmlns:a16="http://schemas.microsoft.com/office/drawing/2014/main" id="{49697C20-EE48-2D40-A604-B8120B46AB0A}"/>
              </a:ext>
            </a:extLst>
          </p:cNvPr>
          <p:cNvSpPr>
            <a:spLocks noChangeShapeType="1"/>
          </p:cNvSpPr>
          <p:nvPr/>
        </p:nvSpPr>
        <p:spPr bwMode="auto">
          <a:xfrm>
            <a:off x="3098006" y="3433763"/>
            <a:ext cx="1982391"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19" name="AutoShape 16">
            <a:extLst>
              <a:ext uri="{FF2B5EF4-FFF2-40B4-BE49-F238E27FC236}">
                <a16:creationId xmlns:a16="http://schemas.microsoft.com/office/drawing/2014/main" id="{B232CAC1-6EA2-304A-9471-11F2FE77F906}"/>
              </a:ext>
            </a:extLst>
          </p:cNvPr>
          <p:cNvSpPr>
            <a:spLocks noChangeArrowheads="1"/>
          </p:cNvSpPr>
          <p:nvPr/>
        </p:nvSpPr>
        <p:spPr bwMode="auto">
          <a:xfrm flipH="1">
            <a:off x="2486026" y="3142060"/>
            <a:ext cx="889397" cy="698897"/>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77520" name="AutoShape 17">
            <a:extLst>
              <a:ext uri="{FF2B5EF4-FFF2-40B4-BE49-F238E27FC236}">
                <a16:creationId xmlns:a16="http://schemas.microsoft.com/office/drawing/2014/main" id="{FD7C07F5-DB7D-0747-9109-AB9EC0CED6E5}"/>
              </a:ext>
            </a:extLst>
          </p:cNvPr>
          <p:cNvSpPr>
            <a:spLocks noChangeArrowheads="1"/>
          </p:cNvSpPr>
          <p:nvPr/>
        </p:nvSpPr>
        <p:spPr bwMode="auto">
          <a:xfrm>
            <a:off x="4876800" y="403622"/>
            <a:ext cx="833438" cy="3437334"/>
          </a:xfrm>
          <a:prstGeom prst="roundRect">
            <a:avLst>
              <a:gd name="adj" fmla="val 50000"/>
            </a:avLst>
          </a:prstGeom>
          <a:solidFill>
            <a:srgbClr val="FFFF66">
              <a:alpha val="50195"/>
            </a:srgbClr>
          </a:solidFill>
          <a:ln w="19050">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7521" name="AutoShape 18">
            <a:extLst>
              <a:ext uri="{FF2B5EF4-FFF2-40B4-BE49-F238E27FC236}">
                <a16:creationId xmlns:a16="http://schemas.microsoft.com/office/drawing/2014/main" id="{CB9655C8-7FED-3547-98A7-F393921B9443}"/>
              </a:ext>
            </a:extLst>
          </p:cNvPr>
          <p:cNvSpPr>
            <a:spLocks noChangeArrowheads="1"/>
          </p:cNvSpPr>
          <p:nvPr/>
        </p:nvSpPr>
        <p:spPr bwMode="auto">
          <a:xfrm>
            <a:off x="3598069" y="403623"/>
            <a:ext cx="1168004" cy="3845719"/>
          </a:xfrm>
          <a:prstGeom prst="roundRect">
            <a:avLst>
              <a:gd name="adj" fmla="val 50000"/>
            </a:avLst>
          </a:prstGeom>
          <a:solidFill>
            <a:srgbClr val="CCECFF">
              <a:alpha val="50195"/>
            </a:srgbClr>
          </a:solidFill>
          <a:ln w="19050">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7522" name="Text Box 19">
            <a:extLst>
              <a:ext uri="{FF2B5EF4-FFF2-40B4-BE49-F238E27FC236}">
                <a16:creationId xmlns:a16="http://schemas.microsoft.com/office/drawing/2014/main" id="{E1016417-FBF0-AD4C-80B2-99672B1F5002}"/>
              </a:ext>
            </a:extLst>
          </p:cNvPr>
          <p:cNvSpPr txBox="1">
            <a:spLocks noChangeArrowheads="1"/>
          </p:cNvSpPr>
          <p:nvPr/>
        </p:nvSpPr>
        <p:spPr bwMode="auto">
          <a:xfrm>
            <a:off x="4021931" y="644129"/>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4</a:t>
            </a:r>
            <a:endParaRPr kumimoji="1" lang="en-US" altLang="zh-CN" sz="1500">
              <a:latin typeface="Arial" panose="020B0604020202020204" pitchFamily="34" charset="0"/>
              <a:ea typeface="宋体" panose="02010600030101010101" pitchFamily="2" charset="-122"/>
            </a:endParaRPr>
          </a:p>
        </p:txBody>
      </p:sp>
      <p:sp>
        <p:nvSpPr>
          <p:cNvPr id="277523" name="Text Box 20">
            <a:extLst>
              <a:ext uri="{FF2B5EF4-FFF2-40B4-BE49-F238E27FC236}">
                <a16:creationId xmlns:a16="http://schemas.microsoft.com/office/drawing/2014/main" id="{CAB5E637-DE6C-8D4E-AC91-5A951E6F9F75}"/>
              </a:ext>
            </a:extLst>
          </p:cNvPr>
          <p:cNvSpPr txBox="1">
            <a:spLocks noChangeArrowheads="1"/>
          </p:cNvSpPr>
          <p:nvPr/>
        </p:nvSpPr>
        <p:spPr bwMode="auto">
          <a:xfrm>
            <a:off x="5378053" y="3343275"/>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B</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77524" name="AutoShape 21">
            <a:extLst>
              <a:ext uri="{FF2B5EF4-FFF2-40B4-BE49-F238E27FC236}">
                <a16:creationId xmlns:a16="http://schemas.microsoft.com/office/drawing/2014/main" id="{F03A95EB-F786-804D-B0AE-6A7AF67E8949}"/>
              </a:ext>
            </a:extLst>
          </p:cNvPr>
          <p:cNvSpPr>
            <a:spLocks noChangeArrowheads="1"/>
          </p:cNvSpPr>
          <p:nvPr/>
        </p:nvSpPr>
        <p:spPr bwMode="auto">
          <a:xfrm>
            <a:off x="5878116" y="286941"/>
            <a:ext cx="777478" cy="3437334"/>
          </a:xfrm>
          <a:prstGeom prst="roundRect">
            <a:avLst>
              <a:gd name="adj" fmla="val 50000"/>
            </a:avLst>
          </a:prstGeom>
          <a:solidFill>
            <a:srgbClr val="FF99CC">
              <a:alpha val="50195"/>
            </a:srgbClr>
          </a:solidFill>
          <a:ln w="19050">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7525" name="AutoShape 22">
            <a:extLst>
              <a:ext uri="{FF2B5EF4-FFF2-40B4-BE49-F238E27FC236}">
                <a16:creationId xmlns:a16="http://schemas.microsoft.com/office/drawing/2014/main" id="{6528E050-DE6D-2441-8C08-3E175E729D7C}"/>
              </a:ext>
            </a:extLst>
          </p:cNvPr>
          <p:cNvSpPr>
            <a:spLocks noChangeArrowheads="1"/>
          </p:cNvSpPr>
          <p:nvPr/>
        </p:nvSpPr>
        <p:spPr bwMode="auto">
          <a:xfrm flipH="1">
            <a:off x="2486026" y="286941"/>
            <a:ext cx="889397" cy="698897"/>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77526" name="Line 23">
            <a:extLst>
              <a:ext uri="{FF2B5EF4-FFF2-40B4-BE49-F238E27FC236}">
                <a16:creationId xmlns:a16="http://schemas.microsoft.com/office/drawing/2014/main" id="{93A49D82-26F6-5A4D-A888-DA1138390CF6}"/>
              </a:ext>
            </a:extLst>
          </p:cNvPr>
          <p:cNvSpPr>
            <a:spLocks noChangeShapeType="1"/>
          </p:cNvSpPr>
          <p:nvPr/>
        </p:nvSpPr>
        <p:spPr bwMode="auto">
          <a:xfrm>
            <a:off x="2319338" y="703660"/>
            <a:ext cx="0" cy="3777853"/>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27" name="Line 24">
            <a:extLst>
              <a:ext uri="{FF2B5EF4-FFF2-40B4-BE49-F238E27FC236}">
                <a16:creationId xmlns:a16="http://schemas.microsoft.com/office/drawing/2014/main" id="{424C4C41-640C-1249-8E66-BC71BA56C5C2}"/>
              </a:ext>
            </a:extLst>
          </p:cNvPr>
          <p:cNvSpPr>
            <a:spLocks noChangeShapeType="1"/>
          </p:cNvSpPr>
          <p:nvPr/>
        </p:nvSpPr>
        <p:spPr bwMode="auto">
          <a:xfrm>
            <a:off x="2308623" y="695325"/>
            <a:ext cx="34409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28" name="Text Box 25">
            <a:extLst>
              <a:ext uri="{FF2B5EF4-FFF2-40B4-BE49-F238E27FC236}">
                <a16:creationId xmlns:a16="http://schemas.microsoft.com/office/drawing/2014/main" id="{AF10AAD6-922E-6E43-AAAC-8F61B5CA8153}"/>
              </a:ext>
            </a:extLst>
          </p:cNvPr>
          <p:cNvSpPr txBox="1">
            <a:spLocks noChangeArrowheads="1"/>
          </p:cNvSpPr>
          <p:nvPr/>
        </p:nvSpPr>
        <p:spPr bwMode="auto">
          <a:xfrm>
            <a:off x="5903119" y="1301354"/>
            <a:ext cx="7585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VLAN</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77529" name="Text Box 26">
            <a:extLst>
              <a:ext uri="{FF2B5EF4-FFF2-40B4-BE49-F238E27FC236}">
                <a16:creationId xmlns:a16="http://schemas.microsoft.com/office/drawing/2014/main" id="{224E49C6-E378-1B44-AECF-0DF470821518}"/>
              </a:ext>
            </a:extLst>
          </p:cNvPr>
          <p:cNvSpPr txBox="1">
            <a:spLocks noChangeArrowheads="1"/>
          </p:cNvSpPr>
          <p:nvPr/>
        </p:nvSpPr>
        <p:spPr bwMode="auto">
          <a:xfrm>
            <a:off x="6292454" y="341710"/>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C</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77530" name="Text Box 27">
            <a:extLst>
              <a:ext uri="{FF2B5EF4-FFF2-40B4-BE49-F238E27FC236}">
                <a16:creationId xmlns:a16="http://schemas.microsoft.com/office/drawing/2014/main" id="{0F875C81-1C41-1C4D-9C14-11D39573C458}"/>
              </a:ext>
            </a:extLst>
          </p:cNvPr>
          <p:cNvSpPr txBox="1">
            <a:spLocks noChangeArrowheads="1"/>
          </p:cNvSpPr>
          <p:nvPr/>
        </p:nvSpPr>
        <p:spPr bwMode="auto">
          <a:xfrm>
            <a:off x="5237560" y="551260"/>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B</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77531" name="Text Box 28">
            <a:extLst>
              <a:ext uri="{FF2B5EF4-FFF2-40B4-BE49-F238E27FC236}">
                <a16:creationId xmlns:a16="http://schemas.microsoft.com/office/drawing/2014/main" id="{16B6FB1D-38BA-CB46-89BA-FEC7E19D23F3}"/>
              </a:ext>
            </a:extLst>
          </p:cNvPr>
          <p:cNvSpPr txBox="1">
            <a:spLocks noChangeArrowheads="1"/>
          </p:cNvSpPr>
          <p:nvPr/>
        </p:nvSpPr>
        <p:spPr bwMode="auto">
          <a:xfrm>
            <a:off x="3764757" y="1303735"/>
            <a:ext cx="7585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VLAN</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77532" name="Text Box 29">
            <a:extLst>
              <a:ext uri="{FF2B5EF4-FFF2-40B4-BE49-F238E27FC236}">
                <a16:creationId xmlns:a16="http://schemas.microsoft.com/office/drawing/2014/main" id="{34CBF78E-44ED-D747-9FC7-E1E094085341}"/>
              </a:ext>
            </a:extLst>
          </p:cNvPr>
          <p:cNvSpPr txBox="1">
            <a:spLocks noChangeArrowheads="1"/>
          </p:cNvSpPr>
          <p:nvPr/>
        </p:nvSpPr>
        <p:spPr bwMode="auto">
          <a:xfrm>
            <a:off x="4908948" y="1303735"/>
            <a:ext cx="7585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VLAN</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sp>
        <p:nvSpPr>
          <p:cNvPr id="277533" name="Text Box 30">
            <a:extLst>
              <a:ext uri="{FF2B5EF4-FFF2-40B4-BE49-F238E27FC236}">
                <a16:creationId xmlns:a16="http://schemas.microsoft.com/office/drawing/2014/main" id="{916ADF29-2E24-6343-853E-1861D71DCC77}"/>
              </a:ext>
            </a:extLst>
          </p:cNvPr>
          <p:cNvSpPr txBox="1">
            <a:spLocks noChangeArrowheads="1"/>
          </p:cNvSpPr>
          <p:nvPr/>
        </p:nvSpPr>
        <p:spPr bwMode="auto">
          <a:xfrm>
            <a:off x="6323410" y="3120629"/>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C</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77534" name="Text Box 31">
            <a:extLst>
              <a:ext uri="{FF2B5EF4-FFF2-40B4-BE49-F238E27FC236}">
                <a16:creationId xmlns:a16="http://schemas.microsoft.com/office/drawing/2014/main" id="{0A4F4649-77FA-AC43-B14C-08476C718910}"/>
              </a:ext>
            </a:extLst>
          </p:cNvPr>
          <p:cNvSpPr txBox="1">
            <a:spLocks noChangeArrowheads="1"/>
          </p:cNvSpPr>
          <p:nvPr/>
        </p:nvSpPr>
        <p:spPr bwMode="auto">
          <a:xfrm>
            <a:off x="4468416" y="3430191"/>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sp>
        <p:nvSpPr>
          <p:cNvPr id="277535" name="Text Box 32">
            <a:extLst>
              <a:ext uri="{FF2B5EF4-FFF2-40B4-BE49-F238E27FC236}">
                <a16:creationId xmlns:a16="http://schemas.microsoft.com/office/drawing/2014/main" id="{A4012A35-0280-3B40-8E91-F4990192176D}"/>
              </a:ext>
            </a:extLst>
          </p:cNvPr>
          <p:cNvSpPr txBox="1">
            <a:spLocks noChangeArrowheads="1"/>
          </p:cNvSpPr>
          <p:nvPr/>
        </p:nvSpPr>
        <p:spPr bwMode="auto">
          <a:xfrm>
            <a:off x="3987403" y="3763566"/>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77536" name="Text Box 33">
            <a:extLst>
              <a:ext uri="{FF2B5EF4-FFF2-40B4-BE49-F238E27FC236}">
                <a16:creationId xmlns:a16="http://schemas.microsoft.com/office/drawing/2014/main" id="{6D88C3BB-6ECA-2541-9C42-C1C5A16DC4AB}"/>
              </a:ext>
            </a:extLst>
          </p:cNvPr>
          <p:cNvSpPr txBox="1">
            <a:spLocks noChangeArrowheads="1"/>
          </p:cNvSpPr>
          <p:nvPr/>
        </p:nvSpPr>
        <p:spPr bwMode="auto">
          <a:xfrm>
            <a:off x="4010025" y="2112169"/>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77537" name="Text Box 34">
            <a:extLst>
              <a:ext uri="{FF2B5EF4-FFF2-40B4-BE49-F238E27FC236}">
                <a16:creationId xmlns:a16="http://schemas.microsoft.com/office/drawing/2014/main" id="{47453F6F-0C8F-7947-83E5-E42EBFB53D6D}"/>
              </a:ext>
            </a:extLst>
          </p:cNvPr>
          <p:cNvSpPr txBox="1">
            <a:spLocks noChangeArrowheads="1"/>
          </p:cNvSpPr>
          <p:nvPr/>
        </p:nvSpPr>
        <p:spPr bwMode="auto">
          <a:xfrm>
            <a:off x="6342460" y="1726407"/>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C</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sp>
        <p:nvSpPr>
          <p:cNvPr id="277538" name="Text Box 35">
            <a:extLst>
              <a:ext uri="{FF2B5EF4-FFF2-40B4-BE49-F238E27FC236}">
                <a16:creationId xmlns:a16="http://schemas.microsoft.com/office/drawing/2014/main" id="{3F548265-D73B-5F43-BE53-80C669AD0CA6}"/>
              </a:ext>
            </a:extLst>
          </p:cNvPr>
          <p:cNvSpPr txBox="1">
            <a:spLocks noChangeArrowheads="1"/>
          </p:cNvSpPr>
          <p:nvPr/>
        </p:nvSpPr>
        <p:spPr bwMode="auto">
          <a:xfrm>
            <a:off x="5409010" y="1840707"/>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B</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pic>
        <p:nvPicPr>
          <p:cNvPr id="277539" name="Picture 36">
            <a:extLst>
              <a:ext uri="{FF2B5EF4-FFF2-40B4-BE49-F238E27FC236}">
                <a16:creationId xmlns:a16="http://schemas.microsoft.com/office/drawing/2014/main" id="{16F07C9D-3602-544E-934B-DA14B9C1290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4029" y="695326"/>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540" name="Picture 37">
            <a:extLst>
              <a:ext uri="{FF2B5EF4-FFF2-40B4-BE49-F238E27FC236}">
                <a16:creationId xmlns:a16="http://schemas.microsoft.com/office/drawing/2014/main" id="{A52B4194-A7F7-794A-A888-2E7A0906D70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8844" y="403623"/>
            <a:ext cx="382191"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541" name="Picture 38">
            <a:extLst>
              <a:ext uri="{FF2B5EF4-FFF2-40B4-BE49-F238E27FC236}">
                <a16:creationId xmlns:a16="http://schemas.microsoft.com/office/drawing/2014/main" id="{12B66DD0-4AEE-3B4D-AEE4-BEB564B1587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760" y="578644"/>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542" name="Picture 39">
            <a:extLst>
              <a:ext uri="{FF2B5EF4-FFF2-40B4-BE49-F238E27FC236}">
                <a16:creationId xmlns:a16="http://schemas.microsoft.com/office/drawing/2014/main" id="{CB4017DC-98A1-8445-88A9-7B23C94B622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5988" y="1743076"/>
            <a:ext cx="382191"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543" name="Picture 40">
            <a:extLst>
              <a:ext uri="{FF2B5EF4-FFF2-40B4-BE49-F238E27FC236}">
                <a16:creationId xmlns:a16="http://schemas.microsoft.com/office/drawing/2014/main" id="{0F316C7D-14B3-CC4E-BAD2-D6AB929F3F2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6592" y="1918097"/>
            <a:ext cx="382190"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544" name="Picture 41">
            <a:extLst>
              <a:ext uri="{FF2B5EF4-FFF2-40B4-BE49-F238E27FC236}">
                <a16:creationId xmlns:a16="http://schemas.microsoft.com/office/drawing/2014/main" id="{2F5BBE07-1256-464C-AAF3-387147A6BE4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4029" y="2093119"/>
            <a:ext cx="382190"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545" name="Picture 42">
            <a:extLst>
              <a:ext uri="{FF2B5EF4-FFF2-40B4-BE49-F238E27FC236}">
                <a16:creationId xmlns:a16="http://schemas.microsoft.com/office/drawing/2014/main" id="{E44DFCF8-35CB-BB4D-84EF-63468E22F63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4029" y="3555207"/>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546" name="Picture 43">
            <a:extLst>
              <a:ext uri="{FF2B5EF4-FFF2-40B4-BE49-F238E27FC236}">
                <a16:creationId xmlns:a16="http://schemas.microsoft.com/office/drawing/2014/main" id="{2F461BA8-450F-0740-A146-6E8E7B02023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4092" y="3433763"/>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547" name="Picture 44">
            <a:extLst>
              <a:ext uri="{FF2B5EF4-FFF2-40B4-BE49-F238E27FC236}">
                <a16:creationId xmlns:a16="http://schemas.microsoft.com/office/drawing/2014/main" id="{30C7A235-17EA-7041-ACBC-A94163BB11E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7529" y="3317082"/>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548" name="Picture 45">
            <a:extLst>
              <a:ext uri="{FF2B5EF4-FFF2-40B4-BE49-F238E27FC236}">
                <a16:creationId xmlns:a16="http://schemas.microsoft.com/office/drawing/2014/main" id="{C62E85A5-5428-1441-854C-65C7BFBCE76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8844" y="3200401"/>
            <a:ext cx="382191"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7549" name="AutoShape 46">
            <a:extLst>
              <a:ext uri="{FF2B5EF4-FFF2-40B4-BE49-F238E27FC236}">
                <a16:creationId xmlns:a16="http://schemas.microsoft.com/office/drawing/2014/main" id="{4878B046-2685-9E42-A208-92297EC6BB42}"/>
              </a:ext>
            </a:extLst>
          </p:cNvPr>
          <p:cNvSpPr>
            <a:spLocks noChangeArrowheads="1"/>
          </p:cNvSpPr>
          <p:nvPr/>
        </p:nvSpPr>
        <p:spPr bwMode="auto">
          <a:xfrm flipH="1">
            <a:off x="2486026" y="1684735"/>
            <a:ext cx="889397" cy="700088"/>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77550" name="Line 47">
            <a:extLst>
              <a:ext uri="{FF2B5EF4-FFF2-40B4-BE49-F238E27FC236}">
                <a16:creationId xmlns:a16="http://schemas.microsoft.com/office/drawing/2014/main" id="{35FAB732-644F-CE4A-993C-C8AE7EEE667F}"/>
              </a:ext>
            </a:extLst>
          </p:cNvPr>
          <p:cNvSpPr>
            <a:spLocks noChangeShapeType="1"/>
          </p:cNvSpPr>
          <p:nvPr/>
        </p:nvSpPr>
        <p:spPr bwMode="auto">
          <a:xfrm>
            <a:off x="2430066" y="2088356"/>
            <a:ext cx="0" cy="2509838"/>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51" name="Line 48">
            <a:extLst>
              <a:ext uri="{FF2B5EF4-FFF2-40B4-BE49-F238E27FC236}">
                <a16:creationId xmlns:a16="http://schemas.microsoft.com/office/drawing/2014/main" id="{F3FF7052-4DEF-4449-959F-BC2025C2623F}"/>
              </a:ext>
            </a:extLst>
          </p:cNvPr>
          <p:cNvSpPr>
            <a:spLocks noChangeShapeType="1"/>
          </p:cNvSpPr>
          <p:nvPr/>
        </p:nvSpPr>
        <p:spPr bwMode="auto">
          <a:xfrm>
            <a:off x="2420541" y="2093119"/>
            <a:ext cx="207169"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52" name="Line 49">
            <a:extLst>
              <a:ext uri="{FF2B5EF4-FFF2-40B4-BE49-F238E27FC236}">
                <a16:creationId xmlns:a16="http://schemas.microsoft.com/office/drawing/2014/main" id="{FC977D23-D891-FC49-8B88-5C5A94757BA3}"/>
              </a:ext>
            </a:extLst>
          </p:cNvPr>
          <p:cNvSpPr>
            <a:spLocks noChangeShapeType="1"/>
          </p:cNvSpPr>
          <p:nvPr/>
        </p:nvSpPr>
        <p:spPr bwMode="auto">
          <a:xfrm>
            <a:off x="2541985" y="3579019"/>
            <a:ext cx="0" cy="1135856"/>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53" name="Line 50">
            <a:extLst>
              <a:ext uri="{FF2B5EF4-FFF2-40B4-BE49-F238E27FC236}">
                <a16:creationId xmlns:a16="http://schemas.microsoft.com/office/drawing/2014/main" id="{1DB00EBC-456A-0747-9CE3-36D11D38F602}"/>
              </a:ext>
            </a:extLst>
          </p:cNvPr>
          <p:cNvSpPr>
            <a:spLocks noChangeShapeType="1"/>
          </p:cNvSpPr>
          <p:nvPr/>
        </p:nvSpPr>
        <p:spPr bwMode="auto">
          <a:xfrm>
            <a:off x="2531269" y="3579019"/>
            <a:ext cx="11430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54" name="AutoShape 51">
            <a:extLst>
              <a:ext uri="{FF2B5EF4-FFF2-40B4-BE49-F238E27FC236}">
                <a16:creationId xmlns:a16="http://schemas.microsoft.com/office/drawing/2014/main" id="{8F676F4E-AF8A-184E-AE7C-9F103ACCD09D}"/>
              </a:ext>
            </a:extLst>
          </p:cNvPr>
          <p:cNvSpPr>
            <a:spLocks noChangeArrowheads="1"/>
          </p:cNvSpPr>
          <p:nvPr/>
        </p:nvSpPr>
        <p:spPr bwMode="auto">
          <a:xfrm flipH="1">
            <a:off x="2040731" y="4249341"/>
            <a:ext cx="890588" cy="698897"/>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77555" name="Text Box 52">
            <a:extLst>
              <a:ext uri="{FF2B5EF4-FFF2-40B4-BE49-F238E27FC236}">
                <a16:creationId xmlns:a16="http://schemas.microsoft.com/office/drawing/2014/main" id="{46AB3EF7-8628-604F-8052-92444E507697}"/>
              </a:ext>
            </a:extLst>
          </p:cNvPr>
          <p:cNvSpPr txBox="1">
            <a:spLocks noChangeArrowheads="1"/>
          </p:cNvSpPr>
          <p:nvPr/>
        </p:nvSpPr>
        <p:spPr bwMode="auto">
          <a:xfrm>
            <a:off x="4319611" y="4354117"/>
            <a:ext cx="33682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三个虚拟局域网 </a:t>
            </a:r>
            <a:r>
              <a:rPr lang="en-US" altLang="zh-CN" sz="1800">
                <a:latin typeface="Arial" panose="020B0604020202020204" pitchFamily="34" charset="0"/>
                <a:ea typeface="宋体" panose="02010600030101010101" pitchFamily="2" charset="-122"/>
              </a:rPr>
              <a:t>VLAN</a:t>
            </a:r>
            <a:r>
              <a:rPr lang="en-US" altLang="zh-CN" sz="1800" baseline="-25000">
                <a:latin typeface="Arial" panose="020B0604020202020204" pitchFamily="34" charset="0"/>
                <a:ea typeface="宋体" panose="02010600030101010101" pitchFamily="2" charset="-122"/>
              </a:rPr>
              <a:t>1</a:t>
            </a:r>
            <a:r>
              <a:rPr lang="en-US" altLang="zh-CN" sz="1800">
                <a:latin typeface="Arial" panose="020B0604020202020204" pitchFamily="34" charset="0"/>
                <a:ea typeface="宋体" panose="02010600030101010101" pitchFamily="2" charset="-122"/>
              </a:rPr>
              <a:t>, VLAN</a:t>
            </a:r>
            <a:r>
              <a:rPr lang="en-US" altLang="zh-CN" sz="1800" baseline="-25000">
                <a:latin typeface="Arial" panose="020B0604020202020204" pitchFamily="34" charset="0"/>
                <a:ea typeface="宋体" panose="02010600030101010101" pitchFamily="2" charset="-122"/>
              </a:rPr>
              <a:t>2</a:t>
            </a:r>
          </a:p>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和 </a:t>
            </a:r>
            <a:r>
              <a:rPr lang="en-US" altLang="zh-CN" sz="1800">
                <a:latin typeface="Arial" panose="020B0604020202020204" pitchFamily="34" charset="0"/>
                <a:ea typeface="宋体" panose="02010600030101010101" pitchFamily="2" charset="-122"/>
              </a:rPr>
              <a:t>VLAN</a:t>
            </a:r>
            <a:r>
              <a:rPr lang="en-US" altLang="zh-CN" sz="1800" baseline="-25000">
                <a:latin typeface="Arial" panose="020B0604020202020204" pitchFamily="34" charset="0"/>
                <a:ea typeface="宋体" panose="02010600030101010101" pitchFamily="2" charset="-122"/>
              </a:rPr>
              <a:t>3</a:t>
            </a:r>
            <a:r>
              <a:rPr lang="en-US" altLang="zh-CN" sz="1800">
                <a:latin typeface="Arial" panose="020B0604020202020204" pitchFamily="34" charset="0"/>
                <a:ea typeface="宋体" panose="02010600030101010101" pitchFamily="2" charset="-122"/>
              </a:rPr>
              <a:t> </a:t>
            </a:r>
            <a:r>
              <a:rPr lang="zh-CN" altLang="en-US" sz="1800">
                <a:latin typeface="Arial" panose="020B0604020202020204" pitchFamily="34" charset="0"/>
                <a:ea typeface="宋体" panose="02010600030101010101" pitchFamily="2" charset="-122"/>
              </a:rPr>
              <a:t>的构成 </a:t>
            </a:r>
          </a:p>
        </p:txBody>
      </p:sp>
      <p:sp>
        <p:nvSpPr>
          <p:cNvPr id="476213" name="Text Box 53">
            <a:extLst>
              <a:ext uri="{FF2B5EF4-FFF2-40B4-BE49-F238E27FC236}">
                <a16:creationId xmlns:a16="http://schemas.microsoft.com/office/drawing/2014/main" id="{80E896D7-07B6-E243-BFC4-04974291C4A0}"/>
              </a:ext>
            </a:extLst>
          </p:cNvPr>
          <p:cNvSpPr txBox="1">
            <a:spLocks noChangeArrowheads="1"/>
          </p:cNvSpPr>
          <p:nvPr/>
        </p:nvSpPr>
        <p:spPr bwMode="auto">
          <a:xfrm>
            <a:off x="1439466" y="4269582"/>
            <a:ext cx="6265069" cy="646331"/>
          </a:xfrm>
          <a:prstGeom prst="rect">
            <a:avLst/>
          </a:prstGeom>
          <a:solidFill>
            <a:srgbClr val="FFFF99"/>
          </a:solidFill>
          <a:ln w="9525">
            <a:solidFill>
              <a:srgbClr val="333399"/>
            </a:solidFill>
            <a:miter lim="800000"/>
            <a:headEnd/>
            <a:tailEnd/>
          </a:ln>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当 </a:t>
            </a:r>
            <a:r>
              <a:rPr lang="en-US" altLang="zh-CN" sz="1800">
                <a:latin typeface="Arial" panose="020B0604020202020204" pitchFamily="34" charset="0"/>
                <a:ea typeface="宋体" panose="02010600030101010101" pitchFamily="2" charset="-122"/>
              </a:rPr>
              <a:t>B</a:t>
            </a:r>
            <a:r>
              <a:rPr lang="en-US" altLang="zh-CN" sz="1800" baseline="-25000">
                <a:latin typeface="Arial" panose="020B0604020202020204" pitchFamily="34" charset="0"/>
                <a:ea typeface="宋体" panose="02010600030101010101" pitchFamily="2" charset="-122"/>
              </a:rPr>
              <a:t>1</a:t>
            </a:r>
            <a:r>
              <a:rPr lang="en-US" altLang="zh-CN" sz="1800">
                <a:latin typeface="Arial" panose="020B0604020202020204" pitchFamily="34" charset="0"/>
                <a:ea typeface="宋体" panose="02010600030101010101" pitchFamily="2" charset="-122"/>
              </a:rPr>
              <a:t> </a:t>
            </a:r>
            <a:r>
              <a:rPr lang="zh-CN" altLang="en-US" sz="1800">
                <a:latin typeface="Arial" panose="020B0604020202020204" pitchFamily="34" charset="0"/>
                <a:ea typeface="宋体" panose="02010600030101010101" pitchFamily="2" charset="-122"/>
              </a:rPr>
              <a:t>向 </a:t>
            </a:r>
            <a:r>
              <a:rPr lang="en-US" altLang="zh-CN" sz="1800">
                <a:latin typeface="Arial" panose="020B0604020202020204" pitchFamily="34" charset="0"/>
                <a:ea typeface="宋体" panose="02010600030101010101" pitchFamily="2" charset="-122"/>
              </a:rPr>
              <a:t>VLAN</a:t>
            </a:r>
            <a:r>
              <a:rPr lang="en-US" altLang="zh-CN" sz="1800" baseline="-25000">
                <a:latin typeface="Arial" panose="020B0604020202020204" pitchFamily="34" charset="0"/>
                <a:ea typeface="宋体" panose="02010600030101010101" pitchFamily="2" charset="-122"/>
              </a:rPr>
              <a:t>2</a:t>
            </a:r>
            <a:r>
              <a:rPr lang="en-US" altLang="zh-CN" sz="1800">
                <a:latin typeface="Arial" panose="020B0604020202020204" pitchFamily="34" charset="0"/>
                <a:ea typeface="宋体" panose="02010600030101010101" pitchFamily="2" charset="-122"/>
              </a:rPr>
              <a:t> </a:t>
            </a:r>
            <a:r>
              <a:rPr lang="zh-CN" altLang="en-US" sz="1800">
                <a:latin typeface="Arial" panose="020B0604020202020204" pitchFamily="34" charset="0"/>
                <a:ea typeface="宋体" panose="02010600030101010101" pitchFamily="2" charset="-122"/>
              </a:rPr>
              <a:t>工作组内成员发送数据时，</a:t>
            </a:r>
          </a:p>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工作站 </a:t>
            </a:r>
            <a:r>
              <a:rPr lang="en-US" altLang="zh-CN" sz="1800">
                <a:latin typeface="Arial" panose="020B0604020202020204" pitchFamily="34" charset="0"/>
                <a:ea typeface="宋体" panose="02010600030101010101" pitchFamily="2" charset="-122"/>
              </a:rPr>
              <a:t>B</a:t>
            </a:r>
            <a:r>
              <a:rPr lang="en-US" altLang="zh-CN" sz="1800" baseline="-25000">
                <a:latin typeface="Arial" panose="020B0604020202020204" pitchFamily="34" charset="0"/>
                <a:ea typeface="宋体" panose="02010600030101010101" pitchFamily="2" charset="-122"/>
              </a:rPr>
              <a:t>2 </a:t>
            </a:r>
            <a:r>
              <a:rPr lang="zh-CN" altLang="en-US" sz="1800">
                <a:latin typeface="Arial" panose="020B0604020202020204" pitchFamily="34" charset="0"/>
                <a:ea typeface="宋体" panose="02010600030101010101" pitchFamily="2" charset="-122"/>
              </a:rPr>
              <a:t>和 </a:t>
            </a:r>
            <a:r>
              <a:rPr lang="en-US" altLang="zh-CN" sz="1800">
                <a:latin typeface="Arial" panose="020B0604020202020204" pitchFamily="34" charset="0"/>
                <a:ea typeface="宋体" panose="02010600030101010101" pitchFamily="2" charset="-122"/>
              </a:rPr>
              <a:t>B</a:t>
            </a:r>
            <a:r>
              <a:rPr lang="en-US" altLang="zh-CN" sz="1800" baseline="-25000">
                <a:latin typeface="Arial" panose="020B0604020202020204" pitchFamily="34" charset="0"/>
                <a:ea typeface="宋体" panose="02010600030101010101" pitchFamily="2" charset="-122"/>
              </a:rPr>
              <a:t>3 </a:t>
            </a:r>
            <a:r>
              <a:rPr lang="zh-CN" altLang="en-US" sz="1800">
                <a:latin typeface="Arial" panose="020B0604020202020204" pitchFamily="34" charset="0"/>
                <a:ea typeface="宋体" panose="02010600030101010101" pitchFamily="2" charset="-122"/>
              </a:rPr>
              <a:t>将会收到广播的信息。</a:t>
            </a:r>
          </a:p>
        </p:txBody>
      </p:sp>
      <p:sp>
        <p:nvSpPr>
          <p:cNvPr id="277557" name="幻灯片编号占位符 1">
            <a:extLst>
              <a:ext uri="{FF2B5EF4-FFF2-40B4-BE49-F238E27FC236}">
                <a16:creationId xmlns:a16="http://schemas.microsoft.com/office/drawing/2014/main" id="{56765A70-82BF-464B-82D5-6A3B9A91D0C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1384FDF-F9C9-9A41-9DC2-492E0831EE8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2612898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762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6213" grpId="0" animBg="1"/>
    </p:bldLst>
  </p:timing>
</p:sld>
</file>

<file path=ppt/slides/slide1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9553" name="AutoShape 2">
            <a:extLst>
              <a:ext uri="{FF2B5EF4-FFF2-40B4-BE49-F238E27FC236}">
                <a16:creationId xmlns:a16="http://schemas.microsoft.com/office/drawing/2014/main" id="{3ADCB6CB-A605-8C4F-A89B-B8B58773999C}"/>
              </a:ext>
            </a:extLst>
          </p:cNvPr>
          <p:cNvSpPr>
            <a:spLocks noChangeArrowheads="1"/>
          </p:cNvSpPr>
          <p:nvPr/>
        </p:nvSpPr>
        <p:spPr bwMode="auto">
          <a:xfrm flipH="1">
            <a:off x="1763316" y="3083719"/>
            <a:ext cx="5670947" cy="1048941"/>
          </a:xfrm>
          <a:prstGeom prst="cube">
            <a:avLst>
              <a:gd name="adj" fmla="val 93745"/>
            </a:avLst>
          </a:prstGeom>
          <a:solidFill>
            <a:schemeClr val="bg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9554" name="Line 3">
            <a:extLst>
              <a:ext uri="{FF2B5EF4-FFF2-40B4-BE49-F238E27FC236}">
                <a16:creationId xmlns:a16="http://schemas.microsoft.com/office/drawing/2014/main" id="{769A5061-0ADA-9B4C-AFC3-ADC3403F3FBF}"/>
              </a:ext>
            </a:extLst>
          </p:cNvPr>
          <p:cNvSpPr>
            <a:spLocks noChangeShapeType="1"/>
          </p:cNvSpPr>
          <p:nvPr/>
        </p:nvSpPr>
        <p:spPr bwMode="auto">
          <a:xfrm>
            <a:off x="2828925" y="4656535"/>
            <a:ext cx="1176338" cy="0"/>
          </a:xfrm>
          <a:prstGeom prst="line">
            <a:avLst/>
          </a:prstGeom>
          <a:noFill/>
          <a:ln w="762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555" name="AutoShape 4">
            <a:extLst>
              <a:ext uri="{FF2B5EF4-FFF2-40B4-BE49-F238E27FC236}">
                <a16:creationId xmlns:a16="http://schemas.microsoft.com/office/drawing/2014/main" id="{E3D1421A-B123-0C48-8C3A-6FFA644D405A}"/>
              </a:ext>
            </a:extLst>
          </p:cNvPr>
          <p:cNvSpPr>
            <a:spLocks noChangeArrowheads="1"/>
          </p:cNvSpPr>
          <p:nvPr/>
        </p:nvSpPr>
        <p:spPr bwMode="auto">
          <a:xfrm flipH="1">
            <a:off x="1763316" y="1627585"/>
            <a:ext cx="5670947" cy="1047750"/>
          </a:xfrm>
          <a:prstGeom prst="cube">
            <a:avLst>
              <a:gd name="adj" fmla="val 93745"/>
            </a:avLst>
          </a:prstGeom>
          <a:solidFill>
            <a:schemeClr val="bg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9556" name="AutoShape 5">
            <a:extLst>
              <a:ext uri="{FF2B5EF4-FFF2-40B4-BE49-F238E27FC236}">
                <a16:creationId xmlns:a16="http://schemas.microsoft.com/office/drawing/2014/main" id="{0F02AB02-1C4B-2D45-AC01-EEE6706B2591}"/>
              </a:ext>
            </a:extLst>
          </p:cNvPr>
          <p:cNvSpPr>
            <a:spLocks noChangeArrowheads="1"/>
          </p:cNvSpPr>
          <p:nvPr/>
        </p:nvSpPr>
        <p:spPr bwMode="auto">
          <a:xfrm flipH="1">
            <a:off x="1819275" y="228600"/>
            <a:ext cx="5559029" cy="1048941"/>
          </a:xfrm>
          <a:prstGeom prst="cube">
            <a:avLst>
              <a:gd name="adj" fmla="val 93745"/>
            </a:avLst>
          </a:prstGeom>
          <a:solidFill>
            <a:schemeClr val="bg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9557" name="Line 6">
            <a:extLst>
              <a:ext uri="{FF2B5EF4-FFF2-40B4-BE49-F238E27FC236}">
                <a16:creationId xmlns:a16="http://schemas.microsoft.com/office/drawing/2014/main" id="{3E6FDE9B-F51F-7D47-83E0-3954503EF33D}"/>
              </a:ext>
            </a:extLst>
          </p:cNvPr>
          <p:cNvSpPr>
            <a:spLocks noChangeShapeType="1"/>
          </p:cNvSpPr>
          <p:nvPr/>
        </p:nvSpPr>
        <p:spPr bwMode="auto">
          <a:xfrm>
            <a:off x="3152775" y="520304"/>
            <a:ext cx="293846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558" name="Line 7">
            <a:extLst>
              <a:ext uri="{FF2B5EF4-FFF2-40B4-BE49-F238E27FC236}">
                <a16:creationId xmlns:a16="http://schemas.microsoft.com/office/drawing/2014/main" id="{DEFC279C-168F-434F-BD99-DEF4066810C5}"/>
              </a:ext>
            </a:extLst>
          </p:cNvPr>
          <p:cNvSpPr>
            <a:spLocks noChangeShapeType="1"/>
          </p:cNvSpPr>
          <p:nvPr/>
        </p:nvSpPr>
        <p:spPr bwMode="auto">
          <a:xfrm>
            <a:off x="3264694" y="636985"/>
            <a:ext cx="17716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559" name="Line 8">
            <a:extLst>
              <a:ext uri="{FF2B5EF4-FFF2-40B4-BE49-F238E27FC236}">
                <a16:creationId xmlns:a16="http://schemas.microsoft.com/office/drawing/2014/main" id="{2BB400CC-5ECA-6649-9D7B-32B8C5FD55FD}"/>
              </a:ext>
            </a:extLst>
          </p:cNvPr>
          <p:cNvSpPr>
            <a:spLocks noChangeShapeType="1"/>
          </p:cNvSpPr>
          <p:nvPr/>
        </p:nvSpPr>
        <p:spPr bwMode="auto">
          <a:xfrm>
            <a:off x="3375422" y="752475"/>
            <a:ext cx="38933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560" name="Line 9">
            <a:extLst>
              <a:ext uri="{FF2B5EF4-FFF2-40B4-BE49-F238E27FC236}">
                <a16:creationId xmlns:a16="http://schemas.microsoft.com/office/drawing/2014/main" id="{4C37CFEF-6504-404E-920D-49EDAAA2B49C}"/>
              </a:ext>
            </a:extLst>
          </p:cNvPr>
          <p:cNvSpPr>
            <a:spLocks noChangeShapeType="1"/>
          </p:cNvSpPr>
          <p:nvPr/>
        </p:nvSpPr>
        <p:spPr bwMode="auto">
          <a:xfrm>
            <a:off x="3375422" y="2209800"/>
            <a:ext cx="38933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561" name="Line 10">
            <a:extLst>
              <a:ext uri="{FF2B5EF4-FFF2-40B4-BE49-F238E27FC236}">
                <a16:creationId xmlns:a16="http://schemas.microsoft.com/office/drawing/2014/main" id="{84804320-A1B0-6749-8D8B-8034649ABDE3}"/>
              </a:ext>
            </a:extLst>
          </p:cNvPr>
          <p:cNvSpPr>
            <a:spLocks noChangeShapeType="1"/>
          </p:cNvSpPr>
          <p:nvPr/>
        </p:nvSpPr>
        <p:spPr bwMode="auto">
          <a:xfrm>
            <a:off x="3264694" y="2034779"/>
            <a:ext cx="19621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562" name="Line 11">
            <a:extLst>
              <a:ext uri="{FF2B5EF4-FFF2-40B4-BE49-F238E27FC236}">
                <a16:creationId xmlns:a16="http://schemas.microsoft.com/office/drawing/2014/main" id="{193DCA66-8E6D-3844-AF94-CCEDDEC6B2D2}"/>
              </a:ext>
            </a:extLst>
          </p:cNvPr>
          <p:cNvSpPr>
            <a:spLocks noChangeShapeType="1"/>
          </p:cNvSpPr>
          <p:nvPr/>
        </p:nvSpPr>
        <p:spPr bwMode="auto">
          <a:xfrm>
            <a:off x="3098007" y="1859756"/>
            <a:ext cx="2983706"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563" name="Line 12">
            <a:extLst>
              <a:ext uri="{FF2B5EF4-FFF2-40B4-BE49-F238E27FC236}">
                <a16:creationId xmlns:a16="http://schemas.microsoft.com/office/drawing/2014/main" id="{B69375D3-88DB-134A-B2FC-52A05EA6F264}"/>
              </a:ext>
            </a:extLst>
          </p:cNvPr>
          <p:cNvSpPr>
            <a:spLocks noChangeShapeType="1"/>
          </p:cNvSpPr>
          <p:nvPr/>
        </p:nvSpPr>
        <p:spPr bwMode="auto">
          <a:xfrm>
            <a:off x="3208735" y="3549254"/>
            <a:ext cx="105608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564" name="Line 13">
            <a:extLst>
              <a:ext uri="{FF2B5EF4-FFF2-40B4-BE49-F238E27FC236}">
                <a16:creationId xmlns:a16="http://schemas.microsoft.com/office/drawing/2014/main" id="{5CA424DF-659F-2446-B550-E5C2599E4317}"/>
              </a:ext>
            </a:extLst>
          </p:cNvPr>
          <p:cNvSpPr>
            <a:spLocks noChangeShapeType="1"/>
          </p:cNvSpPr>
          <p:nvPr/>
        </p:nvSpPr>
        <p:spPr bwMode="auto">
          <a:xfrm>
            <a:off x="3208735" y="3665935"/>
            <a:ext cx="55959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565" name="Line 14">
            <a:extLst>
              <a:ext uri="{FF2B5EF4-FFF2-40B4-BE49-F238E27FC236}">
                <a16:creationId xmlns:a16="http://schemas.microsoft.com/office/drawing/2014/main" id="{8C0247B2-A79B-DD46-B30C-28D3E9E78272}"/>
              </a:ext>
            </a:extLst>
          </p:cNvPr>
          <p:cNvSpPr>
            <a:spLocks noChangeShapeType="1"/>
          </p:cNvSpPr>
          <p:nvPr/>
        </p:nvSpPr>
        <p:spPr bwMode="auto">
          <a:xfrm>
            <a:off x="2946797" y="3317081"/>
            <a:ext cx="31813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566" name="Line 15">
            <a:extLst>
              <a:ext uri="{FF2B5EF4-FFF2-40B4-BE49-F238E27FC236}">
                <a16:creationId xmlns:a16="http://schemas.microsoft.com/office/drawing/2014/main" id="{FC88052C-5E04-1C40-B6FE-C284D1715C9F}"/>
              </a:ext>
            </a:extLst>
          </p:cNvPr>
          <p:cNvSpPr>
            <a:spLocks noChangeShapeType="1"/>
          </p:cNvSpPr>
          <p:nvPr/>
        </p:nvSpPr>
        <p:spPr bwMode="auto">
          <a:xfrm>
            <a:off x="3098006" y="3433763"/>
            <a:ext cx="1982391"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567" name="AutoShape 16">
            <a:extLst>
              <a:ext uri="{FF2B5EF4-FFF2-40B4-BE49-F238E27FC236}">
                <a16:creationId xmlns:a16="http://schemas.microsoft.com/office/drawing/2014/main" id="{02DB3A8C-ADB4-8042-B756-98978E42A45B}"/>
              </a:ext>
            </a:extLst>
          </p:cNvPr>
          <p:cNvSpPr>
            <a:spLocks noChangeArrowheads="1"/>
          </p:cNvSpPr>
          <p:nvPr/>
        </p:nvSpPr>
        <p:spPr bwMode="auto">
          <a:xfrm flipH="1">
            <a:off x="2486026" y="3142060"/>
            <a:ext cx="889397" cy="698897"/>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79568" name="AutoShape 17">
            <a:extLst>
              <a:ext uri="{FF2B5EF4-FFF2-40B4-BE49-F238E27FC236}">
                <a16:creationId xmlns:a16="http://schemas.microsoft.com/office/drawing/2014/main" id="{5FDAFED4-0FAA-CC49-A9F3-ABFC9CBA717F}"/>
              </a:ext>
            </a:extLst>
          </p:cNvPr>
          <p:cNvSpPr>
            <a:spLocks noChangeArrowheads="1"/>
          </p:cNvSpPr>
          <p:nvPr/>
        </p:nvSpPr>
        <p:spPr bwMode="auto">
          <a:xfrm>
            <a:off x="4876800" y="403622"/>
            <a:ext cx="833438" cy="3437334"/>
          </a:xfrm>
          <a:prstGeom prst="roundRect">
            <a:avLst>
              <a:gd name="adj" fmla="val 50000"/>
            </a:avLst>
          </a:prstGeom>
          <a:solidFill>
            <a:srgbClr val="FFFF66">
              <a:alpha val="50195"/>
            </a:srgbClr>
          </a:solidFill>
          <a:ln w="19050">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9569" name="AutoShape 18">
            <a:extLst>
              <a:ext uri="{FF2B5EF4-FFF2-40B4-BE49-F238E27FC236}">
                <a16:creationId xmlns:a16="http://schemas.microsoft.com/office/drawing/2014/main" id="{A45361EB-D51C-FB44-901C-482E960637F8}"/>
              </a:ext>
            </a:extLst>
          </p:cNvPr>
          <p:cNvSpPr>
            <a:spLocks noChangeArrowheads="1"/>
          </p:cNvSpPr>
          <p:nvPr/>
        </p:nvSpPr>
        <p:spPr bwMode="auto">
          <a:xfrm>
            <a:off x="3598069" y="403623"/>
            <a:ext cx="1168004" cy="3845719"/>
          </a:xfrm>
          <a:prstGeom prst="roundRect">
            <a:avLst>
              <a:gd name="adj" fmla="val 50000"/>
            </a:avLst>
          </a:prstGeom>
          <a:solidFill>
            <a:srgbClr val="CCECFF">
              <a:alpha val="50195"/>
            </a:srgbClr>
          </a:solidFill>
          <a:ln w="19050">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9570" name="Text Box 19">
            <a:extLst>
              <a:ext uri="{FF2B5EF4-FFF2-40B4-BE49-F238E27FC236}">
                <a16:creationId xmlns:a16="http://schemas.microsoft.com/office/drawing/2014/main" id="{42238E5D-8A1A-E54D-BF1F-8DC77F345194}"/>
              </a:ext>
            </a:extLst>
          </p:cNvPr>
          <p:cNvSpPr txBox="1">
            <a:spLocks noChangeArrowheads="1"/>
          </p:cNvSpPr>
          <p:nvPr/>
        </p:nvSpPr>
        <p:spPr bwMode="auto">
          <a:xfrm>
            <a:off x="4021931" y="644129"/>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4</a:t>
            </a:r>
            <a:endParaRPr kumimoji="1" lang="en-US" altLang="zh-CN" sz="1500">
              <a:latin typeface="Arial" panose="020B0604020202020204" pitchFamily="34" charset="0"/>
              <a:ea typeface="宋体" panose="02010600030101010101" pitchFamily="2" charset="-122"/>
            </a:endParaRPr>
          </a:p>
        </p:txBody>
      </p:sp>
      <p:sp>
        <p:nvSpPr>
          <p:cNvPr id="279571" name="Text Box 20">
            <a:extLst>
              <a:ext uri="{FF2B5EF4-FFF2-40B4-BE49-F238E27FC236}">
                <a16:creationId xmlns:a16="http://schemas.microsoft.com/office/drawing/2014/main" id="{FB9FA212-4260-0F49-88C5-35954C5EF330}"/>
              </a:ext>
            </a:extLst>
          </p:cNvPr>
          <p:cNvSpPr txBox="1">
            <a:spLocks noChangeArrowheads="1"/>
          </p:cNvSpPr>
          <p:nvPr/>
        </p:nvSpPr>
        <p:spPr bwMode="auto">
          <a:xfrm>
            <a:off x="5378053" y="3343275"/>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B</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79572" name="AutoShape 21">
            <a:extLst>
              <a:ext uri="{FF2B5EF4-FFF2-40B4-BE49-F238E27FC236}">
                <a16:creationId xmlns:a16="http://schemas.microsoft.com/office/drawing/2014/main" id="{3454920D-869E-1147-B7F1-A0D99261EF48}"/>
              </a:ext>
            </a:extLst>
          </p:cNvPr>
          <p:cNvSpPr>
            <a:spLocks noChangeArrowheads="1"/>
          </p:cNvSpPr>
          <p:nvPr/>
        </p:nvSpPr>
        <p:spPr bwMode="auto">
          <a:xfrm>
            <a:off x="5878116" y="286941"/>
            <a:ext cx="777478" cy="3437334"/>
          </a:xfrm>
          <a:prstGeom prst="roundRect">
            <a:avLst>
              <a:gd name="adj" fmla="val 50000"/>
            </a:avLst>
          </a:prstGeom>
          <a:solidFill>
            <a:srgbClr val="FF99CC">
              <a:alpha val="50195"/>
            </a:srgbClr>
          </a:solidFill>
          <a:ln w="19050">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9573" name="AutoShape 22">
            <a:extLst>
              <a:ext uri="{FF2B5EF4-FFF2-40B4-BE49-F238E27FC236}">
                <a16:creationId xmlns:a16="http://schemas.microsoft.com/office/drawing/2014/main" id="{C5F1B43C-4F29-EA41-A27D-AA6640F4CD94}"/>
              </a:ext>
            </a:extLst>
          </p:cNvPr>
          <p:cNvSpPr>
            <a:spLocks noChangeArrowheads="1"/>
          </p:cNvSpPr>
          <p:nvPr/>
        </p:nvSpPr>
        <p:spPr bwMode="auto">
          <a:xfrm flipH="1">
            <a:off x="2486026" y="286941"/>
            <a:ext cx="889397" cy="698897"/>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79574" name="Line 23">
            <a:extLst>
              <a:ext uri="{FF2B5EF4-FFF2-40B4-BE49-F238E27FC236}">
                <a16:creationId xmlns:a16="http://schemas.microsoft.com/office/drawing/2014/main" id="{449AA706-690C-7A4E-B3DC-37E9C85513AD}"/>
              </a:ext>
            </a:extLst>
          </p:cNvPr>
          <p:cNvSpPr>
            <a:spLocks noChangeShapeType="1"/>
          </p:cNvSpPr>
          <p:nvPr/>
        </p:nvSpPr>
        <p:spPr bwMode="auto">
          <a:xfrm>
            <a:off x="2319338" y="703660"/>
            <a:ext cx="0" cy="3777853"/>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575" name="Line 24">
            <a:extLst>
              <a:ext uri="{FF2B5EF4-FFF2-40B4-BE49-F238E27FC236}">
                <a16:creationId xmlns:a16="http://schemas.microsoft.com/office/drawing/2014/main" id="{CF0C14C4-9562-604C-BF0F-169B64815BC6}"/>
              </a:ext>
            </a:extLst>
          </p:cNvPr>
          <p:cNvSpPr>
            <a:spLocks noChangeShapeType="1"/>
          </p:cNvSpPr>
          <p:nvPr/>
        </p:nvSpPr>
        <p:spPr bwMode="auto">
          <a:xfrm>
            <a:off x="2308623" y="695325"/>
            <a:ext cx="34409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576" name="Text Box 25">
            <a:extLst>
              <a:ext uri="{FF2B5EF4-FFF2-40B4-BE49-F238E27FC236}">
                <a16:creationId xmlns:a16="http://schemas.microsoft.com/office/drawing/2014/main" id="{43E544B0-6DFC-3548-B688-2CAD01EEC51F}"/>
              </a:ext>
            </a:extLst>
          </p:cNvPr>
          <p:cNvSpPr txBox="1">
            <a:spLocks noChangeArrowheads="1"/>
          </p:cNvSpPr>
          <p:nvPr/>
        </p:nvSpPr>
        <p:spPr bwMode="auto">
          <a:xfrm>
            <a:off x="5903119" y="1301354"/>
            <a:ext cx="7585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VLAN</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79577" name="Text Box 26">
            <a:extLst>
              <a:ext uri="{FF2B5EF4-FFF2-40B4-BE49-F238E27FC236}">
                <a16:creationId xmlns:a16="http://schemas.microsoft.com/office/drawing/2014/main" id="{9F7FDFE7-61F3-3D44-BE9D-FF93D5E7FF4C}"/>
              </a:ext>
            </a:extLst>
          </p:cNvPr>
          <p:cNvSpPr txBox="1">
            <a:spLocks noChangeArrowheads="1"/>
          </p:cNvSpPr>
          <p:nvPr/>
        </p:nvSpPr>
        <p:spPr bwMode="auto">
          <a:xfrm>
            <a:off x="6292454" y="341710"/>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C</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79578" name="Text Box 27">
            <a:extLst>
              <a:ext uri="{FF2B5EF4-FFF2-40B4-BE49-F238E27FC236}">
                <a16:creationId xmlns:a16="http://schemas.microsoft.com/office/drawing/2014/main" id="{28159C93-56A2-A94A-BEFC-C59AC12609F1}"/>
              </a:ext>
            </a:extLst>
          </p:cNvPr>
          <p:cNvSpPr txBox="1">
            <a:spLocks noChangeArrowheads="1"/>
          </p:cNvSpPr>
          <p:nvPr/>
        </p:nvSpPr>
        <p:spPr bwMode="auto">
          <a:xfrm>
            <a:off x="5237560" y="551260"/>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B</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79579" name="Text Box 28">
            <a:extLst>
              <a:ext uri="{FF2B5EF4-FFF2-40B4-BE49-F238E27FC236}">
                <a16:creationId xmlns:a16="http://schemas.microsoft.com/office/drawing/2014/main" id="{3D869943-ED60-5547-8CFC-6B5E71B666F1}"/>
              </a:ext>
            </a:extLst>
          </p:cNvPr>
          <p:cNvSpPr txBox="1">
            <a:spLocks noChangeArrowheads="1"/>
          </p:cNvSpPr>
          <p:nvPr/>
        </p:nvSpPr>
        <p:spPr bwMode="auto">
          <a:xfrm>
            <a:off x="3764757" y="1303735"/>
            <a:ext cx="7585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VLAN</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79580" name="Text Box 29">
            <a:extLst>
              <a:ext uri="{FF2B5EF4-FFF2-40B4-BE49-F238E27FC236}">
                <a16:creationId xmlns:a16="http://schemas.microsoft.com/office/drawing/2014/main" id="{0B9BA491-1118-8548-B533-6CFB23D15AB3}"/>
              </a:ext>
            </a:extLst>
          </p:cNvPr>
          <p:cNvSpPr txBox="1">
            <a:spLocks noChangeArrowheads="1"/>
          </p:cNvSpPr>
          <p:nvPr/>
        </p:nvSpPr>
        <p:spPr bwMode="auto">
          <a:xfrm>
            <a:off x="4908948" y="1303735"/>
            <a:ext cx="7585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VLAN</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sp>
        <p:nvSpPr>
          <p:cNvPr id="279581" name="Text Box 30">
            <a:extLst>
              <a:ext uri="{FF2B5EF4-FFF2-40B4-BE49-F238E27FC236}">
                <a16:creationId xmlns:a16="http://schemas.microsoft.com/office/drawing/2014/main" id="{5DDBE613-F8E6-034E-B0C5-CF5F884D3E73}"/>
              </a:ext>
            </a:extLst>
          </p:cNvPr>
          <p:cNvSpPr txBox="1">
            <a:spLocks noChangeArrowheads="1"/>
          </p:cNvSpPr>
          <p:nvPr/>
        </p:nvSpPr>
        <p:spPr bwMode="auto">
          <a:xfrm>
            <a:off x="6323410" y="3120629"/>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C</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79582" name="Text Box 31">
            <a:extLst>
              <a:ext uri="{FF2B5EF4-FFF2-40B4-BE49-F238E27FC236}">
                <a16:creationId xmlns:a16="http://schemas.microsoft.com/office/drawing/2014/main" id="{80A575ED-5434-844F-998F-2B41A12A0FE1}"/>
              </a:ext>
            </a:extLst>
          </p:cNvPr>
          <p:cNvSpPr txBox="1">
            <a:spLocks noChangeArrowheads="1"/>
          </p:cNvSpPr>
          <p:nvPr/>
        </p:nvSpPr>
        <p:spPr bwMode="auto">
          <a:xfrm>
            <a:off x="4468416" y="3430191"/>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sp>
        <p:nvSpPr>
          <p:cNvPr id="279583" name="Text Box 32">
            <a:extLst>
              <a:ext uri="{FF2B5EF4-FFF2-40B4-BE49-F238E27FC236}">
                <a16:creationId xmlns:a16="http://schemas.microsoft.com/office/drawing/2014/main" id="{66BE60F2-69CB-1F4E-A080-EBC6B4D886BA}"/>
              </a:ext>
            </a:extLst>
          </p:cNvPr>
          <p:cNvSpPr txBox="1">
            <a:spLocks noChangeArrowheads="1"/>
          </p:cNvSpPr>
          <p:nvPr/>
        </p:nvSpPr>
        <p:spPr bwMode="auto">
          <a:xfrm>
            <a:off x="3987403" y="3763566"/>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79584" name="Text Box 33">
            <a:extLst>
              <a:ext uri="{FF2B5EF4-FFF2-40B4-BE49-F238E27FC236}">
                <a16:creationId xmlns:a16="http://schemas.microsoft.com/office/drawing/2014/main" id="{3FBAD15B-4605-9246-A370-024BC896B4B7}"/>
              </a:ext>
            </a:extLst>
          </p:cNvPr>
          <p:cNvSpPr txBox="1">
            <a:spLocks noChangeArrowheads="1"/>
          </p:cNvSpPr>
          <p:nvPr/>
        </p:nvSpPr>
        <p:spPr bwMode="auto">
          <a:xfrm>
            <a:off x="4010025" y="2112169"/>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79585" name="Text Box 34">
            <a:extLst>
              <a:ext uri="{FF2B5EF4-FFF2-40B4-BE49-F238E27FC236}">
                <a16:creationId xmlns:a16="http://schemas.microsoft.com/office/drawing/2014/main" id="{306ECC5B-FFC0-1942-B450-8C8FE63A20E8}"/>
              </a:ext>
            </a:extLst>
          </p:cNvPr>
          <p:cNvSpPr txBox="1">
            <a:spLocks noChangeArrowheads="1"/>
          </p:cNvSpPr>
          <p:nvPr/>
        </p:nvSpPr>
        <p:spPr bwMode="auto">
          <a:xfrm>
            <a:off x="6342460" y="1726407"/>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C</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sp>
        <p:nvSpPr>
          <p:cNvPr id="279586" name="Text Box 35">
            <a:extLst>
              <a:ext uri="{FF2B5EF4-FFF2-40B4-BE49-F238E27FC236}">
                <a16:creationId xmlns:a16="http://schemas.microsoft.com/office/drawing/2014/main" id="{C544DF71-9E30-5547-A099-621ECE8573B5}"/>
              </a:ext>
            </a:extLst>
          </p:cNvPr>
          <p:cNvSpPr txBox="1">
            <a:spLocks noChangeArrowheads="1"/>
          </p:cNvSpPr>
          <p:nvPr/>
        </p:nvSpPr>
        <p:spPr bwMode="auto">
          <a:xfrm>
            <a:off x="5409010" y="1840707"/>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B</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pic>
        <p:nvPicPr>
          <p:cNvPr id="279587" name="Picture 36">
            <a:extLst>
              <a:ext uri="{FF2B5EF4-FFF2-40B4-BE49-F238E27FC236}">
                <a16:creationId xmlns:a16="http://schemas.microsoft.com/office/drawing/2014/main" id="{77ADBDF6-5A57-1142-93A9-40C2CDC64D1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4029" y="695326"/>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9588" name="Picture 37">
            <a:extLst>
              <a:ext uri="{FF2B5EF4-FFF2-40B4-BE49-F238E27FC236}">
                <a16:creationId xmlns:a16="http://schemas.microsoft.com/office/drawing/2014/main" id="{A8894237-AE0C-954B-922C-F76349860AA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8844" y="403623"/>
            <a:ext cx="382191"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9589" name="Picture 38">
            <a:extLst>
              <a:ext uri="{FF2B5EF4-FFF2-40B4-BE49-F238E27FC236}">
                <a16:creationId xmlns:a16="http://schemas.microsoft.com/office/drawing/2014/main" id="{41223642-444C-DC40-AE49-2AB1BCDD693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760" y="578644"/>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9590" name="Picture 39">
            <a:extLst>
              <a:ext uri="{FF2B5EF4-FFF2-40B4-BE49-F238E27FC236}">
                <a16:creationId xmlns:a16="http://schemas.microsoft.com/office/drawing/2014/main" id="{72F8A40F-66DD-424E-82CA-4EA5D6E922F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5988" y="1743076"/>
            <a:ext cx="382191"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9591" name="Picture 40">
            <a:extLst>
              <a:ext uri="{FF2B5EF4-FFF2-40B4-BE49-F238E27FC236}">
                <a16:creationId xmlns:a16="http://schemas.microsoft.com/office/drawing/2014/main" id="{F4BAB5D6-3CDA-C34D-AD4A-07A55E99A51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6592" y="1918097"/>
            <a:ext cx="382190"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9592" name="Picture 41">
            <a:extLst>
              <a:ext uri="{FF2B5EF4-FFF2-40B4-BE49-F238E27FC236}">
                <a16:creationId xmlns:a16="http://schemas.microsoft.com/office/drawing/2014/main" id="{56E96B1D-74C9-7F47-9768-048F45455EA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4029" y="2093119"/>
            <a:ext cx="382190"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9593" name="Picture 42">
            <a:extLst>
              <a:ext uri="{FF2B5EF4-FFF2-40B4-BE49-F238E27FC236}">
                <a16:creationId xmlns:a16="http://schemas.microsoft.com/office/drawing/2014/main" id="{98746E9D-551B-8847-8779-51C547A746C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4029" y="3555207"/>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9594" name="Picture 43">
            <a:extLst>
              <a:ext uri="{FF2B5EF4-FFF2-40B4-BE49-F238E27FC236}">
                <a16:creationId xmlns:a16="http://schemas.microsoft.com/office/drawing/2014/main" id="{9FAADCA4-9481-FD4C-A124-E8ACECB0837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4092" y="3433763"/>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9595" name="Picture 44">
            <a:extLst>
              <a:ext uri="{FF2B5EF4-FFF2-40B4-BE49-F238E27FC236}">
                <a16:creationId xmlns:a16="http://schemas.microsoft.com/office/drawing/2014/main" id="{59E5DC58-F861-634D-9DE9-4685D81B05E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7529" y="3317082"/>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9596" name="Picture 45">
            <a:extLst>
              <a:ext uri="{FF2B5EF4-FFF2-40B4-BE49-F238E27FC236}">
                <a16:creationId xmlns:a16="http://schemas.microsoft.com/office/drawing/2014/main" id="{A1F6F94B-AB7B-2746-9651-BC116F71821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8844" y="3200401"/>
            <a:ext cx="382191"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9597" name="AutoShape 46">
            <a:extLst>
              <a:ext uri="{FF2B5EF4-FFF2-40B4-BE49-F238E27FC236}">
                <a16:creationId xmlns:a16="http://schemas.microsoft.com/office/drawing/2014/main" id="{19FA6DD9-3710-444B-9737-D6676C8EE6A6}"/>
              </a:ext>
            </a:extLst>
          </p:cNvPr>
          <p:cNvSpPr>
            <a:spLocks noChangeArrowheads="1"/>
          </p:cNvSpPr>
          <p:nvPr/>
        </p:nvSpPr>
        <p:spPr bwMode="auto">
          <a:xfrm flipH="1">
            <a:off x="2486026" y="1684735"/>
            <a:ext cx="889397" cy="700088"/>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79598" name="Line 47">
            <a:extLst>
              <a:ext uri="{FF2B5EF4-FFF2-40B4-BE49-F238E27FC236}">
                <a16:creationId xmlns:a16="http://schemas.microsoft.com/office/drawing/2014/main" id="{36F22956-FDDF-BE41-A746-393AB97BCC65}"/>
              </a:ext>
            </a:extLst>
          </p:cNvPr>
          <p:cNvSpPr>
            <a:spLocks noChangeShapeType="1"/>
          </p:cNvSpPr>
          <p:nvPr/>
        </p:nvSpPr>
        <p:spPr bwMode="auto">
          <a:xfrm>
            <a:off x="2430066" y="2088356"/>
            <a:ext cx="0" cy="2509838"/>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599" name="Line 48">
            <a:extLst>
              <a:ext uri="{FF2B5EF4-FFF2-40B4-BE49-F238E27FC236}">
                <a16:creationId xmlns:a16="http://schemas.microsoft.com/office/drawing/2014/main" id="{E670E003-A065-E340-ACE6-0FEC11B92898}"/>
              </a:ext>
            </a:extLst>
          </p:cNvPr>
          <p:cNvSpPr>
            <a:spLocks noChangeShapeType="1"/>
          </p:cNvSpPr>
          <p:nvPr/>
        </p:nvSpPr>
        <p:spPr bwMode="auto">
          <a:xfrm>
            <a:off x="2420541" y="2093119"/>
            <a:ext cx="207169"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600" name="Line 49">
            <a:extLst>
              <a:ext uri="{FF2B5EF4-FFF2-40B4-BE49-F238E27FC236}">
                <a16:creationId xmlns:a16="http://schemas.microsoft.com/office/drawing/2014/main" id="{D03770CD-EA2D-EC41-B451-0D425FDC56F1}"/>
              </a:ext>
            </a:extLst>
          </p:cNvPr>
          <p:cNvSpPr>
            <a:spLocks noChangeShapeType="1"/>
          </p:cNvSpPr>
          <p:nvPr/>
        </p:nvSpPr>
        <p:spPr bwMode="auto">
          <a:xfrm>
            <a:off x="2541985" y="3579019"/>
            <a:ext cx="0" cy="1135856"/>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601" name="Line 50">
            <a:extLst>
              <a:ext uri="{FF2B5EF4-FFF2-40B4-BE49-F238E27FC236}">
                <a16:creationId xmlns:a16="http://schemas.microsoft.com/office/drawing/2014/main" id="{CB2C5838-1197-A548-818B-EB586D20FD1B}"/>
              </a:ext>
            </a:extLst>
          </p:cNvPr>
          <p:cNvSpPr>
            <a:spLocks noChangeShapeType="1"/>
          </p:cNvSpPr>
          <p:nvPr/>
        </p:nvSpPr>
        <p:spPr bwMode="auto">
          <a:xfrm>
            <a:off x="2531269" y="3579019"/>
            <a:ext cx="11430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602" name="AutoShape 51">
            <a:extLst>
              <a:ext uri="{FF2B5EF4-FFF2-40B4-BE49-F238E27FC236}">
                <a16:creationId xmlns:a16="http://schemas.microsoft.com/office/drawing/2014/main" id="{5017FB06-72F7-074B-8F0C-1A08207F1A0C}"/>
              </a:ext>
            </a:extLst>
          </p:cNvPr>
          <p:cNvSpPr>
            <a:spLocks noChangeArrowheads="1"/>
          </p:cNvSpPr>
          <p:nvPr/>
        </p:nvSpPr>
        <p:spPr bwMode="auto">
          <a:xfrm flipH="1">
            <a:off x="2040731" y="4249341"/>
            <a:ext cx="890588" cy="698897"/>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79603" name="Text Box 52">
            <a:extLst>
              <a:ext uri="{FF2B5EF4-FFF2-40B4-BE49-F238E27FC236}">
                <a16:creationId xmlns:a16="http://schemas.microsoft.com/office/drawing/2014/main" id="{DA2D5FD9-E989-464E-B0DD-021CF4218555}"/>
              </a:ext>
            </a:extLst>
          </p:cNvPr>
          <p:cNvSpPr txBox="1">
            <a:spLocks noChangeArrowheads="1"/>
          </p:cNvSpPr>
          <p:nvPr/>
        </p:nvSpPr>
        <p:spPr bwMode="auto">
          <a:xfrm>
            <a:off x="4319611" y="4354117"/>
            <a:ext cx="33682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三个虚拟局域网 </a:t>
            </a:r>
            <a:r>
              <a:rPr lang="en-US" altLang="zh-CN" sz="1800">
                <a:latin typeface="Arial" panose="020B0604020202020204" pitchFamily="34" charset="0"/>
                <a:ea typeface="宋体" panose="02010600030101010101" pitchFamily="2" charset="-122"/>
              </a:rPr>
              <a:t>VLAN</a:t>
            </a:r>
            <a:r>
              <a:rPr lang="en-US" altLang="zh-CN" sz="1800" baseline="-25000">
                <a:latin typeface="Arial" panose="020B0604020202020204" pitchFamily="34" charset="0"/>
                <a:ea typeface="宋体" panose="02010600030101010101" pitchFamily="2" charset="-122"/>
              </a:rPr>
              <a:t>1</a:t>
            </a:r>
            <a:r>
              <a:rPr lang="en-US" altLang="zh-CN" sz="1800">
                <a:latin typeface="Arial" panose="020B0604020202020204" pitchFamily="34" charset="0"/>
                <a:ea typeface="宋体" panose="02010600030101010101" pitchFamily="2" charset="-122"/>
              </a:rPr>
              <a:t>, VLAN</a:t>
            </a:r>
            <a:r>
              <a:rPr lang="en-US" altLang="zh-CN" sz="1800" baseline="-25000">
                <a:latin typeface="Arial" panose="020B0604020202020204" pitchFamily="34" charset="0"/>
                <a:ea typeface="宋体" panose="02010600030101010101" pitchFamily="2" charset="-122"/>
              </a:rPr>
              <a:t>2</a:t>
            </a:r>
          </a:p>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和 </a:t>
            </a:r>
            <a:r>
              <a:rPr lang="en-US" altLang="zh-CN" sz="1800">
                <a:latin typeface="Arial" panose="020B0604020202020204" pitchFamily="34" charset="0"/>
                <a:ea typeface="宋体" panose="02010600030101010101" pitchFamily="2" charset="-122"/>
              </a:rPr>
              <a:t>VLAN</a:t>
            </a:r>
            <a:r>
              <a:rPr lang="en-US" altLang="zh-CN" sz="1800" baseline="-25000">
                <a:latin typeface="Arial" panose="020B0604020202020204" pitchFamily="34" charset="0"/>
                <a:ea typeface="宋体" panose="02010600030101010101" pitchFamily="2" charset="-122"/>
              </a:rPr>
              <a:t>3</a:t>
            </a:r>
            <a:r>
              <a:rPr lang="en-US" altLang="zh-CN" sz="1800">
                <a:latin typeface="Arial" panose="020B0604020202020204" pitchFamily="34" charset="0"/>
                <a:ea typeface="宋体" panose="02010600030101010101" pitchFamily="2" charset="-122"/>
              </a:rPr>
              <a:t> </a:t>
            </a:r>
            <a:r>
              <a:rPr lang="zh-CN" altLang="en-US" sz="1800">
                <a:latin typeface="Arial" panose="020B0604020202020204" pitchFamily="34" charset="0"/>
                <a:ea typeface="宋体" panose="02010600030101010101" pitchFamily="2" charset="-122"/>
              </a:rPr>
              <a:t>的构成 </a:t>
            </a:r>
          </a:p>
        </p:txBody>
      </p:sp>
      <p:sp>
        <p:nvSpPr>
          <p:cNvPr id="477237" name="Text Box 53">
            <a:extLst>
              <a:ext uri="{FF2B5EF4-FFF2-40B4-BE49-F238E27FC236}">
                <a16:creationId xmlns:a16="http://schemas.microsoft.com/office/drawing/2014/main" id="{A3C0D355-7502-B741-AFE6-B5D91AB406CA}"/>
              </a:ext>
            </a:extLst>
          </p:cNvPr>
          <p:cNvSpPr txBox="1">
            <a:spLocks noChangeArrowheads="1"/>
          </p:cNvSpPr>
          <p:nvPr/>
        </p:nvSpPr>
        <p:spPr bwMode="auto">
          <a:xfrm>
            <a:off x="1439466" y="4269582"/>
            <a:ext cx="6265069" cy="646331"/>
          </a:xfrm>
          <a:prstGeom prst="rect">
            <a:avLst/>
          </a:prstGeom>
          <a:solidFill>
            <a:srgbClr val="FFFF99"/>
          </a:solidFill>
          <a:ln w="9525">
            <a:solidFill>
              <a:srgbClr val="333399"/>
            </a:solidFill>
            <a:miter lim="800000"/>
            <a:headEnd/>
            <a:tailEnd/>
          </a:ln>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800">
                <a:latin typeface="Arial" panose="020B0604020202020204" pitchFamily="34" charset="0"/>
                <a:ea typeface="宋体" panose="02010600030101010101" pitchFamily="2" charset="-122"/>
              </a:rPr>
              <a:t>B</a:t>
            </a:r>
            <a:r>
              <a:rPr lang="en-US" altLang="zh-CN" sz="1800" baseline="-25000">
                <a:latin typeface="Arial" panose="020B0604020202020204" pitchFamily="34" charset="0"/>
                <a:ea typeface="宋体" panose="02010600030101010101" pitchFamily="2" charset="-122"/>
              </a:rPr>
              <a:t>1 </a:t>
            </a:r>
            <a:r>
              <a:rPr lang="zh-CN" altLang="en-US" sz="1800">
                <a:latin typeface="Arial" panose="020B0604020202020204" pitchFamily="34" charset="0"/>
                <a:ea typeface="宋体" panose="02010600030101010101" pitchFamily="2" charset="-122"/>
              </a:rPr>
              <a:t>发送数据时，工作站 </a:t>
            </a:r>
            <a:r>
              <a:rPr lang="en-US" altLang="zh-CN" sz="1800">
                <a:latin typeface="Arial" panose="020B0604020202020204" pitchFamily="34" charset="0"/>
                <a:ea typeface="宋体" panose="02010600030101010101" pitchFamily="2" charset="-122"/>
              </a:rPr>
              <a:t>A</a:t>
            </a:r>
            <a:r>
              <a:rPr lang="en-US" altLang="zh-CN" sz="1800" baseline="-25000">
                <a:latin typeface="Arial" panose="020B0604020202020204" pitchFamily="34" charset="0"/>
                <a:ea typeface="宋体" panose="02010600030101010101" pitchFamily="2" charset="-122"/>
              </a:rPr>
              <a:t>1</a:t>
            </a:r>
            <a:r>
              <a:rPr lang="en-US" altLang="zh-CN" sz="1800">
                <a:latin typeface="Arial" panose="020B0604020202020204" pitchFamily="34" charset="0"/>
                <a:ea typeface="宋体" panose="02010600030101010101" pitchFamily="2" charset="-122"/>
              </a:rPr>
              <a:t>, A</a:t>
            </a:r>
            <a:r>
              <a:rPr lang="en-US" altLang="zh-CN" sz="1800" baseline="-25000">
                <a:latin typeface="Arial" panose="020B0604020202020204" pitchFamily="34" charset="0"/>
                <a:ea typeface="宋体" panose="02010600030101010101" pitchFamily="2" charset="-122"/>
              </a:rPr>
              <a:t>2 </a:t>
            </a:r>
            <a:r>
              <a:rPr lang="zh-CN" altLang="en-US" sz="1800">
                <a:latin typeface="Arial" panose="020B0604020202020204" pitchFamily="34" charset="0"/>
                <a:ea typeface="宋体" panose="02010600030101010101" pitchFamily="2" charset="-122"/>
              </a:rPr>
              <a:t>和 </a:t>
            </a:r>
            <a:r>
              <a:rPr lang="en-US" altLang="zh-CN" sz="1800">
                <a:latin typeface="Arial" panose="020B0604020202020204" pitchFamily="34" charset="0"/>
                <a:ea typeface="宋体" panose="02010600030101010101" pitchFamily="2" charset="-122"/>
              </a:rPr>
              <a:t>C</a:t>
            </a:r>
            <a:r>
              <a:rPr lang="en-US" altLang="zh-CN" sz="1800" baseline="-25000">
                <a:latin typeface="Arial" panose="020B0604020202020204" pitchFamily="34" charset="0"/>
                <a:ea typeface="宋体" panose="02010600030101010101" pitchFamily="2" charset="-122"/>
              </a:rPr>
              <a:t>1</a:t>
            </a:r>
          </a:p>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都不会收到 </a:t>
            </a:r>
            <a:r>
              <a:rPr lang="en-US" altLang="zh-CN" sz="1800">
                <a:latin typeface="Arial" panose="020B0604020202020204" pitchFamily="34" charset="0"/>
                <a:ea typeface="宋体" panose="02010600030101010101" pitchFamily="2" charset="-122"/>
              </a:rPr>
              <a:t>B</a:t>
            </a:r>
            <a:r>
              <a:rPr lang="en-US" altLang="zh-CN" sz="1800" baseline="-25000">
                <a:latin typeface="Arial" panose="020B0604020202020204" pitchFamily="34" charset="0"/>
                <a:ea typeface="宋体" panose="02010600030101010101" pitchFamily="2" charset="-122"/>
              </a:rPr>
              <a:t>1 </a:t>
            </a:r>
            <a:r>
              <a:rPr lang="zh-CN" altLang="en-US" sz="1800">
                <a:latin typeface="Arial" panose="020B0604020202020204" pitchFamily="34" charset="0"/>
                <a:ea typeface="宋体" panose="02010600030101010101" pitchFamily="2" charset="-122"/>
              </a:rPr>
              <a:t>发出的广播信息。 </a:t>
            </a:r>
          </a:p>
        </p:txBody>
      </p:sp>
      <p:sp>
        <p:nvSpPr>
          <p:cNvPr id="279605" name="幻灯片编号占位符 1">
            <a:extLst>
              <a:ext uri="{FF2B5EF4-FFF2-40B4-BE49-F238E27FC236}">
                <a16:creationId xmlns:a16="http://schemas.microsoft.com/office/drawing/2014/main" id="{F3DF747A-EC3B-544C-930A-89A0FA7FB83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FCCA129-76EF-1E42-97D7-A5922D2B644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130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5191084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772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7237" grpId="0" animBg="1"/>
    </p:bldLst>
  </p:timing>
</p:sld>
</file>

<file path=ppt/slides/slide1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1601" name="AutoShape 2">
            <a:extLst>
              <a:ext uri="{FF2B5EF4-FFF2-40B4-BE49-F238E27FC236}">
                <a16:creationId xmlns:a16="http://schemas.microsoft.com/office/drawing/2014/main" id="{DF14109B-4E0F-C844-9E18-D2AE57D1ECED}"/>
              </a:ext>
            </a:extLst>
          </p:cNvPr>
          <p:cNvSpPr>
            <a:spLocks noChangeArrowheads="1"/>
          </p:cNvSpPr>
          <p:nvPr/>
        </p:nvSpPr>
        <p:spPr bwMode="auto">
          <a:xfrm flipH="1">
            <a:off x="1763316" y="3083719"/>
            <a:ext cx="5670947" cy="1048941"/>
          </a:xfrm>
          <a:prstGeom prst="cube">
            <a:avLst>
              <a:gd name="adj" fmla="val 93745"/>
            </a:avLst>
          </a:prstGeom>
          <a:solidFill>
            <a:schemeClr val="bg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81602" name="Line 3">
            <a:extLst>
              <a:ext uri="{FF2B5EF4-FFF2-40B4-BE49-F238E27FC236}">
                <a16:creationId xmlns:a16="http://schemas.microsoft.com/office/drawing/2014/main" id="{4738857C-8272-6D41-BCD2-F484587AD3CA}"/>
              </a:ext>
            </a:extLst>
          </p:cNvPr>
          <p:cNvSpPr>
            <a:spLocks noChangeShapeType="1"/>
          </p:cNvSpPr>
          <p:nvPr/>
        </p:nvSpPr>
        <p:spPr bwMode="auto">
          <a:xfrm>
            <a:off x="2828925" y="4656535"/>
            <a:ext cx="1176338" cy="0"/>
          </a:xfrm>
          <a:prstGeom prst="line">
            <a:avLst/>
          </a:prstGeom>
          <a:noFill/>
          <a:ln w="762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03" name="AutoShape 4">
            <a:extLst>
              <a:ext uri="{FF2B5EF4-FFF2-40B4-BE49-F238E27FC236}">
                <a16:creationId xmlns:a16="http://schemas.microsoft.com/office/drawing/2014/main" id="{298AB4B9-DE5B-9442-B48A-2059586CF3AA}"/>
              </a:ext>
            </a:extLst>
          </p:cNvPr>
          <p:cNvSpPr>
            <a:spLocks noChangeArrowheads="1"/>
          </p:cNvSpPr>
          <p:nvPr/>
        </p:nvSpPr>
        <p:spPr bwMode="auto">
          <a:xfrm flipH="1">
            <a:off x="1763316" y="1627585"/>
            <a:ext cx="5670947" cy="1047750"/>
          </a:xfrm>
          <a:prstGeom prst="cube">
            <a:avLst>
              <a:gd name="adj" fmla="val 93745"/>
            </a:avLst>
          </a:prstGeom>
          <a:solidFill>
            <a:schemeClr val="bg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81604" name="AutoShape 5">
            <a:extLst>
              <a:ext uri="{FF2B5EF4-FFF2-40B4-BE49-F238E27FC236}">
                <a16:creationId xmlns:a16="http://schemas.microsoft.com/office/drawing/2014/main" id="{1B1EF829-6518-F84C-ADC9-906745391E21}"/>
              </a:ext>
            </a:extLst>
          </p:cNvPr>
          <p:cNvSpPr>
            <a:spLocks noChangeArrowheads="1"/>
          </p:cNvSpPr>
          <p:nvPr/>
        </p:nvSpPr>
        <p:spPr bwMode="auto">
          <a:xfrm flipH="1">
            <a:off x="1819275" y="228600"/>
            <a:ext cx="5559029" cy="1048941"/>
          </a:xfrm>
          <a:prstGeom prst="cube">
            <a:avLst>
              <a:gd name="adj" fmla="val 93745"/>
            </a:avLst>
          </a:prstGeom>
          <a:solidFill>
            <a:schemeClr val="bg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81605" name="Line 6">
            <a:extLst>
              <a:ext uri="{FF2B5EF4-FFF2-40B4-BE49-F238E27FC236}">
                <a16:creationId xmlns:a16="http://schemas.microsoft.com/office/drawing/2014/main" id="{63BA66A3-9AF5-1D4B-87B8-CBFE50E44154}"/>
              </a:ext>
            </a:extLst>
          </p:cNvPr>
          <p:cNvSpPr>
            <a:spLocks noChangeShapeType="1"/>
          </p:cNvSpPr>
          <p:nvPr/>
        </p:nvSpPr>
        <p:spPr bwMode="auto">
          <a:xfrm>
            <a:off x="3152775" y="520304"/>
            <a:ext cx="293846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06" name="Line 7">
            <a:extLst>
              <a:ext uri="{FF2B5EF4-FFF2-40B4-BE49-F238E27FC236}">
                <a16:creationId xmlns:a16="http://schemas.microsoft.com/office/drawing/2014/main" id="{A121E45A-174E-C045-85BA-2F5421E05D4B}"/>
              </a:ext>
            </a:extLst>
          </p:cNvPr>
          <p:cNvSpPr>
            <a:spLocks noChangeShapeType="1"/>
          </p:cNvSpPr>
          <p:nvPr/>
        </p:nvSpPr>
        <p:spPr bwMode="auto">
          <a:xfrm>
            <a:off x="3264694" y="636985"/>
            <a:ext cx="17716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07" name="Line 8">
            <a:extLst>
              <a:ext uri="{FF2B5EF4-FFF2-40B4-BE49-F238E27FC236}">
                <a16:creationId xmlns:a16="http://schemas.microsoft.com/office/drawing/2014/main" id="{A9A602DC-2A3A-534C-AB79-5C5273E8B3F8}"/>
              </a:ext>
            </a:extLst>
          </p:cNvPr>
          <p:cNvSpPr>
            <a:spLocks noChangeShapeType="1"/>
          </p:cNvSpPr>
          <p:nvPr/>
        </p:nvSpPr>
        <p:spPr bwMode="auto">
          <a:xfrm>
            <a:off x="3375422" y="752475"/>
            <a:ext cx="38933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08" name="Line 9">
            <a:extLst>
              <a:ext uri="{FF2B5EF4-FFF2-40B4-BE49-F238E27FC236}">
                <a16:creationId xmlns:a16="http://schemas.microsoft.com/office/drawing/2014/main" id="{97F5DD03-C8B1-CA4A-831B-99A54B9562BB}"/>
              </a:ext>
            </a:extLst>
          </p:cNvPr>
          <p:cNvSpPr>
            <a:spLocks noChangeShapeType="1"/>
          </p:cNvSpPr>
          <p:nvPr/>
        </p:nvSpPr>
        <p:spPr bwMode="auto">
          <a:xfrm>
            <a:off x="3375422" y="2209800"/>
            <a:ext cx="38933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09" name="Line 10">
            <a:extLst>
              <a:ext uri="{FF2B5EF4-FFF2-40B4-BE49-F238E27FC236}">
                <a16:creationId xmlns:a16="http://schemas.microsoft.com/office/drawing/2014/main" id="{FDF5E052-75AF-FF4E-8DBB-CFB589D7EC2E}"/>
              </a:ext>
            </a:extLst>
          </p:cNvPr>
          <p:cNvSpPr>
            <a:spLocks noChangeShapeType="1"/>
          </p:cNvSpPr>
          <p:nvPr/>
        </p:nvSpPr>
        <p:spPr bwMode="auto">
          <a:xfrm>
            <a:off x="3264694" y="2034779"/>
            <a:ext cx="19621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10" name="Line 11">
            <a:extLst>
              <a:ext uri="{FF2B5EF4-FFF2-40B4-BE49-F238E27FC236}">
                <a16:creationId xmlns:a16="http://schemas.microsoft.com/office/drawing/2014/main" id="{CDFADC61-3ECD-D34E-B7B0-87596D9C85CA}"/>
              </a:ext>
            </a:extLst>
          </p:cNvPr>
          <p:cNvSpPr>
            <a:spLocks noChangeShapeType="1"/>
          </p:cNvSpPr>
          <p:nvPr/>
        </p:nvSpPr>
        <p:spPr bwMode="auto">
          <a:xfrm>
            <a:off x="3098007" y="1859756"/>
            <a:ext cx="2983706"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11" name="Line 12">
            <a:extLst>
              <a:ext uri="{FF2B5EF4-FFF2-40B4-BE49-F238E27FC236}">
                <a16:creationId xmlns:a16="http://schemas.microsoft.com/office/drawing/2014/main" id="{2360E8DE-5D02-E64F-9FBD-C66B28D95DBE}"/>
              </a:ext>
            </a:extLst>
          </p:cNvPr>
          <p:cNvSpPr>
            <a:spLocks noChangeShapeType="1"/>
          </p:cNvSpPr>
          <p:nvPr/>
        </p:nvSpPr>
        <p:spPr bwMode="auto">
          <a:xfrm>
            <a:off x="3208735" y="3549254"/>
            <a:ext cx="105608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12" name="Line 13">
            <a:extLst>
              <a:ext uri="{FF2B5EF4-FFF2-40B4-BE49-F238E27FC236}">
                <a16:creationId xmlns:a16="http://schemas.microsoft.com/office/drawing/2014/main" id="{AF20A41F-CDE3-DE45-84E1-DDE28CB595E0}"/>
              </a:ext>
            </a:extLst>
          </p:cNvPr>
          <p:cNvSpPr>
            <a:spLocks noChangeShapeType="1"/>
          </p:cNvSpPr>
          <p:nvPr/>
        </p:nvSpPr>
        <p:spPr bwMode="auto">
          <a:xfrm>
            <a:off x="3208735" y="3665935"/>
            <a:ext cx="55959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13" name="Line 14">
            <a:extLst>
              <a:ext uri="{FF2B5EF4-FFF2-40B4-BE49-F238E27FC236}">
                <a16:creationId xmlns:a16="http://schemas.microsoft.com/office/drawing/2014/main" id="{1FD9C4D8-367D-1741-B4A8-EE29E4CBBCE4}"/>
              </a:ext>
            </a:extLst>
          </p:cNvPr>
          <p:cNvSpPr>
            <a:spLocks noChangeShapeType="1"/>
          </p:cNvSpPr>
          <p:nvPr/>
        </p:nvSpPr>
        <p:spPr bwMode="auto">
          <a:xfrm>
            <a:off x="2946797" y="3317081"/>
            <a:ext cx="31813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14" name="Line 15">
            <a:extLst>
              <a:ext uri="{FF2B5EF4-FFF2-40B4-BE49-F238E27FC236}">
                <a16:creationId xmlns:a16="http://schemas.microsoft.com/office/drawing/2014/main" id="{A5F7EB4E-3F03-D647-83BD-6063D8BDCD88}"/>
              </a:ext>
            </a:extLst>
          </p:cNvPr>
          <p:cNvSpPr>
            <a:spLocks noChangeShapeType="1"/>
          </p:cNvSpPr>
          <p:nvPr/>
        </p:nvSpPr>
        <p:spPr bwMode="auto">
          <a:xfrm>
            <a:off x="3098006" y="3433763"/>
            <a:ext cx="1982391"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15" name="AutoShape 16">
            <a:extLst>
              <a:ext uri="{FF2B5EF4-FFF2-40B4-BE49-F238E27FC236}">
                <a16:creationId xmlns:a16="http://schemas.microsoft.com/office/drawing/2014/main" id="{CD435C57-846D-1946-A638-FCA2D7E126B2}"/>
              </a:ext>
            </a:extLst>
          </p:cNvPr>
          <p:cNvSpPr>
            <a:spLocks noChangeArrowheads="1"/>
          </p:cNvSpPr>
          <p:nvPr/>
        </p:nvSpPr>
        <p:spPr bwMode="auto">
          <a:xfrm flipH="1">
            <a:off x="2486026" y="3142060"/>
            <a:ext cx="889397" cy="698897"/>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81616" name="AutoShape 17">
            <a:extLst>
              <a:ext uri="{FF2B5EF4-FFF2-40B4-BE49-F238E27FC236}">
                <a16:creationId xmlns:a16="http://schemas.microsoft.com/office/drawing/2014/main" id="{D7F3797B-52C0-7343-909C-2BF6EA33F417}"/>
              </a:ext>
            </a:extLst>
          </p:cNvPr>
          <p:cNvSpPr>
            <a:spLocks noChangeArrowheads="1"/>
          </p:cNvSpPr>
          <p:nvPr/>
        </p:nvSpPr>
        <p:spPr bwMode="auto">
          <a:xfrm>
            <a:off x="4876800" y="403622"/>
            <a:ext cx="833438" cy="3437334"/>
          </a:xfrm>
          <a:prstGeom prst="roundRect">
            <a:avLst>
              <a:gd name="adj" fmla="val 50000"/>
            </a:avLst>
          </a:prstGeom>
          <a:solidFill>
            <a:srgbClr val="FFFF66">
              <a:alpha val="50195"/>
            </a:srgbClr>
          </a:solidFill>
          <a:ln w="19050">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81617" name="AutoShape 18">
            <a:extLst>
              <a:ext uri="{FF2B5EF4-FFF2-40B4-BE49-F238E27FC236}">
                <a16:creationId xmlns:a16="http://schemas.microsoft.com/office/drawing/2014/main" id="{75268E88-C570-B24C-9D3F-9E10BA5DE876}"/>
              </a:ext>
            </a:extLst>
          </p:cNvPr>
          <p:cNvSpPr>
            <a:spLocks noChangeArrowheads="1"/>
          </p:cNvSpPr>
          <p:nvPr/>
        </p:nvSpPr>
        <p:spPr bwMode="auto">
          <a:xfrm>
            <a:off x="3598069" y="403623"/>
            <a:ext cx="1168004" cy="3845719"/>
          </a:xfrm>
          <a:prstGeom prst="roundRect">
            <a:avLst>
              <a:gd name="adj" fmla="val 50000"/>
            </a:avLst>
          </a:prstGeom>
          <a:solidFill>
            <a:srgbClr val="CCECFF">
              <a:alpha val="50195"/>
            </a:srgbClr>
          </a:solidFill>
          <a:ln w="19050">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81618" name="Text Box 19">
            <a:extLst>
              <a:ext uri="{FF2B5EF4-FFF2-40B4-BE49-F238E27FC236}">
                <a16:creationId xmlns:a16="http://schemas.microsoft.com/office/drawing/2014/main" id="{EA9CBBCA-F5C7-A242-A8FD-627919AE2170}"/>
              </a:ext>
            </a:extLst>
          </p:cNvPr>
          <p:cNvSpPr txBox="1">
            <a:spLocks noChangeArrowheads="1"/>
          </p:cNvSpPr>
          <p:nvPr/>
        </p:nvSpPr>
        <p:spPr bwMode="auto">
          <a:xfrm>
            <a:off x="4021931" y="644129"/>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4</a:t>
            </a:r>
            <a:endParaRPr kumimoji="1" lang="en-US" altLang="zh-CN" sz="1500">
              <a:latin typeface="Arial" panose="020B0604020202020204" pitchFamily="34" charset="0"/>
              <a:ea typeface="宋体" panose="02010600030101010101" pitchFamily="2" charset="-122"/>
            </a:endParaRPr>
          </a:p>
        </p:txBody>
      </p:sp>
      <p:sp>
        <p:nvSpPr>
          <p:cNvPr id="281619" name="Text Box 20">
            <a:extLst>
              <a:ext uri="{FF2B5EF4-FFF2-40B4-BE49-F238E27FC236}">
                <a16:creationId xmlns:a16="http://schemas.microsoft.com/office/drawing/2014/main" id="{BE4C3033-F750-E341-9FF6-4C1924023BB1}"/>
              </a:ext>
            </a:extLst>
          </p:cNvPr>
          <p:cNvSpPr txBox="1">
            <a:spLocks noChangeArrowheads="1"/>
          </p:cNvSpPr>
          <p:nvPr/>
        </p:nvSpPr>
        <p:spPr bwMode="auto">
          <a:xfrm>
            <a:off x="5378053" y="3343275"/>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B</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81620" name="AutoShape 21">
            <a:extLst>
              <a:ext uri="{FF2B5EF4-FFF2-40B4-BE49-F238E27FC236}">
                <a16:creationId xmlns:a16="http://schemas.microsoft.com/office/drawing/2014/main" id="{20D06A64-EAAA-2A4E-9729-84B5252CE9D3}"/>
              </a:ext>
            </a:extLst>
          </p:cNvPr>
          <p:cNvSpPr>
            <a:spLocks noChangeArrowheads="1"/>
          </p:cNvSpPr>
          <p:nvPr/>
        </p:nvSpPr>
        <p:spPr bwMode="auto">
          <a:xfrm>
            <a:off x="5878116" y="286941"/>
            <a:ext cx="777478" cy="3437334"/>
          </a:xfrm>
          <a:prstGeom prst="roundRect">
            <a:avLst>
              <a:gd name="adj" fmla="val 50000"/>
            </a:avLst>
          </a:prstGeom>
          <a:solidFill>
            <a:srgbClr val="FF99CC">
              <a:alpha val="50195"/>
            </a:srgbClr>
          </a:solidFill>
          <a:ln w="19050">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81621" name="AutoShape 22">
            <a:extLst>
              <a:ext uri="{FF2B5EF4-FFF2-40B4-BE49-F238E27FC236}">
                <a16:creationId xmlns:a16="http://schemas.microsoft.com/office/drawing/2014/main" id="{5E5360CD-7864-954F-B02D-9B74D9C5D053}"/>
              </a:ext>
            </a:extLst>
          </p:cNvPr>
          <p:cNvSpPr>
            <a:spLocks noChangeArrowheads="1"/>
          </p:cNvSpPr>
          <p:nvPr/>
        </p:nvSpPr>
        <p:spPr bwMode="auto">
          <a:xfrm flipH="1">
            <a:off x="2486026" y="286941"/>
            <a:ext cx="889397" cy="698897"/>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81622" name="Line 23">
            <a:extLst>
              <a:ext uri="{FF2B5EF4-FFF2-40B4-BE49-F238E27FC236}">
                <a16:creationId xmlns:a16="http://schemas.microsoft.com/office/drawing/2014/main" id="{4FE57CEE-1A4F-994E-979B-4AA96155DFC4}"/>
              </a:ext>
            </a:extLst>
          </p:cNvPr>
          <p:cNvSpPr>
            <a:spLocks noChangeShapeType="1"/>
          </p:cNvSpPr>
          <p:nvPr/>
        </p:nvSpPr>
        <p:spPr bwMode="auto">
          <a:xfrm>
            <a:off x="2319338" y="703660"/>
            <a:ext cx="0" cy="3777853"/>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23" name="Line 24">
            <a:extLst>
              <a:ext uri="{FF2B5EF4-FFF2-40B4-BE49-F238E27FC236}">
                <a16:creationId xmlns:a16="http://schemas.microsoft.com/office/drawing/2014/main" id="{8D334155-1B07-A443-A201-AAB664588DF0}"/>
              </a:ext>
            </a:extLst>
          </p:cNvPr>
          <p:cNvSpPr>
            <a:spLocks noChangeShapeType="1"/>
          </p:cNvSpPr>
          <p:nvPr/>
        </p:nvSpPr>
        <p:spPr bwMode="auto">
          <a:xfrm>
            <a:off x="2308623" y="695325"/>
            <a:ext cx="34409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24" name="Text Box 25">
            <a:extLst>
              <a:ext uri="{FF2B5EF4-FFF2-40B4-BE49-F238E27FC236}">
                <a16:creationId xmlns:a16="http://schemas.microsoft.com/office/drawing/2014/main" id="{4117B0ED-47F8-A841-B1E4-082F4FB1969E}"/>
              </a:ext>
            </a:extLst>
          </p:cNvPr>
          <p:cNvSpPr txBox="1">
            <a:spLocks noChangeArrowheads="1"/>
          </p:cNvSpPr>
          <p:nvPr/>
        </p:nvSpPr>
        <p:spPr bwMode="auto">
          <a:xfrm>
            <a:off x="5903119" y="1301354"/>
            <a:ext cx="7585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VLAN</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81625" name="Text Box 26">
            <a:extLst>
              <a:ext uri="{FF2B5EF4-FFF2-40B4-BE49-F238E27FC236}">
                <a16:creationId xmlns:a16="http://schemas.microsoft.com/office/drawing/2014/main" id="{4968406C-5B11-D942-A3D3-680E55675B5F}"/>
              </a:ext>
            </a:extLst>
          </p:cNvPr>
          <p:cNvSpPr txBox="1">
            <a:spLocks noChangeArrowheads="1"/>
          </p:cNvSpPr>
          <p:nvPr/>
        </p:nvSpPr>
        <p:spPr bwMode="auto">
          <a:xfrm>
            <a:off x="6292454" y="341710"/>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C</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81626" name="Text Box 27">
            <a:extLst>
              <a:ext uri="{FF2B5EF4-FFF2-40B4-BE49-F238E27FC236}">
                <a16:creationId xmlns:a16="http://schemas.microsoft.com/office/drawing/2014/main" id="{B1D320F0-9F91-BF44-A117-A7146AB3C528}"/>
              </a:ext>
            </a:extLst>
          </p:cNvPr>
          <p:cNvSpPr txBox="1">
            <a:spLocks noChangeArrowheads="1"/>
          </p:cNvSpPr>
          <p:nvPr/>
        </p:nvSpPr>
        <p:spPr bwMode="auto">
          <a:xfrm>
            <a:off x="5237560" y="551260"/>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B</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81627" name="Text Box 28">
            <a:extLst>
              <a:ext uri="{FF2B5EF4-FFF2-40B4-BE49-F238E27FC236}">
                <a16:creationId xmlns:a16="http://schemas.microsoft.com/office/drawing/2014/main" id="{23E5015B-6C27-AA4F-B785-F75FFC643430}"/>
              </a:ext>
            </a:extLst>
          </p:cNvPr>
          <p:cNvSpPr txBox="1">
            <a:spLocks noChangeArrowheads="1"/>
          </p:cNvSpPr>
          <p:nvPr/>
        </p:nvSpPr>
        <p:spPr bwMode="auto">
          <a:xfrm>
            <a:off x="3764757" y="1303735"/>
            <a:ext cx="7585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VLAN</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81628" name="Text Box 29">
            <a:extLst>
              <a:ext uri="{FF2B5EF4-FFF2-40B4-BE49-F238E27FC236}">
                <a16:creationId xmlns:a16="http://schemas.microsoft.com/office/drawing/2014/main" id="{ABC64CD8-EA50-FE4E-BA1A-DE85700EC663}"/>
              </a:ext>
            </a:extLst>
          </p:cNvPr>
          <p:cNvSpPr txBox="1">
            <a:spLocks noChangeArrowheads="1"/>
          </p:cNvSpPr>
          <p:nvPr/>
        </p:nvSpPr>
        <p:spPr bwMode="auto">
          <a:xfrm>
            <a:off x="4908948" y="1303735"/>
            <a:ext cx="7585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VLAN</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sp>
        <p:nvSpPr>
          <p:cNvPr id="281629" name="Text Box 30">
            <a:extLst>
              <a:ext uri="{FF2B5EF4-FFF2-40B4-BE49-F238E27FC236}">
                <a16:creationId xmlns:a16="http://schemas.microsoft.com/office/drawing/2014/main" id="{B09A44A2-BD26-F94F-91B4-8BA0E18C9454}"/>
              </a:ext>
            </a:extLst>
          </p:cNvPr>
          <p:cNvSpPr txBox="1">
            <a:spLocks noChangeArrowheads="1"/>
          </p:cNvSpPr>
          <p:nvPr/>
        </p:nvSpPr>
        <p:spPr bwMode="auto">
          <a:xfrm>
            <a:off x="6323410" y="3120629"/>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C</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81630" name="Text Box 31">
            <a:extLst>
              <a:ext uri="{FF2B5EF4-FFF2-40B4-BE49-F238E27FC236}">
                <a16:creationId xmlns:a16="http://schemas.microsoft.com/office/drawing/2014/main" id="{31ABB01E-11A1-2D4D-9DCF-18DC01878020}"/>
              </a:ext>
            </a:extLst>
          </p:cNvPr>
          <p:cNvSpPr txBox="1">
            <a:spLocks noChangeArrowheads="1"/>
          </p:cNvSpPr>
          <p:nvPr/>
        </p:nvSpPr>
        <p:spPr bwMode="auto">
          <a:xfrm>
            <a:off x="4468416" y="3430191"/>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sp>
        <p:nvSpPr>
          <p:cNvPr id="281631" name="Text Box 32">
            <a:extLst>
              <a:ext uri="{FF2B5EF4-FFF2-40B4-BE49-F238E27FC236}">
                <a16:creationId xmlns:a16="http://schemas.microsoft.com/office/drawing/2014/main" id="{7CD93A44-A0C7-3A45-B90A-5825DAEEEB25}"/>
              </a:ext>
            </a:extLst>
          </p:cNvPr>
          <p:cNvSpPr txBox="1">
            <a:spLocks noChangeArrowheads="1"/>
          </p:cNvSpPr>
          <p:nvPr/>
        </p:nvSpPr>
        <p:spPr bwMode="auto">
          <a:xfrm>
            <a:off x="3987403" y="3763566"/>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81632" name="Text Box 33">
            <a:extLst>
              <a:ext uri="{FF2B5EF4-FFF2-40B4-BE49-F238E27FC236}">
                <a16:creationId xmlns:a16="http://schemas.microsoft.com/office/drawing/2014/main" id="{4DC10BA3-553F-FD43-84E3-301D3BD9E11D}"/>
              </a:ext>
            </a:extLst>
          </p:cNvPr>
          <p:cNvSpPr txBox="1">
            <a:spLocks noChangeArrowheads="1"/>
          </p:cNvSpPr>
          <p:nvPr/>
        </p:nvSpPr>
        <p:spPr bwMode="auto">
          <a:xfrm>
            <a:off x="4010025" y="2112169"/>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81633" name="Text Box 34">
            <a:extLst>
              <a:ext uri="{FF2B5EF4-FFF2-40B4-BE49-F238E27FC236}">
                <a16:creationId xmlns:a16="http://schemas.microsoft.com/office/drawing/2014/main" id="{4C3EE504-B64B-214A-BE38-FA106F775322}"/>
              </a:ext>
            </a:extLst>
          </p:cNvPr>
          <p:cNvSpPr txBox="1">
            <a:spLocks noChangeArrowheads="1"/>
          </p:cNvSpPr>
          <p:nvPr/>
        </p:nvSpPr>
        <p:spPr bwMode="auto">
          <a:xfrm>
            <a:off x="6342460" y="1726407"/>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C</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sp>
        <p:nvSpPr>
          <p:cNvPr id="281634" name="Text Box 35">
            <a:extLst>
              <a:ext uri="{FF2B5EF4-FFF2-40B4-BE49-F238E27FC236}">
                <a16:creationId xmlns:a16="http://schemas.microsoft.com/office/drawing/2014/main" id="{5D4C5F88-5358-0140-8501-DA9715116D26}"/>
              </a:ext>
            </a:extLst>
          </p:cNvPr>
          <p:cNvSpPr txBox="1">
            <a:spLocks noChangeArrowheads="1"/>
          </p:cNvSpPr>
          <p:nvPr/>
        </p:nvSpPr>
        <p:spPr bwMode="auto">
          <a:xfrm>
            <a:off x="5409010" y="1840707"/>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B</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pic>
        <p:nvPicPr>
          <p:cNvPr id="281635" name="Picture 36">
            <a:extLst>
              <a:ext uri="{FF2B5EF4-FFF2-40B4-BE49-F238E27FC236}">
                <a16:creationId xmlns:a16="http://schemas.microsoft.com/office/drawing/2014/main" id="{22088CD8-1485-0544-A68C-8798ABC4506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4029" y="695326"/>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1636" name="Picture 37">
            <a:extLst>
              <a:ext uri="{FF2B5EF4-FFF2-40B4-BE49-F238E27FC236}">
                <a16:creationId xmlns:a16="http://schemas.microsoft.com/office/drawing/2014/main" id="{1DBA18DE-BCEA-3D47-B829-5568D5EC02E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8844" y="403623"/>
            <a:ext cx="382191"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1637" name="Picture 38">
            <a:extLst>
              <a:ext uri="{FF2B5EF4-FFF2-40B4-BE49-F238E27FC236}">
                <a16:creationId xmlns:a16="http://schemas.microsoft.com/office/drawing/2014/main" id="{B12AB967-61C4-2447-A7AF-C2701E730DC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760" y="578644"/>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1638" name="Picture 39">
            <a:extLst>
              <a:ext uri="{FF2B5EF4-FFF2-40B4-BE49-F238E27FC236}">
                <a16:creationId xmlns:a16="http://schemas.microsoft.com/office/drawing/2014/main" id="{627EB866-6EAA-8749-8545-1FF5CB3D485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5988" y="1743076"/>
            <a:ext cx="382191"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1639" name="Picture 40">
            <a:extLst>
              <a:ext uri="{FF2B5EF4-FFF2-40B4-BE49-F238E27FC236}">
                <a16:creationId xmlns:a16="http://schemas.microsoft.com/office/drawing/2014/main" id="{00B1A412-65EE-4040-AA90-7822A42E219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6592" y="1918097"/>
            <a:ext cx="382190"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1640" name="Picture 41">
            <a:extLst>
              <a:ext uri="{FF2B5EF4-FFF2-40B4-BE49-F238E27FC236}">
                <a16:creationId xmlns:a16="http://schemas.microsoft.com/office/drawing/2014/main" id="{03841368-CC09-4F47-BB0D-2EF0F3454CD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4029" y="2093119"/>
            <a:ext cx="382190"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1641" name="Picture 42">
            <a:extLst>
              <a:ext uri="{FF2B5EF4-FFF2-40B4-BE49-F238E27FC236}">
                <a16:creationId xmlns:a16="http://schemas.microsoft.com/office/drawing/2014/main" id="{6DE43F98-7778-5747-998B-5E912453AD8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4029" y="3555207"/>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1642" name="Picture 43">
            <a:extLst>
              <a:ext uri="{FF2B5EF4-FFF2-40B4-BE49-F238E27FC236}">
                <a16:creationId xmlns:a16="http://schemas.microsoft.com/office/drawing/2014/main" id="{F970454A-BA0F-3C47-868E-6474D67CCE3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4092" y="3433763"/>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1643" name="Picture 44">
            <a:extLst>
              <a:ext uri="{FF2B5EF4-FFF2-40B4-BE49-F238E27FC236}">
                <a16:creationId xmlns:a16="http://schemas.microsoft.com/office/drawing/2014/main" id="{8FECCF0B-3213-E54E-8474-9107BCB83B2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7529" y="3317082"/>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1644" name="Picture 45">
            <a:extLst>
              <a:ext uri="{FF2B5EF4-FFF2-40B4-BE49-F238E27FC236}">
                <a16:creationId xmlns:a16="http://schemas.microsoft.com/office/drawing/2014/main" id="{6AFB83E0-8AC1-954A-A6F4-EF6C9B13F0B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8844" y="3200401"/>
            <a:ext cx="382191"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1645" name="AutoShape 46">
            <a:extLst>
              <a:ext uri="{FF2B5EF4-FFF2-40B4-BE49-F238E27FC236}">
                <a16:creationId xmlns:a16="http://schemas.microsoft.com/office/drawing/2014/main" id="{B5C61752-BA00-CC43-8035-E080D9D97136}"/>
              </a:ext>
            </a:extLst>
          </p:cNvPr>
          <p:cNvSpPr>
            <a:spLocks noChangeArrowheads="1"/>
          </p:cNvSpPr>
          <p:nvPr/>
        </p:nvSpPr>
        <p:spPr bwMode="auto">
          <a:xfrm flipH="1">
            <a:off x="2486026" y="1684735"/>
            <a:ext cx="889397" cy="700088"/>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81646" name="Line 47">
            <a:extLst>
              <a:ext uri="{FF2B5EF4-FFF2-40B4-BE49-F238E27FC236}">
                <a16:creationId xmlns:a16="http://schemas.microsoft.com/office/drawing/2014/main" id="{609BD011-B426-2D48-ADC8-B7DDA510DCBC}"/>
              </a:ext>
            </a:extLst>
          </p:cNvPr>
          <p:cNvSpPr>
            <a:spLocks noChangeShapeType="1"/>
          </p:cNvSpPr>
          <p:nvPr/>
        </p:nvSpPr>
        <p:spPr bwMode="auto">
          <a:xfrm>
            <a:off x="2430066" y="2088356"/>
            <a:ext cx="0" cy="2509838"/>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47" name="Line 48">
            <a:extLst>
              <a:ext uri="{FF2B5EF4-FFF2-40B4-BE49-F238E27FC236}">
                <a16:creationId xmlns:a16="http://schemas.microsoft.com/office/drawing/2014/main" id="{87727B90-3246-314E-A11F-406D052085B5}"/>
              </a:ext>
            </a:extLst>
          </p:cNvPr>
          <p:cNvSpPr>
            <a:spLocks noChangeShapeType="1"/>
          </p:cNvSpPr>
          <p:nvPr/>
        </p:nvSpPr>
        <p:spPr bwMode="auto">
          <a:xfrm>
            <a:off x="2420541" y="2093119"/>
            <a:ext cx="207169"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48" name="Line 49">
            <a:extLst>
              <a:ext uri="{FF2B5EF4-FFF2-40B4-BE49-F238E27FC236}">
                <a16:creationId xmlns:a16="http://schemas.microsoft.com/office/drawing/2014/main" id="{DFB18D42-9DDE-3042-80BC-5BC6F30388D2}"/>
              </a:ext>
            </a:extLst>
          </p:cNvPr>
          <p:cNvSpPr>
            <a:spLocks noChangeShapeType="1"/>
          </p:cNvSpPr>
          <p:nvPr/>
        </p:nvSpPr>
        <p:spPr bwMode="auto">
          <a:xfrm>
            <a:off x="2541985" y="3579019"/>
            <a:ext cx="0" cy="1135856"/>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49" name="Line 50">
            <a:extLst>
              <a:ext uri="{FF2B5EF4-FFF2-40B4-BE49-F238E27FC236}">
                <a16:creationId xmlns:a16="http://schemas.microsoft.com/office/drawing/2014/main" id="{16FF8032-D0BC-E948-9048-AC6E558C8050}"/>
              </a:ext>
            </a:extLst>
          </p:cNvPr>
          <p:cNvSpPr>
            <a:spLocks noChangeShapeType="1"/>
          </p:cNvSpPr>
          <p:nvPr/>
        </p:nvSpPr>
        <p:spPr bwMode="auto">
          <a:xfrm>
            <a:off x="2531269" y="3579019"/>
            <a:ext cx="11430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50" name="AutoShape 51">
            <a:extLst>
              <a:ext uri="{FF2B5EF4-FFF2-40B4-BE49-F238E27FC236}">
                <a16:creationId xmlns:a16="http://schemas.microsoft.com/office/drawing/2014/main" id="{A47D6BB7-F91C-2741-A15D-46235BB4CEE7}"/>
              </a:ext>
            </a:extLst>
          </p:cNvPr>
          <p:cNvSpPr>
            <a:spLocks noChangeArrowheads="1"/>
          </p:cNvSpPr>
          <p:nvPr/>
        </p:nvSpPr>
        <p:spPr bwMode="auto">
          <a:xfrm flipH="1">
            <a:off x="2040731" y="4249341"/>
            <a:ext cx="890588" cy="698897"/>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81651" name="Text Box 52">
            <a:extLst>
              <a:ext uri="{FF2B5EF4-FFF2-40B4-BE49-F238E27FC236}">
                <a16:creationId xmlns:a16="http://schemas.microsoft.com/office/drawing/2014/main" id="{1FD3FE27-365F-3040-BBD1-303F6EEC8658}"/>
              </a:ext>
            </a:extLst>
          </p:cNvPr>
          <p:cNvSpPr txBox="1">
            <a:spLocks noChangeArrowheads="1"/>
          </p:cNvSpPr>
          <p:nvPr/>
        </p:nvSpPr>
        <p:spPr bwMode="auto">
          <a:xfrm>
            <a:off x="4319611" y="4354117"/>
            <a:ext cx="33682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三个虚拟局域网 </a:t>
            </a:r>
            <a:r>
              <a:rPr lang="en-US" altLang="zh-CN" sz="1800">
                <a:latin typeface="Arial" panose="020B0604020202020204" pitchFamily="34" charset="0"/>
                <a:ea typeface="宋体" panose="02010600030101010101" pitchFamily="2" charset="-122"/>
              </a:rPr>
              <a:t>VLAN</a:t>
            </a:r>
            <a:r>
              <a:rPr lang="en-US" altLang="zh-CN" sz="1800" baseline="-25000">
                <a:latin typeface="Arial" panose="020B0604020202020204" pitchFamily="34" charset="0"/>
                <a:ea typeface="宋体" panose="02010600030101010101" pitchFamily="2" charset="-122"/>
              </a:rPr>
              <a:t>1</a:t>
            </a:r>
            <a:r>
              <a:rPr lang="en-US" altLang="zh-CN" sz="1800">
                <a:latin typeface="Arial" panose="020B0604020202020204" pitchFamily="34" charset="0"/>
                <a:ea typeface="宋体" panose="02010600030101010101" pitchFamily="2" charset="-122"/>
              </a:rPr>
              <a:t>, VLAN</a:t>
            </a:r>
            <a:r>
              <a:rPr lang="en-US" altLang="zh-CN" sz="1800" baseline="-25000">
                <a:latin typeface="Arial" panose="020B0604020202020204" pitchFamily="34" charset="0"/>
                <a:ea typeface="宋体" panose="02010600030101010101" pitchFamily="2" charset="-122"/>
              </a:rPr>
              <a:t>2</a:t>
            </a:r>
          </a:p>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和 </a:t>
            </a:r>
            <a:r>
              <a:rPr lang="en-US" altLang="zh-CN" sz="1800">
                <a:latin typeface="Arial" panose="020B0604020202020204" pitchFamily="34" charset="0"/>
                <a:ea typeface="宋体" panose="02010600030101010101" pitchFamily="2" charset="-122"/>
              </a:rPr>
              <a:t>VLAN</a:t>
            </a:r>
            <a:r>
              <a:rPr lang="en-US" altLang="zh-CN" sz="1800" baseline="-25000">
                <a:latin typeface="Arial" panose="020B0604020202020204" pitchFamily="34" charset="0"/>
                <a:ea typeface="宋体" panose="02010600030101010101" pitchFamily="2" charset="-122"/>
              </a:rPr>
              <a:t>3</a:t>
            </a:r>
            <a:r>
              <a:rPr lang="en-US" altLang="zh-CN" sz="1800">
                <a:latin typeface="Arial" panose="020B0604020202020204" pitchFamily="34" charset="0"/>
                <a:ea typeface="宋体" panose="02010600030101010101" pitchFamily="2" charset="-122"/>
              </a:rPr>
              <a:t> </a:t>
            </a:r>
            <a:r>
              <a:rPr lang="zh-CN" altLang="en-US" sz="1800">
                <a:latin typeface="Arial" panose="020B0604020202020204" pitchFamily="34" charset="0"/>
                <a:ea typeface="宋体" panose="02010600030101010101" pitchFamily="2" charset="-122"/>
              </a:rPr>
              <a:t>的构成 </a:t>
            </a:r>
          </a:p>
        </p:txBody>
      </p:sp>
      <p:sp>
        <p:nvSpPr>
          <p:cNvPr id="478261" name="Text Box 53">
            <a:extLst>
              <a:ext uri="{FF2B5EF4-FFF2-40B4-BE49-F238E27FC236}">
                <a16:creationId xmlns:a16="http://schemas.microsoft.com/office/drawing/2014/main" id="{C24D07D6-78F0-ED41-8891-5CF98022136D}"/>
              </a:ext>
            </a:extLst>
          </p:cNvPr>
          <p:cNvSpPr txBox="1">
            <a:spLocks noChangeArrowheads="1"/>
          </p:cNvSpPr>
          <p:nvPr/>
        </p:nvSpPr>
        <p:spPr bwMode="auto">
          <a:xfrm>
            <a:off x="1456158" y="4372422"/>
            <a:ext cx="6687264" cy="646331"/>
          </a:xfrm>
          <a:prstGeom prst="rect">
            <a:avLst/>
          </a:prstGeom>
          <a:solidFill>
            <a:srgbClr val="FFFF99"/>
          </a:solidFill>
          <a:ln w="9525">
            <a:solidFill>
              <a:srgbClr val="333399"/>
            </a:solidFill>
            <a:miter lim="800000"/>
            <a:headEnd/>
            <a:tailEnd/>
          </a:ln>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dirty="0">
                <a:latin typeface="黑体" panose="02010609060101010101" pitchFamily="49" charset="-122"/>
                <a:ea typeface="宋体" panose="02010600030101010101" pitchFamily="2" charset="-122"/>
              </a:rPr>
              <a:t>虚拟局域网限制了接收广播信息的工作站数，使得网络</a:t>
            </a:r>
          </a:p>
          <a:p>
            <a:pPr algn="ctr" eaLnBrk="1" hangingPunct="1">
              <a:spcBef>
                <a:spcPct val="0"/>
              </a:spcBef>
              <a:buClrTx/>
              <a:buSzTx/>
              <a:buFontTx/>
              <a:buNone/>
            </a:pPr>
            <a:r>
              <a:rPr lang="zh-CN" altLang="en-US" sz="1800" dirty="0">
                <a:latin typeface="黑体" panose="02010609060101010101" pitchFamily="49" charset="-122"/>
                <a:ea typeface="宋体" panose="02010600030101010101" pitchFamily="2" charset="-122"/>
              </a:rPr>
              <a:t>不会因传播过多的广播信息</a:t>
            </a:r>
            <a:r>
              <a:rPr lang="en-US" altLang="zh-CN" sz="1800" dirty="0">
                <a:latin typeface="黑体" panose="02010609060101010101" pitchFamily="49" charset="-122"/>
                <a:ea typeface="宋体" panose="02010600030101010101" pitchFamily="2" charset="-122"/>
              </a:rPr>
              <a:t>(</a:t>
            </a:r>
            <a:r>
              <a:rPr lang="zh-CN" altLang="en-US" sz="1800" dirty="0">
                <a:latin typeface="黑体" panose="02010609060101010101" pitchFamily="49" charset="-122"/>
                <a:ea typeface="宋体" panose="02010600030101010101" pitchFamily="2" charset="-122"/>
              </a:rPr>
              <a:t>即</a:t>
            </a:r>
            <a:r>
              <a:rPr lang="zh-CN" altLang="en-US" sz="1800" dirty="0">
                <a:latin typeface="Arial" panose="020B0604020202020204" pitchFamily="34" charset="0"/>
                <a:ea typeface="宋体" panose="02010600030101010101" pitchFamily="2" charset="-122"/>
              </a:rPr>
              <a:t>“</a:t>
            </a:r>
            <a:r>
              <a:rPr lang="zh-CN" altLang="en-US" sz="1800" dirty="0">
                <a:latin typeface="黑体" panose="02010609060101010101" pitchFamily="49" charset="-122"/>
                <a:ea typeface="宋体" panose="02010600030101010101" pitchFamily="2" charset="-122"/>
              </a:rPr>
              <a:t>广播风暴</a:t>
            </a:r>
            <a:r>
              <a:rPr lang="zh-CN" altLang="en-US" sz="1800" dirty="0">
                <a:latin typeface="Arial" panose="020B0604020202020204" pitchFamily="34" charset="0"/>
                <a:ea typeface="宋体" panose="02010600030101010101" pitchFamily="2" charset="-122"/>
              </a:rPr>
              <a:t>”</a:t>
            </a:r>
            <a:r>
              <a:rPr lang="en-US" altLang="zh-CN" sz="1800" dirty="0">
                <a:latin typeface="黑体" panose="02010609060101010101" pitchFamily="49" charset="-122"/>
                <a:ea typeface="宋体" panose="02010600030101010101" pitchFamily="2" charset="-122"/>
              </a:rPr>
              <a:t>)</a:t>
            </a:r>
            <a:r>
              <a:rPr lang="zh-CN" altLang="en-US" sz="1800" dirty="0">
                <a:latin typeface="黑体" panose="02010609060101010101" pitchFamily="49" charset="-122"/>
                <a:ea typeface="宋体" panose="02010600030101010101" pitchFamily="2" charset="-122"/>
              </a:rPr>
              <a:t>而引起性能恶化。 </a:t>
            </a:r>
          </a:p>
        </p:txBody>
      </p:sp>
      <p:sp>
        <p:nvSpPr>
          <p:cNvPr id="281653" name="幻灯片编号占位符 1">
            <a:extLst>
              <a:ext uri="{FF2B5EF4-FFF2-40B4-BE49-F238E27FC236}">
                <a16:creationId xmlns:a16="http://schemas.microsoft.com/office/drawing/2014/main" id="{B34547E2-F5E8-4443-A73E-FB85E4B894F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8160651-23A4-804D-8CDB-39384AA0599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131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6402653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782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8261" grpId="0" animBg="1"/>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49" name="Rectangle 2">
            <a:extLst>
              <a:ext uri="{FF2B5EF4-FFF2-40B4-BE49-F238E27FC236}">
                <a16:creationId xmlns:a16="http://schemas.microsoft.com/office/drawing/2014/main" id="{69A0C8F2-357E-CA43-9381-65414CAFD657}"/>
              </a:ext>
            </a:extLst>
          </p:cNvPr>
          <p:cNvSpPr>
            <a:spLocks noGrp="1" noChangeArrowheads="1"/>
          </p:cNvSpPr>
          <p:nvPr>
            <p:ph type="body" idx="1"/>
          </p:nvPr>
        </p:nvSpPr>
        <p:spPr>
          <a:xfrm>
            <a:off x="150537" y="984647"/>
            <a:ext cx="8778233" cy="1466850"/>
          </a:xfrm>
        </p:spPr>
        <p:txBody>
          <a:bodyPr/>
          <a:lstStyle/>
          <a:p>
            <a:pPr marL="400050" indent="-400050" algn="just" eaLnBrk="1" hangingPunct="1"/>
            <a:r>
              <a:rPr lang="zh-CN" altLang="en-US" dirty="0">
                <a:ea typeface="宋体" panose="02010600030101010101" pitchFamily="2" charset="-122"/>
              </a:rPr>
              <a:t>虚拟局域网协议允许在以太网的帧格式中插入一个 </a:t>
            </a:r>
            <a:r>
              <a:rPr lang="en-US" altLang="zh-CN" dirty="0">
                <a:ea typeface="宋体" panose="02010600030101010101" pitchFamily="2" charset="-122"/>
              </a:rPr>
              <a:t>4 </a:t>
            </a:r>
            <a:r>
              <a:rPr lang="zh-CN" altLang="en-US" dirty="0">
                <a:ea typeface="宋体" panose="02010600030101010101" pitchFamily="2" charset="-122"/>
              </a:rPr>
              <a:t>字节的标识符，称为 </a:t>
            </a:r>
            <a:r>
              <a:rPr lang="en-US" altLang="zh-CN" dirty="0">
                <a:ea typeface="宋体" panose="02010600030101010101" pitchFamily="2" charset="-122"/>
              </a:rPr>
              <a:t>VLAN </a:t>
            </a:r>
            <a:r>
              <a:rPr lang="zh-CN" altLang="en-US" dirty="0">
                <a:solidFill>
                  <a:schemeClr val="hlink"/>
                </a:solidFill>
                <a:ea typeface="宋体" panose="02010600030101010101" pitchFamily="2" charset="-122"/>
              </a:rPr>
              <a:t>标记</a:t>
            </a:r>
            <a:r>
              <a:rPr lang="en-US" altLang="zh-CN" dirty="0">
                <a:ea typeface="宋体" panose="02010600030101010101" pitchFamily="2" charset="-122"/>
              </a:rPr>
              <a:t>(tag)</a:t>
            </a:r>
            <a:r>
              <a:rPr lang="zh-CN" altLang="en-US" dirty="0">
                <a:ea typeface="宋体" panose="02010600030101010101" pitchFamily="2" charset="-122"/>
              </a:rPr>
              <a:t>，用来指明发送该帧的工作站属于哪一个虚拟局域网。 </a:t>
            </a:r>
          </a:p>
        </p:txBody>
      </p:sp>
      <p:sp>
        <p:nvSpPr>
          <p:cNvPr id="283650" name="Rectangle 3">
            <a:extLst>
              <a:ext uri="{FF2B5EF4-FFF2-40B4-BE49-F238E27FC236}">
                <a16:creationId xmlns:a16="http://schemas.microsoft.com/office/drawing/2014/main" id="{ED92D6A7-C3FC-AB4D-A31D-1BCA4D95A055}"/>
              </a:ext>
            </a:extLst>
          </p:cNvPr>
          <p:cNvSpPr>
            <a:spLocks noGrp="1" noChangeArrowheads="1"/>
          </p:cNvSpPr>
          <p:nvPr>
            <p:ph type="title"/>
          </p:nvPr>
        </p:nvSpPr>
        <p:spPr>
          <a:xfrm>
            <a:off x="171450" y="194073"/>
            <a:ext cx="7278291" cy="801290"/>
          </a:xfrm>
        </p:spPr>
        <p:txBody>
          <a:bodyPr/>
          <a:lstStyle/>
          <a:p>
            <a:pPr eaLnBrk="1" hangingPunct="1"/>
            <a:r>
              <a:rPr lang="zh-CN" altLang="en-US" dirty="0">
                <a:latin typeface="Times New Roman" panose="02020603050405020304" pitchFamily="18" charset="0"/>
                <a:ea typeface="宋体" panose="02010600030101010101" pitchFamily="2" charset="-122"/>
              </a:rPr>
              <a:t>虚拟局域网使用的以太网帧格式</a:t>
            </a:r>
          </a:p>
        </p:txBody>
      </p:sp>
      <p:sp>
        <p:nvSpPr>
          <p:cNvPr id="479237" name="Rectangle 5">
            <a:extLst>
              <a:ext uri="{FF2B5EF4-FFF2-40B4-BE49-F238E27FC236}">
                <a16:creationId xmlns:a16="http://schemas.microsoft.com/office/drawing/2014/main" id="{FFE4BE8F-945B-BC4B-90BE-1FE9EA0CA32B}"/>
              </a:ext>
            </a:extLst>
          </p:cNvPr>
          <p:cNvSpPr>
            <a:spLocks noChangeArrowheads="1"/>
          </p:cNvSpPr>
          <p:nvPr/>
        </p:nvSpPr>
        <p:spPr bwMode="auto">
          <a:xfrm>
            <a:off x="2463404" y="3832623"/>
            <a:ext cx="4112419" cy="502444"/>
          </a:xfrm>
          <a:prstGeom prst="rect">
            <a:avLst/>
          </a:prstGeom>
          <a:solidFill>
            <a:srgbClr val="CCECFF"/>
          </a:solidFill>
          <a:ln w="19050">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83652" name="Rectangle 6">
            <a:extLst>
              <a:ext uri="{FF2B5EF4-FFF2-40B4-BE49-F238E27FC236}">
                <a16:creationId xmlns:a16="http://schemas.microsoft.com/office/drawing/2014/main" id="{D5D72948-DBC3-6A42-BEFF-90778CA8DE54}"/>
              </a:ext>
            </a:extLst>
          </p:cNvPr>
          <p:cNvSpPr>
            <a:spLocks noChangeArrowheads="1"/>
          </p:cNvSpPr>
          <p:nvPr/>
        </p:nvSpPr>
        <p:spPr bwMode="auto">
          <a:xfrm>
            <a:off x="1482328" y="3100387"/>
            <a:ext cx="678872" cy="362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80000"/>
              </a:lnSpc>
              <a:spcBef>
                <a:spcPct val="0"/>
              </a:spcBef>
              <a:buClrTx/>
              <a:buSzTx/>
              <a:buFontTx/>
              <a:buNone/>
            </a:pPr>
            <a:r>
              <a:rPr kumimoji="1" lang="en-US" altLang="zh-CN" sz="1200">
                <a:ea typeface="宋体" panose="02010600030101010101" pitchFamily="2" charset="-122"/>
              </a:rPr>
              <a:t>  802.3</a:t>
            </a:r>
          </a:p>
          <a:p>
            <a:pPr>
              <a:lnSpc>
                <a:spcPct val="80000"/>
              </a:lnSpc>
              <a:spcBef>
                <a:spcPct val="0"/>
              </a:spcBef>
              <a:buClrTx/>
              <a:buSzTx/>
              <a:buFontTx/>
              <a:buNone/>
            </a:pPr>
            <a:r>
              <a:rPr kumimoji="1" lang="en-US" altLang="zh-CN" sz="1200">
                <a:ea typeface="宋体" panose="02010600030101010101" pitchFamily="2" charset="-122"/>
              </a:rPr>
              <a:t>MAC </a:t>
            </a:r>
            <a:r>
              <a:rPr kumimoji="1" lang="zh-CN" altLang="en-US" sz="1200">
                <a:ea typeface="宋体" panose="02010600030101010101" pitchFamily="2" charset="-122"/>
              </a:rPr>
              <a:t>帧</a:t>
            </a:r>
          </a:p>
        </p:txBody>
      </p:sp>
      <p:sp>
        <p:nvSpPr>
          <p:cNvPr id="283653" name="Rectangle 7">
            <a:extLst>
              <a:ext uri="{FF2B5EF4-FFF2-40B4-BE49-F238E27FC236}">
                <a16:creationId xmlns:a16="http://schemas.microsoft.com/office/drawing/2014/main" id="{4377351B-74CB-0E40-9371-9FE7B8F4DE9C}"/>
              </a:ext>
            </a:extLst>
          </p:cNvPr>
          <p:cNvSpPr>
            <a:spLocks noChangeArrowheads="1"/>
          </p:cNvSpPr>
          <p:nvPr/>
        </p:nvSpPr>
        <p:spPr bwMode="auto">
          <a:xfrm>
            <a:off x="1824038" y="2903935"/>
            <a:ext cx="444834"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字节</a:t>
            </a:r>
          </a:p>
        </p:txBody>
      </p:sp>
      <p:sp>
        <p:nvSpPr>
          <p:cNvPr id="283654" name="Rectangle 8">
            <a:extLst>
              <a:ext uri="{FF2B5EF4-FFF2-40B4-BE49-F238E27FC236}">
                <a16:creationId xmlns:a16="http://schemas.microsoft.com/office/drawing/2014/main" id="{E00825B1-046C-2C40-A4A0-87E25C062C20}"/>
              </a:ext>
            </a:extLst>
          </p:cNvPr>
          <p:cNvSpPr>
            <a:spLocks noChangeArrowheads="1"/>
          </p:cNvSpPr>
          <p:nvPr/>
        </p:nvSpPr>
        <p:spPr bwMode="auto">
          <a:xfrm>
            <a:off x="2456260" y="2892028"/>
            <a:ext cx="21400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6</a:t>
            </a:r>
          </a:p>
        </p:txBody>
      </p:sp>
      <p:sp>
        <p:nvSpPr>
          <p:cNvPr id="283655" name="Rectangle 9">
            <a:extLst>
              <a:ext uri="{FF2B5EF4-FFF2-40B4-BE49-F238E27FC236}">
                <a16:creationId xmlns:a16="http://schemas.microsoft.com/office/drawing/2014/main" id="{B89BAB1E-28DE-5740-92D3-6E3EDB30D066}"/>
              </a:ext>
            </a:extLst>
          </p:cNvPr>
          <p:cNvSpPr>
            <a:spLocks noChangeArrowheads="1"/>
          </p:cNvSpPr>
          <p:nvPr/>
        </p:nvSpPr>
        <p:spPr bwMode="auto">
          <a:xfrm>
            <a:off x="3177779" y="2892028"/>
            <a:ext cx="21400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6</a:t>
            </a:r>
          </a:p>
        </p:txBody>
      </p:sp>
      <p:sp>
        <p:nvSpPr>
          <p:cNvPr id="283656" name="Rectangle 10">
            <a:extLst>
              <a:ext uri="{FF2B5EF4-FFF2-40B4-BE49-F238E27FC236}">
                <a16:creationId xmlns:a16="http://schemas.microsoft.com/office/drawing/2014/main" id="{6AE8A865-B8B1-4240-94E7-2767DFB5872E}"/>
              </a:ext>
            </a:extLst>
          </p:cNvPr>
          <p:cNvSpPr>
            <a:spLocks noChangeArrowheads="1"/>
          </p:cNvSpPr>
          <p:nvPr/>
        </p:nvSpPr>
        <p:spPr bwMode="auto">
          <a:xfrm>
            <a:off x="4655344" y="2892028"/>
            <a:ext cx="21400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2</a:t>
            </a:r>
          </a:p>
        </p:txBody>
      </p:sp>
      <p:sp>
        <p:nvSpPr>
          <p:cNvPr id="283657" name="Rectangle 11">
            <a:extLst>
              <a:ext uri="{FF2B5EF4-FFF2-40B4-BE49-F238E27FC236}">
                <a16:creationId xmlns:a16="http://schemas.microsoft.com/office/drawing/2014/main" id="{24B9A0ED-9044-EE49-A658-606E1B9FB229}"/>
              </a:ext>
            </a:extLst>
          </p:cNvPr>
          <p:cNvSpPr>
            <a:spLocks noChangeArrowheads="1"/>
          </p:cNvSpPr>
          <p:nvPr/>
        </p:nvSpPr>
        <p:spPr bwMode="auto">
          <a:xfrm>
            <a:off x="5445919" y="2892028"/>
            <a:ext cx="759023"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46 ~ 1500</a:t>
            </a:r>
          </a:p>
        </p:txBody>
      </p:sp>
      <p:sp>
        <p:nvSpPr>
          <p:cNvPr id="283658" name="Rectangle 12">
            <a:extLst>
              <a:ext uri="{FF2B5EF4-FFF2-40B4-BE49-F238E27FC236}">
                <a16:creationId xmlns:a16="http://schemas.microsoft.com/office/drawing/2014/main" id="{12BF798E-7734-7B4A-BFC2-C5540A4199C7}"/>
              </a:ext>
            </a:extLst>
          </p:cNvPr>
          <p:cNvSpPr>
            <a:spLocks noChangeArrowheads="1"/>
          </p:cNvSpPr>
          <p:nvPr/>
        </p:nvSpPr>
        <p:spPr bwMode="auto">
          <a:xfrm>
            <a:off x="6810376" y="2892028"/>
            <a:ext cx="21400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a:t>
            </a:r>
          </a:p>
        </p:txBody>
      </p:sp>
      <p:sp>
        <p:nvSpPr>
          <p:cNvPr id="283659" name="Line 13">
            <a:extLst>
              <a:ext uri="{FF2B5EF4-FFF2-40B4-BE49-F238E27FC236}">
                <a16:creationId xmlns:a16="http://schemas.microsoft.com/office/drawing/2014/main" id="{53FB012D-D337-E54A-B947-B50408100882}"/>
              </a:ext>
            </a:extLst>
          </p:cNvPr>
          <p:cNvSpPr>
            <a:spLocks noChangeShapeType="1"/>
          </p:cNvSpPr>
          <p:nvPr/>
        </p:nvSpPr>
        <p:spPr bwMode="auto">
          <a:xfrm>
            <a:off x="2144316" y="3308747"/>
            <a:ext cx="4329113" cy="0"/>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83660" name="Group 14">
            <a:extLst>
              <a:ext uri="{FF2B5EF4-FFF2-40B4-BE49-F238E27FC236}">
                <a16:creationId xmlns:a16="http://schemas.microsoft.com/office/drawing/2014/main" id="{DF00F49A-F60C-F743-A6B2-1001195CD09E}"/>
              </a:ext>
            </a:extLst>
          </p:cNvPr>
          <p:cNvGrpSpPr>
            <a:grpSpLocks/>
          </p:cNvGrpSpPr>
          <p:nvPr/>
        </p:nvGrpSpPr>
        <p:grpSpPr bwMode="auto">
          <a:xfrm>
            <a:off x="4652963" y="3145634"/>
            <a:ext cx="726281" cy="310463"/>
            <a:chOff x="2494" y="1932"/>
            <a:chExt cx="677" cy="297"/>
          </a:xfrm>
        </p:grpSpPr>
        <p:sp>
          <p:nvSpPr>
            <p:cNvPr id="283688" name="Rectangle 15">
              <a:extLst>
                <a:ext uri="{FF2B5EF4-FFF2-40B4-BE49-F238E27FC236}">
                  <a16:creationId xmlns:a16="http://schemas.microsoft.com/office/drawing/2014/main" id="{E35D91BC-9201-FA48-BC62-5513941B0E98}"/>
                </a:ext>
              </a:extLst>
            </p:cNvPr>
            <p:cNvSpPr>
              <a:spLocks noChangeArrowheads="1"/>
            </p:cNvSpPr>
            <p:nvPr/>
          </p:nvSpPr>
          <p:spPr bwMode="auto">
            <a:xfrm>
              <a:off x="2513" y="1932"/>
              <a:ext cx="658" cy="2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83689" name="Rectangle 16">
              <a:extLst>
                <a:ext uri="{FF2B5EF4-FFF2-40B4-BE49-F238E27FC236}">
                  <a16:creationId xmlns:a16="http://schemas.microsoft.com/office/drawing/2014/main" id="{DAE8C832-027B-7245-963F-9610D5F5CD1C}"/>
                </a:ext>
              </a:extLst>
            </p:cNvPr>
            <p:cNvSpPr>
              <a:spLocks noChangeArrowheads="1"/>
            </p:cNvSpPr>
            <p:nvPr/>
          </p:nvSpPr>
          <p:spPr bwMode="auto">
            <a:xfrm>
              <a:off x="2494" y="1988"/>
              <a:ext cx="633"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MAC </a:t>
              </a:r>
              <a:r>
                <a:rPr kumimoji="1" lang="zh-CN" altLang="en-US" sz="1200">
                  <a:ea typeface="宋体" panose="02010600030101010101" pitchFamily="2" charset="-122"/>
                </a:rPr>
                <a:t>帧</a:t>
              </a:r>
            </a:p>
          </p:txBody>
        </p:sp>
      </p:grpSp>
      <p:sp>
        <p:nvSpPr>
          <p:cNvPr id="479249" name="Rectangle 17">
            <a:extLst>
              <a:ext uri="{FF2B5EF4-FFF2-40B4-BE49-F238E27FC236}">
                <a16:creationId xmlns:a16="http://schemas.microsoft.com/office/drawing/2014/main" id="{3A4182F6-9915-554E-B2C3-3E16D576EBB8}"/>
              </a:ext>
            </a:extLst>
          </p:cNvPr>
          <p:cNvSpPr>
            <a:spLocks noChangeArrowheads="1"/>
          </p:cNvSpPr>
          <p:nvPr/>
        </p:nvSpPr>
        <p:spPr bwMode="auto">
          <a:xfrm>
            <a:off x="2140744" y="3132535"/>
            <a:ext cx="5060156" cy="301228"/>
          </a:xfrm>
          <a:prstGeom prst="rect">
            <a:avLst/>
          </a:prstGeom>
          <a:solidFill>
            <a:schemeClr val="bg1"/>
          </a:solidFill>
          <a:ln w="12700">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83662" name="Freeform 18">
            <a:extLst>
              <a:ext uri="{FF2B5EF4-FFF2-40B4-BE49-F238E27FC236}">
                <a16:creationId xmlns:a16="http://schemas.microsoft.com/office/drawing/2014/main" id="{DFA8C0F7-0697-9F46-B38E-33694BD4590A}"/>
              </a:ext>
            </a:extLst>
          </p:cNvPr>
          <p:cNvSpPr>
            <a:spLocks/>
          </p:cNvSpPr>
          <p:nvPr/>
        </p:nvSpPr>
        <p:spPr bwMode="auto">
          <a:xfrm>
            <a:off x="2489598" y="3448050"/>
            <a:ext cx="4058840" cy="376238"/>
          </a:xfrm>
          <a:custGeom>
            <a:avLst/>
            <a:gdLst>
              <a:gd name="T0" fmla="*/ 2147483646 w 3784"/>
              <a:gd name="T1" fmla="*/ 2147483646 h 360"/>
              <a:gd name="T2" fmla="*/ 2147483646 w 3784"/>
              <a:gd name="T3" fmla="*/ 0 h 360"/>
              <a:gd name="T4" fmla="*/ 2147483646 w 3784"/>
              <a:gd name="T5" fmla="*/ 2147483646 h 360"/>
              <a:gd name="T6" fmla="*/ 0 w 3784"/>
              <a:gd name="T7" fmla="*/ 2147483646 h 360"/>
              <a:gd name="T8" fmla="*/ 2147483646 w 3784"/>
              <a:gd name="T9" fmla="*/ 2147483646 h 3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84" h="360">
                <a:moveTo>
                  <a:pt x="1100" y="4"/>
                </a:moveTo>
                <a:lnTo>
                  <a:pt x="1800" y="0"/>
                </a:lnTo>
                <a:lnTo>
                  <a:pt x="3784" y="360"/>
                </a:lnTo>
                <a:lnTo>
                  <a:pt x="0" y="360"/>
                </a:lnTo>
                <a:lnTo>
                  <a:pt x="1100" y="4"/>
                </a:lnTo>
                <a:close/>
              </a:path>
            </a:pathLst>
          </a:custGeom>
          <a:gradFill rotWithShape="1">
            <a:gsLst>
              <a:gs pos="0">
                <a:srgbClr val="5E6D76"/>
              </a:gs>
              <a:gs pos="100000">
                <a:srgbClr val="CCECF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3663" name="Rectangle 19">
            <a:extLst>
              <a:ext uri="{FF2B5EF4-FFF2-40B4-BE49-F238E27FC236}">
                <a16:creationId xmlns:a16="http://schemas.microsoft.com/office/drawing/2014/main" id="{07D945C1-1B73-9044-B6A0-62DD40CD711E}"/>
              </a:ext>
            </a:extLst>
          </p:cNvPr>
          <p:cNvSpPr>
            <a:spLocks noChangeArrowheads="1"/>
          </p:cNvSpPr>
          <p:nvPr/>
        </p:nvSpPr>
        <p:spPr bwMode="auto">
          <a:xfrm>
            <a:off x="3690937" y="3144441"/>
            <a:ext cx="729854" cy="292894"/>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83664" name="Line 20">
            <a:extLst>
              <a:ext uri="{FF2B5EF4-FFF2-40B4-BE49-F238E27FC236}">
                <a16:creationId xmlns:a16="http://schemas.microsoft.com/office/drawing/2014/main" id="{5F086E8A-21C1-3A43-BD4A-E81358BA941B}"/>
              </a:ext>
            </a:extLst>
          </p:cNvPr>
          <p:cNvSpPr>
            <a:spLocks noChangeShapeType="1"/>
          </p:cNvSpPr>
          <p:nvPr/>
        </p:nvSpPr>
        <p:spPr bwMode="auto">
          <a:xfrm>
            <a:off x="2913460" y="3132535"/>
            <a:ext cx="0" cy="30122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3665" name="Line 21">
            <a:extLst>
              <a:ext uri="{FF2B5EF4-FFF2-40B4-BE49-F238E27FC236}">
                <a16:creationId xmlns:a16="http://schemas.microsoft.com/office/drawing/2014/main" id="{A67BF8FE-0E02-6740-813C-F4BB2BF843C2}"/>
              </a:ext>
            </a:extLst>
          </p:cNvPr>
          <p:cNvSpPr>
            <a:spLocks noChangeShapeType="1"/>
          </p:cNvSpPr>
          <p:nvPr/>
        </p:nvSpPr>
        <p:spPr bwMode="auto">
          <a:xfrm>
            <a:off x="3686175" y="3132535"/>
            <a:ext cx="0" cy="30122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3666" name="Line 22">
            <a:extLst>
              <a:ext uri="{FF2B5EF4-FFF2-40B4-BE49-F238E27FC236}">
                <a16:creationId xmlns:a16="http://schemas.microsoft.com/office/drawing/2014/main" id="{C7592089-F947-9B4A-8314-54C143A38629}"/>
              </a:ext>
            </a:extLst>
          </p:cNvPr>
          <p:cNvSpPr>
            <a:spLocks noChangeShapeType="1"/>
          </p:cNvSpPr>
          <p:nvPr/>
        </p:nvSpPr>
        <p:spPr bwMode="auto">
          <a:xfrm>
            <a:off x="5169694" y="3132535"/>
            <a:ext cx="0" cy="30122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3667" name="Line 23">
            <a:extLst>
              <a:ext uri="{FF2B5EF4-FFF2-40B4-BE49-F238E27FC236}">
                <a16:creationId xmlns:a16="http://schemas.microsoft.com/office/drawing/2014/main" id="{AA775A93-CC89-B64C-8F6F-739BDB4F4C17}"/>
              </a:ext>
            </a:extLst>
          </p:cNvPr>
          <p:cNvSpPr>
            <a:spLocks noChangeShapeType="1"/>
          </p:cNvSpPr>
          <p:nvPr/>
        </p:nvSpPr>
        <p:spPr bwMode="auto">
          <a:xfrm>
            <a:off x="6663929" y="3132535"/>
            <a:ext cx="0" cy="301228"/>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3668" name="Rectangle 24">
            <a:extLst>
              <a:ext uri="{FF2B5EF4-FFF2-40B4-BE49-F238E27FC236}">
                <a16:creationId xmlns:a16="http://schemas.microsoft.com/office/drawing/2014/main" id="{2E70C0D6-035F-3D4F-ADE8-4F6A9862AD5B}"/>
              </a:ext>
            </a:extLst>
          </p:cNvPr>
          <p:cNvSpPr>
            <a:spLocks noChangeArrowheads="1"/>
          </p:cNvSpPr>
          <p:nvPr/>
        </p:nvSpPr>
        <p:spPr bwMode="auto">
          <a:xfrm>
            <a:off x="2169319" y="3158728"/>
            <a:ext cx="752611"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目地地址</a:t>
            </a:r>
          </a:p>
        </p:txBody>
      </p:sp>
      <p:sp>
        <p:nvSpPr>
          <p:cNvPr id="283669" name="Rectangle 25">
            <a:extLst>
              <a:ext uri="{FF2B5EF4-FFF2-40B4-BE49-F238E27FC236}">
                <a16:creationId xmlns:a16="http://schemas.microsoft.com/office/drawing/2014/main" id="{8D84ED3B-9258-3B4D-A2B4-A4DD9CECC624}"/>
              </a:ext>
            </a:extLst>
          </p:cNvPr>
          <p:cNvSpPr>
            <a:spLocks noChangeArrowheads="1"/>
          </p:cNvSpPr>
          <p:nvPr/>
        </p:nvSpPr>
        <p:spPr bwMode="auto">
          <a:xfrm>
            <a:off x="3003947" y="3168253"/>
            <a:ext cx="59872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源地址</a:t>
            </a:r>
          </a:p>
        </p:txBody>
      </p:sp>
      <p:sp>
        <p:nvSpPr>
          <p:cNvPr id="283670" name="Rectangle 26">
            <a:extLst>
              <a:ext uri="{FF2B5EF4-FFF2-40B4-BE49-F238E27FC236}">
                <a16:creationId xmlns:a16="http://schemas.microsoft.com/office/drawing/2014/main" id="{9D4C9CB0-F5DA-534C-A0FF-7B99D4D4F993}"/>
              </a:ext>
            </a:extLst>
          </p:cNvPr>
          <p:cNvSpPr>
            <a:spLocks noChangeArrowheads="1"/>
          </p:cNvSpPr>
          <p:nvPr/>
        </p:nvSpPr>
        <p:spPr bwMode="auto">
          <a:xfrm>
            <a:off x="4406503" y="3168253"/>
            <a:ext cx="79589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长度</a:t>
            </a:r>
            <a:r>
              <a:rPr kumimoji="1" lang="en-US" altLang="zh-CN" sz="1200">
                <a:ea typeface="宋体" panose="02010600030101010101" pitchFamily="2" charset="-122"/>
              </a:rPr>
              <a:t>/</a:t>
            </a:r>
            <a:r>
              <a:rPr kumimoji="1" lang="zh-CN" altLang="en-US" sz="1200">
                <a:ea typeface="宋体" panose="02010600030101010101" pitchFamily="2" charset="-122"/>
              </a:rPr>
              <a:t>类型</a:t>
            </a:r>
          </a:p>
        </p:txBody>
      </p:sp>
      <p:sp>
        <p:nvSpPr>
          <p:cNvPr id="283671" name="Rectangle 27">
            <a:extLst>
              <a:ext uri="{FF2B5EF4-FFF2-40B4-BE49-F238E27FC236}">
                <a16:creationId xmlns:a16="http://schemas.microsoft.com/office/drawing/2014/main" id="{031AF229-39AD-0D4D-87FB-D84E5FF4C31F}"/>
              </a:ext>
            </a:extLst>
          </p:cNvPr>
          <p:cNvSpPr>
            <a:spLocks noChangeArrowheads="1"/>
          </p:cNvSpPr>
          <p:nvPr/>
        </p:nvSpPr>
        <p:spPr bwMode="auto">
          <a:xfrm>
            <a:off x="5570935" y="3177778"/>
            <a:ext cx="675666"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数      据</a:t>
            </a:r>
          </a:p>
        </p:txBody>
      </p:sp>
      <p:sp>
        <p:nvSpPr>
          <p:cNvPr id="283672" name="Rectangle 28">
            <a:extLst>
              <a:ext uri="{FF2B5EF4-FFF2-40B4-BE49-F238E27FC236}">
                <a16:creationId xmlns:a16="http://schemas.microsoft.com/office/drawing/2014/main" id="{0BC8EF50-0A50-8442-9949-2A74C67388F9}"/>
              </a:ext>
            </a:extLst>
          </p:cNvPr>
          <p:cNvSpPr>
            <a:spLocks noChangeArrowheads="1"/>
          </p:cNvSpPr>
          <p:nvPr/>
        </p:nvSpPr>
        <p:spPr bwMode="auto">
          <a:xfrm>
            <a:off x="6724650" y="3169444"/>
            <a:ext cx="409568"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FCS</a:t>
            </a:r>
          </a:p>
        </p:txBody>
      </p:sp>
      <p:sp>
        <p:nvSpPr>
          <p:cNvPr id="283673" name="Line 29">
            <a:extLst>
              <a:ext uri="{FF2B5EF4-FFF2-40B4-BE49-F238E27FC236}">
                <a16:creationId xmlns:a16="http://schemas.microsoft.com/office/drawing/2014/main" id="{886E75B2-87CF-7C4C-ACA5-5A52D4307461}"/>
              </a:ext>
            </a:extLst>
          </p:cNvPr>
          <p:cNvSpPr>
            <a:spLocks noChangeShapeType="1"/>
          </p:cNvSpPr>
          <p:nvPr/>
        </p:nvSpPr>
        <p:spPr bwMode="auto">
          <a:xfrm>
            <a:off x="4420791" y="3128963"/>
            <a:ext cx="0" cy="30599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3674" name="Text Box 30">
            <a:extLst>
              <a:ext uri="{FF2B5EF4-FFF2-40B4-BE49-F238E27FC236}">
                <a16:creationId xmlns:a16="http://schemas.microsoft.com/office/drawing/2014/main" id="{4159723B-0A8C-FA45-8642-E1D96E1F0F81}"/>
              </a:ext>
            </a:extLst>
          </p:cNvPr>
          <p:cNvSpPr txBox="1">
            <a:spLocks noChangeArrowheads="1"/>
          </p:cNvSpPr>
          <p:nvPr/>
        </p:nvSpPr>
        <p:spPr bwMode="auto">
          <a:xfrm>
            <a:off x="2465785" y="3789760"/>
            <a:ext cx="4147739" cy="564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135000"/>
              </a:lnSpc>
              <a:spcBef>
                <a:spcPct val="0"/>
              </a:spcBef>
              <a:buClrTx/>
              <a:buSzTx/>
              <a:buFontTx/>
              <a:buNone/>
            </a:pPr>
            <a:r>
              <a:rPr kumimoji="1" lang="zh-CN" altLang="en-US" sz="1200">
                <a:ea typeface="宋体" panose="02010600030101010101" pitchFamily="2" charset="-122"/>
              </a:rPr>
              <a:t>长度</a:t>
            </a:r>
            <a:r>
              <a:rPr kumimoji="1" lang="en-US" altLang="zh-CN" sz="1200">
                <a:ea typeface="宋体" panose="02010600030101010101" pitchFamily="2" charset="-122"/>
              </a:rPr>
              <a:t>/</a:t>
            </a:r>
            <a:r>
              <a:rPr kumimoji="1" lang="zh-CN" altLang="en-US" sz="1200">
                <a:ea typeface="宋体" panose="02010600030101010101" pitchFamily="2" charset="-122"/>
              </a:rPr>
              <a:t>类型 </a:t>
            </a:r>
            <a:r>
              <a:rPr kumimoji="1" lang="en-US" altLang="zh-CN" sz="1200">
                <a:ea typeface="宋体" panose="02010600030101010101" pitchFamily="2" charset="-122"/>
              </a:rPr>
              <a:t>= 802.1Q </a:t>
            </a:r>
            <a:r>
              <a:rPr kumimoji="1" lang="zh-CN" altLang="en-US" sz="1200">
                <a:ea typeface="宋体" panose="02010600030101010101" pitchFamily="2" charset="-122"/>
              </a:rPr>
              <a:t>标记类型               标记控制信息</a:t>
            </a:r>
          </a:p>
          <a:p>
            <a:pPr eaLnBrk="1" hangingPunct="1">
              <a:lnSpc>
                <a:spcPct val="135000"/>
              </a:lnSpc>
              <a:spcBef>
                <a:spcPct val="0"/>
              </a:spcBef>
              <a:buClrTx/>
              <a:buSzTx/>
              <a:buFontTx/>
              <a:buNone/>
            </a:pPr>
            <a:r>
              <a:rPr kumimoji="1" lang="zh-CN" altLang="en-US" sz="1200">
                <a:ea typeface="宋体" panose="02010600030101010101" pitchFamily="2" charset="-122"/>
              </a:rPr>
              <a:t> </a:t>
            </a:r>
            <a:r>
              <a:rPr kumimoji="1" lang="en-US" altLang="zh-CN" sz="1200">
                <a:ea typeface="宋体" panose="02010600030101010101" pitchFamily="2" charset="-122"/>
              </a:rPr>
              <a:t>1 0 0 0 0 0 0 1  0 0 0 0 0 0 0 0                             VID                  </a:t>
            </a:r>
          </a:p>
        </p:txBody>
      </p:sp>
      <p:sp>
        <p:nvSpPr>
          <p:cNvPr id="283675" name="Line 31">
            <a:extLst>
              <a:ext uri="{FF2B5EF4-FFF2-40B4-BE49-F238E27FC236}">
                <a16:creationId xmlns:a16="http://schemas.microsoft.com/office/drawing/2014/main" id="{BC49A397-D76F-0F4B-A485-FDE24B0DD8D4}"/>
              </a:ext>
            </a:extLst>
          </p:cNvPr>
          <p:cNvSpPr>
            <a:spLocks noChangeShapeType="1"/>
          </p:cNvSpPr>
          <p:nvPr/>
        </p:nvSpPr>
        <p:spPr bwMode="auto">
          <a:xfrm>
            <a:off x="4523185" y="3832623"/>
            <a:ext cx="0" cy="5024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3676" name="Rectangle 32">
            <a:extLst>
              <a:ext uri="{FF2B5EF4-FFF2-40B4-BE49-F238E27FC236}">
                <a16:creationId xmlns:a16="http://schemas.microsoft.com/office/drawing/2014/main" id="{73CC143C-897F-9146-9BE3-E48CA457A7C5}"/>
              </a:ext>
            </a:extLst>
          </p:cNvPr>
          <p:cNvSpPr>
            <a:spLocks noChangeArrowheads="1"/>
          </p:cNvSpPr>
          <p:nvPr/>
        </p:nvSpPr>
        <p:spPr bwMode="auto">
          <a:xfrm>
            <a:off x="3226594" y="4335066"/>
            <a:ext cx="560250"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2 </a:t>
            </a:r>
            <a:r>
              <a:rPr kumimoji="1" lang="zh-CN" altLang="en-US" sz="1200">
                <a:ea typeface="宋体" panose="02010600030101010101" pitchFamily="2" charset="-122"/>
              </a:rPr>
              <a:t>字节</a:t>
            </a:r>
          </a:p>
        </p:txBody>
      </p:sp>
      <p:sp>
        <p:nvSpPr>
          <p:cNvPr id="283677" name="Rectangle 33">
            <a:extLst>
              <a:ext uri="{FF2B5EF4-FFF2-40B4-BE49-F238E27FC236}">
                <a16:creationId xmlns:a16="http://schemas.microsoft.com/office/drawing/2014/main" id="{DB6A9CEB-D8BB-5E45-BAA1-E91CD84A24A1}"/>
              </a:ext>
            </a:extLst>
          </p:cNvPr>
          <p:cNvSpPr>
            <a:spLocks noChangeArrowheads="1"/>
          </p:cNvSpPr>
          <p:nvPr/>
        </p:nvSpPr>
        <p:spPr bwMode="auto">
          <a:xfrm>
            <a:off x="5235179" y="4335066"/>
            <a:ext cx="560250"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2 </a:t>
            </a:r>
            <a:r>
              <a:rPr kumimoji="1" lang="zh-CN" altLang="en-US" sz="1200">
                <a:ea typeface="宋体" panose="02010600030101010101" pitchFamily="2" charset="-122"/>
              </a:rPr>
              <a:t>字节</a:t>
            </a:r>
          </a:p>
        </p:txBody>
      </p:sp>
      <p:sp>
        <p:nvSpPr>
          <p:cNvPr id="479266" name="AutoShape 34">
            <a:extLst>
              <a:ext uri="{FF2B5EF4-FFF2-40B4-BE49-F238E27FC236}">
                <a16:creationId xmlns:a16="http://schemas.microsoft.com/office/drawing/2014/main" id="{98E55962-2308-DC4C-B1BE-7CA56E8DFE34}"/>
              </a:ext>
            </a:extLst>
          </p:cNvPr>
          <p:cNvSpPr>
            <a:spLocks noChangeArrowheads="1"/>
          </p:cNvSpPr>
          <p:nvPr/>
        </p:nvSpPr>
        <p:spPr bwMode="auto">
          <a:xfrm>
            <a:off x="2103835" y="2526506"/>
            <a:ext cx="2058590" cy="267891"/>
          </a:xfrm>
          <a:prstGeom prst="wedgeRoundRectCallout">
            <a:avLst>
              <a:gd name="adj1" fmla="val 41616"/>
              <a:gd name="adj2" fmla="val 203907"/>
              <a:gd name="adj3" fmla="val 16667"/>
            </a:avLst>
          </a:prstGeom>
          <a:solidFill>
            <a:schemeClr val="bg1"/>
          </a:solidFill>
          <a:ln w="9525">
            <a:solidFill>
              <a:schemeClr val="folHlink"/>
            </a:solidFill>
            <a:miter lim="800000"/>
            <a:headEnd/>
            <a:tailEnd/>
          </a:ln>
          <a:effectLst>
            <a:outerShdw blurRad="63500" dist="38099" dir="2700000" algn="ctr" rotWithShape="0">
              <a:schemeClr val="bg2">
                <a:alpha val="74997"/>
              </a:schemeClr>
            </a:outerShdw>
          </a:effec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200">
                <a:solidFill>
                  <a:srgbClr val="333399"/>
                </a:solidFill>
                <a:latin typeface="Times New Roman" panose="02020603050405020304" pitchFamily="18" charset="0"/>
              </a:rPr>
              <a:t>插入 </a:t>
            </a:r>
            <a:r>
              <a:rPr kumimoji="1" lang="en-US" altLang="zh-CN" sz="1200">
                <a:solidFill>
                  <a:srgbClr val="333399"/>
                </a:solidFill>
                <a:latin typeface="Times New Roman" panose="02020603050405020304" pitchFamily="18" charset="0"/>
              </a:rPr>
              <a:t>4 </a:t>
            </a:r>
            <a:r>
              <a:rPr kumimoji="1" lang="zh-CN" altLang="en-US" sz="1200">
                <a:solidFill>
                  <a:srgbClr val="333399"/>
                </a:solidFill>
                <a:latin typeface="Times New Roman" panose="02020603050405020304" pitchFamily="18" charset="0"/>
              </a:rPr>
              <a:t>字节的 </a:t>
            </a:r>
            <a:r>
              <a:rPr kumimoji="1" lang="en-US" altLang="zh-CN" sz="1200">
                <a:solidFill>
                  <a:srgbClr val="333399"/>
                </a:solidFill>
                <a:latin typeface="Times New Roman" panose="02020603050405020304" pitchFamily="18" charset="0"/>
              </a:rPr>
              <a:t>VLAN </a:t>
            </a:r>
            <a:r>
              <a:rPr kumimoji="1" lang="zh-CN" altLang="en-US" sz="1200">
                <a:solidFill>
                  <a:srgbClr val="333399"/>
                </a:solidFill>
                <a:latin typeface="Times New Roman" panose="02020603050405020304" pitchFamily="18" charset="0"/>
              </a:rPr>
              <a:t>标记</a:t>
            </a:r>
          </a:p>
        </p:txBody>
      </p:sp>
      <p:sp>
        <p:nvSpPr>
          <p:cNvPr id="283679" name="Rectangle 35">
            <a:extLst>
              <a:ext uri="{FF2B5EF4-FFF2-40B4-BE49-F238E27FC236}">
                <a16:creationId xmlns:a16="http://schemas.microsoft.com/office/drawing/2014/main" id="{9B319981-FB3C-AD4F-9DF3-43EE3D8C1FF7}"/>
              </a:ext>
            </a:extLst>
          </p:cNvPr>
          <p:cNvSpPr>
            <a:spLocks noChangeArrowheads="1"/>
          </p:cNvSpPr>
          <p:nvPr/>
        </p:nvSpPr>
        <p:spPr bwMode="auto">
          <a:xfrm>
            <a:off x="3957638" y="2889647"/>
            <a:ext cx="21400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a:t>
            </a:r>
          </a:p>
        </p:txBody>
      </p:sp>
      <p:sp>
        <p:nvSpPr>
          <p:cNvPr id="283680" name="Line 36">
            <a:extLst>
              <a:ext uri="{FF2B5EF4-FFF2-40B4-BE49-F238E27FC236}">
                <a16:creationId xmlns:a16="http://schemas.microsoft.com/office/drawing/2014/main" id="{A93B9ECD-00C2-0148-AAD0-5FB172108A54}"/>
              </a:ext>
            </a:extLst>
          </p:cNvPr>
          <p:cNvSpPr>
            <a:spLocks noChangeShapeType="1"/>
          </p:cNvSpPr>
          <p:nvPr/>
        </p:nvSpPr>
        <p:spPr bwMode="auto">
          <a:xfrm>
            <a:off x="2463403" y="4100513"/>
            <a:ext cx="4119563"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3681" name="Line 37">
            <a:extLst>
              <a:ext uri="{FF2B5EF4-FFF2-40B4-BE49-F238E27FC236}">
                <a16:creationId xmlns:a16="http://schemas.microsoft.com/office/drawing/2014/main" id="{68994A89-AC97-EC4A-AB89-2062CEA9C86A}"/>
              </a:ext>
            </a:extLst>
          </p:cNvPr>
          <p:cNvSpPr>
            <a:spLocks noChangeShapeType="1"/>
          </p:cNvSpPr>
          <p:nvPr/>
        </p:nvSpPr>
        <p:spPr bwMode="auto">
          <a:xfrm>
            <a:off x="4969669" y="4100513"/>
            <a:ext cx="0" cy="25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3682" name="Line 38">
            <a:extLst>
              <a:ext uri="{FF2B5EF4-FFF2-40B4-BE49-F238E27FC236}">
                <a16:creationId xmlns:a16="http://schemas.microsoft.com/office/drawing/2014/main" id="{825EF3E6-28FF-654C-A7DF-F56F94D032D2}"/>
              </a:ext>
            </a:extLst>
          </p:cNvPr>
          <p:cNvSpPr>
            <a:spLocks noChangeShapeType="1"/>
          </p:cNvSpPr>
          <p:nvPr/>
        </p:nvSpPr>
        <p:spPr bwMode="auto">
          <a:xfrm>
            <a:off x="4867275" y="4100513"/>
            <a:ext cx="0" cy="25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3683" name="Rectangle 39">
            <a:extLst>
              <a:ext uri="{FF2B5EF4-FFF2-40B4-BE49-F238E27FC236}">
                <a16:creationId xmlns:a16="http://schemas.microsoft.com/office/drawing/2014/main" id="{D3B2E537-9DA9-DA43-9F55-FFE793384E8C}"/>
              </a:ext>
            </a:extLst>
          </p:cNvPr>
          <p:cNvSpPr>
            <a:spLocks noChangeArrowheads="1"/>
          </p:cNvSpPr>
          <p:nvPr/>
        </p:nvSpPr>
        <p:spPr bwMode="auto">
          <a:xfrm>
            <a:off x="3751660" y="4536281"/>
            <a:ext cx="906499"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用户优先级</a:t>
            </a:r>
          </a:p>
        </p:txBody>
      </p:sp>
      <p:sp>
        <p:nvSpPr>
          <p:cNvPr id="283684" name="Line 40">
            <a:extLst>
              <a:ext uri="{FF2B5EF4-FFF2-40B4-BE49-F238E27FC236}">
                <a16:creationId xmlns:a16="http://schemas.microsoft.com/office/drawing/2014/main" id="{BDABBF0C-C4FB-D14F-93C8-A5BA1AD6DA35}"/>
              </a:ext>
            </a:extLst>
          </p:cNvPr>
          <p:cNvSpPr>
            <a:spLocks noChangeShapeType="1"/>
          </p:cNvSpPr>
          <p:nvPr/>
        </p:nvSpPr>
        <p:spPr bwMode="auto">
          <a:xfrm flipV="1">
            <a:off x="4317207" y="4235054"/>
            <a:ext cx="360760" cy="351234"/>
          </a:xfrm>
          <a:prstGeom prst="line">
            <a:avLst/>
          </a:prstGeom>
          <a:noFill/>
          <a:ln w="9525">
            <a:solidFill>
              <a:schemeClr val="fo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83685" name="Line 41">
            <a:extLst>
              <a:ext uri="{FF2B5EF4-FFF2-40B4-BE49-F238E27FC236}">
                <a16:creationId xmlns:a16="http://schemas.microsoft.com/office/drawing/2014/main" id="{F9ED7527-5AC8-A74D-AECE-D7AF71D911DB}"/>
              </a:ext>
            </a:extLst>
          </p:cNvPr>
          <p:cNvSpPr>
            <a:spLocks noChangeShapeType="1"/>
          </p:cNvSpPr>
          <p:nvPr/>
        </p:nvSpPr>
        <p:spPr bwMode="auto">
          <a:xfrm flipV="1">
            <a:off x="4900612" y="4235053"/>
            <a:ext cx="34529" cy="309563"/>
          </a:xfrm>
          <a:prstGeom prst="line">
            <a:avLst/>
          </a:prstGeom>
          <a:noFill/>
          <a:ln w="9525">
            <a:solidFill>
              <a:schemeClr val="fo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83686" name="Rectangle 42">
            <a:extLst>
              <a:ext uri="{FF2B5EF4-FFF2-40B4-BE49-F238E27FC236}">
                <a16:creationId xmlns:a16="http://schemas.microsoft.com/office/drawing/2014/main" id="{D9FF6AE7-7345-904E-84CF-389B16ECE9B8}"/>
              </a:ext>
            </a:extLst>
          </p:cNvPr>
          <p:cNvSpPr>
            <a:spLocks noChangeArrowheads="1"/>
          </p:cNvSpPr>
          <p:nvPr/>
        </p:nvSpPr>
        <p:spPr bwMode="auto">
          <a:xfrm>
            <a:off x="4677967" y="4536281"/>
            <a:ext cx="375905"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CFI</a:t>
            </a:r>
          </a:p>
        </p:txBody>
      </p:sp>
      <p:sp>
        <p:nvSpPr>
          <p:cNvPr id="283687" name="幻灯片编号占位符 1">
            <a:extLst>
              <a:ext uri="{FF2B5EF4-FFF2-40B4-BE49-F238E27FC236}">
                <a16:creationId xmlns:a16="http://schemas.microsoft.com/office/drawing/2014/main" id="{D61DC3F4-8814-684F-8A5C-F1C68B26CF6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66BDB9E-419C-1B46-B69B-6FCC6E51F1B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132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07571075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7" name="Rectangle 2">
            <a:extLst>
              <a:ext uri="{FF2B5EF4-FFF2-40B4-BE49-F238E27FC236}">
                <a16:creationId xmlns:a16="http://schemas.microsoft.com/office/drawing/2014/main" id="{D0C21DCC-37B3-074B-8B45-415989F3A996}"/>
              </a:ext>
            </a:extLst>
          </p:cNvPr>
          <p:cNvSpPr>
            <a:spLocks noGrp="1" noChangeArrowheads="1"/>
          </p:cNvSpPr>
          <p:nvPr>
            <p:ph type="title"/>
          </p:nvPr>
        </p:nvSpPr>
        <p:spPr>
          <a:xfrm>
            <a:off x="133564" y="141685"/>
            <a:ext cx="7307844" cy="898922"/>
          </a:xfrm>
        </p:spPr>
        <p:txBody>
          <a:bodyPr/>
          <a:lstStyle/>
          <a:p>
            <a:pPr eaLnBrk="1" hangingPunct="1"/>
            <a:r>
              <a:rPr lang="en-US" altLang="zh-CN" dirty="0">
                <a:latin typeface="Times New Roman" panose="02020603050405020304" pitchFamily="18" charset="0"/>
                <a:ea typeface="宋体" panose="02010600030101010101" pitchFamily="2" charset="-122"/>
              </a:rPr>
              <a:t>3.6   </a:t>
            </a:r>
            <a:r>
              <a:rPr lang="zh-CN" altLang="en-US" dirty="0">
                <a:latin typeface="Times New Roman" panose="02020603050405020304" pitchFamily="18" charset="0"/>
                <a:ea typeface="宋体" panose="02010600030101010101" pitchFamily="2" charset="-122"/>
              </a:rPr>
              <a:t>高速以太网</a:t>
            </a:r>
            <a:endParaRPr lang="zh-CN" altLang="en-US" sz="2700" dirty="0">
              <a:ea typeface="宋体" panose="02010600030101010101" pitchFamily="2" charset="-122"/>
            </a:endParaRPr>
          </a:p>
        </p:txBody>
      </p:sp>
      <p:sp>
        <p:nvSpPr>
          <p:cNvPr id="480259" name="Rectangle 3">
            <a:extLst>
              <a:ext uri="{FF2B5EF4-FFF2-40B4-BE49-F238E27FC236}">
                <a16:creationId xmlns:a16="http://schemas.microsoft.com/office/drawing/2014/main" id="{043FED65-FBB3-7547-A5E4-70DFCF4F35C4}"/>
              </a:ext>
            </a:extLst>
          </p:cNvPr>
          <p:cNvSpPr>
            <a:spLocks noGrp="1" noChangeArrowheads="1"/>
          </p:cNvSpPr>
          <p:nvPr>
            <p:ph type="body" idx="1"/>
          </p:nvPr>
        </p:nvSpPr>
        <p:spPr>
          <a:xfrm>
            <a:off x="133563" y="1703070"/>
            <a:ext cx="8804953" cy="3110156"/>
          </a:xfrm>
        </p:spPr>
        <p:txBody>
          <a:bodyPr/>
          <a:lstStyle/>
          <a:p>
            <a:pPr eaLnBrk="1" hangingPunct="1"/>
            <a:r>
              <a:rPr lang="zh-CN" altLang="en-US" dirty="0">
                <a:latin typeface="Times New Roman" panose="02020603050405020304" pitchFamily="18" charset="0"/>
                <a:ea typeface="宋体" panose="02010600030101010101" pitchFamily="2" charset="-122"/>
              </a:rPr>
              <a:t>速率达到或超过 </a:t>
            </a:r>
            <a:r>
              <a:rPr lang="en-US" altLang="zh-CN" dirty="0">
                <a:latin typeface="Times New Roman" panose="02020603050405020304" pitchFamily="18" charset="0"/>
                <a:ea typeface="宋体" panose="02010600030101010101" pitchFamily="2" charset="-122"/>
              </a:rPr>
              <a:t>100 Mb/s </a:t>
            </a:r>
            <a:r>
              <a:rPr lang="zh-CN" altLang="en-US" dirty="0">
                <a:latin typeface="Times New Roman" panose="02020603050405020304" pitchFamily="18" charset="0"/>
                <a:ea typeface="宋体" panose="02010600030101010101" pitchFamily="2" charset="-122"/>
              </a:rPr>
              <a:t>的以太网称为</a:t>
            </a:r>
            <a:r>
              <a:rPr lang="zh-CN" altLang="en-US" dirty="0">
                <a:solidFill>
                  <a:schemeClr val="hlink"/>
                </a:solidFill>
                <a:latin typeface="Times New Roman" panose="02020603050405020304" pitchFamily="18" charset="0"/>
                <a:ea typeface="宋体" panose="02010600030101010101" pitchFamily="2" charset="-122"/>
              </a:rPr>
              <a:t>高速以太网</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在双绞线上传送 </a:t>
            </a:r>
            <a:r>
              <a:rPr lang="en-US" altLang="zh-CN" dirty="0">
                <a:latin typeface="Times New Roman" panose="02020603050405020304" pitchFamily="18" charset="0"/>
                <a:ea typeface="宋体" panose="02010600030101010101" pitchFamily="2" charset="-122"/>
              </a:rPr>
              <a:t>100 Mb/s </a:t>
            </a:r>
            <a:r>
              <a:rPr lang="zh-CN" altLang="en-US" dirty="0">
                <a:latin typeface="Times New Roman" panose="02020603050405020304" pitchFamily="18" charset="0"/>
                <a:ea typeface="宋体" panose="02010600030101010101" pitchFamily="2" charset="-122"/>
              </a:rPr>
              <a:t>基带信号的星型拓扑以太网，仍使用 </a:t>
            </a:r>
            <a:r>
              <a:rPr lang="en-US" altLang="zh-CN" dirty="0">
                <a:latin typeface="Times New Roman" panose="02020603050405020304" pitchFamily="18" charset="0"/>
                <a:ea typeface="宋体" panose="02010600030101010101" pitchFamily="2" charset="-122"/>
              </a:rPr>
              <a:t>IEEE 802.3 </a:t>
            </a:r>
            <a:r>
              <a:rPr lang="zh-CN" altLang="en-US" dirty="0">
                <a:latin typeface="Times New Roman" panose="02020603050405020304" pitchFamily="18" charset="0"/>
                <a:ea typeface="宋体" panose="02010600030101010101" pitchFamily="2" charset="-122"/>
              </a:rPr>
              <a:t>的</a:t>
            </a:r>
            <a:r>
              <a:rPr lang="en-US" altLang="zh-CN" dirty="0">
                <a:latin typeface="Times New Roman" panose="02020603050405020304" pitchFamily="18" charset="0"/>
                <a:ea typeface="宋体" panose="02010600030101010101" pitchFamily="2" charset="-122"/>
              </a:rPr>
              <a:t>CSMA/CD </a:t>
            </a:r>
            <a:r>
              <a:rPr lang="zh-CN" altLang="en-US" dirty="0">
                <a:latin typeface="Times New Roman" panose="02020603050405020304" pitchFamily="18" charset="0"/>
                <a:ea typeface="宋体" panose="02010600030101010101" pitchFamily="2" charset="-122"/>
              </a:rPr>
              <a:t>协议。</a:t>
            </a:r>
            <a:r>
              <a:rPr lang="en-US" altLang="zh-CN" dirty="0">
                <a:latin typeface="Times New Roman" panose="02020603050405020304" pitchFamily="18" charset="0"/>
                <a:ea typeface="宋体" panose="02010600030101010101" pitchFamily="2" charset="-122"/>
              </a:rPr>
              <a:t>100BASE-T </a:t>
            </a:r>
            <a:r>
              <a:rPr lang="zh-CN" altLang="en-US" dirty="0">
                <a:latin typeface="Times New Roman" panose="02020603050405020304" pitchFamily="18" charset="0"/>
                <a:ea typeface="宋体" panose="02010600030101010101" pitchFamily="2" charset="-122"/>
              </a:rPr>
              <a:t>以太网又称为</a:t>
            </a:r>
            <a:r>
              <a:rPr lang="zh-CN" altLang="en-US" dirty="0">
                <a:solidFill>
                  <a:schemeClr val="hlink"/>
                </a:solidFill>
                <a:latin typeface="Times New Roman" panose="02020603050405020304" pitchFamily="18" charset="0"/>
                <a:ea typeface="宋体" panose="02010600030101010101" pitchFamily="2" charset="-122"/>
              </a:rPr>
              <a:t>快速以太网</a:t>
            </a:r>
            <a:r>
              <a:rPr lang="en-US" altLang="zh-CN" dirty="0">
                <a:latin typeface="Times New Roman" panose="02020603050405020304" pitchFamily="18" charset="0"/>
                <a:ea typeface="宋体" panose="02010600030101010101" pitchFamily="2" charset="-122"/>
              </a:rPr>
              <a:t>(Fast Ethernet)</a:t>
            </a:r>
            <a:r>
              <a:rPr lang="zh-CN" altLang="en-US" dirty="0">
                <a:latin typeface="Times New Roman" panose="02020603050405020304" pitchFamily="18" charset="0"/>
                <a:ea typeface="宋体" panose="02010600030101010101" pitchFamily="2" charset="-122"/>
              </a:rPr>
              <a:t>。 </a:t>
            </a:r>
          </a:p>
        </p:txBody>
      </p:sp>
      <p:sp>
        <p:nvSpPr>
          <p:cNvPr id="285699" name="幻灯片编号占位符 1">
            <a:extLst>
              <a:ext uri="{FF2B5EF4-FFF2-40B4-BE49-F238E27FC236}">
                <a16:creationId xmlns:a16="http://schemas.microsoft.com/office/drawing/2014/main" id="{41220695-1E2F-5B47-988D-7643168CE9B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DEE7CDC-4CAE-3244-AEEB-1DA352DE47A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133</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12246D6C-9A9D-E24B-895C-C1059FAAB0F9}"/>
              </a:ext>
            </a:extLst>
          </p:cNvPr>
          <p:cNvSpPr/>
          <p:nvPr/>
        </p:nvSpPr>
        <p:spPr>
          <a:xfrm>
            <a:off x="133563" y="1040607"/>
            <a:ext cx="4572000" cy="523220"/>
          </a:xfrm>
          <a:prstGeom prst="rect">
            <a:avLst/>
          </a:prstGeom>
        </p:spPr>
        <p:txBody>
          <a:bodyPr>
            <a:spAutoFit/>
          </a:bodyPr>
          <a:lstStyle/>
          <a:p>
            <a:r>
              <a:rPr lang="en-US" altLang="zh-CN" sz="2800" dirty="0"/>
              <a:t>3.6.1  100BASE-T </a:t>
            </a:r>
            <a:r>
              <a:rPr lang="zh-CN" altLang="en-US" sz="2800" dirty="0"/>
              <a:t>以太网</a:t>
            </a:r>
          </a:p>
        </p:txBody>
      </p:sp>
    </p:spTree>
    <p:extLst>
      <p:ext uri="{BB962C8B-B14F-4D97-AF65-F5344CB8AC3E}">
        <p14:creationId xmlns:p14="http://schemas.microsoft.com/office/powerpoint/2010/main" val="35843849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8025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5" name="Rectangle 2">
            <a:extLst>
              <a:ext uri="{FF2B5EF4-FFF2-40B4-BE49-F238E27FC236}">
                <a16:creationId xmlns:a16="http://schemas.microsoft.com/office/drawing/2014/main" id="{9863A5AC-C12A-A947-B061-AE1D6CD841B2}"/>
              </a:ext>
            </a:extLst>
          </p:cNvPr>
          <p:cNvSpPr>
            <a:spLocks noGrp="1" noChangeArrowheads="1"/>
          </p:cNvSpPr>
          <p:nvPr>
            <p:ph type="title"/>
          </p:nvPr>
        </p:nvSpPr>
        <p:spPr>
          <a:xfrm>
            <a:off x="133563" y="195263"/>
            <a:ext cx="7393569" cy="736997"/>
          </a:xfrm>
        </p:spPr>
        <p:txBody>
          <a:bodyPr/>
          <a:lstStyle/>
          <a:p>
            <a:pPr eaLnBrk="1" hangingPunct="1"/>
            <a:r>
              <a:rPr lang="en-US" altLang="zh-CN" dirty="0">
                <a:latin typeface="Times New Roman" panose="02020603050405020304" pitchFamily="18" charset="0"/>
                <a:ea typeface="宋体" panose="02010600030101010101" pitchFamily="2" charset="-122"/>
              </a:rPr>
              <a:t>100BASE-T </a:t>
            </a:r>
            <a:r>
              <a:rPr lang="zh-CN" altLang="en-US" dirty="0">
                <a:latin typeface="Times New Roman" panose="02020603050405020304" pitchFamily="18" charset="0"/>
                <a:ea typeface="宋体" panose="02010600030101010101" pitchFamily="2" charset="-122"/>
              </a:rPr>
              <a:t>以太网的特点</a:t>
            </a:r>
          </a:p>
        </p:txBody>
      </p:sp>
      <p:sp>
        <p:nvSpPr>
          <p:cNvPr id="481283" name="Rectangle 3">
            <a:extLst>
              <a:ext uri="{FF2B5EF4-FFF2-40B4-BE49-F238E27FC236}">
                <a16:creationId xmlns:a16="http://schemas.microsoft.com/office/drawing/2014/main" id="{97F9946B-E7CB-E645-89DA-7FCE26A975E2}"/>
              </a:ext>
            </a:extLst>
          </p:cNvPr>
          <p:cNvSpPr>
            <a:spLocks noGrp="1" noChangeArrowheads="1"/>
          </p:cNvSpPr>
          <p:nvPr>
            <p:ph type="body" idx="1"/>
          </p:nvPr>
        </p:nvSpPr>
        <p:spPr/>
        <p:txBody>
          <a:bodyPr/>
          <a:lstStyle/>
          <a:p>
            <a:pPr eaLnBrk="1" hangingPunct="1"/>
            <a:r>
              <a:rPr lang="zh-CN" altLang="en-US" dirty="0">
                <a:latin typeface="Times New Roman" panose="02020603050405020304" pitchFamily="18" charset="0"/>
                <a:ea typeface="宋体" panose="02010600030101010101" pitchFamily="2" charset="-122"/>
              </a:rPr>
              <a:t>可在全双工方式下工作而无冲突发生。因此，不使用 </a:t>
            </a:r>
            <a:r>
              <a:rPr lang="en-US" altLang="zh-CN" dirty="0">
                <a:latin typeface="Times New Roman" panose="02020603050405020304" pitchFamily="18" charset="0"/>
                <a:ea typeface="宋体" panose="02010600030101010101" pitchFamily="2" charset="-122"/>
              </a:rPr>
              <a:t>CSMA/CD </a:t>
            </a:r>
            <a:r>
              <a:rPr lang="zh-CN" altLang="en-US" dirty="0">
                <a:latin typeface="Times New Roman" panose="02020603050405020304" pitchFamily="18" charset="0"/>
                <a:ea typeface="宋体" panose="02010600030101010101" pitchFamily="2" charset="-122"/>
              </a:rPr>
              <a:t>协议。</a:t>
            </a:r>
          </a:p>
          <a:p>
            <a:pPr eaLnBrk="1" hangingPunct="1"/>
            <a:r>
              <a:rPr lang="en-US" altLang="zh-CN" dirty="0">
                <a:latin typeface="Times New Roman" panose="02020603050405020304" pitchFamily="18" charset="0"/>
                <a:ea typeface="宋体" panose="02010600030101010101" pitchFamily="2" charset="-122"/>
              </a:rPr>
              <a:t>MAC </a:t>
            </a:r>
            <a:r>
              <a:rPr lang="zh-CN" altLang="en-US" dirty="0">
                <a:latin typeface="Times New Roman" panose="02020603050405020304" pitchFamily="18" charset="0"/>
                <a:ea typeface="宋体" panose="02010600030101010101" pitchFamily="2" charset="-122"/>
              </a:rPr>
              <a:t>帧格式仍然是 </a:t>
            </a:r>
            <a:r>
              <a:rPr lang="en-US" altLang="zh-CN" dirty="0">
                <a:latin typeface="Times New Roman" panose="02020603050405020304" pitchFamily="18" charset="0"/>
                <a:ea typeface="宋体" panose="02010600030101010101" pitchFamily="2" charset="-122"/>
              </a:rPr>
              <a:t>802.3 </a:t>
            </a:r>
            <a:r>
              <a:rPr lang="zh-CN" altLang="en-US" dirty="0">
                <a:latin typeface="Times New Roman" panose="02020603050405020304" pitchFamily="18" charset="0"/>
                <a:ea typeface="宋体" panose="02010600030101010101" pitchFamily="2" charset="-122"/>
              </a:rPr>
              <a:t>标准规定的。</a:t>
            </a:r>
          </a:p>
          <a:p>
            <a:pPr eaLnBrk="1" hangingPunct="1"/>
            <a:r>
              <a:rPr lang="zh-CN" altLang="en-US" dirty="0">
                <a:latin typeface="Times New Roman" panose="02020603050405020304" pitchFamily="18" charset="0"/>
                <a:ea typeface="宋体" panose="02010600030101010101" pitchFamily="2" charset="-122"/>
              </a:rPr>
              <a:t>保持最短帧长不变，但将一个网段的最大电缆长度减小到 </a:t>
            </a:r>
            <a:r>
              <a:rPr lang="en-US" altLang="zh-CN" dirty="0">
                <a:latin typeface="Times New Roman" panose="02020603050405020304" pitchFamily="18" charset="0"/>
                <a:ea typeface="宋体" panose="02010600030101010101" pitchFamily="2" charset="-122"/>
              </a:rPr>
              <a:t>100 m</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帧间时间间隔从原来的 </a:t>
            </a:r>
            <a:r>
              <a:rPr lang="en-US" altLang="zh-CN" dirty="0">
                <a:latin typeface="Times New Roman" panose="02020603050405020304" pitchFamily="18" charset="0"/>
                <a:ea typeface="宋体" panose="02010600030101010101" pitchFamily="2" charset="-122"/>
              </a:rPr>
              <a:t>9.6 </a:t>
            </a:r>
            <a:r>
              <a:rPr lang="en-US" altLang="zh-CN" dirty="0">
                <a:latin typeface="Times New Roman" panose="02020603050405020304" pitchFamily="18" charset="0"/>
                <a:ea typeface="宋体" panose="02010600030101010101" pitchFamily="2" charset="-122"/>
                <a:sym typeface="Symbol" pitchFamily="2" charset="2"/>
              </a:rPr>
              <a:t></a:t>
            </a:r>
            <a:r>
              <a:rPr lang="en-US" altLang="zh-CN" dirty="0">
                <a:latin typeface="Times New Roman" panose="02020603050405020304" pitchFamily="18" charset="0"/>
                <a:ea typeface="宋体" panose="02010600030101010101" pitchFamily="2" charset="-122"/>
              </a:rPr>
              <a:t>s </a:t>
            </a:r>
            <a:r>
              <a:rPr lang="zh-CN" altLang="en-US" dirty="0">
                <a:latin typeface="Times New Roman" panose="02020603050405020304" pitchFamily="18" charset="0"/>
                <a:ea typeface="宋体" panose="02010600030101010101" pitchFamily="2" charset="-122"/>
              </a:rPr>
              <a:t>改为现在的 </a:t>
            </a:r>
            <a:r>
              <a:rPr lang="en-US" altLang="zh-CN" dirty="0">
                <a:latin typeface="Times New Roman" panose="02020603050405020304" pitchFamily="18" charset="0"/>
                <a:ea typeface="宋体" panose="02010600030101010101" pitchFamily="2" charset="-122"/>
              </a:rPr>
              <a:t>0.96 </a:t>
            </a:r>
            <a:r>
              <a:rPr lang="en-US" altLang="zh-CN" dirty="0">
                <a:latin typeface="Times New Roman" panose="02020603050405020304" pitchFamily="18" charset="0"/>
                <a:ea typeface="宋体" panose="02010600030101010101" pitchFamily="2" charset="-122"/>
                <a:sym typeface="Symbol" pitchFamily="2" charset="2"/>
              </a:rPr>
              <a:t></a:t>
            </a:r>
            <a:r>
              <a:rPr lang="en-US" altLang="zh-CN" dirty="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    </a:t>
            </a:r>
          </a:p>
        </p:txBody>
      </p:sp>
      <p:sp>
        <p:nvSpPr>
          <p:cNvPr id="287747" name="幻灯片编号占位符 1">
            <a:extLst>
              <a:ext uri="{FF2B5EF4-FFF2-40B4-BE49-F238E27FC236}">
                <a16:creationId xmlns:a16="http://schemas.microsoft.com/office/drawing/2014/main" id="{AB33DB3A-E3B6-FA4D-842D-F988BE37A70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AAAD8A4-8809-AB47-91F9-EE46E10E6E5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134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9929951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8128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8128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8128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3" name="Rectangle 2">
            <a:extLst>
              <a:ext uri="{FF2B5EF4-FFF2-40B4-BE49-F238E27FC236}">
                <a16:creationId xmlns:a16="http://schemas.microsoft.com/office/drawing/2014/main" id="{EA1746D6-5DFB-B140-95DC-8B8A7E4E0C1C}"/>
              </a:ext>
            </a:extLst>
          </p:cNvPr>
          <p:cNvSpPr>
            <a:spLocks noGrp="1" noChangeArrowheads="1"/>
          </p:cNvSpPr>
          <p:nvPr>
            <p:ph type="title"/>
          </p:nvPr>
        </p:nvSpPr>
        <p:spPr>
          <a:xfrm>
            <a:off x="171450" y="86917"/>
            <a:ext cx="8309609" cy="838913"/>
          </a:xfrm>
        </p:spPr>
        <p:txBody>
          <a:bodyPr/>
          <a:lstStyle/>
          <a:p>
            <a:pPr eaLnBrk="1" hangingPunct="1"/>
            <a:r>
              <a:rPr lang="en-US" altLang="zh-CN" dirty="0">
                <a:latin typeface="Times New Roman" panose="02020603050405020304" pitchFamily="18" charset="0"/>
                <a:ea typeface="宋体" panose="02010600030101010101" pitchFamily="2" charset="-122"/>
              </a:rPr>
              <a:t>100 Mb/s </a:t>
            </a:r>
            <a:r>
              <a:rPr lang="zh-CN" altLang="en-US" dirty="0">
                <a:latin typeface="Times New Roman" panose="02020603050405020304" pitchFamily="18" charset="0"/>
                <a:ea typeface="宋体" panose="02010600030101010101" pitchFamily="2" charset="-122"/>
              </a:rPr>
              <a:t>以太网的三种不同的物理层标准 </a:t>
            </a:r>
          </a:p>
        </p:txBody>
      </p:sp>
      <p:sp>
        <p:nvSpPr>
          <p:cNvPr id="289794" name="Rectangle 3">
            <a:extLst>
              <a:ext uri="{FF2B5EF4-FFF2-40B4-BE49-F238E27FC236}">
                <a16:creationId xmlns:a16="http://schemas.microsoft.com/office/drawing/2014/main" id="{15F86465-1BAA-0B4B-94A6-D1506C613F14}"/>
              </a:ext>
            </a:extLst>
          </p:cNvPr>
          <p:cNvSpPr>
            <a:spLocks noGrp="1" noChangeArrowheads="1"/>
          </p:cNvSpPr>
          <p:nvPr>
            <p:ph type="body" idx="1"/>
          </p:nvPr>
        </p:nvSpPr>
        <p:spPr>
          <a:xfrm>
            <a:off x="251460" y="1074420"/>
            <a:ext cx="8686800" cy="3495199"/>
          </a:xfrm>
        </p:spPr>
        <p:txBody>
          <a:bodyPr/>
          <a:lstStyle/>
          <a:p>
            <a:pPr eaLnBrk="1" hangingPunct="1"/>
            <a:r>
              <a:rPr lang="en-US" altLang="zh-CN" dirty="0">
                <a:latin typeface="Times New Roman" panose="02020603050405020304" pitchFamily="18" charset="0"/>
                <a:ea typeface="宋体" panose="02010600030101010101" pitchFamily="2" charset="-122"/>
              </a:rPr>
              <a:t>100BASE-TX</a:t>
            </a:r>
          </a:p>
          <a:p>
            <a:pPr lvl="1" eaLnBrk="1" hangingPunct="1"/>
            <a:r>
              <a:rPr lang="zh-CN" altLang="en-US" dirty="0">
                <a:solidFill>
                  <a:srgbClr val="333399"/>
                </a:solidFill>
                <a:latin typeface="Arial" panose="020B0604020202020204" pitchFamily="34" charset="0"/>
                <a:ea typeface="宋体" panose="02010600030101010101" pitchFamily="2" charset="-122"/>
              </a:rPr>
              <a:t>使用 </a:t>
            </a:r>
            <a:r>
              <a:rPr lang="en-US" altLang="zh-CN" dirty="0">
                <a:solidFill>
                  <a:srgbClr val="333399"/>
                </a:solidFill>
                <a:latin typeface="Arial" panose="020B0604020202020204" pitchFamily="34" charset="0"/>
                <a:ea typeface="宋体" panose="02010600030101010101" pitchFamily="2" charset="-122"/>
              </a:rPr>
              <a:t>2 </a:t>
            </a:r>
            <a:r>
              <a:rPr lang="zh-CN" altLang="en-US" dirty="0">
                <a:solidFill>
                  <a:srgbClr val="333399"/>
                </a:solidFill>
                <a:latin typeface="Arial" panose="020B0604020202020204" pitchFamily="34" charset="0"/>
                <a:ea typeface="宋体" panose="02010600030101010101" pitchFamily="2" charset="-122"/>
              </a:rPr>
              <a:t>对 </a:t>
            </a:r>
            <a:r>
              <a:rPr lang="en-US" altLang="zh-CN" dirty="0">
                <a:solidFill>
                  <a:srgbClr val="333399"/>
                </a:solidFill>
                <a:latin typeface="Arial" panose="020B0604020202020204" pitchFamily="34" charset="0"/>
                <a:ea typeface="宋体" panose="02010600030101010101" pitchFamily="2" charset="-122"/>
              </a:rPr>
              <a:t>UTP 5 </a:t>
            </a:r>
            <a:r>
              <a:rPr lang="zh-CN" altLang="en-US" dirty="0">
                <a:solidFill>
                  <a:srgbClr val="333399"/>
                </a:solidFill>
                <a:latin typeface="Arial" panose="020B0604020202020204" pitchFamily="34" charset="0"/>
                <a:ea typeface="宋体" panose="02010600030101010101" pitchFamily="2" charset="-122"/>
              </a:rPr>
              <a:t>类线或屏蔽双绞线 </a:t>
            </a:r>
            <a:r>
              <a:rPr lang="en-US" altLang="zh-CN" dirty="0">
                <a:solidFill>
                  <a:srgbClr val="333399"/>
                </a:solidFill>
                <a:latin typeface="Arial" panose="020B0604020202020204" pitchFamily="34" charset="0"/>
                <a:ea typeface="宋体" panose="02010600030101010101" pitchFamily="2" charset="-122"/>
              </a:rPr>
              <a:t>STP</a:t>
            </a:r>
            <a:r>
              <a:rPr lang="zh-CN" altLang="en-US" dirty="0">
                <a:solidFill>
                  <a:srgbClr val="333399"/>
                </a:solidFill>
                <a:latin typeface="Arial" panose="020B0604020202020204" pitchFamily="34"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a:t>
            </a:r>
          </a:p>
          <a:p>
            <a:pPr eaLnBrk="1" hangingPunct="1"/>
            <a:r>
              <a:rPr lang="en-US" altLang="zh-CN" dirty="0">
                <a:latin typeface="Times New Roman" panose="02020603050405020304" pitchFamily="18" charset="0"/>
                <a:ea typeface="宋体" panose="02010600030101010101" pitchFamily="2" charset="-122"/>
              </a:rPr>
              <a:t>100BASE-FX </a:t>
            </a:r>
          </a:p>
          <a:p>
            <a:pPr lvl="1" eaLnBrk="1" hangingPunct="1"/>
            <a:r>
              <a:rPr lang="zh-CN" altLang="en-US" dirty="0">
                <a:solidFill>
                  <a:srgbClr val="333399"/>
                </a:solidFill>
                <a:latin typeface="Arial" panose="020B0604020202020204" pitchFamily="34" charset="0"/>
                <a:ea typeface="宋体" panose="02010600030101010101" pitchFamily="2" charset="-122"/>
              </a:rPr>
              <a:t>使用 </a:t>
            </a:r>
            <a:r>
              <a:rPr lang="en-US" altLang="zh-CN" dirty="0">
                <a:solidFill>
                  <a:srgbClr val="333399"/>
                </a:solidFill>
                <a:latin typeface="Arial" panose="020B0604020202020204" pitchFamily="34" charset="0"/>
                <a:ea typeface="宋体" panose="02010600030101010101" pitchFamily="2" charset="-122"/>
              </a:rPr>
              <a:t>2 </a:t>
            </a:r>
            <a:r>
              <a:rPr lang="zh-CN" altLang="en-US" dirty="0">
                <a:solidFill>
                  <a:srgbClr val="333399"/>
                </a:solidFill>
                <a:latin typeface="Arial" panose="020B0604020202020204" pitchFamily="34" charset="0"/>
                <a:ea typeface="宋体" panose="02010600030101010101" pitchFamily="2" charset="-122"/>
              </a:rPr>
              <a:t>对光纤。</a:t>
            </a:r>
            <a:r>
              <a:rPr lang="zh-CN" altLang="en-US" dirty="0">
                <a:latin typeface="Times New Roman" panose="02020603050405020304" pitchFamily="18" charset="0"/>
                <a:ea typeface="宋体" panose="02010600030101010101" pitchFamily="2" charset="-122"/>
              </a:rPr>
              <a:t> </a:t>
            </a:r>
          </a:p>
          <a:p>
            <a:pPr eaLnBrk="1" hangingPunct="1"/>
            <a:r>
              <a:rPr lang="en-US" altLang="zh-CN" dirty="0">
                <a:latin typeface="Times New Roman" panose="02020603050405020304" pitchFamily="18" charset="0"/>
                <a:ea typeface="宋体" panose="02010600030101010101" pitchFamily="2" charset="-122"/>
              </a:rPr>
              <a:t>100BASE-T4</a:t>
            </a:r>
          </a:p>
          <a:p>
            <a:pPr lvl="1" eaLnBrk="1" hangingPunct="1"/>
            <a:r>
              <a:rPr lang="zh-CN" altLang="en-US" dirty="0">
                <a:solidFill>
                  <a:srgbClr val="333399"/>
                </a:solidFill>
                <a:latin typeface="Arial" panose="020B0604020202020204" pitchFamily="34" charset="0"/>
                <a:ea typeface="宋体" panose="02010600030101010101" pitchFamily="2" charset="-122"/>
              </a:rPr>
              <a:t>使用 </a:t>
            </a:r>
            <a:r>
              <a:rPr lang="en-US" altLang="zh-CN" dirty="0">
                <a:solidFill>
                  <a:srgbClr val="333399"/>
                </a:solidFill>
                <a:latin typeface="Arial" panose="020B0604020202020204" pitchFamily="34" charset="0"/>
                <a:ea typeface="宋体" panose="02010600030101010101" pitchFamily="2" charset="-122"/>
              </a:rPr>
              <a:t>4 </a:t>
            </a:r>
            <a:r>
              <a:rPr lang="zh-CN" altLang="en-US" dirty="0">
                <a:solidFill>
                  <a:srgbClr val="333399"/>
                </a:solidFill>
                <a:latin typeface="Arial" panose="020B0604020202020204" pitchFamily="34" charset="0"/>
                <a:ea typeface="宋体" panose="02010600030101010101" pitchFamily="2" charset="-122"/>
              </a:rPr>
              <a:t>对 </a:t>
            </a:r>
            <a:r>
              <a:rPr lang="en-US" altLang="zh-CN" dirty="0">
                <a:solidFill>
                  <a:srgbClr val="333399"/>
                </a:solidFill>
                <a:latin typeface="Arial" panose="020B0604020202020204" pitchFamily="34" charset="0"/>
                <a:ea typeface="宋体" panose="02010600030101010101" pitchFamily="2" charset="-122"/>
              </a:rPr>
              <a:t>UTP 3 </a:t>
            </a:r>
            <a:r>
              <a:rPr lang="zh-CN" altLang="en-US" dirty="0">
                <a:solidFill>
                  <a:srgbClr val="333399"/>
                </a:solidFill>
                <a:latin typeface="Arial" panose="020B0604020202020204" pitchFamily="34" charset="0"/>
                <a:ea typeface="宋体" panose="02010600030101010101" pitchFamily="2" charset="-122"/>
              </a:rPr>
              <a:t>类线或 </a:t>
            </a:r>
            <a:r>
              <a:rPr lang="en-US" altLang="zh-CN" dirty="0">
                <a:solidFill>
                  <a:srgbClr val="333399"/>
                </a:solidFill>
                <a:latin typeface="Arial" panose="020B0604020202020204" pitchFamily="34" charset="0"/>
                <a:ea typeface="宋体" panose="02010600030101010101" pitchFamily="2" charset="-122"/>
              </a:rPr>
              <a:t>5 </a:t>
            </a:r>
            <a:r>
              <a:rPr lang="zh-CN" altLang="en-US" dirty="0">
                <a:solidFill>
                  <a:srgbClr val="333399"/>
                </a:solidFill>
                <a:latin typeface="Arial" panose="020B0604020202020204" pitchFamily="34" charset="0"/>
                <a:ea typeface="宋体" panose="02010600030101010101" pitchFamily="2" charset="-122"/>
              </a:rPr>
              <a:t>类线。</a:t>
            </a:r>
            <a:r>
              <a:rPr lang="zh-CN" altLang="en-US" dirty="0">
                <a:latin typeface="Times New Roman" panose="02020603050405020304" pitchFamily="18" charset="0"/>
                <a:ea typeface="宋体" panose="02010600030101010101" pitchFamily="2" charset="-122"/>
              </a:rPr>
              <a:t> </a:t>
            </a:r>
          </a:p>
        </p:txBody>
      </p:sp>
      <p:sp>
        <p:nvSpPr>
          <p:cNvPr id="289795" name="幻灯片编号占位符 1">
            <a:extLst>
              <a:ext uri="{FF2B5EF4-FFF2-40B4-BE49-F238E27FC236}">
                <a16:creationId xmlns:a16="http://schemas.microsoft.com/office/drawing/2014/main" id="{BFA8CD67-22BE-3E42-B1FA-C1A98E4DDED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827A2DA-386A-C749-8995-24735621159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135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836342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1" name="Rectangle 2">
            <a:extLst>
              <a:ext uri="{FF2B5EF4-FFF2-40B4-BE49-F238E27FC236}">
                <a16:creationId xmlns:a16="http://schemas.microsoft.com/office/drawing/2014/main" id="{75BCAAD0-56DC-D649-97B8-442DCD7EFC3D}"/>
              </a:ext>
            </a:extLst>
          </p:cNvPr>
          <p:cNvSpPr>
            <a:spLocks noGrp="1" noChangeArrowheads="1"/>
          </p:cNvSpPr>
          <p:nvPr>
            <p:ph type="title"/>
          </p:nvPr>
        </p:nvSpPr>
        <p:spPr>
          <a:xfrm>
            <a:off x="171451" y="195263"/>
            <a:ext cx="7355682" cy="790575"/>
          </a:xfrm>
        </p:spPr>
        <p:txBody>
          <a:bodyPr/>
          <a:lstStyle/>
          <a:p>
            <a:pPr eaLnBrk="1" hangingPunct="1"/>
            <a:r>
              <a:rPr lang="en-US" altLang="zh-CN" dirty="0">
                <a:latin typeface="Times New Roman" panose="02020603050405020304" pitchFamily="18" charset="0"/>
                <a:ea typeface="宋体" panose="02010600030101010101" pitchFamily="2" charset="-122"/>
              </a:rPr>
              <a:t>3.6.2  </a:t>
            </a:r>
            <a:r>
              <a:rPr lang="zh-CN" altLang="en-US" dirty="0">
                <a:latin typeface="Times New Roman" panose="02020603050405020304" pitchFamily="18" charset="0"/>
                <a:ea typeface="宋体" panose="02010600030101010101" pitchFamily="2" charset="-122"/>
              </a:rPr>
              <a:t>吉比特以太网</a:t>
            </a:r>
          </a:p>
        </p:txBody>
      </p:sp>
      <p:sp>
        <p:nvSpPr>
          <p:cNvPr id="483331" name="Rectangle 3">
            <a:extLst>
              <a:ext uri="{FF2B5EF4-FFF2-40B4-BE49-F238E27FC236}">
                <a16:creationId xmlns:a16="http://schemas.microsoft.com/office/drawing/2014/main" id="{9FCA5446-CF7B-494A-BD1A-FDCEB0903405}"/>
              </a:ext>
            </a:extLst>
          </p:cNvPr>
          <p:cNvSpPr>
            <a:spLocks noGrp="1" noChangeArrowheads="1"/>
          </p:cNvSpPr>
          <p:nvPr>
            <p:ph type="body" idx="1"/>
          </p:nvPr>
        </p:nvSpPr>
        <p:spPr>
          <a:xfrm>
            <a:off x="171450" y="1179434"/>
            <a:ext cx="8641079" cy="3401615"/>
          </a:xfrm>
        </p:spPr>
        <p:txBody>
          <a:bodyPr/>
          <a:lstStyle/>
          <a:p>
            <a:pPr marL="457200" indent="-457200" eaLnBrk="1" hangingPunct="1">
              <a:lnSpc>
                <a:spcPct val="90000"/>
              </a:lnSpc>
            </a:pPr>
            <a:r>
              <a:rPr lang="zh-CN" altLang="en-US" dirty="0">
                <a:latin typeface="Times New Roman" panose="02020603050405020304" pitchFamily="18" charset="0"/>
                <a:ea typeface="宋体" panose="02010600030101010101" pitchFamily="2" charset="-122"/>
              </a:rPr>
              <a:t>允许在 </a:t>
            </a:r>
            <a:r>
              <a:rPr lang="en-US" altLang="zh-CN" dirty="0">
                <a:latin typeface="Times New Roman" panose="02020603050405020304" pitchFamily="18" charset="0"/>
                <a:ea typeface="宋体" panose="02010600030101010101" pitchFamily="2" charset="-122"/>
              </a:rPr>
              <a:t>1 Gb/s </a:t>
            </a:r>
            <a:r>
              <a:rPr lang="zh-CN" altLang="en-US" dirty="0">
                <a:latin typeface="Times New Roman" panose="02020603050405020304" pitchFamily="18" charset="0"/>
                <a:ea typeface="宋体" panose="02010600030101010101" pitchFamily="2" charset="-122"/>
              </a:rPr>
              <a:t>下全双工和半双工两种方式工作。</a:t>
            </a:r>
          </a:p>
          <a:p>
            <a:pPr marL="457200" indent="-457200" eaLnBrk="1" hangingPunct="1">
              <a:lnSpc>
                <a:spcPct val="90000"/>
              </a:lnSpc>
            </a:pPr>
            <a:r>
              <a:rPr lang="zh-CN" altLang="en-US" dirty="0">
                <a:latin typeface="Times New Roman" panose="02020603050405020304" pitchFamily="18" charset="0"/>
                <a:ea typeface="宋体" panose="02010600030101010101" pitchFamily="2" charset="-122"/>
              </a:rPr>
              <a:t>使用 </a:t>
            </a:r>
            <a:r>
              <a:rPr lang="en-US" altLang="zh-CN" dirty="0">
                <a:latin typeface="Times New Roman" panose="02020603050405020304" pitchFamily="18" charset="0"/>
                <a:ea typeface="宋体" panose="02010600030101010101" pitchFamily="2" charset="-122"/>
              </a:rPr>
              <a:t>802.3 </a:t>
            </a:r>
            <a:r>
              <a:rPr lang="zh-CN" altLang="en-US" dirty="0">
                <a:latin typeface="Times New Roman" panose="02020603050405020304" pitchFamily="18" charset="0"/>
                <a:ea typeface="宋体" panose="02010600030101010101" pitchFamily="2" charset="-122"/>
              </a:rPr>
              <a:t>协议规定的帧格式。</a:t>
            </a:r>
          </a:p>
          <a:p>
            <a:pPr marL="457200" indent="-457200" eaLnBrk="1" hangingPunct="1">
              <a:lnSpc>
                <a:spcPct val="90000"/>
              </a:lnSpc>
            </a:pPr>
            <a:r>
              <a:rPr lang="zh-CN" altLang="en-US" dirty="0">
                <a:latin typeface="Times New Roman" panose="02020603050405020304" pitchFamily="18" charset="0"/>
                <a:ea typeface="宋体" panose="02010600030101010101" pitchFamily="2" charset="-122"/>
              </a:rPr>
              <a:t>在半双工方式下使用 </a:t>
            </a:r>
            <a:r>
              <a:rPr lang="en-US" altLang="zh-CN" dirty="0">
                <a:latin typeface="Times New Roman" panose="02020603050405020304" pitchFamily="18" charset="0"/>
                <a:ea typeface="宋体" panose="02010600030101010101" pitchFamily="2" charset="-122"/>
              </a:rPr>
              <a:t>CSMA/CD </a:t>
            </a:r>
            <a:r>
              <a:rPr lang="zh-CN" altLang="en-US" dirty="0">
                <a:latin typeface="Times New Roman" panose="02020603050405020304" pitchFamily="18" charset="0"/>
                <a:ea typeface="宋体" panose="02010600030101010101" pitchFamily="2" charset="-122"/>
              </a:rPr>
              <a:t>协议（全双工方式不需要使用 </a:t>
            </a:r>
            <a:r>
              <a:rPr lang="en-US" altLang="zh-CN" dirty="0">
                <a:latin typeface="Times New Roman" panose="02020603050405020304" pitchFamily="18" charset="0"/>
                <a:ea typeface="宋体" panose="02010600030101010101" pitchFamily="2" charset="-122"/>
              </a:rPr>
              <a:t>CSMA/CD </a:t>
            </a:r>
            <a:r>
              <a:rPr lang="zh-CN" altLang="en-US" dirty="0">
                <a:latin typeface="Times New Roman" panose="02020603050405020304" pitchFamily="18" charset="0"/>
                <a:ea typeface="宋体" panose="02010600030101010101" pitchFamily="2" charset="-122"/>
              </a:rPr>
              <a:t>协议）。</a:t>
            </a:r>
          </a:p>
          <a:p>
            <a:pPr marL="457200" indent="-457200" eaLnBrk="1" hangingPunct="1">
              <a:lnSpc>
                <a:spcPct val="90000"/>
              </a:lnSpc>
            </a:pPr>
            <a:r>
              <a:rPr lang="zh-CN" altLang="en-US" dirty="0">
                <a:latin typeface="Times New Roman" panose="02020603050405020304" pitchFamily="18" charset="0"/>
                <a:ea typeface="宋体" panose="02010600030101010101" pitchFamily="2" charset="-122"/>
              </a:rPr>
              <a:t>与 </a:t>
            </a:r>
            <a:r>
              <a:rPr lang="en-US" altLang="zh-CN" dirty="0">
                <a:latin typeface="Times New Roman" panose="02020603050405020304" pitchFamily="18" charset="0"/>
                <a:ea typeface="宋体" panose="02010600030101010101" pitchFamily="2" charset="-122"/>
              </a:rPr>
              <a:t>10BASE-T </a:t>
            </a:r>
            <a:r>
              <a:rPr lang="zh-CN" altLang="en-US" dirty="0">
                <a:latin typeface="Times New Roman" panose="02020603050405020304" pitchFamily="18" charset="0"/>
                <a:ea typeface="宋体" panose="02010600030101010101" pitchFamily="2" charset="-122"/>
              </a:rPr>
              <a:t>和 </a:t>
            </a:r>
            <a:r>
              <a:rPr lang="en-US" altLang="zh-CN" dirty="0">
                <a:latin typeface="Times New Roman" panose="02020603050405020304" pitchFamily="18" charset="0"/>
                <a:ea typeface="宋体" panose="02010600030101010101" pitchFamily="2" charset="-122"/>
              </a:rPr>
              <a:t>100BASE-T </a:t>
            </a:r>
            <a:r>
              <a:rPr lang="zh-CN" altLang="en-US" dirty="0">
                <a:latin typeface="Times New Roman" panose="02020603050405020304" pitchFamily="18" charset="0"/>
                <a:ea typeface="宋体" panose="02010600030101010101" pitchFamily="2" charset="-122"/>
              </a:rPr>
              <a:t>技术向后兼容。</a:t>
            </a:r>
          </a:p>
        </p:txBody>
      </p:sp>
      <p:sp>
        <p:nvSpPr>
          <p:cNvPr id="291843" name="幻灯片编号占位符 1">
            <a:extLst>
              <a:ext uri="{FF2B5EF4-FFF2-40B4-BE49-F238E27FC236}">
                <a16:creationId xmlns:a16="http://schemas.microsoft.com/office/drawing/2014/main" id="{3D1A8A98-645F-414E-9372-CA1E60B8F15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09789C4-42FC-594D-AAC3-046F4416AF1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136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6554350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8333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8333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8333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89" name="Rectangle 2">
            <a:extLst>
              <a:ext uri="{FF2B5EF4-FFF2-40B4-BE49-F238E27FC236}">
                <a16:creationId xmlns:a16="http://schemas.microsoft.com/office/drawing/2014/main" id="{D21101D3-AC00-C642-B184-FB9106484078}"/>
              </a:ext>
            </a:extLst>
          </p:cNvPr>
          <p:cNvSpPr>
            <a:spLocks noGrp="1" noChangeArrowheads="1"/>
          </p:cNvSpPr>
          <p:nvPr>
            <p:ph type="title"/>
          </p:nvPr>
        </p:nvSpPr>
        <p:spPr>
          <a:xfrm>
            <a:off x="194310" y="195263"/>
            <a:ext cx="7279244" cy="661987"/>
          </a:xfrm>
        </p:spPr>
        <p:txBody>
          <a:bodyPr/>
          <a:lstStyle/>
          <a:p>
            <a:pPr eaLnBrk="1" hangingPunct="1"/>
            <a:r>
              <a:rPr lang="zh-CN" altLang="en-US" dirty="0">
                <a:latin typeface="Times New Roman" panose="02020603050405020304" pitchFamily="18" charset="0"/>
                <a:ea typeface="宋体" panose="02010600030101010101" pitchFamily="2" charset="-122"/>
              </a:rPr>
              <a:t>吉比特以太网的物理层 </a:t>
            </a:r>
          </a:p>
        </p:txBody>
      </p:sp>
      <p:sp>
        <p:nvSpPr>
          <p:cNvPr id="293890" name="Rectangle 3">
            <a:extLst>
              <a:ext uri="{FF2B5EF4-FFF2-40B4-BE49-F238E27FC236}">
                <a16:creationId xmlns:a16="http://schemas.microsoft.com/office/drawing/2014/main" id="{F80F7DFF-9E91-7646-A20F-E8D416A1C6DE}"/>
              </a:ext>
            </a:extLst>
          </p:cNvPr>
          <p:cNvSpPr>
            <a:spLocks noGrp="1" noChangeArrowheads="1"/>
          </p:cNvSpPr>
          <p:nvPr>
            <p:ph type="body" idx="1"/>
          </p:nvPr>
        </p:nvSpPr>
        <p:spPr>
          <a:xfrm>
            <a:off x="285750" y="1085850"/>
            <a:ext cx="8629650" cy="3483769"/>
          </a:xfrm>
        </p:spPr>
        <p:txBody>
          <a:bodyPr/>
          <a:lstStyle/>
          <a:p>
            <a:pPr marL="457200" indent="-457200" eaLnBrk="1" hangingPunct="1"/>
            <a:r>
              <a:rPr lang="en-US" altLang="zh-CN" dirty="0">
                <a:latin typeface="Times New Roman" panose="02020603050405020304" pitchFamily="18" charset="0"/>
                <a:ea typeface="宋体" panose="02010600030101010101" pitchFamily="2" charset="-122"/>
              </a:rPr>
              <a:t>1000BASE-X      </a:t>
            </a:r>
            <a:r>
              <a:rPr lang="zh-CN" altLang="en-US" dirty="0">
                <a:latin typeface="Times New Roman" panose="02020603050405020304" pitchFamily="18" charset="0"/>
                <a:ea typeface="宋体" panose="02010600030101010101" pitchFamily="2" charset="-122"/>
              </a:rPr>
              <a:t>基于光纤通道的物理层：</a:t>
            </a:r>
          </a:p>
          <a:p>
            <a:pPr marL="742950" lvl="1" indent="-400050" eaLnBrk="1" hangingPunct="1"/>
            <a:r>
              <a:rPr lang="en-US" altLang="zh-CN" dirty="0">
                <a:solidFill>
                  <a:srgbClr val="333399"/>
                </a:solidFill>
                <a:latin typeface="Arial" panose="020B0604020202020204" pitchFamily="34" charset="0"/>
                <a:ea typeface="宋体" panose="02010600030101010101" pitchFamily="2" charset="-122"/>
              </a:rPr>
              <a:t>1000BASE-SX   SX</a:t>
            </a:r>
            <a:r>
              <a:rPr lang="zh-CN" altLang="en-US" dirty="0">
                <a:solidFill>
                  <a:srgbClr val="333399"/>
                </a:solidFill>
                <a:latin typeface="Arial" panose="020B0604020202020204" pitchFamily="34" charset="0"/>
                <a:ea typeface="宋体" panose="02010600030101010101" pitchFamily="2" charset="-122"/>
              </a:rPr>
              <a:t>表示短波长</a:t>
            </a:r>
          </a:p>
          <a:p>
            <a:pPr marL="742950" lvl="1" indent="-400050" eaLnBrk="1" hangingPunct="1"/>
            <a:r>
              <a:rPr lang="en-US" altLang="zh-CN" dirty="0">
                <a:solidFill>
                  <a:srgbClr val="333399"/>
                </a:solidFill>
                <a:latin typeface="Arial" panose="020B0604020202020204" pitchFamily="34" charset="0"/>
                <a:ea typeface="宋体" panose="02010600030101010101" pitchFamily="2" charset="-122"/>
              </a:rPr>
              <a:t>1000BASE-LX   LX</a:t>
            </a:r>
            <a:r>
              <a:rPr lang="zh-CN" altLang="en-US" dirty="0">
                <a:solidFill>
                  <a:srgbClr val="333399"/>
                </a:solidFill>
                <a:latin typeface="Arial" panose="020B0604020202020204" pitchFamily="34" charset="0"/>
                <a:ea typeface="宋体" panose="02010600030101010101" pitchFamily="2" charset="-122"/>
              </a:rPr>
              <a:t>表示长波长</a:t>
            </a:r>
          </a:p>
          <a:p>
            <a:pPr marL="742950" lvl="1" indent="-400050" eaLnBrk="1" hangingPunct="1"/>
            <a:r>
              <a:rPr lang="en-US" altLang="zh-CN" dirty="0">
                <a:solidFill>
                  <a:srgbClr val="333399"/>
                </a:solidFill>
                <a:latin typeface="Arial" panose="020B0604020202020204" pitchFamily="34" charset="0"/>
                <a:ea typeface="宋体" panose="02010600030101010101" pitchFamily="2" charset="-122"/>
              </a:rPr>
              <a:t>1000BASE-CX   CX</a:t>
            </a:r>
            <a:r>
              <a:rPr lang="zh-CN" altLang="en-US" dirty="0">
                <a:solidFill>
                  <a:srgbClr val="333399"/>
                </a:solidFill>
                <a:latin typeface="Arial" panose="020B0604020202020204" pitchFamily="34" charset="0"/>
                <a:ea typeface="宋体" panose="02010600030101010101" pitchFamily="2" charset="-122"/>
              </a:rPr>
              <a:t>表示铜线</a:t>
            </a:r>
          </a:p>
          <a:p>
            <a:pPr marL="457200" indent="-457200" eaLnBrk="1" hangingPunct="1"/>
            <a:r>
              <a:rPr lang="en-US" altLang="zh-CN" dirty="0">
                <a:latin typeface="Times New Roman" panose="02020603050405020304" pitchFamily="18" charset="0"/>
                <a:ea typeface="宋体" panose="02010600030101010101" pitchFamily="2" charset="-122"/>
              </a:rPr>
              <a:t>1000BASE-T </a:t>
            </a:r>
          </a:p>
          <a:p>
            <a:pPr marL="742950" lvl="1" indent="-400050" eaLnBrk="1" hangingPunct="1"/>
            <a:r>
              <a:rPr lang="zh-CN" altLang="en-US" dirty="0">
                <a:solidFill>
                  <a:srgbClr val="333399"/>
                </a:solidFill>
                <a:latin typeface="Arial" panose="020B0604020202020204" pitchFamily="34" charset="0"/>
                <a:ea typeface="宋体" panose="02010600030101010101" pitchFamily="2" charset="-122"/>
              </a:rPr>
              <a:t>使用 </a:t>
            </a:r>
            <a:r>
              <a:rPr lang="en-US" altLang="zh-CN" dirty="0">
                <a:solidFill>
                  <a:srgbClr val="333399"/>
                </a:solidFill>
                <a:latin typeface="Arial" panose="020B0604020202020204" pitchFamily="34" charset="0"/>
                <a:ea typeface="宋体" panose="02010600030101010101" pitchFamily="2" charset="-122"/>
              </a:rPr>
              <a:t>4</a:t>
            </a:r>
            <a:r>
              <a:rPr lang="zh-CN" altLang="en-US" dirty="0">
                <a:solidFill>
                  <a:srgbClr val="333399"/>
                </a:solidFill>
                <a:latin typeface="Arial" panose="020B0604020202020204" pitchFamily="34" charset="0"/>
                <a:ea typeface="宋体" panose="02010600030101010101" pitchFamily="2" charset="-122"/>
              </a:rPr>
              <a:t>对 </a:t>
            </a:r>
            <a:r>
              <a:rPr lang="en-US" altLang="zh-CN" dirty="0">
                <a:solidFill>
                  <a:srgbClr val="333399"/>
                </a:solidFill>
                <a:latin typeface="Arial" panose="020B0604020202020204" pitchFamily="34" charset="0"/>
                <a:ea typeface="宋体" panose="02010600030101010101" pitchFamily="2" charset="-122"/>
              </a:rPr>
              <a:t>5 </a:t>
            </a:r>
            <a:r>
              <a:rPr lang="zh-CN" altLang="en-US" dirty="0">
                <a:solidFill>
                  <a:srgbClr val="333399"/>
                </a:solidFill>
                <a:latin typeface="Arial" panose="020B0604020202020204" pitchFamily="34" charset="0"/>
                <a:ea typeface="宋体" panose="02010600030101010101" pitchFamily="2" charset="-122"/>
              </a:rPr>
              <a:t>类线 </a:t>
            </a:r>
            <a:r>
              <a:rPr lang="en-US" altLang="zh-CN" dirty="0">
                <a:solidFill>
                  <a:srgbClr val="333399"/>
                </a:solidFill>
                <a:latin typeface="Arial" panose="020B0604020202020204" pitchFamily="34" charset="0"/>
                <a:ea typeface="宋体" panose="02010600030101010101" pitchFamily="2" charset="-122"/>
              </a:rPr>
              <a:t>UTP</a:t>
            </a:r>
            <a:r>
              <a:rPr lang="en-US" altLang="zh-CN" dirty="0">
                <a:latin typeface="Times New Roman" panose="02020603050405020304" pitchFamily="18" charset="0"/>
                <a:ea typeface="宋体" panose="02010600030101010101" pitchFamily="2" charset="-122"/>
              </a:rPr>
              <a:t> </a:t>
            </a:r>
          </a:p>
        </p:txBody>
      </p:sp>
      <p:sp>
        <p:nvSpPr>
          <p:cNvPr id="293891" name="幻灯片编号占位符 1">
            <a:extLst>
              <a:ext uri="{FF2B5EF4-FFF2-40B4-BE49-F238E27FC236}">
                <a16:creationId xmlns:a16="http://schemas.microsoft.com/office/drawing/2014/main" id="{FB4D2D0E-7B60-DD47-8285-4F1F7F2399E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44D6525-EB41-A141-A37A-7EB3161E7E0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137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21325495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3" name="Rectangle 2">
            <a:extLst>
              <a:ext uri="{FF2B5EF4-FFF2-40B4-BE49-F238E27FC236}">
                <a16:creationId xmlns:a16="http://schemas.microsoft.com/office/drawing/2014/main" id="{2578D2FE-A064-674F-ACAD-37A39F6178A0}"/>
              </a:ext>
            </a:extLst>
          </p:cNvPr>
          <p:cNvSpPr>
            <a:spLocks noGrp="1" noChangeArrowheads="1"/>
          </p:cNvSpPr>
          <p:nvPr>
            <p:ph type="title"/>
          </p:nvPr>
        </p:nvSpPr>
        <p:spPr>
          <a:xfrm>
            <a:off x="137161" y="160735"/>
            <a:ext cx="7782878" cy="817959"/>
          </a:xfrm>
        </p:spPr>
        <p:txBody>
          <a:bodyPr/>
          <a:lstStyle/>
          <a:p>
            <a:pPr eaLnBrk="1" hangingPunct="1"/>
            <a:r>
              <a:rPr lang="zh-CN" altLang="en-US" sz="3000" dirty="0">
                <a:ea typeface="宋体" panose="02010600030101010101" pitchFamily="2" charset="-122"/>
              </a:rPr>
              <a:t>以太网从 </a:t>
            </a:r>
            <a:r>
              <a:rPr lang="en-US" altLang="zh-CN" sz="3000" dirty="0">
                <a:ea typeface="宋体" panose="02010600030101010101" pitchFamily="2" charset="-122"/>
              </a:rPr>
              <a:t>10 Mb/s </a:t>
            </a:r>
            <a:r>
              <a:rPr lang="zh-CN" altLang="en-US" sz="3000" dirty="0">
                <a:ea typeface="宋体" panose="02010600030101010101" pitchFamily="2" charset="-122"/>
              </a:rPr>
              <a:t>到</a:t>
            </a:r>
            <a:r>
              <a:rPr lang="en-US" altLang="zh-CN" sz="3000" dirty="0">
                <a:ea typeface="宋体" panose="02010600030101010101" pitchFamily="2" charset="-122"/>
              </a:rPr>
              <a:t>100 Gb/s </a:t>
            </a:r>
            <a:r>
              <a:rPr lang="zh-CN" altLang="en-US" sz="3000" dirty="0">
                <a:ea typeface="宋体" panose="02010600030101010101" pitchFamily="2" charset="-122"/>
              </a:rPr>
              <a:t>的演进 </a:t>
            </a:r>
          </a:p>
        </p:txBody>
      </p:sp>
      <p:sp>
        <p:nvSpPr>
          <p:cNvPr id="493571" name="Rectangle 3">
            <a:extLst>
              <a:ext uri="{FF2B5EF4-FFF2-40B4-BE49-F238E27FC236}">
                <a16:creationId xmlns:a16="http://schemas.microsoft.com/office/drawing/2014/main" id="{7D28F0DF-7DB2-9D4B-B306-1D1770A8BAD6}"/>
              </a:ext>
            </a:extLst>
          </p:cNvPr>
          <p:cNvSpPr>
            <a:spLocks noGrp="1" noChangeArrowheads="1"/>
          </p:cNvSpPr>
          <p:nvPr>
            <p:ph type="body" idx="1"/>
          </p:nvPr>
        </p:nvSpPr>
        <p:spPr>
          <a:xfrm>
            <a:off x="251460" y="1097280"/>
            <a:ext cx="8698230" cy="3318749"/>
          </a:xfrm>
        </p:spPr>
        <p:txBody>
          <a:bodyPr/>
          <a:lstStyle/>
          <a:p>
            <a:pPr eaLnBrk="1" hangingPunct="1"/>
            <a:r>
              <a:rPr lang="zh-CN" altLang="en-US" dirty="0">
                <a:ea typeface="宋体" panose="02010600030101010101" pitchFamily="2" charset="-122"/>
              </a:rPr>
              <a:t>以太网从 </a:t>
            </a:r>
            <a:r>
              <a:rPr lang="en-US" altLang="zh-CN" dirty="0">
                <a:ea typeface="宋体" panose="02010600030101010101" pitchFamily="2" charset="-122"/>
              </a:rPr>
              <a:t>10 Mb/s </a:t>
            </a:r>
            <a:r>
              <a:rPr lang="zh-CN" altLang="en-US" dirty="0">
                <a:ea typeface="宋体" panose="02010600030101010101" pitchFamily="2" charset="-122"/>
              </a:rPr>
              <a:t>到 </a:t>
            </a:r>
            <a:r>
              <a:rPr lang="en-US" altLang="zh-CN" dirty="0">
                <a:ea typeface="宋体" panose="02010600030101010101" pitchFamily="2" charset="-122"/>
              </a:rPr>
              <a:t>100 Gb/s </a:t>
            </a:r>
            <a:r>
              <a:rPr lang="zh-CN" altLang="en-US" dirty="0">
                <a:ea typeface="宋体" panose="02010600030101010101" pitchFamily="2" charset="-122"/>
              </a:rPr>
              <a:t>的演进证明了以太网是：</a:t>
            </a:r>
          </a:p>
          <a:p>
            <a:pPr eaLnBrk="1" hangingPunct="1"/>
            <a:r>
              <a:rPr lang="zh-CN" altLang="en-US" dirty="0">
                <a:ea typeface="宋体" panose="02010600030101010101" pitchFamily="2" charset="-122"/>
              </a:rPr>
              <a:t>可扩展的（从 </a:t>
            </a:r>
            <a:r>
              <a:rPr lang="en-US" altLang="zh-CN" dirty="0">
                <a:ea typeface="宋体" panose="02010600030101010101" pitchFamily="2" charset="-122"/>
              </a:rPr>
              <a:t>10 Mb/s </a:t>
            </a:r>
            <a:r>
              <a:rPr lang="zh-CN" altLang="en-US" dirty="0">
                <a:ea typeface="宋体" panose="02010600030101010101" pitchFamily="2" charset="-122"/>
              </a:rPr>
              <a:t>到 </a:t>
            </a:r>
            <a:r>
              <a:rPr lang="en-US" altLang="zh-CN" dirty="0">
                <a:ea typeface="宋体" panose="02010600030101010101" pitchFamily="2" charset="-122"/>
              </a:rPr>
              <a:t>100 Gb/s</a:t>
            </a:r>
            <a:r>
              <a:rPr lang="zh-CN" altLang="en-US" dirty="0">
                <a:ea typeface="宋体" panose="02010600030101010101" pitchFamily="2" charset="-122"/>
              </a:rPr>
              <a:t>）。</a:t>
            </a:r>
          </a:p>
          <a:p>
            <a:pPr eaLnBrk="1" hangingPunct="1"/>
            <a:r>
              <a:rPr lang="zh-CN" altLang="en-US" dirty="0">
                <a:ea typeface="宋体" panose="02010600030101010101" pitchFamily="2" charset="-122"/>
              </a:rPr>
              <a:t>灵活的（多种传输媒体、全</a:t>
            </a:r>
            <a:r>
              <a:rPr lang="en-US" altLang="zh-CN" dirty="0">
                <a:ea typeface="宋体" panose="02010600030101010101" pitchFamily="2" charset="-122"/>
              </a:rPr>
              <a:t>/</a:t>
            </a:r>
            <a:r>
              <a:rPr lang="zh-CN" altLang="en-US" dirty="0">
                <a:ea typeface="宋体" panose="02010600030101010101" pitchFamily="2" charset="-122"/>
              </a:rPr>
              <a:t>半双工、共享</a:t>
            </a:r>
            <a:r>
              <a:rPr lang="en-US" altLang="zh-CN" dirty="0">
                <a:ea typeface="宋体" panose="02010600030101010101" pitchFamily="2" charset="-122"/>
              </a:rPr>
              <a:t>/</a:t>
            </a:r>
            <a:r>
              <a:rPr lang="zh-CN" altLang="en-US" dirty="0">
                <a:ea typeface="宋体" panose="02010600030101010101" pitchFamily="2" charset="-122"/>
              </a:rPr>
              <a:t>交换）。</a:t>
            </a:r>
          </a:p>
          <a:p>
            <a:pPr eaLnBrk="1" hangingPunct="1"/>
            <a:r>
              <a:rPr lang="zh-CN" altLang="en-US" dirty="0">
                <a:ea typeface="宋体" panose="02010600030101010101" pitchFamily="2" charset="-122"/>
              </a:rPr>
              <a:t>易于安装。</a:t>
            </a:r>
          </a:p>
          <a:p>
            <a:pPr eaLnBrk="1" hangingPunct="1"/>
            <a:r>
              <a:rPr lang="zh-CN" altLang="en-US" dirty="0">
                <a:ea typeface="宋体" panose="02010600030101010101" pitchFamily="2" charset="-122"/>
              </a:rPr>
              <a:t>稳健性好。 </a:t>
            </a:r>
          </a:p>
        </p:txBody>
      </p:sp>
      <p:sp>
        <p:nvSpPr>
          <p:cNvPr id="310275" name="幻灯片编号占位符 1">
            <a:extLst>
              <a:ext uri="{FF2B5EF4-FFF2-40B4-BE49-F238E27FC236}">
                <a16:creationId xmlns:a16="http://schemas.microsoft.com/office/drawing/2014/main" id="{6B020FAE-CCF6-7D43-91F8-61CF6A71265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78A3F72-88CA-1F45-9AAC-24507B8F22D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138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620203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9357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9357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93571">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9357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1" name="Rectangle 2">
            <a:extLst>
              <a:ext uri="{FF2B5EF4-FFF2-40B4-BE49-F238E27FC236}">
                <a16:creationId xmlns:a16="http://schemas.microsoft.com/office/drawing/2014/main" id="{4CA23C01-A152-5D41-8685-F78F82EC9914}"/>
              </a:ext>
            </a:extLst>
          </p:cNvPr>
          <p:cNvSpPr>
            <a:spLocks noGrp="1" noChangeArrowheads="1"/>
          </p:cNvSpPr>
          <p:nvPr>
            <p:ph type="title"/>
          </p:nvPr>
        </p:nvSpPr>
        <p:spPr>
          <a:xfrm>
            <a:off x="171451" y="250032"/>
            <a:ext cx="7767638" cy="630078"/>
          </a:xfrm>
        </p:spPr>
        <p:txBody>
          <a:bodyPr/>
          <a:lstStyle/>
          <a:p>
            <a:pPr eaLnBrk="1" hangingPunct="1"/>
            <a:r>
              <a:rPr lang="en-US" altLang="zh-CN" dirty="0">
                <a:latin typeface="Times New Roman" panose="02020603050405020304" pitchFamily="18" charset="0"/>
                <a:ea typeface="宋体" panose="02010600030101010101" pitchFamily="2" charset="-122"/>
              </a:rPr>
              <a:t>3.6.4  </a:t>
            </a:r>
            <a:r>
              <a:rPr lang="zh-CN" altLang="en-US" dirty="0">
                <a:latin typeface="Times New Roman" panose="02020603050405020304" pitchFamily="18" charset="0"/>
                <a:ea typeface="宋体" panose="02010600030101010101" pitchFamily="2" charset="-122"/>
              </a:rPr>
              <a:t>使用高速以太网进行宽带接入</a:t>
            </a:r>
          </a:p>
        </p:txBody>
      </p:sp>
      <p:sp>
        <p:nvSpPr>
          <p:cNvPr id="651267" name="Rectangle 3">
            <a:extLst>
              <a:ext uri="{FF2B5EF4-FFF2-40B4-BE49-F238E27FC236}">
                <a16:creationId xmlns:a16="http://schemas.microsoft.com/office/drawing/2014/main" id="{EA53AB85-D3AC-9949-937D-2E257BAA1742}"/>
              </a:ext>
            </a:extLst>
          </p:cNvPr>
          <p:cNvSpPr>
            <a:spLocks noGrp="1" noChangeArrowheads="1"/>
          </p:cNvSpPr>
          <p:nvPr>
            <p:ph type="body" idx="1"/>
          </p:nvPr>
        </p:nvSpPr>
        <p:spPr>
          <a:xfrm>
            <a:off x="262890" y="1040131"/>
            <a:ext cx="8595360" cy="3908108"/>
          </a:xfrm>
        </p:spPr>
        <p:txBody>
          <a:bodyPr/>
          <a:lstStyle/>
          <a:p>
            <a:pPr eaLnBrk="1" hangingPunct="1"/>
            <a:r>
              <a:rPr lang="zh-CN" altLang="en-US" sz="2100" dirty="0">
                <a:ea typeface="宋体" panose="02010600030101010101" pitchFamily="2" charset="-122"/>
              </a:rPr>
              <a:t>以太网已成功地把速率提高到 </a:t>
            </a:r>
            <a:r>
              <a:rPr lang="en-US" altLang="zh-CN" sz="2100" dirty="0">
                <a:ea typeface="宋体" panose="02010600030101010101" pitchFamily="2" charset="-122"/>
              </a:rPr>
              <a:t>1 ~ 10 Gb/s </a:t>
            </a:r>
            <a:r>
              <a:rPr lang="zh-CN" altLang="en-US" sz="2100" dirty="0">
                <a:ea typeface="宋体" panose="02010600030101010101" pitchFamily="2" charset="-122"/>
              </a:rPr>
              <a:t>，所覆盖的地理范围也扩展到了城域网和广域网，因此现在人们正在尝试使用以太网进行宽带接入。</a:t>
            </a:r>
          </a:p>
          <a:p>
            <a:pPr eaLnBrk="1" hangingPunct="1"/>
            <a:r>
              <a:rPr lang="zh-CN" altLang="en-US" sz="2100" dirty="0">
                <a:ea typeface="宋体" panose="02010600030101010101" pitchFamily="2" charset="-122"/>
              </a:rPr>
              <a:t>以太网接入的重要特点是它可提供双向的宽带通信，并且可根据用户对带宽的需求灵活地进行带宽升级。</a:t>
            </a:r>
          </a:p>
          <a:p>
            <a:pPr eaLnBrk="1" hangingPunct="1"/>
            <a:r>
              <a:rPr lang="zh-CN" altLang="en-US" sz="2100" dirty="0">
                <a:ea typeface="宋体" panose="02010600030101010101" pitchFamily="2" charset="-122"/>
              </a:rPr>
              <a:t>采用以太网接入可实现端到端的以太网传输，中间不需要再进行帧格式的转换。这就提高了数据的传输效率和降低了传输的成本。  </a:t>
            </a:r>
          </a:p>
        </p:txBody>
      </p:sp>
      <p:sp>
        <p:nvSpPr>
          <p:cNvPr id="312323" name="幻灯片编号占位符 1">
            <a:extLst>
              <a:ext uri="{FF2B5EF4-FFF2-40B4-BE49-F238E27FC236}">
                <a16:creationId xmlns:a16="http://schemas.microsoft.com/office/drawing/2014/main" id="{07111900-8290-DE48-9358-4C02E4B45E1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13DA33E-503B-134D-8CC1-E3E2410151F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139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2721584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5126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512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F6284F2-C05D-104B-8E34-0E5C4BF86F86}"/>
              </a:ext>
            </a:extLst>
          </p:cNvPr>
          <p:cNvSpPr>
            <a:spLocks noGrp="1"/>
          </p:cNvSpPr>
          <p:nvPr>
            <p:ph idx="1"/>
          </p:nvPr>
        </p:nvSpPr>
        <p:spPr>
          <a:xfrm>
            <a:off x="133563" y="1031278"/>
            <a:ext cx="8804953" cy="3708326"/>
          </a:xfrm>
        </p:spPr>
        <p:txBody>
          <a:bodyPr/>
          <a:lstStyle/>
          <a:p>
            <a:pPr eaLnBrk="1" hangingPunct="1">
              <a:spcBef>
                <a:spcPts val="0"/>
              </a:spcBef>
            </a:pPr>
            <a:r>
              <a:rPr lang="zh-CN" altLang="zh-CN" sz="1800" dirty="0">
                <a:latin typeface="微软雅黑" panose="020B0503020204020204" pitchFamily="34" charset="-122"/>
                <a:ea typeface="宋体" panose="02010600030101010101" pitchFamily="2" charset="-122"/>
              </a:rPr>
              <a:t>数据链路层的功能</a:t>
            </a:r>
          </a:p>
          <a:p>
            <a:pPr eaLnBrk="1" hangingPunct="1">
              <a:spcBef>
                <a:spcPts val="0"/>
              </a:spcBef>
            </a:pPr>
            <a:r>
              <a:rPr lang="zh-CN" altLang="zh-CN" sz="1800" dirty="0">
                <a:latin typeface="微软雅黑" panose="020B0503020204020204" pitchFamily="34" charset="-122"/>
                <a:ea typeface="宋体" panose="02010600030101010101" pitchFamily="2" charset="-122"/>
              </a:rPr>
              <a:t>组帧</a:t>
            </a:r>
          </a:p>
          <a:p>
            <a:pPr eaLnBrk="1" hangingPunct="1">
              <a:spcBef>
                <a:spcPts val="0"/>
              </a:spcBef>
            </a:pPr>
            <a:r>
              <a:rPr lang="zh-CN" altLang="zh-CN" sz="1800" dirty="0">
                <a:latin typeface="微软雅黑" panose="020B0503020204020204" pitchFamily="34" charset="-122"/>
                <a:ea typeface="宋体" panose="02010600030101010101" pitchFamily="2" charset="-122"/>
              </a:rPr>
              <a:t>差错控制</a:t>
            </a:r>
          </a:p>
          <a:p>
            <a:pPr lvl="1" eaLnBrk="1" hangingPunct="1">
              <a:spcBef>
                <a:spcPts val="0"/>
              </a:spcBef>
              <a:buClr>
                <a:srgbClr val="FF0000"/>
              </a:buClr>
              <a:buSzPct val="60000"/>
              <a:buFont typeface="Wingdings" pitchFamily="2" charset="2"/>
              <a:buChar char="l"/>
            </a:pPr>
            <a:r>
              <a:rPr lang="zh-CN" altLang="zh-CN" sz="1600" dirty="0">
                <a:latin typeface="微软雅黑" panose="020B0503020204020204" pitchFamily="34" charset="-122"/>
                <a:ea typeface="宋体" panose="02010600030101010101" pitchFamily="2" charset="-122"/>
              </a:rPr>
              <a:t>检错编码</a:t>
            </a:r>
          </a:p>
          <a:p>
            <a:pPr lvl="1" eaLnBrk="1" hangingPunct="1">
              <a:spcBef>
                <a:spcPts val="0"/>
              </a:spcBef>
              <a:buClr>
                <a:srgbClr val="FF0000"/>
              </a:buClr>
              <a:buSzPct val="60000"/>
              <a:buFont typeface="Wingdings" pitchFamily="2" charset="2"/>
              <a:buChar char="l"/>
            </a:pPr>
            <a:r>
              <a:rPr lang="zh-CN" altLang="zh-CN" sz="1600" dirty="0">
                <a:latin typeface="微软雅黑" panose="020B0503020204020204" pitchFamily="34" charset="-122"/>
                <a:ea typeface="宋体" panose="02010600030101010101" pitchFamily="2" charset="-122"/>
              </a:rPr>
              <a:t>纠错编码</a:t>
            </a:r>
          </a:p>
          <a:p>
            <a:pPr eaLnBrk="1" hangingPunct="1">
              <a:spcBef>
                <a:spcPts val="0"/>
              </a:spcBef>
            </a:pPr>
            <a:r>
              <a:rPr lang="zh-CN" altLang="en-US" sz="1800" dirty="0">
                <a:latin typeface="微软雅黑" panose="020B0503020204020204" pitchFamily="34" charset="-122"/>
                <a:ea typeface="宋体" panose="02010600030101010101" pitchFamily="2" charset="-122"/>
              </a:rPr>
              <a:t>常见</a:t>
            </a:r>
            <a:r>
              <a:rPr lang="zh-CN" altLang="zh-CN" sz="1800" dirty="0">
                <a:latin typeface="微软雅黑" panose="020B0503020204020204" pitchFamily="34" charset="-122"/>
                <a:ea typeface="宋体" panose="02010600030101010101" pitchFamily="2" charset="-122"/>
              </a:rPr>
              <a:t>数据链路层</a:t>
            </a:r>
            <a:r>
              <a:rPr lang="zh-CN" altLang="en-US" sz="1800" dirty="0">
                <a:latin typeface="微软雅黑" panose="020B0503020204020204" pitchFamily="34" charset="-122"/>
                <a:ea typeface="宋体" panose="02010600030101010101" pitchFamily="2" charset="-122"/>
              </a:rPr>
              <a:t>协议</a:t>
            </a:r>
            <a:endParaRPr lang="en-US" altLang="zh-CN" sz="1800" dirty="0">
              <a:latin typeface="微软雅黑" panose="020B0503020204020204" pitchFamily="34" charset="-122"/>
              <a:ea typeface="宋体" panose="02010600030101010101" pitchFamily="2" charset="-122"/>
            </a:endParaRPr>
          </a:p>
          <a:p>
            <a:pPr lvl="1" eaLnBrk="1" hangingPunct="1">
              <a:spcBef>
                <a:spcPts val="0"/>
              </a:spcBef>
              <a:buClr>
                <a:srgbClr val="FF0000"/>
              </a:buClr>
              <a:buSzPct val="60000"/>
              <a:buFont typeface="Wingdings" pitchFamily="2" charset="2"/>
              <a:buChar char="l"/>
            </a:pPr>
            <a:r>
              <a:rPr lang="en-US" altLang="zh-CN" sz="1600" dirty="0">
                <a:latin typeface="微软雅黑" panose="020B0503020204020204" pitchFamily="34" charset="-122"/>
                <a:ea typeface="宋体" panose="02010600030101010101" pitchFamily="2" charset="-122"/>
              </a:rPr>
              <a:t>PPP</a:t>
            </a:r>
            <a:r>
              <a:rPr lang="zh-CN" altLang="zh-CN" sz="1600" dirty="0">
                <a:latin typeface="微软雅黑" panose="020B0503020204020204" pitchFamily="34" charset="-122"/>
                <a:ea typeface="宋体" panose="02010600030101010101" pitchFamily="2" charset="-122"/>
              </a:rPr>
              <a:t>协议</a:t>
            </a:r>
            <a:r>
              <a:rPr lang="zh-CN" altLang="en-US" sz="1600" dirty="0">
                <a:latin typeface="微软雅黑" panose="020B0503020204020204" pitchFamily="34" charset="-122"/>
                <a:ea typeface="宋体" panose="02010600030101010101" pitchFamily="2" charset="-122"/>
              </a:rPr>
              <a:t>、</a:t>
            </a:r>
            <a:r>
              <a:rPr lang="en-US" altLang="zh-CN" sz="1600" dirty="0">
                <a:latin typeface="微软雅黑" panose="020B0503020204020204" pitchFamily="34" charset="-122"/>
                <a:ea typeface="宋体" panose="02010600030101010101" pitchFamily="2" charset="-122"/>
              </a:rPr>
              <a:t>HDLC</a:t>
            </a:r>
            <a:r>
              <a:rPr lang="zh-CN" altLang="zh-CN" sz="1600" dirty="0">
                <a:latin typeface="微软雅黑" panose="020B0503020204020204" pitchFamily="34" charset="-122"/>
                <a:ea typeface="宋体" panose="02010600030101010101" pitchFamily="2" charset="-122"/>
              </a:rPr>
              <a:t>协议</a:t>
            </a:r>
            <a:endParaRPr lang="en-US" altLang="zh-CN" sz="1600" dirty="0">
              <a:latin typeface="微软雅黑" panose="020B0503020204020204" pitchFamily="34" charset="-122"/>
              <a:ea typeface="宋体" panose="02010600030101010101" pitchFamily="2" charset="-122"/>
            </a:endParaRPr>
          </a:p>
          <a:p>
            <a:pPr eaLnBrk="1" hangingPunct="1">
              <a:spcBef>
                <a:spcPts val="0"/>
              </a:spcBef>
            </a:pPr>
            <a:r>
              <a:rPr lang="zh-CN" altLang="zh-CN" sz="1800" dirty="0">
                <a:latin typeface="微软雅黑" panose="020B0503020204020204" pitchFamily="34" charset="-122"/>
                <a:ea typeface="宋体" panose="02010600030101010101" pitchFamily="2" charset="-122"/>
              </a:rPr>
              <a:t>随</a:t>
            </a:r>
            <a:r>
              <a:rPr lang="zh-CN" altLang="en-US" sz="1800" dirty="0">
                <a:latin typeface="微软雅黑" panose="020B0503020204020204" pitchFamily="34" charset="-122"/>
                <a:ea typeface="宋体" panose="02010600030101010101" pitchFamily="2" charset="-122"/>
              </a:rPr>
              <a:t>机</a:t>
            </a:r>
            <a:r>
              <a:rPr lang="zh-CN" altLang="zh-CN" sz="1800" dirty="0">
                <a:latin typeface="微软雅黑" panose="020B0503020204020204" pitchFamily="34" charset="-122"/>
                <a:ea typeface="宋体" panose="02010600030101010101" pitchFamily="2" charset="-122"/>
              </a:rPr>
              <a:t>访问介质访问控制</a:t>
            </a:r>
          </a:p>
          <a:p>
            <a:pPr lvl="1" eaLnBrk="1" hangingPunct="1">
              <a:spcBef>
                <a:spcPts val="0"/>
              </a:spcBef>
              <a:buClr>
                <a:srgbClr val="FF0000"/>
              </a:buClr>
              <a:buSzPct val="60000"/>
              <a:buFont typeface="Wingdings" pitchFamily="2" charset="2"/>
              <a:buChar char="l"/>
            </a:pPr>
            <a:r>
              <a:rPr lang="en-US" altLang="zh-CN" sz="1600" dirty="0">
                <a:latin typeface="微软雅黑" panose="020B0503020204020204" pitchFamily="34" charset="-122"/>
                <a:ea typeface="宋体" panose="02010600030101010101" pitchFamily="2" charset="-122"/>
              </a:rPr>
              <a:t>CSMA/CD</a:t>
            </a:r>
            <a:r>
              <a:rPr lang="zh-CN" altLang="zh-CN" sz="1600" dirty="0">
                <a:latin typeface="微软雅黑" panose="020B0503020204020204" pitchFamily="34" charset="-122"/>
                <a:ea typeface="宋体" panose="02010600030101010101" pitchFamily="2" charset="-122"/>
              </a:rPr>
              <a:t>协议。</a:t>
            </a:r>
          </a:p>
          <a:p>
            <a:pPr eaLnBrk="1" hangingPunct="1">
              <a:spcBef>
                <a:spcPts val="0"/>
              </a:spcBef>
            </a:pPr>
            <a:r>
              <a:rPr lang="zh-CN" altLang="zh-CN" sz="1800" dirty="0">
                <a:latin typeface="微软雅黑" panose="020B0503020204020204" pitchFamily="34" charset="-122"/>
                <a:ea typeface="宋体" panose="02010600030101010101" pitchFamily="2" charset="-122"/>
              </a:rPr>
              <a:t>局域网</a:t>
            </a:r>
          </a:p>
          <a:p>
            <a:pPr lvl="1" eaLnBrk="1" hangingPunct="1">
              <a:spcBef>
                <a:spcPts val="0"/>
              </a:spcBef>
              <a:buClr>
                <a:srgbClr val="FF0000"/>
              </a:buClr>
              <a:buSzPct val="60000"/>
              <a:buFont typeface="Wingdings" pitchFamily="2" charset="2"/>
              <a:buChar char="l"/>
            </a:pPr>
            <a:r>
              <a:rPr lang="zh-CN" altLang="zh-CN" sz="1600" dirty="0">
                <a:latin typeface="微软雅黑" panose="020B0503020204020204" pitchFamily="34" charset="-122"/>
                <a:ea typeface="宋体" panose="02010600030101010101" pitchFamily="2" charset="-122"/>
              </a:rPr>
              <a:t>局域网的基本概念与体系结构</a:t>
            </a:r>
          </a:p>
          <a:p>
            <a:pPr lvl="1" eaLnBrk="1" hangingPunct="1">
              <a:spcBef>
                <a:spcPts val="0"/>
              </a:spcBef>
              <a:buClr>
                <a:srgbClr val="FF0000"/>
              </a:buClr>
              <a:buSzPct val="60000"/>
              <a:buFont typeface="Wingdings" pitchFamily="2" charset="2"/>
              <a:buChar char="l"/>
            </a:pPr>
            <a:r>
              <a:rPr lang="zh-CN" altLang="zh-CN" sz="1600" dirty="0">
                <a:latin typeface="微软雅黑" panose="020B0503020204020204" pitchFamily="34" charset="-122"/>
                <a:ea typeface="宋体" panose="02010600030101010101" pitchFamily="2" charset="-122"/>
              </a:rPr>
              <a:t>以太网与</a:t>
            </a:r>
            <a:r>
              <a:rPr lang="en-US" altLang="zh-CN" sz="1600" dirty="0">
                <a:latin typeface="微软雅黑" panose="020B0503020204020204" pitchFamily="34" charset="-122"/>
                <a:ea typeface="宋体" panose="02010600030101010101" pitchFamily="2" charset="-122"/>
              </a:rPr>
              <a:t>IEEE 802.3</a:t>
            </a:r>
          </a:p>
          <a:p>
            <a:pPr eaLnBrk="1" hangingPunct="1">
              <a:spcBef>
                <a:spcPts val="0"/>
              </a:spcBef>
            </a:pPr>
            <a:r>
              <a:rPr lang="zh-CN" altLang="zh-CN" sz="1800" dirty="0">
                <a:latin typeface="微软雅黑" panose="020B0503020204020204" pitchFamily="34" charset="-122"/>
                <a:ea typeface="宋体" panose="02010600030101010101" pitchFamily="2" charset="-122"/>
              </a:rPr>
              <a:t>数据链路层设备</a:t>
            </a:r>
          </a:p>
          <a:p>
            <a:pPr lvl="1" eaLnBrk="1" hangingPunct="1">
              <a:spcBef>
                <a:spcPts val="0"/>
              </a:spcBef>
              <a:buClr>
                <a:srgbClr val="FF0000"/>
              </a:buClr>
              <a:buSzPct val="60000"/>
              <a:buFont typeface="Wingdings" pitchFamily="2" charset="2"/>
              <a:buChar char="l"/>
            </a:pPr>
            <a:r>
              <a:rPr lang="zh-CN" altLang="zh-CN" sz="1600" dirty="0">
                <a:latin typeface="微软雅黑" panose="020B0503020204020204" pitchFamily="34" charset="-122"/>
                <a:ea typeface="宋体" panose="02010600030101010101" pitchFamily="2" charset="-122"/>
              </a:rPr>
              <a:t>网桥</a:t>
            </a:r>
            <a:r>
              <a:rPr lang="zh-CN" altLang="en-US" sz="1600" dirty="0">
                <a:latin typeface="微软雅黑" panose="020B0503020204020204" pitchFamily="34" charset="-122"/>
                <a:ea typeface="宋体" panose="02010600030101010101" pitchFamily="2" charset="-122"/>
              </a:rPr>
              <a:t>：</a:t>
            </a:r>
            <a:r>
              <a:rPr lang="zh-CN" altLang="zh-CN" sz="1600" dirty="0">
                <a:latin typeface="微软雅黑" panose="020B0503020204020204" pitchFamily="34" charset="-122"/>
                <a:ea typeface="宋体" panose="02010600030101010101" pitchFamily="2" charset="-122"/>
              </a:rPr>
              <a:t>网桥的概念；透明网桥与生成树算</a:t>
            </a:r>
            <a:r>
              <a:rPr lang="zh-CN" altLang="en-US" sz="1600" dirty="0">
                <a:latin typeface="微软雅黑" panose="020B0503020204020204" pitchFamily="34" charset="-122"/>
                <a:ea typeface="宋体" panose="02010600030101010101" pitchFamily="2" charset="-122"/>
              </a:rPr>
              <a:t>法</a:t>
            </a:r>
            <a:r>
              <a:rPr lang="zh-CN" altLang="zh-CN" sz="1600" dirty="0">
                <a:latin typeface="微软雅黑" panose="020B0503020204020204" pitchFamily="34" charset="-122"/>
                <a:ea typeface="宋体" panose="02010600030101010101" pitchFamily="2" charset="-122"/>
              </a:rPr>
              <a:t>；源选径网桥与源选径算法</a:t>
            </a:r>
          </a:p>
          <a:p>
            <a:pPr lvl="1" eaLnBrk="1" hangingPunct="1">
              <a:spcBef>
                <a:spcPts val="0"/>
              </a:spcBef>
              <a:buClr>
                <a:srgbClr val="FF0000"/>
              </a:buClr>
              <a:buSzPct val="60000"/>
              <a:buFont typeface="Wingdings" pitchFamily="2" charset="2"/>
              <a:buChar char="l"/>
            </a:pPr>
            <a:r>
              <a:rPr lang="zh-CN" altLang="zh-CN" sz="1600" dirty="0">
                <a:latin typeface="微软雅黑" panose="020B0503020204020204" pitchFamily="34" charset="-122"/>
                <a:ea typeface="宋体" panose="02010600030101010101" pitchFamily="2" charset="-122"/>
              </a:rPr>
              <a:t>局域网交换机及其工作原理。 </a:t>
            </a:r>
            <a:endParaRPr lang="en-US" altLang="zh-CN" sz="1600" dirty="0">
              <a:latin typeface="微软雅黑" panose="020B0503020204020204" pitchFamily="34" charset="-122"/>
              <a:ea typeface="宋体" panose="02010600030101010101" pitchFamily="2" charset="-122"/>
            </a:endParaRPr>
          </a:p>
        </p:txBody>
      </p:sp>
      <p:sp>
        <p:nvSpPr>
          <p:cNvPr id="313345" name="幻灯片编号占位符 1">
            <a:extLst>
              <a:ext uri="{FF2B5EF4-FFF2-40B4-BE49-F238E27FC236}">
                <a16:creationId xmlns:a16="http://schemas.microsoft.com/office/drawing/2014/main" id="{FDAFA9F6-AE7F-5E4F-BC80-D35F5065832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2E06C60-01D2-1D49-8F04-8801D954815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140</a:t>
            </a:fld>
            <a:endParaRPr lang="en-US" altLang="zh-CN" sz="1050" dirty="0">
              <a:solidFill>
                <a:schemeClr val="tx1"/>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C7315CAA-C770-0942-8062-92D25AB4D976}"/>
              </a:ext>
            </a:extLst>
          </p:cNvPr>
          <p:cNvSpPr>
            <a:spLocks noGrp="1"/>
          </p:cNvSpPr>
          <p:nvPr>
            <p:ph type="title"/>
          </p:nvPr>
        </p:nvSpPr>
        <p:spPr/>
        <p:txBody>
          <a:bodyPr/>
          <a:lstStyle/>
          <a:p>
            <a:r>
              <a:rPr lang="zh-CN" altLang="en-US" dirty="0">
                <a:latin typeface="微软雅黑" panose="020B0503020204020204" pitchFamily="34" charset="-122"/>
                <a:ea typeface="宋体" panose="02010600030101010101" pitchFamily="2" charset="-122"/>
              </a:rPr>
              <a:t>本章小结</a:t>
            </a:r>
            <a:endParaRPr kumimoji="1" lang="zh-CN" altLang="en-US" dirty="0"/>
          </a:p>
        </p:txBody>
      </p:sp>
    </p:spTree>
    <p:extLst>
      <p:ext uri="{BB962C8B-B14F-4D97-AF65-F5344CB8AC3E}">
        <p14:creationId xmlns:p14="http://schemas.microsoft.com/office/powerpoint/2010/main" val="208471139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4369" name="标题 1">
            <a:extLst>
              <a:ext uri="{FF2B5EF4-FFF2-40B4-BE49-F238E27FC236}">
                <a16:creationId xmlns:a16="http://schemas.microsoft.com/office/drawing/2014/main" id="{CE41F23A-FA91-8C4D-B24D-313B89561243}"/>
              </a:ext>
            </a:extLst>
          </p:cNvPr>
          <p:cNvSpPr>
            <a:spLocks noGrp="1" noChangeArrowheads="1"/>
          </p:cNvSpPr>
          <p:nvPr>
            <p:ph type="ctrTitle"/>
          </p:nvPr>
        </p:nvSpPr>
        <p:spPr>
          <a:xfrm>
            <a:off x="1818085" y="1762125"/>
            <a:ext cx="5829300" cy="1096566"/>
          </a:xfrm>
        </p:spPr>
        <p:txBody>
          <a:bodyPr/>
          <a:lstStyle/>
          <a:p>
            <a:pPr algn="ctr"/>
            <a:r>
              <a:rPr kumimoji="1" lang="en-US" altLang="zh-CN" sz="4500">
                <a:latin typeface="Times New Roman" panose="02020603050405020304" pitchFamily="18" charset="0"/>
                <a:ea typeface="宋体" panose="02010600030101010101" pitchFamily="2" charset="-122"/>
              </a:rPr>
              <a:t>END</a:t>
            </a:r>
            <a:r>
              <a:rPr kumimoji="1" lang="zh-CN" altLang="en-US" sz="4500">
                <a:latin typeface="Times New Roman" panose="02020603050405020304" pitchFamily="18" charset="0"/>
                <a:ea typeface="宋体" panose="02010600030101010101" pitchFamily="2" charset="-122"/>
              </a:rPr>
              <a:t>！</a:t>
            </a:r>
          </a:p>
        </p:txBody>
      </p:sp>
    </p:spTree>
    <p:extLst>
      <p:ext uri="{BB962C8B-B14F-4D97-AF65-F5344CB8AC3E}">
        <p14:creationId xmlns:p14="http://schemas.microsoft.com/office/powerpoint/2010/main" val="3398086172"/>
      </p:ext>
    </p:extLst>
  </p:cSld>
  <p:clrMapOvr>
    <a:masterClrMapping/>
  </p:clrMapOvr>
</p:sld>
</file>

<file path=ppt/theme/theme1.xml><?xml version="1.0" encoding="utf-8"?>
<a:theme xmlns:a="http://schemas.openxmlformats.org/drawingml/2006/main" name="自定义设计方案">
  <a:themeElements>
    <a:clrScheme name="绿色">
      <a:dk1>
        <a:srgbClr val="000000"/>
      </a:dk1>
      <a:lt1>
        <a:srgbClr val="FFFFFF"/>
      </a:lt1>
      <a:dk2>
        <a:srgbClr val="455F51"/>
      </a:dk2>
      <a:lt2>
        <a:srgbClr val="E3DED1"/>
      </a:lt2>
      <a:accent1>
        <a:srgbClr val="549E39"/>
      </a:accent1>
      <a:accent2>
        <a:srgbClr val="8AB833"/>
      </a:accent2>
      <a:accent3>
        <a:srgbClr val="FFFFFF"/>
      </a:accent3>
      <a:accent4>
        <a:srgbClr val="000000"/>
      </a:accent4>
      <a:accent5>
        <a:srgbClr val="B3CCAE"/>
      </a:accent5>
      <a:accent6>
        <a:srgbClr val="7DA62D"/>
      </a:accent6>
      <a:hlink>
        <a:srgbClr val="6B9F25"/>
      </a:hlink>
      <a:folHlink>
        <a:srgbClr val="BA6906"/>
      </a:folHlink>
    </a:clrScheme>
    <a:fontScheme name="微软雅黑">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43954</TotalTime>
  <Pages>0</Pages>
  <Words>12663</Words>
  <Characters>0</Characters>
  <Application>Microsoft Macintosh PowerPoint</Application>
  <DocSecurity>0</DocSecurity>
  <PresentationFormat>全屏显示(16:9)</PresentationFormat>
  <Lines>0</Lines>
  <Paragraphs>1762</Paragraphs>
  <Slides>141</Slides>
  <Notes>130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141</vt:i4>
      </vt:variant>
    </vt:vector>
  </HeadingPairs>
  <TitlesOfParts>
    <vt:vector size="154" baseType="lpstr">
      <vt:lpstr>微软雅黑</vt:lpstr>
      <vt:lpstr>Calibri Light</vt:lpstr>
      <vt:lpstr>黑体</vt:lpstr>
      <vt:lpstr>宋体</vt:lpstr>
      <vt:lpstr>Wingdings</vt:lpstr>
      <vt:lpstr>Calibri</vt:lpstr>
      <vt:lpstr>Arial Rounded MT Bold</vt:lpstr>
      <vt:lpstr>Times New Roman</vt:lpstr>
      <vt:lpstr>Arial</vt:lpstr>
      <vt:lpstr>Courier New</vt:lpstr>
      <vt:lpstr>Tahoma</vt:lpstr>
      <vt:lpstr>自定义设计方案</vt:lpstr>
      <vt:lpstr>公式</vt:lpstr>
      <vt:lpstr>计算机网络（第 6/7/8 版）</vt:lpstr>
      <vt:lpstr>第 3 章  数据链路层</vt:lpstr>
      <vt:lpstr>第 3 章  数据链路层（续）</vt:lpstr>
      <vt:lpstr>数据链路层</vt:lpstr>
      <vt:lpstr>数据链路层的简单模型</vt:lpstr>
      <vt:lpstr>数据链路层的简单模型(续）</vt:lpstr>
      <vt:lpstr>3.1 使用点对点信道的数据链路层  </vt:lpstr>
      <vt:lpstr>PowerPoint 演示文稿</vt:lpstr>
      <vt:lpstr>数据链路层像个数字管道 </vt:lpstr>
      <vt:lpstr>3.1.2  三个基本问题 </vt:lpstr>
      <vt:lpstr>1.  封装成帧</vt:lpstr>
      <vt:lpstr>用控制字符进行帧定界的方法举例 </vt:lpstr>
      <vt:lpstr>2.  透明传输</vt:lpstr>
      <vt:lpstr>解决透明传输问题</vt:lpstr>
      <vt:lpstr>用字节填充法解决透明传输的问题 </vt:lpstr>
      <vt:lpstr>3. 错误检测和纠正（1）</vt:lpstr>
      <vt:lpstr>3. 错误检测和纠正（2）</vt:lpstr>
      <vt:lpstr>检错和纠错</vt:lpstr>
      <vt:lpstr>检错和纠错</vt:lpstr>
      <vt:lpstr>3. 错误检测和纠正（3）</vt:lpstr>
      <vt:lpstr>设计纠错码</vt:lpstr>
      <vt:lpstr>3. 错误检测和纠正（4）</vt:lpstr>
      <vt:lpstr>3. 错误检测和纠正（5）</vt:lpstr>
      <vt:lpstr>PowerPoint 演示文稿</vt:lpstr>
      <vt:lpstr>纠正码字中的单个数据位错误</vt:lpstr>
      <vt:lpstr>纠正码字中的单个数据位错误</vt:lpstr>
      <vt:lpstr>纠正码字中的单个数据位错误</vt:lpstr>
      <vt:lpstr>纠正码字中的单个校验位错</vt:lpstr>
      <vt:lpstr>3. 错误检测和纠正（6）</vt:lpstr>
      <vt:lpstr>纠错码与检错码</vt:lpstr>
      <vt:lpstr>3. 错误检测和纠正（7）</vt:lpstr>
      <vt:lpstr>3. 错误检测和纠正（8）</vt:lpstr>
      <vt:lpstr>PowerPoint 演示文稿</vt:lpstr>
      <vt:lpstr>3. 错误检测和纠正（9）</vt:lpstr>
      <vt:lpstr>帧检验序列 FCS </vt:lpstr>
      <vt:lpstr>检测出差错 </vt:lpstr>
      <vt:lpstr>应当注意 </vt:lpstr>
      <vt:lpstr>3.2  点对点协议 PPP</vt:lpstr>
      <vt:lpstr>用户到 ISP 的链路使用 PPP 协议 </vt:lpstr>
      <vt:lpstr>1. PPP 协议应满足的需求 </vt:lpstr>
      <vt:lpstr>2. PPP 协议不需要的功能</vt:lpstr>
      <vt:lpstr>3.  PPP 协议的组成 </vt:lpstr>
      <vt:lpstr>3.2.2   PPP 协议的帧格式</vt:lpstr>
      <vt:lpstr>PPP 协议的帧格式</vt:lpstr>
      <vt:lpstr>透明传输问题 </vt:lpstr>
      <vt:lpstr>字符填充 </vt:lpstr>
      <vt:lpstr>零比特填充 </vt:lpstr>
      <vt:lpstr>零比特填充</vt:lpstr>
      <vt:lpstr> 不提供使用序号和确认的可靠传输 </vt:lpstr>
      <vt:lpstr> 3.2.3   PPP 协议的工作状态 </vt:lpstr>
      <vt:lpstr>3.3  使用广播信道的数据链路层</vt:lpstr>
      <vt:lpstr>局域网的拓扑 </vt:lpstr>
      <vt:lpstr>媒体共享技术</vt:lpstr>
      <vt:lpstr>以太网的两个标准  </vt:lpstr>
      <vt:lpstr>数据链路层的两个子层 </vt:lpstr>
      <vt:lpstr>局域网对 LLC 子层是透明的 </vt:lpstr>
      <vt:lpstr>以后一般不考虑 LLC 子层 </vt:lpstr>
      <vt:lpstr>2.  适配器的作用  </vt:lpstr>
      <vt:lpstr>计算机通过适配器和局域网进行通信 </vt:lpstr>
      <vt:lpstr>3.3.2   CSMA/CD 协议 </vt:lpstr>
      <vt:lpstr>以太网的广播方式发送 </vt:lpstr>
      <vt:lpstr>为了通信的简便以太网采取了两种重要的措施 </vt:lpstr>
      <vt:lpstr>以太网提供的服务 </vt:lpstr>
      <vt:lpstr>以太网发送的数据都使用曼彻斯特(Manchester)编码 </vt:lpstr>
      <vt:lpstr>载波监听多点接入/碰撞检测  CSMA/CD </vt:lpstr>
      <vt:lpstr>碰撞检测</vt:lpstr>
      <vt:lpstr>检测到碰撞后</vt:lpstr>
      <vt:lpstr>电磁波在总线上的有限传播速率的影响 </vt:lpstr>
      <vt:lpstr>传播时延对载波监听的影响 </vt:lpstr>
      <vt:lpstr>PowerPoint 演示文稿</vt:lpstr>
      <vt:lpstr>重要特性</vt:lpstr>
      <vt:lpstr>争用期</vt:lpstr>
      <vt:lpstr>二进制指数类型退避算法 (truncated binary exponential type)</vt:lpstr>
      <vt:lpstr>争用期的长度 </vt:lpstr>
      <vt:lpstr>最短有效帧长 </vt:lpstr>
      <vt:lpstr>强化碰撞 </vt:lpstr>
      <vt:lpstr>人为干扰信号 </vt:lpstr>
      <vt:lpstr>3.4  使用广播信道的以太网</vt:lpstr>
      <vt:lpstr>使用集线器的双绞线以太网 </vt:lpstr>
      <vt:lpstr>星形网 10BASE-T </vt:lpstr>
      <vt:lpstr>以太网在局域网中的统治地位</vt:lpstr>
      <vt:lpstr>集线器的一些特点 </vt:lpstr>
      <vt:lpstr>具有三个接口的集线器 </vt:lpstr>
      <vt:lpstr>3.4.2  以太网的信道利用率 </vt:lpstr>
      <vt:lpstr>以太网的信道利用率 </vt:lpstr>
      <vt:lpstr>参数⍺ </vt:lpstr>
      <vt:lpstr>对以太网参数的要求</vt:lpstr>
      <vt:lpstr>信道利用率的最大值 Smax </vt:lpstr>
      <vt:lpstr>3.4.3   以太网的 MAC 层</vt:lpstr>
      <vt:lpstr>48 位的 MAC 地址</vt:lpstr>
      <vt:lpstr>适配器检查 MAC 地址 </vt:lpstr>
      <vt:lpstr>2. MAC 帧的格式 </vt:lpstr>
      <vt:lpstr>以太网的 MAC 帧格式 </vt:lpstr>
      <vt:lpstr>以太网 V2 的 MAC 帧格式</vt:lpstr>
      <vt:lpstr>以太网 V2 的 MAC 帧格式</vt:lpstr>
      <vt:lpstr>以太网 V2 的 MAC 帧格式</vt:lpstr>
      <vt:lpstr>以太网 V2 的 MAC 帧格式</vt:lpstr>
      <vt:lpstr>以太网 V2 的 MAC 帧格式</vt:lpstr>
      <vt:lpstr>以太网 V2 的 MAC 帧格式</vt:lpstr>
      <vt:lpstr>无效的 MAC 帧 </vt:lpstr>
      <vt:lpstr>帧间最小间隔 </vt:lpstr>
      <vt:lpstr>3.5  扩展的局域网</vt:lpstr>
      <vt:lpstr>用多个集线器可连成更大的局域网</vt:lpstr>
      <vt:lpstr>用集线器组成更大的局域网都在一个碰撞域中</vt:lpstr>
      <vt:lpstr>用集线器扩展局域网 </vt:lpstr>
      <vt:lpstr>3.5.2  在数据链路层扩展局域网 </vt:lpstr>
      <vt:lpstr>1. 网桥的内部结构 </vt:lpstr>
      <vt:lpstr>使用网桥带来的好处 </vt:lpstr>
      <vt:lpstr>网桥使各网段成为隔离开的碰撞域 </vt:lpstr>
      <vt:lpstr>使用网桥带来的缺点 </vt:lpstr>
      <vt:lpstr>PowerPoint 演示文稿</vt:lpstr>
      <vt:lpstr>网桥和集线器（或转发器）不同 </vt:lpstr>
      <vt:lpstr>2. 透明网桥</vt:lpstr>
      <vt:lpstr>网桥应当按照以下自学习算法处理收到的帧和建立转发表 </vt:lpstr>
      <vt:lpstr>转发表的建立过程举例</vt:lpstr>
      <vt:lpstr>网桥在转发表中登记以下三个信息 </vt:lpstr>
      <vt:lpstr>网桥的自学习和转发帧的步骤归纳 </vt:lpstr>
      <vt:lpstr>透明网桥使用了生成树算法 </vt:lpstr>
      <vt:lpstr>生成树的得出</vt:lpstr>
      <vt:lpstr>生成树算法思想</vt:lpstr>
      <vt:lpstr>举例</vt:lpstr>
      <vt:lpstr>3. 源路由网桥</vt:lpstr>
      <vt:lpstr>4. 多接口网桥——以太网交换机 </vt:lpstr>
      <vt:lpstr>以太网交换机的特点</vt:lpstr>
      <vt:lpstr>独占传输媒体的带宽 </vt:lpstr>
      <vt:lpstr>用以太网交换机扩展局域网 </vt:lpstr>
      <vt:lpstr>利用以太网交换机可以很方便地实现虚拟局域网 </vt:lpstr>
      <vt:lpstr>PowerPoint 演示文稿</vt:lpstr>
      <vt:lpstr>PowerPoint 演示文稿</vt:lpstr>
      <vt:lpstr>PowerPoint 演示文稿</vt:lpstr>
      <vt:lpstr>PowerPoint 演示文稿</vt:lpstr>
      <vt:lpstr>虚拟局域网使用的以太网帧格式</vt:lpstr>
      <vt:lpstr>3.6   高速以太网</vt:lpstr>
      <vt:lpstr>100BASE-T 以太网的特点</vt:lpstr>
      <vt:lpstr>100 Mb/s 以太网的三种不同的物理层标准 </vt:lpstr>
      <vt:lpstr>3.6.2  吉比特以太网</vt:lpstr>
      <vt:lpstr>吉比特以太网的物理层 </vt:lpstr>
      <vt:lpstr>以太网从 10 Mb/s 到100 Gb/s 的演进 </vt:lpstr>
      <vt:lpstr>3.6.4  使用高速以太网进行宽带接入</vt:lpstr>
      <vt:lpstr>本章小结</vt:lpstr>
      <vt:lpstr>END！</vt:lpstr>
    </vt:vector>
  </TitlesOfParts>
  <Company>Microsoft</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Mcx</dc:creator>
  <cp:lastModifiedBy>Microsoft Office User</cp:lastModifiedBy>
  <cp:revision>918</cp:revision>
  <cp:lastPrinted>2015-10-13T11:51:46Z</cp:lastPrinted>
  <dcterms:created xsi:type="dcterms:W3CDTF">2014-11-23T16:31:00Z</dcterms:created>
  <dcterms:modified xsi:type="dcterms:W3CDTF">2024-09-20T10:48:47Z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2052-9.1.0.4866</vt:lpwstr>
  </property>
</Properties>
</file>